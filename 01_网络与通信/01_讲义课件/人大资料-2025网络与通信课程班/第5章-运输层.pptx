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127"/>
  </p:notesMasterIdLst>
  <p:handoutMasterIdLst>
    <p:handoutMasterId r:id="rId128"/>
  </p:handoutMasterIdLst>
  <p:sldIdLst>
    <p:sldId id="282" r:id="rId2"/>
    <p:sldId id="283" r:id="rId3"/>
    <p:sldId id="286" r:id="rId4"/>
    <p:sldId id="285" r:id="rId5"/>
    <p:sldId id="288" r:id="rId6"/>
    <p:sldId id="292" r:id="rId7"/>
    <p:sldId id="493" r:id="rId8"/>
    <p:sldId id="494" r:id="rId9"/>
    <p:sldId id="595" r:id="rId10"/>
    <p:sldId id="301" r:id="rId11"/>
    <p:sldId id="419" r:id="rId12"/>
    <p:sldId id="420" r:id="rId13"/>
    <p:sldId id="421" r:id="rId14"/>
    <p:sldId id="423" r:id="rId15"/>
    <p:sldId id="303" r:id="rId16"/>
    <p:sldId id="596" r:id="rId17"/>
    <p:sldId id="597" r:id="rId18"/>
    <p:sldId id="598" r:id="rId19"/>
    <p:sldId id="302" r:id="rId20"/>
    <p:sldId id="304" r:id="rId21"/>
    <p:sldId id="503" r:id="rId22"/>
    <p:sldId id="601" r:id="rId23"/>
    <p:sldId id="602" r:id="rId24"/>
    <p:sldId id="603" r:id="rId25"/>
    <p:sldId id="537" r:id="rId26"/>
    <p:sldId id="604" r:id="rId27"/>
    <p:sldId id="504" r:id="rId28"/>
    <p:sldId id="538" r:id="rId29"/>
    <p:sldId id="445" r:id="rId30"/>
    <p:sldId id="605" r:id="rId31"/>
    <p:sldId id="326" r:id="rId32"/>
    <p:sldId id="606" r:id="rId33"/>
    <p:sldId id="607" r:id="rId34"/>
    <p:sldId id="608" r:id="rId35"/>
    <p:sldId id="609" r:id="rId36"/>
    <p:sldId id="610" r:id="rId37"/>
    <p:sldId id="611" r:id="rId38"/>
    <p:sldId id="612" r:id="rId39"/>
    <p:sldId id="613" r:id="rId40"/>
    <p:sldId id="614" r:id="rId41"/>
    <p:sldId id="615" r:id="rId42"/>
    <p:sldId id="616" r:id="rId43"/>
    <p:sldId id="617" r:id="rId44"/>
    <p:sldId id="618" r:id="rId45"/>
    <p:sldId id="619" r:id="rId46"/>
    <p:sldId id="620" r:id="rId47"/>
    <p:sldId id="539" r:id="rId48"/>
    <p:sldId id="540" r:id="rId49"/>
    <p:sldId id="541" r:id="rId50"/>
    <p:sldId id="542" r:id="rId51"/>
    <p:sldId id="543" r:id="rId52"/>
    <p:sldId id="544" r:id="rId53"/>
    <p:sldId id="545" r:id="rId54"/>
    <p:sldId id="546" r:id="rId55"/>
    <p:sldId id="547" r:id="rId56"/>
    <p:sldId id="548" r:id="rId57"/>
    <p:sldId id="549" r:id="rId58"/>
    <p:sldId id="550" r:id="rId59"/>
    <p:sldId id="551" r:id="rId60"/>
    <p:sldId id="552" r:id="rId61"/>
    <p:sldId id="553" r:id="rId62"/>
    <p:sldId id="554" r:id="rId63"/>
    <p:sldId id="621" r:id="rId64"/>
    <p:sldId id="555" r:id="rId65"/>
    <p:sldId id="622" r:id="rId66"/>
    <p:sldId id="623" r:id="rId67"/>
    <p:sldId id="624" r:id="rId68"/>
    <p:sldId id="625" r:id="rId69"/>
    <p:sldId id="626" r:id="rId70"/>
    <p:sldId id="627" r:id="rId71"/>
    <p:sldId id="628" r:id="rId72"/>
    <p:sldId id="629" r:id="rId73"/>
    <p:sldId id="638" r:id="rId74"/>
    <p:sldId id="639" r:id="rId75"/>
    <p:sldId id="633" r:id="rId76"/>
    <p:sldId id="634" r:id="rId77"/>
    <p:sldId id="640" r:id="rId78"/>
    <p:sldId id="641" r:id="rId79"/>
    <p:sldId id="630" r:id="rId80"/>
    <p:sldId id="631" r:id="rId81"/>
    <p:sldId id="632" r:id="rId82"/>
    <p:sldId id="643" r:id="rId83"/>
    <p:sldId id="644" r:id="rId84"/>
    <p:sldId id="646" r:id="rId85"/>
    <p:sldId id="647" r:id="rId86"/>
    <p:sldId id="650" r:id="rId87"/>
    <p:sldId id="651" r:id="rId88"/>
    <p:sldId id="444" r:id="rId89"/>
    <p:sldId id="354" r:id="rId90"/>
    <p:sldId id="654" r:id="rId91"/>
    <p:sldId id="655" r:id="rId92"/>
    <p:sldId id="656" r:id="rId93"/>
    <p:sldId id="657" r:id="rId94"/>
    <p:sldId id="560" r:id="rId95"/>
    <p:sldId id="561" r:id="rId96"/>
    <p:sldId id="562" r:id="rId97"/>
    <p:sldId id="563" r:id="rId98"/>
    <p:sldId id="564" r:id="rId99"/>
    <p:sldId id="565" r:id="rId100"/>
    <p:sldId id="566" r:id="rId101"/>
    <p:sldId id="567" r:id="rId102"/>
    <p:sldId id="568" r:id="rId103"/>
    <p:sldId id="569" r:id="rId104"/>
    <p:sldId id="454" r:id="rId105"/>
    <p:sldId id="459" r:id="rId106"/>
    <p:sldId id="570" r:id="rId107"/>
    <p:sldId id="571" r:id="rId108"/>
    <p:sldId id="572" r:id="rId109"/>
    <p:sldId id="658" r:id="rId110"/>
    <p:sldId id="673" r:id="rId111"/>
    <p:sldId id="584" r:id="rId112"/>
    <p:sldId id="585" r:id="rId113"/>
    <p:sldId id="586" r:id="rId114"/>
    <p:sldId id="660" r:id="rId115"/>
    <p:sldId id="661" r:id="rId116"/>
    <p:sldId id="662" r:id="rId117"/>
    <p:sldId id="663" r:id="rId118"/>
    <p:sldId id="659" r:id="rId119"/>
    <p:sldId id="665" r:id="rId120"/>
    <p:sldId id="666" r:id="rId121"/>
    <p:sldId id="670" r:id="rId122"/>
    <p:sldId id="671" r:id="rId123"/>
    <p:sldId id="667" r:id="rId124"/>
    <p:sldId id="674" r:id="rId125"/>
    <p:sldId id="675" r:id="rId126"/>
  </p:sldIdLst>
  <p:sldSz cx="9144000" cy="5143500" type="screen16x9"/>
  <p:notesSz cx="6797675" cy="9928225"/>
  <p:embeddedFontLst>
    <p:embeddedFont>
      <p:font typeface="黑体" panose="02010609060101010101" pitchFamily="49" charset="-122"/>
      <p:regular r:id="rId129"/>
    </p:embeddedFont>
    <p:embeddedFont>
      <p:font typeface="宋体" panose="02010600030101010101" pitchFamily="2" charset="-122"/>
      <p:regular r:id="rId130"/>
    </p:embeddedFont>
    <p:embeddedFont>
      <p:font typeface="微软雅黑" panose="020B0503020204020204" pitchFamily="34" charset="-122"/>
      <p:regular r:id="rId131"/>
      <p:bold r:id="rId132"/>
    </p:embeddedFont>
    <p:embeddedFont>
      <p:font typeface="Calibri" panose="020F0502020204030204" pitchFamily="34" charset="0"/>
      <p:regular r:id="rId133"/>
      <p:bold r:id="rId134"/>
      <p:italic r:id="rId135"/>
      <p:boldItalic r:id="rId136"/>
    </p:embeddedFont>
    <p:embeddedFont>
      <p:font typeface="Calibri Light" panose="020F0302020204030204" pitchFamily="34" charset="0"/>
      <p:regular r:id="rId137"/>
      <p:italic r:id="rId138"/>
    </p:embeddedFont>
    <p:embeddedFont>
      <p:font typeface="Tahoma" panose="020B0604030504040204" pitchFamily="34" charset="0"/>
      <p:regular r:id="rId139"/>
      <p:bold r:id="rId140"/>
    </p:embeddedFont>
  </p:embeddedFont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342900" indent="1143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685800" indent="228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028700" indent="3429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371600" indent="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60">
          <p15:clr>
            <a:srgbClr val="A4A3A4"/>
          </p15:clr>
        </p15:guide>
        <p15:guide id="2" orient="horz" pos="2964">
          <p15:clr>
            <a:srgbClr val="A4A3A4"/>
          </p15:clr>
        </p15:guide>
        <p15:guide id="3" orient="horz" pos="1620">
          <p15:clr>
            <a:srgbClr val="A4A3A4"/>
          </p15:clr>
        </p15:guide>
        <p15:guide id="4" orient="horz" pos="1875">
          <p15:clr>
            <a:srgbClr val="A4A3A4"/>
          </p15:clr>
        </p15:guide>
        <p15:guide id="5" orient="horz" pos="599">
          <p15:clr>
            <a:srgbClr val="A4A3A4"/>
          </p15:clr>
        </p15:guide>
        <p15:guide id="6" pos="2863">
          <p15:clr>
            <a:srgbClr val="A4A3A4"/>
          </p15:clr>
        </p15:guide>
        <p15:guide id="7" pos="5261">
          <p15:clr>
            <a:srgbClr val="A4A3A4"/>
          </p15:clr>
        </p15:guide>
        <p15:guide id="8" pos="482">
          <p15:clr>
            <a:srgbClr val="A4A3A4"/>
          </p15:clr>
        </p15:guide>
        <p15:guide id="9" pos="2046">
          <p15:clr>
            <a:srgbClr val="A4A3A4"/>
          </p15:clr>
        </p15:guide>
        <p15:guide id="10" pos="366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CCFF"/>
    <a:srgbClr val="003366"/>
    <a:srgbClr val="9966FF"/>
    <a:srgbClr val="3ABADA"/>
    <a:srgbClr val="6600CC"/>
    <a:srgbClr val="6600FF"/>
    <a:srgbClr val="E7F2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71" autoAdjust="0"/>
    <p:restoredTop sz="82962" autoAdjust="0"/>
  </p:normalViewPr>
  <p:slideViewPr>
    <p:cSldViewPr snapToGrid="0">
      <p:cViewPr varScale="1">
        <p:scale>
          <a:sx n="112" d="100"/>
          <a:sy n="112" d="100"/>
        </p:scale>
        <p:origin x="872" y="184"/>
      </p:cViewPr>
      <p:guideLst>
        <p:guide orient="horz" pos="260"/>
        <p:guide orient="horz" pos="2964"/>
        <p:guide orient="horz" pos="1620"/>
        <p:guide orient="horz" pos="1875"/>
        <p:guide orient="horz" pos="599"/>
        <p:guide pos="2863"/>
        <p:guide pos="5261"/>
        <p:guide pos="482"/>
        <p:guide pos="2046"/>
        <p:guide pos="3662"/>
      </p:guideLst>
    </p:cSldViewPr>
  </p:slideViewPr>
  <p:outlineViewPr>
    <p:cViewPr>
      <p:scale>
        <a:sx n="33" d="100"/>
        <a:sy n="33" d="100"/>
      </p:scale>
      <p:origin x="0" y="-12870"/>
    </p:cViewPr>
  </p:outlineViewPr>
  <p:notesTextViewPr>
    <p:cViewPr>
      <p:scale>
        <a:sx n="1" d="1"/>
        <a:sy n="1" d="1"/>
      </p:scale>
      <p:origin x="0" y="0"/>
    </p:cViewPr>
  </p:notesTextViewPr>
  <p:sorterViewPr>
    <p:cViewPr>
      <p:scale>
        <a:sx n="200" d="100"/>
        <a:sy n="200" d="100"/>
      </p:scale>
      <p:origin x="0" y="0"/>
    </p:cViewPr>
  </p:sorterViewPr>
  <p:gridSpacing cx="72006" cy="72006"/>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font" Target="fonts/font10.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handoutMaster" Target="handoutMasters/handoutMaster1.xml"/><Relationship Id="rId144"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font" Target="fonts/font6.fntdata"/><Relationship Id="rId139" Type="http://schemas.openxmlformats.org/officeDocument/2006/relationships/font" Target="fonts/font11.fntdata"/><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font" Target="fonts/font1.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font" Target="fonts/font2.fntdata"/><Relationship Id="rId135" Type="http://schemas.openxmlformats.org/officeDocument/2006/relationships/font" Target="fonts/font7.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font" Target="fonts/font3.fntdata"/><Relationship Id="rId136" Type="http://schemas.openxmlformats.org/officeDocument/2006/relationships/font" Target="fonts/font8.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font" Target="fonts/font4.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font" Target="fonts/font5.fntdata"/><Relationship Id="rId16" Type="http://schemas.openxmlformats.org/officeDocument/2006/relationships/slide" Target="slides/slide1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pPr>
              <a:defRPr/>
            </a:pPr>
            <a:fld id="{A46C050B-EDE1-4E64-BFC8-BB6C51180921}" type="datetimeFigureOut">
              <a:rPr lang="zh-CN" altLang="en-US"/>
              <a:pPr>
                <a:defRPr/>
              </a:pPr>
              <a:t>2025/9/19</a:t>
            </a:fld>
            <a:endParaRPr lang="zh-CN" altLang="en-US"/>
          </a:p>
        </p:txBody>
      </p:sp>
      <p:sp>
        <p:nvSpPr>
          <p:cNvPr id="4" name="页脚占位符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pPr>
              <a:defRPr/>
            </a:pPr>
            <a:fld id="{A7BD07B2-4669-4520-A96E-E20D5AA829F3}" type="slidenum">
              <a:rPr lang="zh-CN" altLang="en-US"/>
              <a:pPr>
                <a:defRPr/>
              </a:pPr>
              <a:t>‹#›</a:t>
            </a:fld>
            <a:endParaRPr lang="zh-CN" altLang="en-US"/>
          </a:p>
        </p:txBody>
      </p:sp>
    </p:spTree>
    <p:extLst>
      <p:ext uri="{BB962C8B-B14F-4D97-AF65-F5344CB8AC3E}">
        <p14:creationId xmlns:p14="http://schemas.microsoft.com/office/powerpoint/2010/main" val="22330889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a:lvl1pPr>
          </a:lstStyle>
          <a:p>
            <a:pPr>
              <a:defRPr/>
            </a:pPr>
            <a:fld id="{C5E0B26B-5408-4645-A28B-9030BE5E4237}" type="datetimeFigureOut">
              <a:rPr lang="zh-CN" altLang="en-US"/>
              <a:pPr>
                <a:defRPr/>
              </a:pPr>
              <a:t>2025/9/19</a:t>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a:lvl1pPr>
          </a:lstStyle>
          <a:p>
            <a:pPr>
              <a:defRPr/>
            </a:pPr>
            <a:fld id="{4ACC0ED1-A15A-4A3F-8477-BD4711CED9F9}" type="slidenum">
              <a:rPr lang="zh-CN" altLang="en-US"/>
              <a:pPr>
                <a:defRPr/>
              </a:pPr>
              <a:t>‹#›</a:t>
            </a:fld>
            <a:endParaRPr lang="zh-CN" altLang="en-US"/>
          </a:p>
        </p:txBody>
      </p:sp>
    </p:spTree>
    <p:extLst>
      <p:ext uri="{BB962C8B-B14F-4D97-AF65-F5344CB8AC3E}">
        <p14:creationId xmlns:p14="http://schemas.microsoft.com/office/powerpoint/2010/main" val="40071238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baike.baidu.com/item/%E6%A0%A1%E9%AA%8C%E5%92%8C/7358071"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7118AFD-3EB1-7B41-ACA9-CD5131D7E87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2C58AEE-87F6-FA4B-9CC3-EF94F3B65048}" type="slidenum">
              <a:rPr lang="en-US" altLang="zh-CN" sz="1200" smtClean="0">
                <a:latin typeface="Arial" panose="020B0604020202020204" pitchFamily="34" charset="0"/>
              </a:rPr>
              <a:pPr>
                <a:defRPr/>
              </a:pPr>
              <a:t>1</a:t>
            </a:fld>
            <a:endParaRPr lang="en-US" altLang="zh-CN" sz="1200">
              <a:latin typeface="Arial" panose="020B0604020202020204" pitchFamily="34" charset="0"/>
            </a:endParaRPr>
          </a:p>
        </p:txBody>
      </p:sp>
      <p:sp>
        <p:nvSpPr>
          <p:cNvPr id="570370" name="Rectangle 2">
            <a:extLst>
              <a:ext uri="{FF2B5EF4-FFF2-40B4-BE49-F238E27FC236}">
                <a16:creationId xmlns:a16="http://schemas.microsoft.com/office/drawing/2014/main" id="{FC40A9F6-3648-E44E-A644-93DDC856BE78}"/>
              </a:ext>
            </a:extLst>
          </p:cNvPr>
          <p:cNvSpPr>
            <a:spLocks noGrp="1" noRot="1" noChangeAspect="1" noChangeArrowheads="1" noTextEdit="1"/>
          </p:cNvSpPr>
          <p:nvPr>
            <p:ph type="sldImg"/>
          </p:nvPr>
        </p:nvSpPr>
        <p:spPr>
          <a:ln/>
        </p:spPr>
      </p:sp>
      <p:sp>
        <p:nvSpPr>
          <p:cNvPr id="570371" name="Rectangle 3">
            <a:extLst>
              <a:ext uri="{FF2B5EF4-FFF2-40B4-BE49-F238E27FC236}">
                <a16:creationId xmlns:a16="http://schemas.microsoft.com/office/drawing/2014/main" id="{9E746CCF-9F5A-9F48-BCC8-088BA535D569}"/>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704954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6958E26-AFFA-F34D-A6C1-5316CB12B1D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74C0672-464B-F847-ABE9-7D3BB3C9CBE9}" type="slidenum">
              <a:rPr lang="en-US" altLang="zh-CN" sz="1200" smtClean="0">
                <a:latin typeface="Arial" panose="020B0604020202020204" pitchFamily="34" charset="0"/>
              </a:rPr>
              <a:pPr>
                <a:defRPr/>
              </a:pPr>
              <a:t>2</a:t>
            </a:fld>
            <a:endParaRPr lang="en-US" altLang="zh-CN" sz="1200">
              <a:latin typeface="Arial" panose="020B0604020202020204" pitchFamily="34" charset="0"/>
            </a:endParaRPr>
          </a:p>
        </p:txBody>
      </p:sp>
      <p:sp>
        <p:nvSpPr>
          <p:cNvPr id="571394" name="Rectangle 2">
            <a:extLst>
              <a:ext uri="{FF2B5EF4-FFF2-40B4-BE49-F238E27FC236}">
                <a16:creationId xmlns:a16="http://schemas.microsoft.com/office/drawing/2014/main" id="{5499155B-D988-CA4F-ACCD-46901793CF3A}"/>
              </a:ext>
            </a:extLst>
          </p:cNvPr>
          <p:cNvSpPr>
            <a:spLocks noGrp="1" noRot="1" noChangeAspect="1" noChangeArrowheads="1" noTextEdit="1"/>
          </p:cNvSpPr>
          <p:nvPr>
            <p:ph type="sldImg"/>
          </p:nvPr>
        </p:nvSpPr>
        <p:spPr>
          <a:ln/>
        </p:spPr>
      </p:sp>
      <p:sp>
        <p:nvSpPr>
          <p:cNvPr id="571395" name="Rectangle 3">
            <a:extLst>
              <a:ext uri="{FF2B5EF4-FFF2-40B4-BE49-F238E27FC236}">
                <a16:creationId xmlns:a16="http://schemas.microsoft.com/office/drawing/2014/main" id="{B63210A8-085F-0443-B7DB-30E93E77F53F}"/>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339217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92E2468-C2BF-C443-A176-D1DB928339FA}"/>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DFBD360-BCBF-9847-A002-1BEB699CAB14}" type="slidenum">
              <a:rPr lang="en-US" altLang="zh-CN" sz="1200" smtClean="0">
                <a:latin typeface="Arial" panose="020B0604020202020204" pitchFamily="34" charset="0"/>
              </a:rPr>
              <a:pPr>
                <a:defRPr/>
              </a:pPr>
              <a:t>3</a:t>
            </a:fld>
            <a:endParaRPr lang="en-US" altLang="zh-CN" sz="1200">
              <a:latin typeface="Arial" panose="020B0604020202020204" pitchFamily="34" charset="0"/>
            </a:endParaRPr>
          </a:p>
        </p:txBody>
      </p:sp>
      <p:sp>
        <p:nvSpPr>
          <p:cNvPr id="572418" name="Rectangle 2">
            <a:extLst>
              <a:ext uri="{FF2B5EF4-FFF2-40B4-BE49-F238E27FC236}">
                <a16:creationId xmlns:a16="http://schemas.microsoft.com/office/drawing/2014/main" id="{50B1200D-C5A9-3A44-B106-BDC34A0142A7}"/>
              </a:ext>
            </a:extLst>
          </p:cNvPr>
          <p:cNvSpPr>
            <a:spLocks noGrp="1" noRot="1" noChangeAspect="1" noChangeArrowheads="1" noTextEdit="1"/>
          </p:cNvSpPr>
          <p:nvPr>
            <p:ph type="sldImg"/>
          </p:nvPr>
        </p:nvSpPr>
        <p:spPr>
          <a:ln/>
        </p:spPr>
      </p:sp>
      <p:sp>
        <p:nvSpPr>
          <p:cNvPr id="572419" name="Rectangle 3">
            <a:extLst>
              <a:ext uri="{FF2B5EF4-FFF2-40B4-BE49-F238E27FC236}">
                <a16:creationId xmlns:a16="http://schemas.microsoft.com/office/drawing/2014/main" id="{1C8348B2-36BB-D041-8B7F-ADD6C51F5337}"/>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888884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2D684A7-23B1-F24D-801A-92FDA780CD6C}"/>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3B96E4E-59A4-AE48-BAE5-AA6C22E9B080}" type="slidenum">
              <a:rPr lang="en-US" altLang="zh-CN" sz="1200" smtClean="0">
                <a:latin typeface="Arial" panose="020B0604020202020204" pitchFamily="34" charset="0"/>
              </a:rPr>
              <a:pPr>
                <a:defRPr/>
              </a:pPr>
              <a:t>4</a:t>
            </a:fld>
            <a:endParaRPr lang="en-US" altLang="zh-CN" sz="1200">
              <a:latin typeface="Arial" panose="020B0604020202020204" pitchFamily="34" charset="0"/>
            </a:endParaRPr>
          </a:p>
        </p:txBody>
      </p:sp>
      <p:sp>
        <p:nvSpPr>
          <p:cNvPr id="573442" name="Rectangle 2">
            <a:extLst>
              <a:ext uri="{FF2B5EF4-FFF2-40B4-BE49-F238E27FC236}">
                <a16:creationId xmlns:a16="http://schemas.microsoft.com/office/drawing/2014/main" id="{2B5896C4-1003-6D4C-A7E1-8780E27E974F}"/>
              </a:ext>
            </a:extLst>
          </p:cNvPr>
          <p:cNvSpPr>
            <a:spLocks noGrp="1" noRot="1" noChangeAspect="1" noChangeArrowheads="1" noTextEdit="1"/>
          </p:cNvSpPr>
          <p:nvPr>
            <p:ph type="sldImg"/>
          </p:nvPr>
        </p:nvSpPr>
        <p:spPr>
          <a:ln/>
        </p:spPr>
      </p:sp>
      <p:sp>
        <p:nvSpPr>
          <p:cNvPr id="573443" name="Rectangle 3">
            <a:extLst>
              <a:ext uri="{FF2B5EF4-FFF2-40B4-BE49-F238E27FC236}">
                <a16:creationId xmlns:a16="http://schemas.microsoft.com/office/drawing/2014/main" id="{32860859-39A4-F447-88AD-A24C51C963E1}"/>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968580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2502572-FA35-A24A-9D33-84CF104E77CC}"/>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1BEADF5F-71B8-CF49-81DA-B68C6D15BCD2}" type="slidenum">
              <a:rPr lang="en-US" altLang="zh-CN" sz="1200" smtClean="0">
                <a:latin typeface="Arial" panose="020B0604020202020204" pitchFamily="34" charset="0"/>
              </a:rPr>
              <a:pPr>
                <a:defRPr/>
              </a:pPr>
              <a:t>5</a:t>
            </a:fld>
            <a:endParaRPr lang="en-US" altLang="zh-CN" sz="1200">
              <a:latin typeface="Arial" panose="020B0604020202020204" pitchFamily="34" charset="0"/>
            </a:endParaRPr>
          </a:p>
        </p:txBody>
      </p:sp>
      <p:sp>
        <p:nvSpPr>
          <p:cNvPr id="574466" name="Rectangle 2">
            <a:extLst>
              <a:ext uri="{FF2B5EF4-FFF2-40B4-BE49-F238E27FC236}">
                <a16:creationId xmlns:a16="http://schemas.microsoft.com/office/drawing/2014/main" id="{40FDC5C2-EA5B-294D-8425-8970E44930F0}"/>
              </a:ext>
            </a:extLst>
          </p:cNvPr>
          <p:cNvSpPr>
            <a:spLocks noGrp="1" noRot="1" noChangeAspect="1" noChangeArrowheads="1" noTextEdit="1"/>
          </p:cNvSpPr>
          <p:nvPr>
            <p:ph type="sldImg"/>
          </p:nvPr>
        </p:nvSpPr>
        <p:spPr>
          <a:ln/>
        </p:spPr>
      </p:sp>
      <p:sp>
        <p:nvSpPr>
          <p:cNvPr id="574467" name="Rectangle 3">
            <a:extLst>
              <a:ext uri="{FF2B5EF4-FFF2-40B4-BE49-F238E27FC236}">
                <a16:creationId xmlns:a16="http://schemas.microsoft.com/office/drawing/2014/main" id="{EE48C7A4-89FB-E848-9C60-666C89BCCDE8}"/>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051294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19A5EA2-09F1-8D47-ABE1-1E075C9309BC}"/>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7FBB399-879A-9E4D-9E5E-C4BC493FEF2B}" type="slidenum">
              <a:rPr lang="en-US" altLang="zh-CN" sz="1200" smtClean="0">
                <a:latin typeface="Arial" panose="020B0604020202020204" pitchFamily="34" charset="0"/>
              </a:rPr>
              <a:pPr>
                <a:defRPr/>
              </a:pPr>
              <a:t>6</a:t>
            </a:fld>
            <a:endParaRPr lang="en-US" altLang="zh-CN" sz="1200">
              <a:latin typeface="Arial" panose="020B0604020202020204" pitchFamily="34" charset="0"/>
            </a:endParaRPr>
          </a:p>
        </p:txBody>
      </p:sp>
      <p:sp>
        <p:nvSpPr>
          <p:cNvPr id="575490" name="Rectangle 2">
            <a:extLst>
              <a:ext uri="{FF2B5EF4-FFF2-40B4-BE49-F238E27FC236}">
                <a16:creationId xmlns:a16="http://schemas.microsoft.com/office/drawing/2014/main" id="{FC5451A2-1761-A34F-B827-8CE4CAB3A592}"/>
              </a:ext>
            </a:extLst>
          </p:cNvPr>
          <p:cNvSpPr>
            <a:spLocks noGrp="1" noRot="1" noChangeAspect="1" noChangeArrowheads="1" noTextEdit="1"/>
          </p:cNvSpPr>
          <p:nvPr>
            <p:ph type="sldImg"/>
          </p:nvPr>
        </p:nvSpPr>
        <p:spPr>
          <a:ln/>
        </p:spPr>
      </p:sp>
      <p:sp>
        <p:nvSpPr>
          <p:cNvPr id="575491" name="Rectangle 3">
            <a:extLst>
              <a:ext uri="{FF2B5EF4-FFF2-40B4-BE49-F238E27FC236}">
                <a16:creationId xmlns:a16="http://schemas.microsoft.com/office/drawing/2014/main" id="{7580BEF7-752A-3E4F-BB45-0BD5FCB6FC51}"/>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551242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B7D3B4A-2258-BD47-8D72-A28B150B1C15}"/>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844EB77-FB0C-6B46-9026-EBC36E49EF2B}" type="slidenum">
              <a:rPr lang="en-US" altLang="zh-CN" sz="1200" smtClean="0">
                <a:latin typeface="Arial" panose="020B0604020202020204" pitchFamily="34" charset="0"/>
              </a:rPr>
              <a:pPr>
                <a:defRPr/>
              </a:pPr>
              <a:t>7</a:t>
            </a:fld>
            <a:endParaRPr lang="en-US" altLang="zh-CN" sz="1200">
              <a:latin typeface="Arial" panose="020B0604020202020204" pitchFamily="34" charset="0"/>
            </a:endParaRPr>
          </a:p>
        </p:txBody>
      </p:sp>
      <p:sp>
        <p:nvSpPr>
          <p:cNvPr id="576514" name="Rectangle 2">
            <a:extLst>
              <a:ext uri="{FF2B5EF4-FFF2-40B4-BE49-F238E27FC236}">
                <a16:creationId xmlns:a16="http://schemas.microsoft.com/office/drawing/2014/main" id="{95E0B7EE-F4FC-AD4B-9C78-2127E23D8C52}"/>
              </a:ext>
            </a:extLst>
          </p:cNvPr>
          <p:cNvSpPr>
            <a:spLocks noGrp="1" noRot="1" noChangeAspect="1" noChangeArrowheads="1" noTextEdit="1"/>
          </p:cNvSpPr>
          <p:nvPr>
            <p:ph type="sldImg"/>
          </p:nvPr>
        </p:nvSpPr>
        <p:spPr>
          <a:ln/>
        </p:spPr>
      </p:sp>
      <p:sp>
        <p:nvSpPr>
          <p:cNvPr id="576515" name="Rectangle 3">
            <a:extLst>
              <a:ext uri="{FF2B5EF4-FFF2-40B4-BE49-F238E27FC236}">
                <a16:creationId xmlns:a16="http://schemas.microsoft.com/office/drawing/2014/main" id="{907AA918-6613-6542-81E0-7B5C76754BCB}"/>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338984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32AE8A4-9604-4340-8D5D-6D5998C3A2F2}"/>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11E083C-FE01-4A41-8A31-518FFAC19D9D}" type="slidenum">
              <a:rPr lang="en-US" altLang="zh-CN" sz="1200" smtClean="0">
                <a:latin typeface="Arial" panose="020B0604020202020204" pitchFamily="34" charset="0"/>
              </a:rPr>
              <a:pPr>
                <a:defRPr/>
              </a:pPr>
              <a:t>8</a:t>
            </a:fld>
            <a:endParaRPr lang="en-US" altLang="zh-CN" sz="1200">
              <a:latin typeface="Arial" panose="020B0604020202020204" pitchFamily="34" charset="0"/>
            </a:endParaRPr>
          </a:p>
        </p:txBody>
      </p:sp>
      <p:sp>
        <p:nvSpPr>
          <p:cNvPr id="577538" name="Rectangle 2">
            <a:extLst>
              <a:ext uri="{FF2B5EF4-FFF2-40B4-BE49-F238E27FC236}">
                <a16:creationId xmlns:a16="http://schemas.microsoft.com/office/drawing/2014/main" id="{627D8FBC-09B7-E243-A3A2-53BFCEAB1F5D}"/>
              </a:ext>
            </a:extLst>
          </p:cNvPr>
          <p:cNvSpPr>
            <a:spLocks noGrp="1" noRot="1" noChangeAspect="1" noChangeArrowheads="1" noTextEdit="1"/>
          </p:cNvSpPr>
          <p:nvPr>
            <p:ph type="sldImg"/>
          </p:nvPr>
        </p:nvSpPr>
        <p:spPr>
          <a:ln/>
        </p:spPr>
      </p:sp>
      <p:sp>
        <p:nvSpPr>
          <p:cNvPr id="577539" name="Rectangle 3">
            <a:extLst>
              <a:ext uri="{FF2B5EF4-FFF2-40B4-BE49-F238E27FC236}">
                <a16:creationId xmlns:a16="http://schemas.microsoft.com/office/drawing/2014/main" id="{77811E1A-3D64-9048-9684-299150086110}"/>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487801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B6F63F4-64B4-414A-BFF8-E620FA0E2475}"/>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EA34C36-9E1F-0E40-9906-0A9D415F95F5}" type="slidenum">
              <a:rPr lang="en-US" altLang="zh-CN" sz="1200" smtClean="0">
                <a:latin typeface="Arial" panose="020B0604020202020204" pitchFamily="34" charset="0"/>
              </a:rPr>
              <a:pPr>
                <a:defRPr/>
              </a:pPr>
              <a:t>9</a:t>
            </a:fld>
            <a:endParaRPr lang="en-US" altLang="zh-CN" sz="1200">
              <a:latin typeface="Arial" panose="020B0604020202020204" pitchFamily="34" charset="0"/>
            </a:endParaRPr>
          </a:p>
        </p:txBody>
      </p:sp>
      <p:sp>
        <p:nvSpPr>
          <p:cNvPr id="669698" name="Rectangle 2">
            <a:extLst>
              <a:ext uri="{FF2B5EF4-FFF2-40B4-BE49-F238E27FC236}">
                <a16:creationId xmlns:a16="http://schemas.microsoft.com/office/drawing/2014/main" id="{351AB3CB-C16D-324A-ACC4-4A222DDF8DF2}"/>
              </a:ext>
            </a:extLst>
          </p:cNvPr>
          <p:cNvSpPr>
            <a:spLocks noGrp="1" noRot="1" noChangeAspect="1" noChangeArrowheads="1" noTextEdit="1"/>
          </p:cNvSpPr>
          <p:nvPr>
            <p:ph type="sldImg"/>
          </p:nvPr>
        </p:nvSpPr>
        <p:spPr>
          <a:ln/>
        </p:spPr>
      </p:sp>
      <p:sp>
        <p:nvSpPr>
          <p:cNvPr id="669699" name="Rectangle 3">
            <a:extLst>
              <a:ext uri="{FF2B5EF4-FFF2-40B4-BE49-F238E27FC236}">
                <a16:creationId xmlns:a16="http://schemas.microsoft.com/office/drawing/2014/main" id="{3EF8A7B1-858A-8B48-9852-A8B1B8653ABF}"/>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732649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7AAE037-895E-5D4C-BADC-635F1FAF4630}"/>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EF98225-A8C9-C64C-83C5-2C0D3C720BD8}" type="slidenum">
              <a:rPr lang="en-US" altLang="zh-CN" sz="1200" smtClean="0">
                <a:latin typeface="Arial" panose="020B0604020202020204" pitchFamily="34" charset="0"/>
              </a:rPr>
              <a:pPr>
                <a:defRPr/>
              </a:pPr>
              <a:t>10</a:t>
            </a:fld>
            <a:endParaRPr lang="en-US" altLang="zh-CN" sz="1200">
              <a:latin typeface="Arial" panose="020B0604020202020204" pitchFamily="34" charset="0"/>
            </a:endParaRPr>
          </a:p>
        </p:txBody>
      </p:sp>
      <p:sp>
        <p:nvSpPr>
          <p:cNvPr id="580610" name="Rectangle 2">
            <a:extLst>
              <a:ext uri="{FF2B5EF4-FFF2-40B4-BE49-F238E27FC236}">
                <a16:creationId xmlns:a16="http://schemas.microsoft.com/office/drawing/2014/main" id="{7D1C4D9D-A45E-8345-8D73-E975DE3CE46C}"/>
              </a:ext>
            </a:extLst>
          </p:cNvPr>
          <p:cNvSpPr>
            <a:spLocks noGrp="1" noRot="1" noChangeAspect="1" noChangeArrowheads="1" noTextEdit="1"/>
          </p:cNvSpPr>
          <p:nvPr>
            <p:ph type="sldImg"/>
          </p:nvPr>
        </p:nvSpPr>
        <p:spPr>
          <a:ln/>
        </p:spPr>
      </p:sp>
      <p:sp>
        <p:nvSpPr>
          <p:cNvPr id="580611" name="Rectangle 3">
            <a:extLst>
              <a:ext uri="{FF2B5EF4-FFF2-40B4-BE49-F238E27FC236}">
                <a16:creationId xmlns:a16="http://schemas.microsoft.com/office/drawing/2014/main" id="{3DB3F770-6264-1C4B-A972-B95C9B36E2B7}"/>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373373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F82EAC9-8F83-2C4A-864A-CB382AC02CF3}"/>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B2C2099-1761-984F-BFEA-130D69704953}" type="slidenum">
              <a:rPr lang="en-US" altLang="zh-CN" sz="1200" smtClean="0">
                <a:latin typeface="Arial" panose="020B0604020202020204" pitchFamily="34" charset="0"/>
              </a:rPr>
              <a:pPr>
                <a:defRPr/>
              </a:pPr>
              <a:t>11</a:t>
            </a:fld>
            <a:endParaRPr lang="en-US" altLang="zh-CN" sz="1200">
              <a:latin typeface="Arial" panose="020B0604020202020204" pitchFamily="34" charset="0"/>
            </a:endParaRPr>
          </a:p>
        </p:txBody>
      </p:sp>
      <p:sp>
        <p:nvSpPr>
          <p:cNvPr id="581634" name="Rectangle 2">
            <a:extLst>
              <a:ext uri="{FF2B5EF4-FFF2-40B4-BE49-F238E27FC236}">
                <a16:creationId xmlns:a16="http://schemas.microsoft.com/office/drawing/2014/main" id="{A06BC1BC-9BAC-394E-A2DA-08941DA03260}"/>
              </a:ext>
            </a:extLst>
          </p:cNvPr>
          <p:cNvSpPr>
            <a:spLocks noGrp="1" noRot="1" noChangeAspect="1" noChangeArrowheads="1" noTextEdit="1"/>
          </p:cNvSpPr>
          <p:nvPr>
            <p:ph type="sldImg"/>
          </p:nvPr>
        </p:nvSpPr>
        <p:spPr>
          <a:ln/>
        </p:spPr>
      </p:sp>
      <p:sp>
        <p:nvSpPr>
          <p:cNvPr id="581635" name="Rectangle 3">
            <a:extLst>
              <a:ext uri="{FF2B5EF4-FFF2-40B4-BE49-F238E27FC236}">
                <a16:creationId xmlns:a16="http://schemas.microsoft.com/office/drawing/2014/main" id="{3CA9DEF1-17C4-794A-AFA9-D0E32A53A12A}"/>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684108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2EC096F-71A8-BC46-B8A0-586BF2A0A087}"/>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270799E-6451-B740-B580-03DD10BB5D26}" type="slidenum">
              <a:rPr lang="en-US" altLang="zh-CN" sz="1200" smtClean="0">
                <a:latin typeface="Arial" panose="020B0604020202020204" pitchFamily="34" charset="0"/>
              </a:rPr>
              <a:pPr>
                <a:defRPr/>
              </a:pPr>
              <a:t>12</a:t>
            </a:fld>
            <a:endParaRPr lang="en-US" altLang="zh-CN" sz="1200">
              <a:latin typeface="Arial" panose="020B0604020202020204" pitchFamily="34" charset="0"/>
            </a:endParaRPr>
          </a:p>
        </p:txBody>
      </p:sp>
      <p:sp>
        <p:nvSpPr>
          <p:cNvPr id="582658" name="Rectangle 2">
            <a:extLst>
              <a:ext uri="{FF2B5EF4-FFF2-40B4-BE49-F238E27FC236}">
                <a16:creationId xmlns:a16="http://schemas.microsoft.com/office/drawing/2014/main" id="{2024F972-2FC7-5149-B3AC-A4B6A64F6AE2}"/>
              </a:ext>
            </a:extLst>
          </p:cNvPr>
          <p:cNvSpPr>
            <a:spLocks noGrp="1" noRot="1" noChangeAspect="1" noChangeArrowheads="1" noTextEdit="1"/>
          </p:cNvSpPr>
          <p:nvPr>
            <p:ph type="sldImg"/>
          </p:nvPr>
        </p:nvSpPr>
        <p:spPr>
          <a:ln/>
        </p:spPr>
      </p:sp>
      <p:sp>
        <p:nvSpPr>
          <p:cNvPr id="582659" name="Rectangle 3">
            <a:extLst>
              <a:ext uri="{FF2B5EF4-FFF2-40B4-BE49-F238E27FC236}">
                <a16:creationId xmlns:a16="http://schemas.microsoft.com/office/drawing/2014/main" id="{4959A971-A47E-104D-94A9-D20E15FB1869}"/>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397553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C4CD905-AB43-EB4C-B0F0-A6A54578803F}"/>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24E51C2-4256-B742-BD74-34E033C80722}" type="slidenum">
              <a:rPr lang="en-US" altLang="zh-CN" sz="1200" smtClean="0">
                <a:latin typeface="Arial" panose="020B0604020202020204" pitchFamily="34" charset="0"/>
              </a:rPr>
              <a:pPr>
                <a:defRPr/>
              </a:pPr>
              <a:t>13</a:t>
            </a:fld>
            <a:endParaRPr lang="en-US" altLang="zh-CN" sz="1200">
              <a:latin typeface="Arial" panose="020B0604020202020204" pitchFamily="34" charset="0"/>
            </a:endParaRPr>
          </a:p>
        </p:txBody>
      </p:sp>
      <p:sp>
        <p:nvSpPr>
          <p:cNvPr id="583682" name="Rectangle 2">
            <a:extLst>
              <a:ext uri="{FF2B5EF4-FFF2-40B4-BE49-F238E27FC236}">
                <a16:creationId xmlns:a16="http://schemas.microsoft.com/office/drawing/2014/main" id="{C771752E-4FAB-9E4E-97B9-1C1C7B54C432}"/>
              </a:ext>
            </a:extLst>
          </p:cNvPr>
          <p:cNvSpPr>
            <a:spLocks noGrp="1" noRot="1" noChangeAspect="1" noChangeArrowheads="1" noTextEdit="1"/>
          </p:cNvSpPr>
          <p:nvPr>
            <p:ph type="sldImg"/>
          </p:nvPr>
        </p:nvSpPr>
        <p:spPr>
          <a:ln/>
        </p:spPr>
      </p:sp>
      <p:sp>
        <p:nvSpPr>
          <p:cNvPr id="583683" name="Rectangle 3">
            <a:extLst>
              <a:ext uri="{FF2B5EF4-FFF2-40B4-BE49-F238E27FC236}">
                <a16:creationId xmlns:a16="http://schemas.microsoft.com/office/drawing/2014/main" id="{E9045846-A0EE-AF4D-A1B9-EDE32861CB5E}"/>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578224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3029347-212B-6C47-A13F-3FB55FA6FA6C}"/>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1AC45A37-BC87-384E-B4BD-F999AD53B3CA}" type="slidenum">
              <a:rPr lang="en-US" altLang="zh-CN" sz="1200" smtClean="0">
                <a:latin typeface="Arial" panose="020B0604020202020204" pitchFamily="34" charset="0"/>
              </a:rPr>
              <a:pPr>
                <a:defRPr/>
              </a:pPr>
              <a:t>14</a:t>
            </a:fld>
            <a:endParaRPr lang="en-US" altLang="zh-CN" sz="1200">
              <a:latin typeface="Arial" panose="020B0604020202020204" pitchFamily="34" charset="0"/>
            </a:endParaRPr>
          </a:p>
        </p:txBody>
      </p:sp>
      <p:sp>
        <p:nvSpPr>
          <p:cNvPr id="584706" name="Rectangle 2">
            <a:extLst>
              <a:ext uri="{FF2B5EF4-FFF2-40B4-BE49-F238E27FC236}">
                <a16:creationId xmlns:a16="http://schemas.microsoft.com/office/drawing/2014/main" id="{2A699108-9275-E443-B692-822DB3AD8893}"/>
              </a:ext>
            </a:extLst>
          </p:cNvPr>
          <p:cNvSpPr>
            <a:spLocks noGrp="1" noRot="1" noChangeAspect="1" noChangeArrowheads="1" noTextEdit="1"/>
          </p:cNvSpPr>
          <p:nvPr>
            <p:ph type="sldImg"/>
          </p:nvPr>
        </p:nvSpPr>
        <p:spPr>
          <a:ln/>
        </p:spPr>
      </p:sp>
      <p:sp>
        <p:nvSpPr>
          <p:cNvPr id="584707" name="Rectangle 3">
            <a:extLst>
              <a:ext uri="{FF2B5EF4-FFF2-40B4-BE49-F238E27FC236}">
                <a16:creationId xmlns:a16="http://schemas.microsoft.com/office/drawing/2014/main" id="{522118BA-0737-704E-BD60-62A8BB5D1C34}"/>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182267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C1A17F1-AF52-F646-A2EA-3FE748A1C893}"/>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E92F540-1CE7-894B-A6F2-59B225798ED3}" type="slidenum">
              <a:rPr lang="en-US" altLang="zh-CN" sz="1200" smtClean="0">
                <a:latin typeface="Arial" panose="020B0604020202020204" pitchFamily="34" charset="0"/>
              </a:rPr>
              <a:pPr>
                <a:defRPr/>
              </a:pPr>
              <a:t>15</a:t>
            </a:fld>
            <a:endParaRPr lang="en-US" altLang="zh-CN" sz="1200">
              <a:latin typeface="Arial" panose="020B0604020202020204" pitchFamily="34" charset="0"/>
            </a:endParaRPr>
          </a:p>
        </p:txBody>
      </p:sp>
      <p:sp>
        <p:nvSpPr>
          <p:cNvPr id="585730" name="Rectangle 2">
            <a:extLst>
              <a:ext uri="{FF2B5EF4-FFF2-40B4-BE49-F238E27FC236}">
                <a16:creationId xmlns:a16="http://schemas.microsoft.com/office/drawing/2014/main" id="{854C9080-D3D1-104E-99A2-0F2E0A888CA4}"/>
              </a:ext>
            </a:extLst>
          </p:cNvPr>
          <p:cNvSpPr>
            <a:spLocks noGrp="1" noRot="1" noChangeAspect="1" noChangeArrowheads="1" noTextEdit="1"/>
          </p:cNvSpPr>
          <p:nvPr>
            <p:ph type="sldImg"/>
          </p:nvPr>
        </p:nvSpPr>
        <p:spPr>
          <a:ln/>
        </p:spPr>
      </p:sp>
      <p:sp>
        <p:nvSpPr>
          <p:cNvPr id="585731" name="Rectangle 3">
            <a:extLst>
              <a:ext uri="{FF2B5EF4-FFF2-40B4-BE49-F238E27FC236}">
                <a16:creationId xmlns:a16="http://schemas.microsoft.com/office/drawing/2014/main" id="{41FD4050-FEB2-0946-B007-F3FAD85AEEC9}"/>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618592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DF1EF92-D490-7247-AFC2-2EA59BA4933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DEBFC937-D387-9D4A-BCBD-955A8B9C96F3}" type="slidenum">
              <a:rPr lang="en-US" altLang="zh-CN" sz="1200" smtClean="0">
                <a:latin typeface="Arial" panose="020B0604020202020204" pitchFamily="34" charset="0"/>
              </a:rPr>
              <a:pPr>
                <a:defRPr/>
              </a:pPr>
              <a:t>16</a:t>
            </a:fld>
            <a:endParaRPr lang="en-US" altLang="zh-CN" sz="1200">
              <a:latin typeface="Arial" panose="020B0604020202020204" pitchFamily="34" charset="0"/>
            </a:endParaRPr>
          </a:p>
        </p:txBody>
      </p:sp>
      <p:sp>
        <p:nvSpPr>
          <p:cNvPr id="673794" name="Rectangle 2">
            <a:extLst>
              <a:ext uri="{FF2B5EF4-FFF2-40B4-BE49-F238E27FC236}">
                <a16:creationId xmlns:a16="http://schemas.microsoft.com/office/drawing/2014/main" id="{9572A06C-DB92-324F-A531-B920D241D9C6}"/>
              </a:ext>
            </a:extLst>
          </p:cNvPr>
          <p:cNvSpPr>
            <a:spLocks noGrp="1" noRot="1" noChangeAspect="1" noChangeArrowheads="1" noTextEdit="1"/>
          </p:cNvSpPr>
          <p:nvPr>
            <p:ph type="sldImg"/>
          </p:nvPr>
        </p:nvSpPr>
        <p:spPr>
          <a:ln/>
        </p:spPr>
      </p:sp>
      <p:sp>
        <p:nvSpPr>
          <p:cNvPr id="673795" name="Rectangle 3">
            <a:extLst>
              <a:ext uri="{FF2B5EF4-FFF2-40B4-BE49-F238E27FC236}">
                <a16:creationId xmlns:a16="http://schemas.microsoft.com/office/drawing/2014/main" id="{6178FBD3-194D-FF48-BD2B-10DB221744EE}"/>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380444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7D83CDD-2824-F84C-9A95-45CB3FB0E4D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5EEC19A-8CBC-BB4E-97DF-96468CF94DCE}" type="slidenum">
              <a:rPr lang="en-US" altLang="zh-CN" sz="1200" smtClean="0">
                <a:latin typeface="Arial" panose="020B0604020202020204" pitchFamily="34" charset="0"/>
              </a:rPr>
              <a:pPr>
                <a:defRPr/>
              </a:pPr>
              <a:t>17</a:t>
            </a:fld>
            <a:endParaRPr lang="en-US" altLang="zh-CN" sz="1200">
              <a:latin typeface="Arial" panose="020B0604020202020204" pitchFamily="34" charset="0"/>
            </a:endParaRPr>
          </a:p>
        </p:txBody>
      </p:sp>
      <p:sp>
        <p:nvSpPr>
          <p:cNvPr id="674818" name="Rectangle 2">
            <a:extLst>
              <a:ext uri="{FF2B5EF4-FFF2-40B4-BE49-F238E27FC236}">
                <a16:creationId xmlns:a16="http://schemas.microsoft.com/office/drawing/2014/main" id="{BD50D61E-72F0-2948-9176-2FFA73003FF6}"/>
              </a:ext>
            </a:extLst>
          </p:cNvPr>
          <p:cNvSpPr>
            <a:spLocks noGrp="1" noRot="1" noChangeAspect="1" noChangeArrowheads="1" noTextEdit="1"/>
          </p:cNvSpPr>
          <p:nvPr>
            <p:ph type="sldImg"/>
          </p:nvPr>
        </p:nvSpPr>
        <p:spPr>
          <a:ln/>
        </p:spPr>
      </p:sp>
      <p:sp>
        <p:nvSpPr>
          <p:cNvPr id="674819" name="Rectangle 3">
            <a:extLst>
              <a:ext uri="{FF2B5EF4-FFF2-40B4-BE49-F238E27FC236}">
                <a16:creationId xmlns:a16="http://schemas.microsoft.com/office/drawing/2014/main" id="{C86D98FA-488C-534E-B37D-6D788CC080D5}"/>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461775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CB26910-677D-584C-A3A6-A6E5D38A676B}"/>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858CF57-77F9-244E-BF44-4EC792DB2CF1}" type="slidenum">
              <a:rPr lang="en-US" altLang="zh-CN" sz="1200" smtClean="0">
                <a:latin typeface="Arial" panose="020B0604020202020204" pitchFamily="34" charset="0"/>
              </a:rPr>
              <a:pPr>
                <a:defRPr/>
              </a:pPr>
              <a:t>18</a:t>
            </a:fld>
            <a:endParaRPr lang="en-US" altLang="zh-CN" sz="1200">
              <a:latin typeface="Arial" panose="020B0604020202020204" pitchFamily="34" charset="0"/>
            </a:endParaRPr>
          </a:p>
        </p:txBody>
      </p:sp>
      <p:sp>
        <p:nvSpPr>
          <p:cNvPr id="675842" name="Rectangle 2">
            <a:extLst>
              <a:ext uri="{FF2B5EF4-FFF2-40B4-BE49-F238E27FC236}">
                <a16:creationId xmlns:a16="http://schemas.microsoft.com/office/drawing/2014/main" id="{85B7878E-873F-7949-BF1F-11E0BE3F751B}"/>
              </a:ext>
            </a:extLst>
          </p:cNvPr>
          <p:cNvSpPr>
            <a:spLocks noGrp="1" noRot="1" noChangeAspect="1" noChangeArrowheads="1" noTextEdit="1"/>
          </p:cNvSpPr>
          <p:nvPr>
            <p:ph type="sldImg"/>
          </p:nvPr>
        </p:nvSpPr>
        <p:spPr>
          <a:ln/>
        </p:spPr>
      </p:sp>
      <p:sp>
        <p:nvSpPr>
          <p:cNvPr id="675843" name="Rectangle 3">
            <a:extLst>
              <a:ext uri="{FF2B5EF4-FFF2-40B4-BE49-F238E27FC236}">
                <a16:creationId xmlns:a16="http://schemas.microsoft.com/office/drawing/2014/main" id="{29DCD485-7712-184F-8D82-1231011317F0}"/>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483417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7336429-4078-784A-A27F-547BD5B94635}"/>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184235B3-A608-1949-A35A-09CC0A2F8131}" type="slidenum">
              <a:rPr lang="en-US" altLang="zh-CN" sz="1200" smtClean="0">
                <a:latin typeface="Arial" panose="020B0604020202020204" pitchFamily="34" charset="0"/>
              </a:rPr>
              <a:pPr>
                <a:defRPr/>
              </a:pPr>
              <a:t>19</a:t>
            </a:fld>
            <a:endParaRPr lang="en-US" altLang="zh-CN" sz="1200">
              <a:latin typeface="Arial" panose="020B0604020202020204" pitchFamily="34" charset="0"/>
            </a:endParaRPr>
          </a:p>
        </p:txBody>
      </p:sp>
      <p:sp>
        <p:nvSpPr>
          <p:cNvPr id="587778" name="Rectangle 2">
            <a:extLst>
              <a:ext uri="{FF2B5EF4-FFF2-40B4-BE49-F238E27FC236}">
                <a16:creationId xmlns:a16="http://schemas.microsoft.com/office/drawing/2014/main" id="{B1C643E0-8EF0-414E-8F31-847850D1A77E}"/>
              </a:ext>
            </a:extLst>
          </p:cNvPr>
          <p:cNvSpPr>
            <a:spLocks noGrp="1" noRot="1" noChangeAspect="1" noChangeArrowheads="1" noTextEdit="1"/>
          </p:cNvSpPr>
          <p:nvPr>
            <p:ph type="sldImg"/>
          </p:nvPr>
        </p:nvSpPr>
        <p:spPr>
          <a:ln/>
        </p:spPr>
      </p:sp>
      <p:sp>
        <p:nvSpPr>
          <p:cNvPr id="587779" name="Rectangle 3">
            <a:extLst>
              <a:ext uri="{FF2B5EF4-FFF2-40B4-BE49-F238E27FC236}">
                <a16:creationId xmlns:a16="http://schemas.microsoft.com/office/drawing/2014/main" id="{76D9D214-7221-CA45-9FAC-317087EBD2B1}"/>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949814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2C006B6-C70D-9D46-9F74-7AA99035DE4A}"/>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A3661187-BFF3-8F4C-A79D-00C00CC4AB21}" type="slidenum">
              <a:rPr lang="en-US" altLang="zh-CN" sz="1200" smtClean="0">
                <a:latin typeface="Arial" panose="020B0604020202020204" pitchFamily="34" charset="0"/>
              </a:rPr>
              <a:pPr>
                <a:defRPr/>
              </a:pPr>
              <a:t>20</a:t>
            </a:fld>
            <a:endParaRPr lang="en-US" altLang="zh-CN" sz="1200">
              <a:latin typeface="Arial" panose="020B0604020202020204" pitchFamily="34" charset="0"/>
            </a:endParaRPr>
          </a:p>
        </p:txBody>
      </p:sp>
      <p:sp>
        <p:nvSpPr>
          <p:cNvPr id="588802" name="Rectangle 2">
            <a:extLst>
              <a:ext uri="{FF2B5EF4-FFF2-40B4-BE49-F238E27FC236}">
                <a16:creationId xmlns:a16="http://schemas.microsoft.com/office/drawing/2014/main" id="{D5CA6BBD-2718-9F4E-A553-1F62B6D4EE39}"/>
              </a:ext>
            </a:extLst>
          </p:cNvPr>
          <p:cNvSpPr>
            <a:spLocks noGrp="1" noRot="1" noChangeAspect="1" noChangeArrowheads="1" noTextEdit="1"/>
          </p:cNvSpPr>
          <p:nvPr>
            <p:ph type="sldImg"/>
          </p:nvPr>
        </p:nvSpPr>
        <p:spPr>
          <a:ln/>
        </p:spPr>
      </p:sp>
      <p:sp>
        <p:nvSpPr>
          <p:cNvPr id="588803" name="Rectangle 3">
            <a:extLst>
              <a:ext uri="{FF2B5EF4-FFF2-40B4-BE49-F238E27FC236}">
                <a16:creationId xmlns:a16="http://schemas.microsoft.com/office/drawing/2014/main" id="{27352DB0-B3F5-6B46-9D65-064D6C9B1E29}"/>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0062726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BCC94CB-03A2-704F-BD0B-5FCDE925A034}"/>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22662FD-C429-2046-B49B-D6C0E2F4EA8F}" type="slidenum">
              <a:rPr lang="en-US" altLang="zh-CN" sz="1200" smtClean="0">
                <a:latin typeface="Arial" panose="020B0604020202020204" pitchFamily="34" charset="0"/>
              </a:rPr>
              <a:pPr>
                <a:defRPr/>
              </a:pPr>
              <a:t>21</a:t>
            </a:fld>
            <a:endParaRPr lang="en-US" altLang="zh-CN" sz="1200">
              <a:latin typeface="Arial" panose="020B0604020202020204" pitchFamily="34" charset="0"/>
            </a:endParaRPr>
          </a:p>
        </p:txBody>
      </p:sp>
      <p:sp>
        <p:nvSpPr>
          <p:cNvPr id="591874" name="Rectangle 2">
            <a:extLst>
              <a:ext uri="{FF2B5EF4-FFF2-40B4-BE49-F238E27FC236}">
                <a16:creationId xmlns:a16="http://schemas.microsoft.com/office/drawing/2014/main" id="{2E57435A-7368-2C49-BC68-9C871181001B}"/>
              </a:ext>
            </a:extLst>
          </p:cNvPr>
          <p:cNvSpPr>
            <a:spLocks noGrp="1" noRot="1" noChangeAspect="1" noChangeArrowheads="1" noTextEdit="1"/>
          </p:cNvSpPr>
          <p:nvPr>
            <p:ph type="sldImg"/>
          </p:nvPr>
        </p:nvSpPr>
        <p:spPr>
          <a:ln/>
        </p:spPr>
      </p:sp>
      <p:sp>
        <p:nvSpPr>
          <p:cNvPr id="591875" name="Rectangle 3">
            <a:extLst>
              <a:ext uri="{FF2B5EF4-FFF2-40B4-BE49-F238E27FC236}">
                <a16:creationId xmlns:a16="http://schemas.microsoft.com/office/drawing/2014/main" id="{B7CDED03-56BA-3340-8D24-C22DEA154B09}"/>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819671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15957A5-4055-5B43-9F71-2F2C85F0ADEE}"/>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C5D0262-D62D-9848-B2E8-0F314F5B5F9B}" type="slidenum">
              <a:rPr lang="en-US" altLang="zh-CN" sz="1200" smtClean="0">
                <a:latin typeface="Arial" panose="020B0604020202020204" pitchFamily="34" charset="0"/>
              </a:rPr>
              <a:pPr>
                <a:defRPr/>
              </a:pPr>
              <a:t>22</a:t>
            </a:fld>
            <a:endParaRPr lang="en-US" altLang="zh-CN" sz="1200">
              <a:latin typeface="Arial" panose="020B0604020202020204" pitchFamily="34" charset="0"/>
            </a:endParaRPr>
          </a:p>
        </p:txBody>
      </p:sp>
      <p:sp>
        <p:nvSpPr>
          <p:cNvPr id="683010" name="Rectangle 2">
            <a:extLst>
              <a:ext uri="{FF2B5EF4-FFF2-40B4-BE49-F238E27FC236}">
                <a16:creationId xmlns:a16="http://schemas.microsoft.com/office/drawing/2014/main" id="{41503FA1-B4DB-3B42-8C9B-12913A8FB189}"/>
              </a:ext>
            </a:extLst>
          </p:cNvPr>
          <p:cNvSpPr>
            <a:spLocks noGrp="1" noRot="1" noChangeAspect="1" noChangeArrowheads="1" noTextEdit="1"/>
          </p:cNvSpPr>
          <p:nvPr>
            <p:ph type="sldImg"/>
          </p:nvPr>
        </p:nvSpPr>
        <p:spPr>
          <a:ln/>
        </p:spPr>
      </p:sp>
      <p:sp>
        <p:nvSpPr>
          <p:cNvPr id="683011" name="Rectangle 3">
            <a:extLst>
              <a:ext uri="{FF2B5EF4-FFF2-40B4-BE49-F238E27FC236}">
                <a16:creationId xmlns:a16="http://schemas.microsoft.com/office/drawing/2014/main" id="{8D317EFD-BFE3-8E44-A5CE-95FCA8921013}"/>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757502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A9FC360-CBCD-9643-8D78-03EA506748A9}"/>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CA4171E-125F-A744-9875-D53C0920DAD5}" type="slidenum">
              <a:rPr lang="en-US" altLang="zh-CN" sz="1200" smtClean="0">
                <a:latin typeface="Arial" panose="020B0604020202020204" pitchFamily="34" charset="0"/>
              </a:rPr>
              <a:pPr>
                <a:defRPr/>
              </a:pPr>
              <a:t>23</a:t>
            </a:fld>
            <a:endParaRPr lang="en-US" altLang="zh-CN" sz="1200">
              <a:latin typeface="Arial" panose="020B0604020202020204" pitchFamily="34" charset="0"/>
            </a:endParaRPr>
          </a:p>
        </p:txBody>
      </p:sp>
      <p:sp>
        <p:nvSpPr>
          <p:cNvPr id="684034" name="Rectangle 2">
            <a:extLst>
              <a:ext uri="{FF2B5EF4-FFF2-40B4-BE49-F238E27FC236}">
                <a16:creationId xmlns:a16="http://schemas.microsoft.com/office/drawing/2014/main" id="{18652EC9-7397-284C-BEEE-22968069F133}"/>
              </a:ext>
            </a:extLst>
          </p:cNvPr>
          <p:cNvSpPr>
            <a:spLocks noGrp="1" noRot="1" noChangeAspect="1" noChangeArrowheads="1" noTextEdit="1"/>
          </p:cNvSpPr>
          <p:nvPr>
            <p:ph type="sldImg"/>
          </p:nvPr>
        </p:nvSpPr>
        <p:spPr>
          <a:ln/>
        </p:spPr>
      </p:sp>
      <p:sp>
        <p:nvSpPr>
          <p:cNvPr id="684035" name="Rectangle 3">
            <a:extLst>
              <a:ext uri="{FF2B5EF4-FFF2-40B4-BE49-F238E27FC236}">
                <a16:creationId xmlns:a16="http://schemas.microsoft.com/office/drawing/2014/main" id="{F3714627-57AC-2240-B40F-BA61A0A086B0}"/>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196875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E7646CC-E987-DD43-A626-C1034CCBE3B4}"/>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8367424-72C3-9A48-987D-27521DD7E432}" type="slidenum">
              <a:rPr lang="en-US" altLang="zh-CN" sz="1200" smtClean="0">
                <a:latin typeface="Arial" panose="020B0604020202020204" pitchFamily="34" charset="0"/>
              </a:rPr>
              <a:pPr>
                <a:defRPr/>
              </a:pPr>
              <a:t>24</a:t>
            </a:fld>
            <a:endParaRPr lang="en-US" altLang="zh-CN" sz="1200">
              <a:latin typeface="Arial" panose="020B0604020202020204" pitchFamily="34" charset="0"/>
            </a:endParaRPr>
          </a:p>
        </p:txBody>
      </p:sp>
      <p:sp>
        <p:nvSpPr>
          <p:cNvPr id="686082" name="Rectangle 2">
            <a:extLst>
              <a:ext uri="{FF2B5EF4-FFF2-40B4-BE49-F238E27FC236}">
                <a16:creationId xmlns:a16="http://schemas.microsoft.com/office/drawing/2014/main" id="{142A34CF-BD1F-3942-B572-9CBC091D884D}"/>
              </a:ext>
            </a:extLst>
          </p:cNvPr>
          <p:cNvSpPr>
            <a:spLocks noGrp="1" noRot="1" noChangeAspect="1" noChangeArrowheads="1" noTextEdit="1"/>
          </p:cNvSpPr>
          <p:nvPr>
            <p:ph type="sldImg"/>
          </p:nvPr>
        </p:nvSpPr>
        <p:spPr>
          <a:ln/>
        </p:spPr>
      </p:sp>
      <p:sp>
        <p:nvSpPr>
          <p:cNvPr id="686083" name="Rectangle 3">
            <a:extLst>
              <a:ext uri="{FF2B5EF4-FFF2-40B4-BE49-F238E27FC236}">
                <a16:creationId xmlns:a16="http://schemas.microsoft.com/office/drawing/2014/main" id="{6BEF99F2-853F-7846-9C01-65CAF6FC9BA3}"/>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0675733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B710171-8E9F-DA44-940C-B6829EEF57B8}"/>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460659B-3F6A-174A-806D-03F5CA8C161D}" type="slidenum">
              <a:rPr lang="en-US" altLang="zh-CN" sz="1200" smtClean="0">
                <a:latin typeface="Arial" panose="020B0604020202020204" pitchFamily="34" charset="0"/>
              </a:rPr>
              <a:pPr>
                <a:defRPr/>
              </a:pPr>
              <a:t>25</a:t>
            </a:fld>
            <a:endParaRPr lang="en-US" altLang="zh-CN" sz="1200">
              <a:latin typeface="Arial" panose="020B0604020202020204" pitchFamily="34" charset="0"/>
            </a:endParaRPr>
          </a:p>
        </p:txBody>
      </p:sp>
      <p:sp>
        <p:nvSpPr>
          <p:cNvPr id="593922" name="Rectangle 2">
            <a:extLst>
              <a:ext uri="{FF2B5EF4-FFF2-40B4-BE49-F238E27FC236}">
                <a16:creationId xmlns:a16="http://schemas.microsoft.com/office/drawing/2014/main" id="{A31D49B4-8DBD-F843-85AB-7B74F1826530}"/>
              </a:ext>
            </a:extLst>
          </p:cNvPr>
          <p:cNvSpPr>
            <a:spLocks noGrp="1" noRot="1" noChangeAspect="1" noChangeArrowheads="1" noTextEdit="1"/>
          </p:cNvSpPr>
          <p:nvPr>
            <p:ph type="sldImg"/>
          </p:nvPr>
        </p:nvSpPr>
        <p:spPr>
          <a:ln/>
        </p:spPr>
      </p:sp>
      <p:sp>
        <p:nvSpPr>
          <p:cNvPr id="593923" name="Rectangle 3">
            <a:extLst>
              <a:ext uri="{FF2B5EF4-FFF2-40B4-BE49-F238E27FC236}">
                <a16:creationId xmlns:a16="http://schemas.microsoft.com/office/drawing/2014/main" id="{33B1508D-E476-A541-BEB9-850F71548B37}"/>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886006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DDC84FE-6F57-DD49-96FF-3EF45C78CF27}"/>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3C733AE-FC21-9E4B-AD35-567BC1F8BD8E}" type="slidenum">
              <a:rPr lang="en-US" altLang="zh-CN" sz="1200" smtClean="0">
                <a:latin typeface="Arial" panose="020B0604020202020204" pitchFamily="34" charset="0"/>
              </a:rPr>
              <a:pPr>
                <a:defRPr/>
              </a:pPr>
              <a:t>26</a:t>
            </a:fld>
            <a:endParaRPr lang="en-US" altLang="zh-CN" sz="1200">
              <a:latin typeface="Arial" panose="020B0604020202020204" pitchFamily="34" charset="0"/>
            </a:endParaRPr>
          </a:p>
        </p:txBody>
      </p:sp>
      <p:sp>
        <p:nvSpPr>
          <p:cNvPr id="688130" name="Rectangle 2">
            <a:extLst>
              <a:ext uri="{FF2B5EF4-FFF2-40B4-BE49-F238E27FC236}">
                <a16:creationId xmlns:a16="http://schemas.microsoft.com/office/drawing/2014/main" id="{10A9B6A8-20A9-3F4A-B31F-38AE6840B281}"/>
              </a:ext>
            </a:extLst>
          </p:cNvPr>
          <p:cNvSpPr>
            <a:spLocks noGrp="1" noRot="1" noChangeAspect="1" noChangeArrowheads="1" noTextEdit="1"/>
          </p:cNvSpPr>
          <p:nvPr>
            <p:ph type="sldImg"/>
          </p:nvPr>
        </p:nvSpPr>
        <p:spPr>
          <a:ln/>
        </p:spPr>
      </p:sp>
      <p:sp>
        <p:nvSpPr>
          <p:cNvPr id="688131" name="Rectangle 3">
            <a:extLst>
              <a:ext uri="{FF2B5EF4-FFF2-40B4-BE49-F238E27FC236}">
                <a16:creationId xmlns:a16="http://schemas.microsoft.com/office/drawing/2014/main" id="{E644A7A4-B263-3D4E-94D0-7784E9506E95}"/>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1344264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FED01AE-1E36-7E41-A34D-E19555E69D4B}"/>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E9CEF75-FB9D-E249-B8BC-0D867D26619D}" type="slidenum">
              <a:rPr lang="en-US" altLang="zh-CN" sz="1200" smtClean="0">
                <a:latin typeface="Arial" panose="020B0604020202020204" pitchFamily="34" charset="0"/>
              </a:rPr>
              <a:pPr>
                <a:defRPr/>
              </a:pPr>
              <a:t>27</a:t>
            </a:fld>
            <a:endParaRPr lang="en-US" altLang="zh-CN" sz="1200">
              <a:latin typeface="Arial" panose="020B0604020202020204" pitchFamily="34" charset="0"/>
            </a:endParaRPr>
          </a:p>
        </p:txBody>
      </p:sp>
      <p:sp>
        <p:nvSpPr>
          <p:cNvPr id="594946" name="Rectangle 2">
            <a:extLst>
              <a:ext uri="{FF2B5EF4-FFF2-40B4-BE49-F238E27FC236}">
                <a16:creationId xmlns:a16="http://schemas.microsoft.com/office/drawing/2014/main" id="{CE91320F-5368-9644-A308-20E538A5E53E}"/>
              </a:ext>
            </a:extLst>
          </p:cNvPr>
          <p:cNvSpPr>
            <a:spLocks noGrp="1" noRot="1" noChangeAspect="1" noChangeArrowheads="1" noTextEdit="1"/>
          </p:cNvSpPr>
          <p:nvPr>
            <p:ph type="sldImg"/>
          </p:nvPr>
        </p:nvSpPr>
        <p:spPr>
          <a:ln/>
        </p:spPr>
      </p:sp>
      <p:sp>
        <p:nvSpPr>
          <p:cNvPr id="594947" name="Rectangle 3">
            <a:extLst>
              <a:ext uri="{FF2B5EF4-FFF2-40B4-BE49-F238E27FC236}">
                <a16:creationId xmlns:a16="http://schemas.microsoft.com/office/drawing/2014/main" id="{93CC06F9-F347-614D-832E-59A1A1D80CCF}"/>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119310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31269A5-9624-9844-9AEE-7F620B45D93D}"/>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6A48DE5-3274-0443-A1BD-B712C1E3A0DB}" type="slidenum">
              <a:rPr lang="en-US" altLang="zh-CN" sz="1200" smtClean="0">
                <a:latin typeface="Arial" panose="020B0604020202020204" pitchFamily="34" charset="0"/>
              </a:rPr>
              <a:pPr>
                <a:defRPr/>
              </a:pPr>
              <a:t>28</a:t>
            </a:fld>
            <a:endParaRPr lang="en-US" altLang="zh-CN" sz="1200">
              <a:latin typeface="Arial" panose="020B0604020202020204" pitchFamily="34" charset="0"/>
            </a:endParaRPr>
          </a:p>
        </p:txBody>
      </p:sp>
      <p:sp>
        <p:nvSpPr>
          <p:cNvPr id="595970" name="Rectangle 2">
            <a:extLst>
              <a:ext uri="{FF2B5EF4-FFF2-40B4-BE49-F238E27FC236}">
                <a16:creationId xmlns:a16="http://schemas.microsoft.com/office/drawing/2014/main" id="{AC24D201-6CB4-C840-A414-E49FA5522AEE}"/>
              </a:ext>
            </a:extLst>
          </p:cNvPr>
          <p:cNvSpPr>
            <a:spLocks noGrp="1" noRot="1" noChangeAspect="1" noChangeArrowheads="1" noTextEdit="1"/>
          </p:cNvSpPr>
          <p:nvPr>
            <p:ph type="sldImg"/>
          </p:nvPr>
        </p:nvSpPr>
        <p:spPr>
          <a:ln/>
        </p:spPr>
      </p:sp>
      <p:sp>
        <p:nvSpPr>
          <p:cNvPr id="595971" name="Rectangle 3">
            <a:extLst>
              <a:ext uri="{FF2B5EF4-FFF2-40B4-BE49-F238E27FC236}">
                <a16:creationId xmlns:a16="http://schemas.microsoft.com/office/drawing/2014/main" id="{E6B3A7DD-119B-994E-A354-620BBD269D9F}"/>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6192769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166F591-5FE2-7348-A9F2-C458876D34F5}"/>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7C5164C-782F-1B49-A4A3-C8E11C11D063}" type="slidenum">
              <a:rPr lang="en-US" altLang="zh-CN" sz="1200" smtClean="0">
                <a:latin typeface="Arial" panose="020B0604020202020204" pitchFamily="34" charset="0"/>
              </a:rPr>
              <a:pPr>
                <a:defRPr/>
              </a:pPr>
              <a:t>29</a:t>
            </a:fld>
            <a:endParaRPr lang="en-US" altLang="zh-CN" sz="1200">
              <a:latin typeface="Arial" panose="020B0604020202020204" pitchFamily="34" charset="0"/>
            </a:endParaRPr>
          </a:p>
        </p:txBody>
      </p:sp>
      <p:sp>
        <p:nvSpPr>
          <p:cNvPr id="596994" name="Rectangle 2">
            <a:extLst>
              <a:ext uri="{FF2B5EF4-FFF2-40B4-BE49-F238E27FC236}">
                <a16:creationId xmlns:a16="http://schemas.microsoft.com/office/drawing/2014/main" id="{4E2B33E7-76BF-ED45-9808-9DC765DBB81C}"/>
              </a:ext>
            </a:extLst>
          </p:cNvPr>
          <p:cNvSpPr>
            <a:spLocks noGrp="1" noRot="1" noChangeAspect="1" noChangeArrowheads="1" noTextEdit="1"/>
          </p:cNvSpPr>
          <p:nvPr>
            <p:ph type="sldImg"/>
          </p:nvPr>
        </p:nvSpPr>
        <p:spPr>
          <a:ln/>
        </p:spPr>
      </p:sp>
      <p:sp>
        <p:nvSpPr>
          <p:cNvPr id="596995" name="Rectangle 3">
            <a:extLst>
              <a:ext uri="{FF2B5EF4-FFF2-40B4-BE49-F238E27FC236}">
                <a16:creationId xmlns:a16="http://schemas.microsoft.com/office/drawing/2014/main" id="{C617DD0A-5CE6-8D42-B355-9A2436BB4AF7}"/>
              </a:ext>
            </a:extLst>
          </p:cNvPr>
          <p:cNvSpPr>
            <a:spLocks noGrp="1" noChangeArrowheads="1"/>
          </p:cNvSpPr>
          <p:nvPr>
            <p:ph type="body" idx="1"/>
          </p:nvPr>
        </p:nvSpPr>
        <p:spPr/>
        <p:txBody>
          <a:bodyPr/>
          <a:lstStyle/>
          <a:p>
            <a:pPr>
              <a:defRPr/>
            </a:pPr>
            <a:r>
              <a:rPr lang="en-US" altLang="zh-CN">
                <a:latin typeface="Arial" panose="020B0604020202020204" pitchFamily="34" charset="0"/>
                <a:ea typeface="宋体" panose="02010600030101010101" pitchFamily="2" charset="-122"/>
              </a:rPr>
              <a:t>1</a:t>
            </a:r>
            <a:r>
              <a:rPr lang="zh-CN" altLang="en-US">
                <a:latin typeface="Arial" panose="020B0604020202020204" pitchFamily="34" charset="0"/>
                <a:ea typeface="宋体" panose="02010600030101010101" pitchFamily="2" charset="-122"/>
              </a:rPr>
              <a:t>、当我们加第</a:t>
            </a:r>
            <a:r>
              <a:rPr lang="en-US" altLang="zh-CN">
                <a:latin typeface="Arial" panose="020B0604020202020204" pitchFamily="34" charset="0"/>
                <a:ea typeface="宋体" panose="02010600030101010101" pitchFamily="2" charset="-122"/>
              </a:rPr>
              <a:t>1</a:t>
            </a:r>
            <a:r>
              <a:rPr lang="zh-CN" altLang="en-US">
                <a:latin typeface="Arial" panose="020B0604020202020204" pitchFamily="34" charset="0"/>
                <a:ea typeface="宋体" panose="02010600030101010101" pitchFamily="2" charset="-122"/>
              </a:rPr>
              <a:t>列</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最右边一列</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的时候，我们得到</a:t>
            </a:r>
            <a:r>
              <a:rPr lang="en-US" altLang="zh-CN">
                <a:latin typeface="Arial" panose="020B0604020202020204" pitchFamily="34" charset="0"/>
                <a:ea typeface="宋体" panose="02010600030101010101" pitchFamily="2" charset="-122"/>
              </a:rPr>
              <a:t>7</a:t>
            </a:r>
            <a:r>
              <a:rPr lang="zh-CN" altLang="en-US">
                <a:latin typeface="Arial" panose="020B0604020202020204" pitchFamily="34" charset="0"/>
                <a:ea typeface="宋体" panose="02010600030101010101" pitchFamily="2" charset="-122"/>
              </a:rPr>
              <a:t>。在二进制中，数</a:t>
            </a:r>
            <a:r>
              <a:rPr lang="en-US" altLang="zh-CN">
                <a:latin typeface="Arial" panose="020B0604020202020204" pitchFamily="34" charset="0"/>
                <a:ea typeface="宋体" panose="02010600030101010101" pitchFamily="2" charset="-122"/>
              </a:rPr>
              <a:t>7</a:t>
            </a:r>
            <a:r>
              <a:rPr lang="zh-CN" altLang="en-US">
                <a:latin typeface="Arial" panose="020B0604020202020204" pitchFamily="34" charset="0"/>
                <a:ea typeface="宋体" panose="02010600030101010101" pitchFamily="2" charset="-122"/>
              </a:rPr>
              <a:t>是</a:t>
            </a:r>
            <a:r>
              <a:rPr lang="en-US" altLang="zh-CN">
                <a:latin typeface="Arial" panose="020B0604020202020204" pitchFamily="34" charset="0"/>
                <a:ea typeface="宋体" panose="02010600030101010101" pitchFamily="2" charset="-122"/>
              </a:rPr>
              <a:t>111</a:t>
            </a:r>
            <a:r>
              <a:rPr lang="zh-CN" altLang="en-US">
                <a:latin typeface="Arial" panose="020B0604020202020204" pitchFamily="34" charset="0"/>
                <a:ea typeface="宋体" panose="02010600030101010101" pitchFamily="2" charset="-122"/>
              </a:rPr>
              <a:t>。我们保留最右边的</a:t>
            </a:r>
            <a:r>
              <a:rPr lang="en-US" altLang="zh-CN">
                <a:latin typeface="Arial" panose="020B0604020202020204" pitchFamily="34" charset="0"/>
                <a:ea typeface="宋体" panose="02010600030101010101" pitchFamily="2" charset="-122"/>
              </a:rPr>
              <a:t>1</a:t>
            </a:r>
            <a:r>
              <a:rPr lang="zh-CN" altLang="en-US">
                <a:latin typeface="Arial" panose="020B0604020202020204" pitchFamily="34" charset="0"/>
                <a:ea typeface="宋体" panose="02010600030101010101" pitchFamily="2" charset="-122"/>
              </a:rPr>
              <a:t>，把其余的位进到第</a:t>
            </a:r>
            <a:r>
              <a:rPr lang="en-US" altLang="zh-CN">
                <a:latin typeface="Arial" panose="020B0604020202020204" pitchFamily="34" charset="0"/>
                <a:ea typeface="宋体" panose="02010600030101010101" pitchFamily="2" charset="-122"/>
              </a:rPr>
              <a:t>2</a:t>
            </a:r>
            <a:r>
              <a:rPr lang="zh-CN" altLang="en-US">
                <a:latin typeface="Arial" panose="020B0604020202020204" pitchFamily="34" charset="0"/>
                <a:ea typeface="宋体" panose="02010600030101010101" pitchFamily="2" charset="-122"/>
              </a:rPr>
              <a:t>列和第</a:t>
            </a:r>
            <a:r>
              <a:rPr lang="en-US" altLang="zh-CN">
                <a:latin typeface="Arial" panose="020B0604020202020204" pitchFamily="34" charset="0"/>
                <a:ea typeface="宋体" panose="02010600030101010101" pitchFamily="2" charset="-122"/>
              </a:rPr>
              <a:t>3</a:t>
            </a:r>
            <a:r>
              <a:rPr lang="zh-CN" altLang="en-US">
                <a:latin typeface="Arial" panose="020B0604020202020204" pitchFamily="34" charset="0"/>
                <a:ea typeface="宋体" panose="02010600030101010101" pitchFamily="2" charset="-122"/>
              </a:rPr>
              <a:t>列。</a:t>
            </a:r>
          </a:p>
          <a:p>
            <a:pPr>
              <a:defRPr/>
            </a:pPr>
            <a:r>
              <a:rPr lang="en-US" altLang="zh-CN">
                <a:latin typeface="Arial" panose="020B0604020202020204" pitchFamily="34" charset="0"/>
                <a:ea typeface="宋体" panose="02010600030101010101" pitchFamily="2" charset="-122"/>
              </a:rPr>
              <a:t>2</a:t>
            </a:r>
            <a:r>
              <a:rPr lang="zh-CN" altLang="en-US">
                <a:latin typeface="Arial" panose="020B0604020202020204" pitchFamily="34" charset="0"/>
                <a:ea typeface="宋体" panose="02010600030101010101" pitchFamily="2" charset="-122"/>
              </a:rPr>
              <a:t>、当我们加第</a:t>
            </a:r>
            <a:r>
              <a:rPr lang="en-US" altLang="zh-CN">
                <a:latin typeface="Arial" panose="020B0604020202020204" pitchFamily="34" charset="0"/>
                <a:ea typeface="宋体" panose="02010600030101010101" pitchFamily="2" charset="-122"/>
              </a:rPr>
              <a:t>2</a:t>
            </a:r>
            <a:r>
              <a:rPr lang="zh-CN" altLang="en-US">
                <a:latin typeface="Arial" panose="020B0604020202020204" pitchFamily="34" charset="0"/>
                <a:ea typeface="宋体" panose="02010600030101010101" pitchFamily="2" charset="-122"/>
              </a:rPr>
              <a:t>列时，我们计入从第</a:t>
            </a:r>
            <a:r>
              <a:rPr lang="en-US" altLang="zh-CN">
                <a:latin typeface="Arial" panose="020B0604020202020204" pitchFamily="34" charset="0"/>
                <a:ea typeface="宋体" panose="02010600030101010101" pitchFamily="2" charset="-122"/>
              </a:rPr>
              <a:t>1</a:t>
            </a:r>
            <a:r>
              <a:rPr lang="zh-CN" altLang="en-US">
                <a:latin typeface="Arial" panose="020B0604020202020204" pitchFamily="34" charset="0"/>
                <a:ea typeface="宋体" panose="02010600030101010101" pitchFamily="2" charset="-122"/>
              </a:rPr>
              <a:t>列来的进位。结果是</a:t>
            </a:r>
            <a:r>
              <a:rPr lang="en-US" altLang="zh-CN">
                <a:latin typeface="Arial" panose="020B0604020202020204" pitchFamily="34" charset="0"/>
                <a:ea typeface="宋体" panose="02010600030101010101" pitchFamily="2" charset="-122"/>
              </a:rPr>
              <a:t>8</a:t>
            </a:r>
            <a:r>
              <a:rPr lang="zh-CN" altLang="en-US">
                <a:latin typeface="Arial" panose="020B0604020202020204" pitchFamily="34" charset="0"/>
                <a:ea typeface="宋体" panose="02010600030101010101" pitchFamily="2" charset="-122"/>
              </a:rPr>
              <a:t>，它是二进制的</a:t>
            </a:r>
            <a:r>
              <a:rPr lang="en-US" altLang="zh-CN">
                <a:latin typeface="Arial" panose="020B0604020202020204" pitchFamily="34" charset="0"/>
                <a:ea typeface="宋体" panose="02010600030101010101" pitchFamily="2" charset="-122"/>
              </a:rPr>
              <a:t>1000</a:t>
            </a:r>
            <a:r>
              <a:rPr lang="zh-CN" altLang="en-US">
                <a:latin typeface="Arial" panose="020B0604020202020204" pitchFamily="34" charset="0"/>
                <a:ea typeface="宋体" panose="02010600030101010101" pitchFamily="2" charset="-122"/>
              </a:rPr>
              <a:t>。我们保留第一个位</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最右边的</a:t>
            </a:r>
            <a:r>
              <a:rPr lang="en-US" altLang="zh-CN">
                <a:latin typeface="Arial" panose="020B0604020202020204" pitchFamily="34" charset="0"/>
                <a:ea typeface="宋体" panose="02010600030101010101" pitchFamily="2" charset="-122"/>
              </a:rPr>
              <a:t>)0</a:t>
            </a:r>
            <a:r>
              <a:rPr lang="zh-CN" altLang="en-US">
                <a:latin typeface="Arial" panose="020B0604020202020204" pitchFamily="34" charset="0"/>
                <a:ea typeface="宋体" panose="02010600030101010101" pitchFamily="2" charset="-122"/>
              </a:rPr>
              <a:t>，把其余</a:t>
            </a:r>
            <a:r>
              <a:rPr lang="en-US" altLang="zh-CN">
                <a:latin typeface="Arial" panose="020B0604020202020204" pitchFamily="34" charset="0"/>
                <a:ea typeface="宋体" panose="02010600030101010101" pitchFamily="2" charset="-122"/>
              </a:rPr>
              <a:t>100</a:t>
            </a:r>
            <a:r>
              <a:rPr lang="zh-CN" altLang="en-US">
                <a:latin typeface="Arial" panose="020B0604020202020204" pitchFamily="34" charset="0"/>
                <a:ea typeface="宋体" panose="02010600030101010101" pitchFamily="2" charset="-122"/>
              </a:rPr>
              <a:t>进位给第</a:t>
            </a:r>
            <a:r>
              <a:rPr lang="en-US" altLang="zh-CN">
                <a:latin typeface="Arial" panose="020B0604020202020204" pitchFamily="34" charset="0"/>
                <a:ea typeface="宋体" panose="02010600030101010101" pitchFamily="2" charset="-122"/>
              </a:rPr>
              <a:t>3</a:t>
            </a:r>
            <a:r>
              <a:rPr lang="zh-CN" altLang="en-US">
                <a:latin typeface="Arial" panose="020B0604020202020204" pitchFamily="34" charset="0"/>
                <a:ea typeface="宋体" panose="02010600030101010101" pitchFamily="2" charset="-122"/>
              </a:rPr>
              <a:t>列、第</a:t>
            </a:r>
            <a:r>
              <a:rPr lang="en-US" altLang="zh-CN">
                <a:latin typeface="Arial" panose="020B0604020202020204" pitchFamily="34" charset="0"/>
                <a:ea typeface="宋体" panose="02010600030101010101" pitchFamily="2" charset="-122"/>
              </a:rPr>
              <a:t>4</a:t>
            </a:r>
            <a:r>
              <a:rPr lang="zh-CN" altLang="en-US">
                <a:latin typeface="Arial" panose="020B0604020202020204" pitchFamily="34" charset="0"/>
                <a:ea typeface="宋体" panose="02010600030101010101" pitchFamily="2" charset="-122"/>
              </a:rPr>
              <a:t>列和第</a:t>
            </a:r>
            <a:r>
              <a:rPr lang="en-US" altLang="zh-CN">
                <a:latin typeface="Arial" panose="020B0604020202020204" pitchFamily="34" charset="0"/>
                <a:ea typeface="宋体" panose="02010600030101010101" pitchFamily="2" charset="-122"/>
              </a:rPr>
              <a:t>5</a:t>
            </a:r>
            <a:r>
              <a:rPr lang="zh-CN" altLang="en-US">
                <a:latin typeface="Arial" panose="020B0604020202020204" pitchFamily="34" charset="0"/>
                <a:ea typeface="宋体" panose="02010600030101010101" pitchFamily="2" charset="-122"/>
              </a:rPr>
              <a:t>列。</a:t>
            </a:r>
          </a:p>
          <a:p>
            <a:pPr>
              <a:defRPr/>
            </a:pPr>
            <a:r>
              <a:rPr lang="en-US" altLang="zh-CN">
                <a:latin typeface="Arial" panose="020B0604020202020204" pitchFamily="34" charset="0"/>
                <a:ea typeface="宋体" panose="02010600030101010101" pitchFamily="2" charset="-122"/>
              </a:rPr>
              <a:t>3</a:t>
            </a:r>
            <a:r>
              <a:rPr lang="zh-CN" altLang="en-US">
                <a:latin typeface="Arial" panose="020B0604020202020204" pitchFamily="34" charset="0"/>
                <a:ea typeface="宋体" panose="02010600030101010101" pitchFamily="2" charset="-122"/>
              </a:rPr>
              <a:t>、对每一列重复以上过程。</a:t>
            </a:r>
          </a:p>
          <a:p>
            <a:pPr>
              <a:defRPr/>
            </a:pPr>
            <a:r>
              <a:rPr lang="en-US" altLang="zh-CN">
                <a:latin typeface="Arial" panose="020B0604020202020204" pitchFamily="34" charset="0"/>
                <a:ea typeface="宋体" panose="02010600030101010101" pitchFamily="2" charset="-122"/>
              </a:rPr>
              <a:t>4</a:t>
            </a:r>
            <a:r>
              <a:rPr lang="zh-CN" altLang="en-US">
                <a:latin typeface="Arial" panose="020B0604020202020204" pitchFamily="34" charset="0"/>
                <a:ea typeface="宋体" panose="02010600030101010101" pitchFamily="2" charset="-122"/>
              </a:rPr>
              <a:t>、当我们加完最后一列时，我们有两个</a:t>
            </a:r>
            <a:r>
              <a:rPr lang="en-US" altLang="zh-CN">
                <a:latin typeface="Arial" panose="020B0604020202020204" pitchFamily="34" charset="0"/>
                <a:ea typeface="宋体" panose="02010600030101010101" pitchFamily="2" charset="-122"/>
              </a:rPr>
              <a:t>1</a:t>
            </a:r>
            <a:r>
              <a:rPr lang="zh-CN" altLang="en-US">
                <a:latin typeface="Arial" panose="020B0604020202020204" pitchFamily="34" charset="0"/>
                <a:ea typeface="宋体" panose="02010600030101010101" pitchFamily="2" charset="-122"/>
              </a:rPr>
              <a:t>没有列可以进行进位。这两个</a:t>
            </a:r>
            <a:r>
              <a:rPr lang="en-US" altLang="zh-CN">
                <a:latin typeface="Arial" panose="020B0604020202020204" pitchFamily="34" charset="0"/>
                <a:ea typeface="宋体" panose="02010600030101010101" pitchFamily="2" charset="-122"/>
              </a:rPr>
              <a:t>1</a:t>
            </a:r>
            <a:r>
              <a:rPr lang="zh-CN" altLang="en-US">
                <a:latin typeface="Arial" panose="020B0604020202020204" pitchFamily="34" charset="0"/>
                <a:ea typeface="宋体" panose="02010600030101010101" pitchFamily="2" charset="-122"/>
              </a:rPr>
              <a:t>在下一个步骤中应与部分和</a:t>
            </a:r>
            <a:r>
              <a:rPr lang="en-US" altLang="zh-CN">
                <a:latin typeface="Arial" panose="020B0604020202020204" pitchFamily="34" charset="0"/>
                <a:ea typeface="宋体" panose="02010600030101010101" pitchFamily="2" charset="-122"/>
              </a:rPr>
              <a:t>(Partial sum)</a:t>
            </a:r>
            <a:r>
              <a:rPr lang="zh-CN" altLang="en-US">
                <a:latin typeface="Arial" panose="020B0604020202020204" pitchFamily="34" charset="0"/>
                <a:ea typeface="宋体" panose="02010600030101010101" pitchFamily="2" charset="-122"/>
              </a:rPr>
              <a:t>相加。</a:t>
            </a:r>
          </a:p>
          <a:p>
            <a:pPr>
              <a:defRPr/>
            </a:pPr>
            <a:r>
              <a:rPr lang="en-US" altLang="zh-CN">
                <a:latin typeface="Arial" panose="020B0604020202020204" pitchFamily="34" charset="0"/>
                <a:ea typeface="宋体" panose="02010600030101010101" pitchFamily="2" charset="-122"/>
              </a:rPr>
              <a:t>B.1.2</a:t>
            </a:r>
            <a:r>
              <a:rPr lang="zh-CN" altLang="en-US">
                <a:latin typeface="Arial" panose="020B0604020202020204" pitchFamily="34" charset="0"/>
                <a:ea typeface="宋体" panose="02010600030101010101" pitchFamily="2" charset="-122"/>
              </a:rPr>
              <a:t>和</a:t>
            </a:r>
          </a:p>
          <a:p>
            <a:pPr>
              <a:defRPr/>
            </a:pPr>
            <a:r>
              <a:rPr lang="zh-CN" altLang="en-US">
                <a:latin typeface="Arial" panose="020B0604020202020204" pitchFamily="34" charset="0"/>
                <a:ea typeface="宋体" panose="02010600030101010101" pitchFamily="2" charset="-122"/>
              </a:rPr>
              <a:t>如果最后一列没有进位，那么部分和就是和。但是，如果还有额外的列</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在本例中，有一个具有两行的列</a:t>
            </a:r>
            <a:r>
              <a:rPr lang="en-US" altLang="zh-CN">
                <a:latin typeface="Arial" panose="020B0604020202020204" pitchFamily="34" charset="0"/>
                <a:ea typeface="宋体" panose="02010600030101010101" pitchFamily="2" charset="-122"/>
              </a:rPr>
              <a:t>)</a:t>
            </a:r>
            <a:r>
              <a:rPr lang="zh-CN" altLang="en-US">
                <a:latin typeface="Arial" panose="020B0604020202020204" pitchFamily="34" charset="0"/>
                <a:ea typeface="宋体" panose="02010600030101010101" pitchFamily="2" charset="-122"/>
              </a:rPr>
              <a:t>，那么就要把它加到部分和中，以便得出和。给出了这样的计算，我们得出了和。</a:t>
            </a:r>
          </a:p>
          <a:p>
            <a:pPr>
              <a:defRPr/>
            </a:pPr>
            <a:r>
              <a:rPr lang="en-US" altLang="zh-CN">
                <a:latin typeface="Arial" panose="020B0604020202020204" pitchFamily="34" charset="0"/>
                <a:ea typeface="宋体" panose="02010600030101010101" pitchFamily="2" charset="-122"/>
              </a:rPr>
              <a:t>1 0 0 1 0 1 1 0 1 1 1 0 1 0 1 0 </a:t>
            </a:r>
            <a:r>
              <a:rPr lang="zh-CN" altLang="en-US">
                <a:latin typeface="Arial" panose="020B0604020202020204" pitchFamily="34" charset="0"/>
                <a:ea typeface="宋体" panose="02010600030101010101" pitchFamily="2" charset="-122"/>
              </a:rPr>
              <a:t>部分和</a:t>
            </a:r>
          </a:p>
          <a:p>
            <a:pPr>
              <a:defRPr/>
            </a:pPr>
            <a:r>
              <a:rPr lang="en-US" altLang="zh-CN">
                <a:latin typeface="Arial" panose="020B0604020202020204" pitchFamily="34" charset="0"/>
                <a:ea typeface="宋体" panose="02010600030101010101" pitchFamily="2" charset="-122"/>
              </a:rPr>
              <a:t>1 0 --&gt;</a:t>
            </a:r>
            <a:r>
              <a:rPr lang="zh-CN" altLang="en-US">
                <a:latin typeface="Arial" panose="020B0604020202020204" pitchFamily="34" charset="0"/>
                <a:ea typeface="宋体" panose="02010600030101010101" pitchFamily="2" charset="-122"/>
              </a:rPr>
              <a:t>第</a:t>
            </a:r>
            <a:r>
              <a:rPr lang="en-US" altLang="zh-CN">
                <a:latin typeface="Arial" panose="020B0604020202020204" pitchFamily="34" charset="0"/>
                <a:ea typeface="宋体" panose="02010600030101010101" pitchFamily="2" charset="-122"/>
              </a:rPr>
              <a:t>15</a:t>
            </a:r>
            <a:r>
              <a:rPr lang="zh-CN" altLang="en-US">
                <a:latin typeface="Arial" panose="020B0604020202020204" pitchFamily="34" charset="0"/>
                <a:ea typeface="宋体" panose="02010600030101010101" pitchFamily="2" charset="-122"/>
              </a:rPr>
              <a:t>，</a:t>
            </a:r>
            <a:r>
              <a:rPr lang="en-US" altLang="zh-CN">
                <a:latin typeface="Arial" panose="020B0604020202020204" pitchFamily="34" charset="0"/>
                <a:ea typeface="宋体" panose="02010600030101010101" pitchFamily="2" charset="-122"/>
              </a:rPr>
              <a:t>16</a:t>
            </a:r>
            <a:r>
              <a:rPr lang="zh-CN" altLang="en-US">
                <a:latin typeface="Arial" panose="020B0604020202020204" pitchFamily="34" charset="0"/>
                <a:ea typeface="宋体" panose="02010600030101010101" pitchFamily="2" charset="-122"/>
              </a:rPr>
              <a:t>列的进位</a:t>
            </a:r>
          </a:p>
          <a:p>
            <a:pPr>
              <a:defRPr/>
            </a:pPr>
            <a:r>
              <a:rPr lang="en-US" altLang="zh-CN">
                <a:latin typeface="Arial" panose="020B0604020202020204" pitchFamily="34" charset="0"/>
                <a:ea typeface="宋体" panose="02010600030101010101" pitchFamily="2" charset="-122"/>
              </a:rPr>
              <a:t>1 0 0 1 0 1 1 0 1 1 1 0 1 1 0 0 </a:t>
            </a:r>
            <a:r>
              <a:rPr lang="zh-CN" altLang="en-US">
                <a:latin typeface="Arial" panose="020B0604020202020204" pitchFamily="34" charset="0"/>
                <a:ea typeface="宋体" panose="02010600030101010101" pitchFamily="2" charset="-122"/>
              </a:rPr>
              <a:t>和</a:t>
            </a:r>
          </a:p>
          <a:p>
            <a:pPr>
              <a:defRPr/>
            </a:pPr>
            <a:r>
              <a:rPr lang="en-US" altLang="zh-CN">
                <a:latin typeface="Arial" panose="020B0604020202020204" pitchFamily="34" charset="0"/>
                <a:ea typeface="宋体" panose="02010600030101010101" pitchFamily="2" charset="-122"/>
              </a:rPr>
              <a:t>0 1 1 0 1 0 0 1 0 0 0 1 0 0 1 1 </a:t>
            </a:r>
            <a:r>
              <a:rPr lang="zh-CN" altLang="en-US">
                <a:latin typeface="Arial" panose="020B0604020202020204" pitchFamily="34" charset="0"/>
                <a:ea typeface="宋体" panose="02010600030101010101" pitchFamily="2" charset="-122"/>
                <a:hlinkClick r:id="rId3"/>
              </a:rPr>
              <a:t>校验和</a:t>
            </a:r>
            <a:endParaRPr lang="zh-CN" altLang="en-US">
              <a:latin typeface="Arial" panose="020B0604020202020204" pitchFamily="34" charset="0"/>
              <a:ea typeface="宋体" panose="02010600030101010101" pitchFamily="2" charset="-122"/>
            </a:endParaRPr>
          </a:p>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730096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B7D389F-1983-2D47-8F27-76AE7DB4E7D7}"/>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DC4453A7-9AC0-C746-9A08-C0531861292D}" type="slidenum">
              <a:rPr lang="en-US" altLang="zh-CN" sz="1200" smtClean="0">
                <a:latin typeface="Arial" panose="020B0604020202020204" pitchFamily="34" charset="0"/>
              </a:rPr>
              <a:pPr>
                <a:defRPr/>
              </a:pPr>
              <a:t>30</a:t>
            </a:fld>
            <a:endParaRPr lang="en-US" altLang="zh-CN" sz="1200">
              <a:latin typeface="Arial" panose="020B0604020202020204" pitchFamily="34" charset="0"/>
            </a:endParaRPr>
          </a:p>
        </p:txBody>
      </p:sp>
      <p:sp>
        <p:nvSpPr>
          <p:cNvPr id="690178" name="Rectangle 2">
            <a:extLst>
              <a:ext uri="{FF2B5EF4-FFF2-40B4-BE49-F238E27FC236}">
                <a16:creationId xmlns:a16="http://schemas.microsoft.com/office/drawing/2014/main" id="{709B5A69-42A8-DF47-A887-BE01A7AFC46F}"/>
              </a:ext>
            </a:extLst>
          </p:cNvPr>
          <p:cNvSpPr>
            <a:spLocks noGrp="1" noRot="1" noChangeAspect="1" noChangeArrowheads="1" noTextEdit="1"/>
          </p:cNvSpPr>
          <p:nvPr>
            <p:ph type="sldImg"/>
          </p:nvPr>
        </p:nvSpPr>
        <p:spPr>
          <a:ln/>
        </p:spPr>
      </p:sp>
      <p:sp>
        <p:nvSpPr>
          <p:cNvPr id="690179" name="Rectangle 3">
            <a:extLst>
              <a:ext uri="{FF2B5EF4-FFF2-40B4-BE49-F238E27FC236}">
                <a16:creationId xmlns:a16="http://schemas.microsoft.com/office/drawing/2014/main" id="{E801C6B7-7DA8-124A-A4E1-677B40101C60}"/>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622099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1A3E663-9BFD-6E43-B458-29A2AB383023}"/>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8796881-394A-234D-AE4B-07BDFAC477A5}" type="slidenum">
              <a:rPr lang="en-US" altLang="zh-CN" sz="1200" smtClean="0">
                <a:latin typeface="Arial" panose="020B0604020202020204" pitchFamily="34" charset="0"/>
              </a:rPr>
              <a:pPr>
                <a:defRPr/>
              </a:pPr>
              <a:t>31</a:t>
            </a:fld>
            <a:endParaRPr lang="en-US" altLang="zh-CN" sz="1200">
              <a:latin typeface="Arial" panose="020B0604020202020204" pitchFamily="34" charset="0"/>
            </a:endParaRPr>
          </a:p>
        </p:txBody>
      </p:sp>
      <p:sp>
        <p:nvSpPr>
          <p:cNvPr id="598018" name="Rectangle 2">
            <a:extLst>
              <a:ext uri="{FF2B5EF4-FFF2-40B4-BE49-F238E27FC236}">
                <a16:creationId xmlns:a16="http://schemas.microsoft.com/office/drawing/2014/main" id="{F642A629-E850-9346-B454-37297C400734}"/>
              </a:ext>
            </a:extLst>
          </p:cNvPr>
          <p:cNvSpPr>
            <a:spLocks noGrp="1" noRot="1" noChangeAspect="1" noChangeArrowheads="1" noTextEdit="1"/>
          </p:cNvSpPr>
          <p:nvPr>
            <p:ph type="sldImg"/>
          </p:nvPr>
        </p:nvSpPr>
        <p:spPr>
          <a:ln/>
        </p:spPr>
      </p:sp>
      <p:sp>
        <p:nvSpPr>
          <p:cNvPr id="598019" name="Rectangle 3">
            <a:extLst>
              <a:ext uri="{FF2B5EF4-FFF2-40B4-BE49-F238E27FC236}">
                <a16:creationId xmlns:a16="http://schemas.microsoft.com/office/drawing/2014/main" id="{33FB0F07-265F-5546-80DE-7F13F28AECA4}"/>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2974376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5C5422-490A-E84F-A776-89D5B5E133F4}"/>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2544F1D-E7D2-2B46-A569-D4D5D05063B3}" type="slidenum">
              <a:rPr lang="en-US" altLang="zh-CN" sz="1200" smtClean="0">
                <a:latin typeface="Arial" panose="020B0604020202020204" pitchFamily="34" charset="0"/>
              </a:rPr>
              <a:pPr>
                <a:defRPr/>
              </a:pPr>
              <a:t>32</a:t>
            </a:fld>
            <a:endParaRPr lang="en-US" altLang="zh-CN" sz="1200">
              <a:latin typeface="Arial" panose="020B0604020202020204" pitchFamily="34" charset="0"/>
            </a:endParaRPr>
          </a:p>
        </p:txBody>
      </p:sp>
      <p:sp>
        <p:nvSpPr>
          <p:cNvPr id="692226" name="Rectangle 2">
            <a:extLst>
              <a:ext uri="{FF2B5EF4-FFF2-40B4-BE49-F238E27FC236}">
                <a16:creationId xmlns:a16="http://schemas.microsoft.com/office/drawing/2014/main" id="{1D746843-2C20-3344-BFB2-1911A06CE6D2}"/>
              </a:ext>
            </a:extLst>
          </p:cNvPr>
          <p:cNvSpPr>
            <a:spLocks noGrp="1" noRot="1" noChangeAspect="1" noChangeArrowheads="1" noTextEdit="1"/>
          </p:cNvSpPr>
          <p:nvPr>
            <p:ph type="sldImg"/>
          </p:nvPr>
        </p:nvSpPr>
        <p:spPr>
          <a:ln/>
        </p:spPr>
      </p:sp>
      <p:sp>
        <p:nvSpPr>
          <p:cNvPr id="692227" name="Rectangle 3">
            <a:extLst>
              <a:ext uri="{FF2B5EF4-FFF2-40B4-BE49-F238E27FC236}">
                <a16:creationId xmlns:a16="http://schemas.microsoft.com/office/drawing/2014/main" id="{A103C802-CE3B-B249-8D76-10F6BB1EB87C}"/>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078199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A47457C-4B75-D242-BA75-6E0042AFDE94}"/>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7AB4E0A-9228-4B4F-BF2F-A18B4EE47745}" type="slidenum">
              <a:rPr lang="en-US" altLang="zh-CN" sz="1200" smtClean="0">
                <a:latin typeface="Arial" panose="020B0604020202020204" pitchFamily="34" charset="0"/>
              </a:rPr>
              <a:pPr>
                <a:defRPr/>
              </a:pPr>
              <a:t>33</a:t>
            </a:fld>
            <a:endParaRPr lang="en-US" altLang="zh-CN" sz="1200">
              <a:latin typeface="Arial" panose="020B0604020202020204" pitchFamily="34" charset="0"/>
            </a:endParaRPr>
          </a:p>
        </p:txBody>
      </p:sp>
      <p:sp>
        <p:nvSpPr>
          <p:cNvPr id="695298" name="Rectangle 2">
            <a:extLst>
              <a:ext uri="{FF2B5EF4-FFF2-40B4-BE49-F238E27FC236}">
                <a16:creationId xmlns:a16="http://schemas.microsoft.com/office/drawing/2014/main" id="{521CB725-E59C-EA4D-9BE2-4303DC73D83F}"/>
              </a:ext>
            </a:extLst>
          </p:cNvPr>
          <p:cNvSpPr>
            <a:spLocks noGrp="1" noRot="1" noChangeAspect="1" noChangeArrowheads="1" noTextEdit="1"/>
          </p:cNvSpPr>
          <p:nvPr>
            <p:ph type="sldImg"/>
          </p:nvPr>
        </p:nvSpPr>
        <p:spPr>
          <a:ln/>
        </p:spPr>
      </p:sp>
      <p:sp>
        <p:nvSpPr>
          <p:cNvPr id="695299" name="Rectangle 3">
            <a:extLst>
              <a:ext uri="{FF2B5EF4-FFF2-40B4-BE49-F238E27FC236}">
                <a16:creationId xmlns:a16="http://schemas.microsoft.com/office/drawing/2014/main" id="{7DFA293A-66AF-DA4B-A0EC-7B42A24C7C96}"/>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577031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299ACCB-8EC4-DC4B-8428-B6D1749DF6AA}"/>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5C1AE08-D059-3D42-A7AD-42A8777A359A}" type="slidenum">
              <a:rPr lang="en-US" altLang="zh-CN" sz="1200" smtClean="0">
                <a:latin typeface="Arial" panose="020B0604020202020204" pitchFamily="34" charset="0"/>
              </a:rPr>
              <a:pPr>
                <a:defRPr/>
              </a:pPr>
              <a:t>34</a:t>
            </a:fld>
            <a:endParaRPr lang="en-US" altLang="zh-CN" sz="1200">
              <a:latin typeface="Arial" panose="020B0604020202020204" pitchFamily="34" charset="0"/>
            </a:endParaRPr>
          </a:p>
        </p:txBody>
      </p:sp>
      <p:sp>
        <p:nvSpPr>
          <p:cNvPr id="696322" name="Rectangle 2">
            <a:extLst>
              <a:ext uri="{FF2B5EF4-FFF2-40B4-BE49-F238E27FC236}">
                <a16:creationId xmlns:a16="http://schemas.microsoft.com/office/drawing/2014/main" id="{5B09F06E-FF29-2B4E-BA51-D880E16D33C2}"/>
              </a:ext>
            </a:extLst>
          </p:cNvPr>
          <p:cNvSpPr>
            <a:spLocks noGrp="1" noRot="1" noChangeAspect="1" noChangeArrowheads="1" noTextEdit="1"/>
          </p:cNvSpPr>
          <p:nvPr>
            <p:ph type="sldImg"/>
          </p:nvPr>
        </p:nvSpPr>
        <p:spPr>
          <a:ln/>
        </p:spPr>
      </p:sp>
      <p:sp>
        <p:nvSpPr>
          <p:cNvPr id="696323" name="Rectangle 3">
            <a:extLst>
              <a:ext uri="{FF2B5EF4-FFF2-40B4-BE49-F238E27FC236}">
                <a16:creationId xmlns:a16="http://schemas.microsoft.com/office/drawing/2014/main" id="{2FF1F963-26A2-9748-9D64-4AD47EC1007F}"/>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380622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FA7C167-849C-D143-92F0-DEBD2F9D4C6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DC6B915E-5E07-294D-8150-3BE3DA528EB3}" type="slidenum">
              <a:rPr lang="en-US" altLang="zh-CN" sz="1200" smtClean="0">
                <a:latin typeface="Arial" panose="020B0604020202020204" pitchFamily="34" charset="0"/>
              </a:rPr>
              <a:pPr>
                <a:defRPr/>
              </a:pPr>
              <a:t>35</a:t>
            </a:fld>
            <a:endParaRPr lang="en-US" altLang="zh-CN" sz="1200">
              <a:latin typeface="Arial" panose="020B0604020202020204" pitchFamily="34" charset="0"/>
            </a:endParaRPr>
          </a:p>
        </p:txBody>
      </p:sp>
      <p:sp>
        <p:nvSpPr>
          <p:cNvPr id="698370" name="Rectangle 2">
            <a:extLst>
              <a:ext uri="{FF2B5EF4-FFF2-40B4-BE49-F238E27FC236}">
                <a16:creationId xmlns:a16="http://schemas.microsoft.com/office/drawing/2014/main" id="{DB107F74-2B64-7D47-B027-4BC154EE2D00}"/>
              </a:ext>
            </a:extLst>
          </p:cNvPr>
          <p:cNvSpPr>
            <a:spLocks noGrp="1" noRot="1" noChangeAspect="1" noChangeArrowheads="1" noTextEdit="1"/>
          </p:cNvSpPr>
          <p:nvPr>
            <p:ph type="sldImg"/>
          </p:nvPr>
        </p:nvSpPr>
        <p:spPr>
          <a:ln/>
        </p:spPr>
      </p:sp>
      <p:sp>
        <p:nvSpPr>
          <p:cNvPr id="698371" name="Rectangle 3">
            <a:extLst>
              <a:ext uri="{FF2B5EF4-FFF2-40B4-BE49-F238E27FC236}">
                <a16:creationId xmlns:a16="http://schemas.microsoft.com/office/drawing/2014/main" id="{87F46322-F1E6-BA4D-8864-8D615C4C1894}"/>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569644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F9FA062-EB5E-544A-9520-F964C70F6299}"/>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1FBF814-9C08-6F43-8C01-47F831869533}" type="slidenum">
              <a:rPr lang="en-US" altLang="zh-CN" sz="1200" smtClean="0">
                <a:latin typeface="Arial" panose="020B0604020202020204" pitchFamily="34" charset="0"/>
              </a:rPr>
              <a:pPr>
                <a:defRPr/>
              </a:pPr>
              <a:t>36</a:t>
            </a:fld>
            <a:endParaRPr lang="en-US" altLang="zh-CN" sz="1200">
              <a:latin typeface="Arial" panose="020B0604020202020204" pitchFamily="34" charset="0"/>
            </a:endParaRPr>
          </a:p>
        </p:txBody>
      </p:sp>
      <p:sp>
        <p:nvSpPr>
          <p:cNvPr id="700418" name="Rectangle 2">
            <a:extLst>
              <a:ext uri="{FF2B5EF4-FFF2-40B4-BE49-F238E27FC236}">
                <a16:creationId xmlns:a16="http://schemas.microsoft.com/office/drawing/2014/main" id="{8A7E0566-6819-8E4F-8F79-9D4587B285EF}"/>
              </a:ext>
            </a:extLst>
          </p:cNvPr>
          <p:cNvSpPr>
            <a:spLocks noGrp="1" noRot="1" noChangeAspect="1" noChangeArrowheads="1" noTextEdit="1"/>
          </p:cNvSpPr>
          <p:nvPr>
            <p:ph type="sldImg"/>
          </p:nvPr>
        </p:nvSpPr>
        <p:spPr>
          <a:ln/>
        </p:spPr>
      </p:sp>
      <p:sp>
        <p:nvSpPr>
          <p:cNvPr id="700419" name="Rectangle 3">
            <a:extLst>
              <a:ext uri="{FF2B5EF4-FFF2-40B4-BE49-F238E27FC236}">
                <a16:creationId xmlns:a16="http://schemas.microsoft.com/office/drawing/2014/main" id="{95DF4A14-E46A-CB4D-82E3-9880170A6963}"/>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2229996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9371F7F-881A-2D45-9F33-1559CAFE955E}"/>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D6D54B3-FE76-1F4F-9660-9C420FAA657E}" type="slidenum">
              <a:rPr lang="en-US" altLang="zh-CN" sz="1200" smtClean="0">
                <a:latin typeface="Arial" panose="020B0604020202020204" pitchFamily="34" charset="0"/>
              </a:rPr>
              <a:pPr>
                <a:defRPr/>
              </a:pPr>
              <a:t>37</a:t>
            </a:fld>
            <a:endParaRPr lang="en-US" altLang="zh-CN" sz="1200">
              <a:latin typeface="Arial" panose="020B0604020202020204" pitchFamily="34" charset="0"/>
            </a:endParaRPr>
          </a:p>
        </p:txBody>
      </p:sp>
      <p:sp>
        <p:nvSpPr>
          <p:cNvPr id="703490" name="Rectangle 2">
            <a:extLst>
              <a:ext uri="{FF2B5EF4-FFF2-40B4-BE49-F238E27FC236}">
                <a16:creationId xmlns:a16="http://schemas.microsoft.com/office/drawing/2014/main" id="{23824980-43A3-5943-8B2E-5259F5324DB0}"/>
              </a:ext>
            </a:extLst>
          </p:cNvPr>
          <p:cNvSpPr>
            <a:spLocks noGrp="1" noRot="1" noChangeAspect="1" noChangeArrowheads="1" noTextEdit="1"/>
          </p:cNvSpPr>
          <p:nvPr>
            <p:ph type="sldImg"/>
          </p:nvPr>
        </p:nvSpPr>
        <p:spPr>
          <a:ln/>
        </p:spPr>
      </p:sp>
      <p:sp>
        <p:nvSpPr>
          <p:cNvPr id="703491" name="Rectangle 3">
            <a:extLst>
              <a:ext uri="{FF2B5EF4-FFF2-40B4-BE49-F238E27FC236}">
                <a16:creationId xmlns:a16="http://schemas.microsoft.com/office/drawing/2014/main" id="{CD100883-6BAB-0A44-861D-AF10200F8FDC}"/>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509124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F612506-ABB7-B54E-B4C6-356F767C635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6FCE07C-28D4-6A4D-8CAB-254C0624DC43}" type="slidenum">
              <a:rPr lang="en-US" altLang="zh-CN" sz="1200" smtClean="0">
                <a:latin typeface="Arial" panose="020B0604020202020204" pitchFamily="34" charset="0"/>
              </a:rPr>
              <a:pPr>
                <a:defRPr/>
              </a:pPr>
              <a:t>38</a:t>
            </a:fld>
            <a:endParaRPr lang="en-US" altLang="zh-CN" sz="1200">
              <a:latin typeface="Arial" panose="020B0604020202020204" pitchFamily="34" charset="0"/>
            </a:endParaRPr>
          </a:p>
        </p:txBody>
      </p:sp>
      <p:sp>
        <p:nvSpPr>
          <p:cNvPr id="704514" name="Rectangle 2">
            <a:extLst>
              <a:ext uri="{FF2B5EF4-FFF2-40B4-BE49-F238E27FC236}">
                <a16:creationId xmlns:a16="http://schemas.microsoft.com/office/drawing/2014/main" id="{2D271FB8-F21B-3C42-ACA7-F47BF40A2FB9}"/>
              </a:ext>
            </a:extLst>
          </p:cNvPr>
          <p:cNvSpPr>
            <a:spLocks noGrp="1" noRot="1" noChangeAspect="1" noChangeArrowheads="1" noTextEdit="1"/>
          </p:cNvSpPr>
          <p:nvPr>
            <p:ph type="sldImg"/>
          </p:nvPr>
        </p:nvSpPr>
        <p:spPr>
          <a:ln/>
        </p:spPr>
      </p:sp>
      <p:sp>
        <p:nvSpPr>
          <p:cNvPr id="704515" name="Rectangle 3">
            <a:extLst>
              <a:ext uri="{FF2B5EF4-FFF2-40B4-BE49-F238E27FC236}">
                <a16:creationId xmlns:a16="http://schemas.microsoft.com/office/drawing/2014/main" id="{B6FB4942-B00C-834A-AE0A-AFEC476EA07A}"/>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6865085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028FC8A-44EB-3A48-9323-112B4C0157B9}"/>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AD4B664-12C3-4046-8738-7375A6685E4C}" type="slidenum">
              <a:rPr lang="en-US" altLang="zh-CN" sz="1200" smtClean="0">
                <a:latin typeface="Arial" panose="020B0604020202020204" pitchFamily="34" charset="0"/>
              </a:rPr>
              <a:pPr>
                <a:defRPr/>
              </a:pPr>
              <a:t>39</a:t>
            </a:fld>
            <a:endParaRPr lang="en-US" altLang="zh-CN" sz="1200">
              <a:latin typeface="Arial" panose="020B0604020202020204" pitchFamily="34" charset="0"/>
            </a:endParaRPr>
          </a:p>
        </p:txBody>
      </p:sp>
      <p:sp>
        <p:nvSpPr>
          <p:cNvPr id="706562" name="Rectangle 2">
            <a:extLst>
              <a:ext uri="{FF2B5EF4-FFF2-40B4-BE49-F238E27FC236}">
                <a16:creationId xmlns:a16="http://schemas.microsoft.com/office/drawing/2014/main" id="{9E2D7AB3-8AD6-2849-8467-80A5945770E2}"/>
              </a:ext>
            </a:extLst>
          </p:cNvPr>
          <p:cNvSpPr>
            <a:spLocks noGrp="1" noRot="1" noChangeAspect="1" noChangeArrowheads="1" noTextEdit="1"/>
          </p:cNvSpPr>
          <p:nvPr>
            <p:ph type="sldImg"/>
          </p:nvPr>
        </p:nvSpPr>
        <p:spPr>
          <a:ln/>
        </p:spPr>
      </p:sp>
      <p:sp>
        <p:nvSpPr>
          <p:cNvPr id="706563" name="Rectangle 3">
            <a:extLst>
              <a:ext uri="{FF2B5EF4-FFF2-40B4-BE49-F238E27FC236}">
                <a16:creationId xmlns:a16="http://schemas.microsoft.com/office/drawing/2014/main" id="{BE1924C9-E058-F34D-8020-C3A76D0E997B}"/>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0842073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B25839B-8688-5446-A289-9424493EA5A3}"/>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D2B7E70-8E94-D84A-A801-1D1E6BFE0095}" type="slidenum">
              <a:rPr lang="en-US" altLang="zh-CN" sz="1200" smtClean="0">
                <a:latin typeface="Arial" panose="020B0604020202020204" pitchFamily="34" charset="0"/>
              </a:rPr>
              <a:pPr>
                <a:defRPr/>
              </a:pPr>
              <a:t>40</a:t>
            </a:fld>
            <a:endParaRPr lang="en-US" altLang="zh-CN" sz="1200">
              <a:latin typeface="Arial" panose="020B0604020202020204" pitchFamily="34" charset="0"/>
            </a:endParaRPr>
          </a:p>
        </p:txBody>
      </p:sp>
      <p:sp>
        <p:nvSpPr>
          <p:cNvPr id="708610" name="Rectangle 2">
            <a:extLst>
              <a:ext uri="{FF2B5EF4-FFF2-40B4-BE49-F238E27FC236}">
                <a16:creationId xmlns:a16="http://schemas.microsoft.com/office/drawing/2014/main" id="{096FA6BC-0CD2-AD40-A702-D5A409445DEE}"/>
              </a:ext>
            </a:extLst>
          </p:cNvPr>
          <p:cNvSpPr>
            <a:spLocks noGrp="1" noRot="1" noChangeAspect="1" noChangeArrowheads="1" noTextEdit="1"/>
          </p:cNvSpPr>
          <p:nvPr>
            <p:ph type="sldImg"/>
          </p:nvPr>
        </p:nvSpPr>
        <p:spPr>
          <a:ln/>
        </p:spPr>
      </p:sp>
      <p:sp>
        <p:nvSpPr>
          <p:cNvPr id="708611" name="Rectangle 3">
            <a:extLst>
              <a:ext uri="{FF2B5EF4-FFF2-40B4-BE49-F238E27FC236}">
                <a16:creationId xmlns:a16="http://schemas.microsoft.com/office/drawing/2014/main" id="{DFCDA54C-1631-5E4D-A46A-507CEF99DAE1}"/>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1074809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31872D2-BBA8-8F40-B2D0-98B2D8ECF65D}"/>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A0AD0AE-7B85-9A4D-A241-D425F05A8824}" type="slidenum">
              <a:rPr lang="en-US" altLang="zh-CN" sz="1200" smtClean="0">
                <a:latin typeface="Arial" panose="020B0604020202020204" pitchFamily="34" charset="0"/>
              </a:rPr>
              <a:pPr>
                <a:defRPr/>
              </a:pPr>
              <a:t>41</a:t>
            </a:fld>
            <a:endParaRPr lang="en-US" altLang="zh-CN" sz="1200">
              <a:latin typeface="Arial" panose="020B0604020202020204" pitchFamily="34" charset="0"/>
            </a:endParaRPr>
          </a:p>
        </p:txBody>
      </p:sp>
      <p:sp>
        <p:nvSpPr>
          <p:cNvPr id="710658" name="Rectangle 2">
            <a:extLst>
              <a:ext uri="{FF2B5EF4-FFF2-40B4-BE49-F238E27FC236}">
                <a16:creationId xmlns:a16="http://schemas.microsoft.com/office/drawing/2014/main" id="{741B7755-1D8B-A049-B1A6-F23E8F24FAA9}"/>
              </a:ext>
            </a:extLst>
          </p:cNvPr>
          <p:cNvSpPr>
            <a:spLocks noGrp="1" noRot="1" noChangeAspect="1" noChangeArrowheads="1" noTextEdit="1"/>
          </p:cNvSpPr>
          <p:nvPr>
            <p:ph type="sldImg"/>
          </p:nvPr>
        </p:nvSpPr>
        <p:spPr>
          <a:ln/>
        </p:spPr>
      </p:sp>
      <p:sp>
        <p:nvSpPr>
          <p:cNvPr id="710659" name="Rectangle 3">
            <a:extLst>
              <a:ext uri="{FF2B5EF4-FFF2-40B4-BE49-F238E27FC236}">
                <a16:creationId xmlns:a16="http://schemas.microsoft.com/office/drawing/2014/main" id="{EBE1856A-5D21-694B-834B-3419DBDF783A}"/>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2106134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F9094E3-2458-254B-B3F3-328D56F41DA3}"/>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A358D26-2003-034F-8F39-B205D35312ED}" type="slidenum">
              <a:rPr lang="en-US" altLang="zh-CN" sz="1200" smtClean="0">
                <a:latin typeface="Arial" panose="020B0604020202020204" pitchFamily="34" charset="0"/>
              </a:rPr>
              <a:pPr>
                <a:defRPr/>
              </a:pPr>
              <a:t>42</a:t>
            </a:fld>
            <a:endParaRPr lang="en-US" altLang="zh-CN" sz="1200">
              <a:latin typeface="Arial" panose="020B0604020202020204" pitchFamily="34" charset="0"/>
            </a:endParaRPr>
          </a:p>
        </p:txBody>
      </p:sp>
      <p:sp>
        <p:nvSpPr>
          <p:cNvPr id="712706" name="Rectangle 2">
            <a:extLst>
              <a:ext uri="{FF2B5EF4-FFF2-40B4-BE49-F238E27FC236}">
                <a16:creationId xmlns:a16="http://schemas.microsoft.com/office/drawing/2014/main" id="{D8DB2111-8D80-B140-8426-38E4414440B9}"/>
              </a:ext>
            </a:extLst>
          </p:cNvPr>
          <p:cNvSpPr>
            <a:spLocks noGrp="1" noRot="1" noChangeAspect="1" noChangeArrowheads="1" noTextEdit="1"/>
          </p:cNvSpPr>
          <p:nvPr>
            <p:ph type="sldImg"/>
          </p:nvPr>
        </p:nvSpPr>
        <p:spPr>
          <a:ln/>
        </p:spPr>
      </p:sp>
      <p:sp>
        <p:nvSpPr>
          <p:cNvPr id="712707" name="Rectangle 3">
            <a:extLst>
              <a:ext uri="{FF2B5EF4-FFF2-40B4-BE49-F238E27FC236}">
                <a16:creationId xmlns:a16="http://schemas.microsoft.com/office/drawing/2014/main" id="{2767C375-4812-534A-A8E6-DA48F836B79B}"/>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0193183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A04926A-3D80-3242-B898-7C26E8BEB12C}"/>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83F667F-7D65-F143-AECD-099D78B59346}" type="slidenum">
              <a:rPr lang="en-US" altLang="zh-CN" sz="1200" smtClean="0">
                <a:latin typeface="Arial" panose="020B0604020202020204" pitchFamily="34" charset="0"/>
              </a:rPr>
              <a:pPr>
                <a:defRPr/>
              </a:pPr>
              <a:t>43</a:t>
            </a:fld>
            <a:endParaRPr lang="en-US" altLang="zh-CN" sz="1200">
              <a:latin typeface="Arial" panose="020B0604020202020204" pitchFamily="34" charset="0"/>
            </a:endParaRPr>
          </a:p>
        </p:txBody>
      </p:sp>
      <p:sp>
        <p:nvSpPr>
          <p:cNvPr id="715778" name="Rectangle 2">
            <a:extLst>
              <a:ext uri="{FF2B5EF4-FFF2-40B4-BE49-F238E27FC236}">
                <a16:creationId xmlns:a16="http://schemas.microsoft.com/office/drawing/2014/main" id="{B33FED72-348A-AA46-97B2-DE402C6A5685}"/>
              </a:ext>
            </a:extLst>
          </p:cNvPr>
          <p:cNvSpPr>
            <a:spLocks noGrp="1" noRot="1" noChangeAspect="1" noChangeArrowheads="1" noTextEdit="1"/>
          </p:cNvSpPr>
          <p:nvPr>
            <p:ph type="sldImg"/>
          </p:nvPr>
        </p:nvSpPr>
        <p:spPr>
          <a:ln/>
        </p:spPr>
      </p:sp>
      <p:sp>
        <p:nvSpPr>
          <p:cNvPr id="715779" name="Rectangle 3">
            <a:extLst>
              <a:ext uri="{FF2B5EF4-FFF2-40B4-BE49-F238E27FC236}">
                <a16:creationId xmlns:a16="http://schemas.microsoft.com/office/drawing/2014/main" id="{42787444-39C0-AC48-9D52-88696B622950}"/>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5977805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1FE1568-A96B-F241-A0FB-8418B5973414}"/>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2F2310E-C67E-034A-8C5C-A4D551A830C3}" type="slidenum">
              <a:rPr lang="en-US" altLang="zh-CN" sz="1200" smtClean="0">
                <a:latin typeface="Arial" panose="020B0604020202020204" pitchFamily="34" charset="0"/>
              </a:rPr>
              <a:pPr>
                <a:defRPr/>
              </a:pPr>
              <a:t>44</a:t>
            </a:fld>
            <a:endParaRPr lang="en-US" altLang="zh-CN" sz="1200">
              <a:latin typeface="Arial" panose="020B0604020202020204" pitchFamily="34" charset="0"/>
            </a:endParaRPr>
          </a:p>
        </p:txBody>
      </p:sp>
      <p:sp>
        <p:nvSpPr>
          <p:cNvPr id="716802" name="Rectangle 2">
            <a:extLst>
              <a:ext uri="{FF2B5EF4-FFF2-40B4-BE49-F238E27FC236}">
                <a16:creationId xmlns:a16="http://schemas.microsoft.com/office/drawing/2014/main" id="{609F8163-A6F5-264B-9CA4-8061AADA4BD9}"/>
              </a:ext>
            </a:extLst>
          </p:cNvPr>
          <p:cNvSpPr>
            <a:spLocks noGrp="1" noRot="1" noChangeAspect="1" noChangeArrowheads="1" noTextEdit="1"/>
          </p:cNvSpPr>
          <p:nvPr>
            <p:ph type="sldImg"/>
          </p:nvPr>
        </p:nvSpPr>
        <p:spPr>
          <a:ln/>
        </p:spPr>
      </p:sp>
      <p:sp>
        <p:nvSpPr>
          <p:cNvPr id="716803" name="Rectangle 3">
            <a:extLst>
              <a:ext uri="{FF2B5EF4-FFF2-40B4-BE49-F238E27FC236}">
                <a16:creationId xmlns:a16="http://schemas.microsoft.com/office/drawing/2014/main" id="{86CEC159-F597-5C4A-A536-6E8031675A91}"/>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6640331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2281115-501E-B540-8755-0708790F1008}"/>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CE47E1D-A37F-774B-8B2E-F8FC05F19EE1}" type="slidenum">
              <a:rPr lang="en-US" altLang="zh-CN" sz="1200" smtClean="0">
                <a:latin typeface="Arial" panose="020B0604020202020204" pitchFamily="34" charset="0"/>
              </a:rPr>
              <a:pPr>
                <a:defRPr/>
              </a:pPr>
              <a:t>45</a:t>
            </a:fld>
            <a:endParaRPr lang="en-US" altLang="zh-CN" sz="1200">
              <a:latin typeface="Arial" panose="020B0604020202020204" pitchFamily="34" charset="0"/>
            </a:endParaRPr>
          </a:p>
        </p:txBody>
      </p:sp>
      <p:sp>
        <p:nvSpPr>
          <p:cNvPr id="718850" name="Rectangle 2">
            <a:extLst>
              <a:ext uri="{FF2B5EF4-FFF2-40B4-BE49-F238E27FC236}">
                <a16:creationId xmlns:a16="http://schemas.microsoft.com/office/drawing/2014/main" id="{FA82035F-B82A-C44B-A916-DAEE0601F81C}"/>
              </a:ext>
            </a:extLst>
          </p:cNvPr>
          <p:cNvSpPr>
            <a:spLocks noGrp="1" noRot="1" noChangeAspect="1" noChangeArrowheads="1" noTextEdit="1"/>
          </p:cNvSpPr>
          <p:nvPr>
            <p:ph type="sldImg"/>
          </p:nvPr>
        </p:nvSpPr>
        <p:spPr>
          <a:ln/>
        </p:spPr>
      </p:sp>
      <p:sp>
        <p:nvSpPr>
          <p:cNvPr id="718851" name="Rectangle 3">
            <a:extLst>
              <a:ext uri="{FF2B5EF4-FFF2-40B4-BE49-F238E27FC236}">
                <a16:creationId xmlns:a16="http://schemas.microsoft.com/office/drawing/2014/main" id="{757A4E14-E9CC-3147-BFA7-89F8BE5AB06E}"/>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0850364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228F916-1E4D-B34F-A4C4-77FA1E9E67A2}"/>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AD8BA060-A31F-0A48-A348-F1EF5E9B6B2B}" type="slidenum">
              <a:rPr lang="en-US" altLang="zh-CN" sz="1200" smtClean="0">
                <a:latin typeface="Arial" panose="020B0604020202020204" pitchFamily="34" charset="0"/>
              </a:rPr>
              <a:pPr>
                <a:defRPr/>
              </a:pPr>
              <a:t>46</a:t>
            </a:fld>
            <a:endParaRPr lang="en-US" altLang="zh-CN" sz="1200">
              <a:latin typeface="Arial" panose="020B0604020202020204" pitchFamily="34" charset="0"/>
            </a:endParaRPr>
          </a:p>
        </p:txBody>
      </p:sp>
      <p:sp>
        <p:nvSpPr>
          <p:cNvPr id="720898" name="Rectangle 2">
            <a:extLst>
              <a:ext uri="{FF2B5EF4-FFF2-40B4-BE49-F238E27FC236}">
                <a16:creationId xmlns:a16="http://schemas.microsoft.com/office/drawing/2014/main" id="{19D10E67-9242-CF4B-A5A1-7B0329B4E0DA}"/>
              </a:ext>
            </a:extLst>
          </p:cNvPr>
          <p:cNvSpPr>
            <a:spLocks noGrp="1" noRot="1" noChangeAspect="1" noChangeArrowheads="1" noTextEdit="1"/>
          </p:cNvSpPr>
          <p:nvPr>
            <p:ph type="sldImg"/>
          </p:nvPr>
        </p:nvSpPr>
        <p:spPr>
          <a:ln/>
        </p:spPr>
      </p:sp>
      <p:sp>
        <p:nvSpPr>
          <p:cNvPr id="720899" name="Rectangle 3">
            <a:extLst>
              <a:ext uri="{FF2B5EF4-FFF2-40B4-BE49-F238E27FC236}">
                <a16:creationId xmlns:a16="http://schemas.microsoft.com/office/drawing/2014/main" id="{714F2A15-E87E-2940-BFE6-E302C09A894C}"/>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5921273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7C31EB1-5DD6-FD45-8033-4A66541E2D2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5553D65-5DDB-2943-9DC7-001D67651E28}" type="slidenum">
              <a:rPr lang="en-US" altLang="zh-CN" sz="1200" smtClean="0">
                <a:latin typeface="Arial" panose="020B0604020202020204" pitchFamily="34" charset="0"/>
              </a:rPr>
              <a:pPr>
                <a:defRPr/>
              </a:pPr>
              <a:t>47</a:t>
            </a:fld>
            <a:endParaRPr lang="en-US" altLang="zh-CN" sz="1200">
              <a:latin typeface="Arial" panose="020B0604020202020204" pitchFamily="34" charset="0"/>
            </a:endParaRPr>
          </a:p>
        </p:txBody>
      </p:sp>
      <p:sp>
        <p:nvSpPr>
          <p:cNvPr id="599042" name="Rectangle 2">
            <a:extLst>
              <a:ext uri="{FF2B5EF4-FFF2-40B4-BE49-F238E27FC236}">
                <a16:creationId xmlns:a16="http://schemas.microsoft.com/office/drawing/2014/main" id="{C2698F7B-842F-9A4B-8698-13C241B97EA3}"/>
              </a:ext>
            </a:extLst>
          </p:cNvPr>
          <p:cNvSpPr>
            <a:spLocks noGrp="1" noRot="1" noChangeAspect="1" noChangeArrowheads="1" noTextEdit="1"/>
          </p:cNvSpPr>
          <p:nvPr>
            <p:ph type="sldImg"/>
          </p:nvPr>
        </p:nvSpPr>
        <p:spPr>
          <a:ln/>
        </p:spPr>
      </p:sp>
      <p:sp>
        <p:nvSpPr>
          <p:cNvPr id="599043" name="Rectangle 3">
            <a:extLst>
              <a:ext uri="{FF2B5EF4-FFF2-40B4-BE49-F238E27FC236}">
                <a16:creationId xmlns:a16="http://schemas.microsoft.com/office/drawing/2014/main" id="{017EAE22-6708-0B41-A1D1-B9ED07477CA8}"/>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3822490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B07C384-9B05-8841-81D4-C920208F3410}"/>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A9D6E5D1-3C29-8E43-B316-0DCFDA1DCFCC}" type="slidenum">
              <a:rPr lang="en-US" altLang="zh-CN" sz="1200" smtClean="0">
                <a:latin typeface="Arial" panose="020B0604020202020204" pitchFamily="34" charset="0"/>
              </a:rPr>
              <a:pPr>
                <a:defRPr/>
              </a:pPr>
              <a:t>48</a:t>
            </a:fld>
            <a:endParaRPr lang="en-US" altLang="zh-CN" sz="1200">
              <a:latin typeface="Arial" panose="020B0604020202020204" pitchFamily="34" charset="0"/>
            </a:endParaRPr>
          </a:p>
        </p:txBody>
      </p:sp>
      <p:sp>
        <p:nvSpPr>
          <p:cNvPr id="600066" name="Rectangle 2">
            <a:extLst>
              <a:ext uri="{FF2B5EF4-FFF2-40B4-BE49-F238E27FC236}">
                <a16:creationId xmlns:a16="http://schemas.microsoft.com/office/drawing/2014/main" id="{F1DF469E-28CD-C543-8C15-E028E435C0B4}"/>
              </a:ext>
            </a:extLst>
          </p:cNvPr>
          <p:cNvSpPr>
            <a:spLocks noGrp="1" noRot="1" noChangeAspect="1" noChangeArrowheads="1" noTextEdit="1"/>
          </p:cNvSpPr>
          <p:nvPr>
            <p:ph type="sldImg"/>
          </p:nvPr>
        </p:nvSpPr>
        <p:spPr>
          <a:ln/>
        </p:spPr>
      </p:sp>
      <p:sp>
        <p:nvSpPr>
          <p:cNvPr id="600067" name="Rectangle 3">
            <a:extLst>
              <a:ext uri="{FF2B5EF4-FFF2-40B4-BE49-F238E27FC236}">
                <a16:creationId xmlns:a16="http://schemas.microsoft.com/office/drawing/2014/main" id="{1ED6188A-C048-A543-9380-8B733C8DF37A}"/>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94681778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02D8CDC-DEC5-1443-962E-88BB533556DA}"/>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F58B13A-DAC1-474E-82BC-FFA9C34069CB}" type="slidenum">
              <a:rPr lang="en-US" altLang="zh-CN" sz="1200" smtClean="0">
                <a:latin typeface="Arial" panose="020B0604020202020204" pitchFamily="34" charset="0"/>
              </a:rPr>
              <a:pPr>
                <a:defRPr/>
              </a:pPr>
              <a:t>49</a:t>
            </a:fld>
            <a:endParaRPr lang="en-US" altLang="zh-CN" sz="1200">
              <a:latin typeface="Arial" panose="020B0604020202020204" pitchFamily="34" charset="0"/>
            </a:endParaRPr>
          </a:p>
        </p:txBody>
      </p:sp>
      <p:sp>
        <p:nvSpPr>
          <p:cNvPr id="601090" name="Rectangle 2">
            <a:extLst>
              <a:ext uri="{FF2B5EF4-FFF2-40B4-BE49-F238E27FC236}">
                <a16:creationId xmlns:a16="http://schemas.microsoft.com/office/drawing/2014/main" id="{83461BC6-BB9E-C54D-837F-C7153D27A754}"/>
              </a:ext>
            </a:extLst>
          </p:cNvPr>
          <p:cNvSpPr>
            <a:spLocks noGrp="1" noRot="1" noChangeAspect="1" noChangeArrowheads="1" noTextEdit="1"/>
          </p:cNvSpPr>
          <p:nvPr>
            <p:ph type="sldImg"/>
          </p:nvPr>
        </p:nvSpPr>
        <p:spPr>
          <a:ln/>
        </p:spPr>
      </p:sp>
      <p:sp>
        <p:nvSpPr>
          <p:cNvPr id="601091" name="Rectangle 3">
            <a:extLst>
              <a:ext uri="{FF2B5EF4-FFF2-40B4-BE49-F238E27FC236}">
                <a16:creationId xmlns:a16="http://schemas.microsoft.com/office/drawing/2014/main" id="{05894356-E309-D44F-BE74-91EEB952DD64}"/>
              </a:ext>
            </a:extLst>
          </p:cNvPr>
          <p:cNvSpPr>
            <a:spLocks noGrp="1" noChangeArrowheads="1"/>
          </p:cNvSpPr>
          <p:nvPr>
            <p:ph type="body" idx="1"/>
          </p:nvPr>
        </p:nvSpPr>
        <p:spPr/>
        <p:txBody>
          <a:bodyPr/>
          <a:lstStyle/>
          <a:p>
            <a:pPr eaLnBrk="1" hangingPunct="1">
              <a:defRPr/>
            </a:pPr>
            <a:endParaRPr lang="zh-CN" altLang="zh-CN" dirty="0">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65895665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AAE992F-7A45-8C44-ACE4-3E40164020B3}"/>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AD9055F-A51D-2D48-BC1C-4341C53F629C}" type="slidenum">
              <a:rPr lang="en-US" altLang="zh-CN" sz="1200" smtClean="0">
                <a:latin typeface="Arial" panose="020B0604020202020204" pitchFamily="34" charset="0"/>
              </a:rPr>
              <a:pPr>
                <a:defRPr/>
              </a:pPr>
              <a:t>50</a:t>
            </a:fld>
            <a:endParaRPr lang="en-US" altLang="zh-CN" sz="1200">
              <a:latin typeface="Arial" panose="020B0604020202020204" pitchFamily="34" charset="0"/>
            </a:endParaRPr>
          </a:p>
        </p:txBody>
      </p:sp>
      <p:sp>
        <p:nvSpPr>
          <p:cNvPr id="602114" name="Rectangle 2">
            <a:extLst>
              <a:ext uri="{FF2B5EF4-FFF2-40B4-BE49-F238E27FC236}">
                <a16:creationId xmlns:a16="http://schemas.microsoft.com/office/drawing/2014/main" id="{C6B30F80-EB7F-BC4E-AFA9-DE932A5088BA}"/>
              </a:ext>
            </a:extLst>
          </p:cNvPr>
          <p:cNvSpPr>
            <a:spLocks noGrp="1" noRot="1" noChangeAspect="1" noChangeArrowheads="1" noTextEdit="1"/>
          </p:cNvSpPr>
          <p:nvPr>
            <p:ph type="sldImg"/>
          </p:nvPr>
        </p:nvSpPr>
        <p:spPr>
          <a:ln/>
        </p:spPr>
      </p:sp>
      <p:sp>
        <p:nvSpPr>
          <p:cNvPr id="602115" name="Rectangle 3">
            <a:extLst>
              <a:ext uri="{FF2B5EF4-FFF2-40B4-BE49-F238E27FC236}">
                <a16:creationId xmlns:a16="http://schemas.microsoft.com/office/drawing/2014/main" id="{1B5F2C7A-3646-BB41-809B-4A21343E7F56}"/>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1305631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CE3AA0A-35D9-C347-A6F2-A8631C6A8775}"/>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86AE504E-6BCB-CB43-A5A0-D08343F17252}" type="slidenum">
              <a:rPr lang="en-US" altLang="zh-CN" sz="1200" smtClean="0">
                <a:latin typeface="Arial" panose="020B0604020202020204" pitchFamily="34" charset="0"/>
              </a:rPr>
              <a:pPr>
                <a:defRPr/>
              </a:pPr>
              <a:t>51</a:t>
            </a:fld>
            <a:endParaRPr lang="en-US" altLang="zh-CN" sz="1200">
              <a:latin typeface="Arial" panose="020B0604020202020204" pitchFamily="34" charset="0"/>
            </a:endParaRPr>
          </a:p>
        </p:txBody>
      </p:sp>
      <p:sp>
        <p:nvSpPr>
          <p:cNvPr id="603138" name="Rectangle 2">
            <a:extLst>
              <a:ext uri="{FF2B5EF4-FFF2-40B4-BE49-F238E27FC236}">
                <a16:creationId xmlns:a16="http://schemas.microsoft.com/office/drawing/2014/main" id="{DED241E7-4BAE-E842-82F2-7002281A54E5}"/>
              </a:ext>
            </a:extLst>
          </p:cNvPr>
          <p:cNvSpPr>
            <a:spLocks noGrp="1" noRot="1" noChangeAspect="1" noChangeArrowheads="1" noTextEdit="1"/>
          </p:cNvSpPr>
          <p:nvPr>
            <p:ph type="sldImg"/>
          </p:nvPr>
        </p:nvSpPr>
        <p:spPr>
          <a:ln/>
        </p:spPr>
      </p:sp>
      <p:sp>
        <p:nvSpPr>
          <p:cNvPr id="603139" name="Rectangle 3">
            <a:extLst>
              <a:ext uri="{FF2B5EF4-FFF2-40B4-BE49-F238E27FC236}">
                <a16:creationId xmlns:a16="http://schemas.microsoft.com/office/drawing/2014/main" id="{942F1AAA-CD39-4A4B-8182-0F3CFFD38F7B}"/>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688347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40CD7F6-847F-8748-A717-CC0CD3078EDD}"/>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DEE2C057-0BCD-0449-9AAD-FE6BA783AA1D}" type="slidenum">
              <a:rPr lang="en-US" altLang="zh-CN" sz="1200" smtClean="0">
                <a:latin typeface="Arial" panose="020B0604020202020204" pitchFamily="34" charset="0"/>
              </a:rPr>
              <a:pPr>
                <a:defRPr/>
              </a:pPr>
              <a:t>52</a:t>
            </a:fld>
            <a:endParaRPr lang="en-US" altLang="zh-CN" sz="1200">
              <a:latin typeface="Arial" panose="020B0604020202020204" pitchFamily="34" charset="0"/>
            </a:endParaRPr>
          </a:p>
        </p:txBody>
      </p:sp>
      <p:sp>
        <p:nvSpPr>
          <p:cNvPr id="604162" name="Rectangle 2">
            <a:extLst>
              <a:ext uri="{FF2B5EF4-FFF2-40B4-BE49-F238E27FC236}">
                <a16:creationId xmlns:a16="http://schemas.microsoft.com/office/drawing/2014/main" id="{DBE3EC59-E4A8-AE4F-AD2B-E5EAA2445E10}"/>
              </a:ext>
            </a:extLst>
          </p:cNvPr>
          <p:cNvSpPr>
            <a:spLocks noGrp="1" noRot="1" noChangeAspect="1" noChangeArrowheads="1" noTextEdit="1"/>
          </p:cNvSpPr>
          <p:nvPr>
            <p:ph type="sldImg"/>
          </p:nvPr>
        </p:nvSpPr>
        <p:spPr>
          <a:ln/>
        </p:spPr>
      </p:sp>
      <p:sp>
        <p:nvSpPr>
          <p:cNvPr id="604163" name="Rectangle 3">
            <a:extLst>
              <a:ext uri="{FF2B5EF4-FFF2-40B4-BE49-F238E27FC236}">
                <a16:creationId xmlns:a16="http://schemas.microsoft.com/office/drawing/2014/main" id="{F07B0479-A415-3042-9814-016CF966ED23}"/>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5234592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2EBB31C-F051-984E-B5CB-CA06780FECC7}"/>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ED49AE6-6FF6-7347-874D-794FC85B50C8}" type="slidenum">
              <a:rPr lang="en-US" altLang="zh-CN" sz="1200" smtClean="0">
                <a:latin typeface="Arial" panose="020B0604020202020204" pitchFamily="34" charset="0"/>
              </a:rPr>
              <a:pPr>
                <a:defRPr/>
              </a:pPr>
              <a:t>53</a:t>
            </a:fld>
            <a:endParaRPr lang="en-US" altLang="zh-CN" sz="1200">
              <a:latin typeface="Arial" panose="020B0604020202020204" pitchFamily="34" charset="0"/>
            </a:endParaRPr>
          </a:p>
        </p:txBody>
      </p:sp>
      <p:sp>
        <p:nvSpPr>
          <p:cNvPr id="605186" name="Rectangle 2">
            <a:extLst>
              <a:ext uri="{FF2B5EF4-FFF2-40B4-BE49-F238E27FC236}">
                <a16:creationId xmlns:a16="http://schemas.microsoft.com/office/drawing/2014/main" id="{49891544-BE41-4747-A40C-59ED2A5FD876}"/>
              </a:ext>
            </a:extLst>
          </p:cNvPr>
          <p:cNvSpPr>
            <a:spLocks noGrp="1" noRot="1" noChangeAspect="1" noChangeArrowheads="1" noTextEdit="1"/>
          </p:cNvSpPr>
          <p:nvPr>
            <p:ph type="sldImg"/>
          </p:nvPr>
        </p:nvSpPr>
        <p:spPr>
          <a:ln/>
        </p:spPr>
      </p:sp>
      <p:sp>
        <p:nvSpPr>
          <p:cNvPr id="605187" name="Rectangle 3">
            <a:extLst>
              <a:ext uri="{FF2B5EF4-FFF2-40B4-BE49-F238E27FC236}">
                <a16:creationId xmlns:a16="http://schemas.microsoft.com/office/drawing/2014/main" id="{125C8507-C8F1-0E46-8B2D-FE1371A7F4F7}"/>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1851706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3FF2CE1-4743-F841-941B-155367E72E6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1B80170-6E04-7245-9962-EEBA1266F8A5}" type="slidenum">
              <a:rPr lang="en-US" altLang="zh-CN" sz="1200" smtClean="0">
                <a:latin typeface="Arial" panose="020B0604020202020204" pitchFamily="34" charset="0"/>
              </a:rPr>
              <a:pPr>
                <a:defRPr/>
              </a:pPr>
              <a:t>54</a:t>
            </a:fld>
            <a:endParaRPr lang="en-US" altLang="zh-CN" sz="1200">
              <a:latin typeface="Arial" panose="020B0604020202020204" pitchFamily="34" charset="0"/>
            </a:endParaRPr>
          </a:p>
        </p:txBody>
      </p:sp>
      <p:sp>
        <p:nvSpPr>
          <p:cNvPr id="606210" name="Rectangle 2">
            <a:extLst>
              <a:ext uri="{FF2B5EF4-FFF2-40B4-BE49-F238E27FC236}">
                <a16:creationId xmlns:a16="http://schemas.microsoft.com/office/drawing/2014/main" id="{EB458741-3717-EC41-A79C-CDDE3268D49B}"/>
              </a:ext>
            </a:extLst>
          </p:cNvPr>
          <p:cNvSpPr>
            <a:spLocks noGrp="1" noRot="1" noChangeAspect="1" noChangeArrowheads="1" noTextEdit="1"/>
          </p:cNvSpPr>
          <p:nvPr>
            <p:ph type="sldImg"/>
          </p:nvPr>
        </p:nvSpPr>
        <p:spPr>
          <a:ln/>
        </p:spPr>
      </p:sp>
      <p:sp>
        <p:nvSpPr>
          <p:cNvPr id="606211" name="Rectangle 3">
            <a:extLst>
              <a:ext uri="{FF2B5EF4-FFF2-40B4-BE49-F238E27FC236}">
                <a16:creationId xmlns:a16="http://schemas.microsoft.com/office/drawing/2014/main" id="{E350939D-2895-4E4A-A976-E61A20845A33}"/>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4930485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1E14FF0-779D-C94E-8276-CB4E3F5C14AB}"/>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84490DC-4A6A-0141-A2C5-1954B5E5D454}" type="slidenum">
              <a:rPr lang="en-US" altLang="zh-CN" sz="1200" smtClean="0">
                <a:latin typeface="Arial" panose="020B0604020202020204" pitchFamily="34" charset="0"/>
              </a:rPr>
              <a:pPr>
                <a:defRPr/>
              </a:pPr>
              <a:t>55</a:t>
            </a:fld>
            <a:endParaRPr lang="en-US" altLang="zh-CN" sz="1200">
              <a:latin typeface="Arial" panose="020B0604020202020204" pitchFamily="34" charset="0"/>
            </a:endParaRPr>
          </a:p>
        </p:txBody>
      </p:sp>
      <p:sp>
        <p:nvSpPr>
          <p:cNvPr id="607234" name="Rectangle 2">
            <a:extLst>
              <a:ext uri="{FF2B5EF4-FFF2-40B4-BE49-F238E27FC236}">
                <a16:creationId xmlns:a16="http://schemas.microsoft.com/office/drawing/2014/main" id="{871C6B90-D03B-D64E-9A93-E74C8541E9CC}"/>
              </a:ext>
            </a:extLst>
          </p:cNvPr>
          <p:cNvSpPr>
            <a:spLocks noGrp="1" noRot="1" noChangeAspect="1" noChangeArrowheads="1" noTextEdit="1"/>
          </p:cNvSpPr>
          <p:nvPr>
            <p:ph type="sldImg"/>
          </p:nvPr>
        </p:nvSpPr>
        <p:spPr>
          <a:ln/>
        </p:spPr>
      </p:sp>
      <p:sp>
        <p:nvSpPr>
          <p:cNvPr id="607235" name="Rectangle 3">
            <a:extLst>
              <a:ext uri="{FF2B5EF4-FFF2-40B4-BE49-F238E27FC236}">
                <a16:creationId xmlns:a16="http://schemas.microsoft.com/office/drawing/2014/main" id="{9DA9B27E-2CE2-124F-99B7-994411868636}"/>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1027834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26732B3-7F7D-CD4C-B786-08317764EEF8}"/>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961E5C5-A902-4C4A-BD50-550E1149A8C0}" type="slidenum">
              <a:rPr lang="en-US" altLang="zh-CN" sz="1200" smtClean="0">
                <a:latin typeface="Arial" panose="020B0604020202020204" pitchFamily="34" charset="0"/>
              </a:rPr>
              <a:pPr>
                <a:defRPr/>
              </a:pPr>
              <a:t>56</a:t>
            </a:fld>
            <a:endParaRPr lang="en-US" altLang="zh-CN" sz="1200">
              <a:latin typeface="Arial" panose="020B0604020202020204" pitchFamily="34" charset="0"/>
            </a:endParaRPr>
          </a:p>
        </p:txBody>
      </p:sp>
      <p:sp>
        <p:nvSpPr>
          <p:cNvPr id="608258" name="Rectangle 2">
            <a:extLst>
              <a:ext uri="{FF2B5EF4-FFF2-40B4-BE49-F238E27FC236}">
                <a16:creationId xmlns:a16="http://schemas.microsoft.com/office/drawing/2014/main" id="{0F686ECC-0AAF-4847-B3EE-BFDB1F6215E6}"/>
              </a:ext>
            </a:extLst>
          </p:cNvPr>
          <p:cNvSpPr>
            <a:spLocks noGrp="1" noRot="1" noChangeAspect="1" noChangeArrowheads="1" noTextEdit="1"/>
          </p:cNvSpPr>
          <p:nvPr>
            <p:ph type="sldImg"/>
          </p:nvPr>
        </p:nvSpPr>
        <p:spPr>
          <a:ln/>
        </p:spPr>
      </p:sp>
      <p:sp>
        <p:nvSpPr>
          <p:cNvPr id="608259" name="Rectangle 3">
            <a:extLst>
              <a:ext uri="{FF2B5EF4-FFF2-40B4-BE49-F238E27FC236}">
                <a16:creationId xmlns:a16="http://schemas.microsoft.com/office/drawing/2014/main" id="{2989BDA3-2E8D-3842-AD7E-AABFB195C814}"/>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1930838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8061296-B522-8944-92F2-1F752BC20B96}"/>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FA91AC4-5954-CE49-A1B2-0467DBEF6E44}" type="slidenum">
              <a:rPr lang="en-US" altLang="zh-CN" sz="1200" smtClean="0">
                <a:latin typeface="Arial" panose="020B0604020202020204" pitchFamily="34" charset="0"/>
              </a:rPr>
              <a:pPr>
                <a:defRPr/>
              </a:pPr>
              <a:t>57</a:t>
            </a:fld>
            <a:endParaRPr lang="en-US" altLang="zh-CN" sz="1200">
              <a:latin typeface="Arial" panose="020B0604020202020204" pitchFamily="34" charset="0"/>
            </a:endParaRPr>
          </a:p>
        </p:txBody>
      </p:sp>
      <p:sp>
        <p:nvSpPr>
          <p:cNvPr id="609282" name="Rectangle 2">
            <a:extLst>
              <a:ext uri="{FF2B5EF4-FFF2-40B4-BE49-F238E27FC236}">
                <a16:creationId xmlns:a16="http://schemas.microsoft.com/office/drawing/2014/main" id="{394A1608-43C8-944B-90A9-4A5D1277A8E7}"/>
              </a:ext>
            </a:extLst>
          </p:cNvPr>
          <p:cNvSpPr>
            <a:spLocks noGrp="1" noRot="1" noChangeAspect="1" noChangeArrowheads="1" noTextEdit="1"/>
          </p:cNvSpPr>
          <p:nvPr>
            <p:ph type="sldImg"/>
          </p:nvPr>
        </p:nvSpPr>
        <p:spPr>
          <a:ln/>
        </p:spPr>
      </p:sp>
      <p:sp>
        <p:nvSpPr>
          <p:cNvPr id="609283" name="Rectangle 3">
            <a:extLst>
              <a:ext uri="{FF2B5EF4-FFF2-40B4-BE49-F238E27FC236}">
                <a16:creationId xmlns:a16="http://schemas.microsoft.com/office/drawing/2014/main" id="{6BD97DC2-9785-D94D-8AA3-A15A83E7EEC1}"/>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631723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BCF29E7-5920-9C4A-8C6A-381C8670CD5F}"/>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95BEDA7-9869-BF41-AEC5-3B6BFF8A534B}" type="slidenum">
              <a:rPr lang="en-US" altLang="zh-CN" sz="1200" smtClean="0">
                <a:latin typeface="Arial" panose="020B0604020202020204" pitchFamily="34" charset="0"/>
              </a:rPr>
              <a:pPr>
                <a:defRPr/>
              </a:pPr>
              <a:t>58</a:t>
            </a:fld>
            <a:endParaRPr lang="en-US" altLang="zh-CN" sz="1200">
              <a:latin typeface="Arial" panose="020B0604020202020204" pitchFamily="34" charset="0"/>
            </a:endParaRPr>
          </a:p>
        </p:txBody>
      </p:sp>
      <p:sp>
        <p:nvSpPr>
          <p:cNvPr id="610306" name="Rectangle 2">
            <a:extLst>
              <a:ext uri="{FF2B5EF4-FFF2-40B4-BE49-F238E27FC236}">
                <a16:creationId xmlns:a16="http://schemas.microsoft.com/office/drawing/2014/main" id="{FABF0C8C-389D-6A46-B343-4AA69983BAA3}"/>
              </a:ext>
            </a:extLst>
          </p:cNvPr>
          <p:cNvSpPr>
            <a:spLocks noGrp="1" noRot="1" noChangeAspect="1" noChangeArrowheads="1" noTextEdit="1"/>
          </p:cNvSpPr>
          <p:nvPr>
            <p:ph type="sldImg"/>
          </p:nvPr>
        </p:nvSpPr>
        <p:spPr>
          <a:ln/>
        </p:spPr>
      </p:sp>
      <p:sp>
        <p:nvSpPr>
          <p:cNvPr id="610307" name="Rectangle 3">
            <a:extLst>
              <a:ext uri="{FF2B5EF4-FFF2-40B4-BE49-F238E27FC236}">
                <a16:creationId xmlns:a16="http://schemas.microsoft.com/office/drawing/2014/main" id="{72A9541A-4ED7-5B47-AF5E-985F59B1C3A7}"/>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6432745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3B4BA70-5E85-7149-B3BA-D6926E0BAFAD}"/>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DABFECF1-5DCF-1E43-8D35-0FB0DF093A8B}" type="slidenum">
              <a:rPr lang="en-US" altLang="zh-CN" sz="1200" smtClean="0">
                <a:latin typeface="Arial" panose="020B0604020202020204" pitchFamily="34" charset="0"/>
              </a:rPr>
              <a:pPr>
                <a:defRPr/>
              </a:pPr>
              <a:t>59</a:t>
            </a:fld>
            <a:endParaRPr lang="en-US" altLang="zh-CN" sz="1200">
              <a:latin typeface="Arial" panose="020B0604020202020204" pitchFamily="34" charset="0"/>
            </a:endParaRPr>
          </a:p>
        </p:txBody>
      </p:sp>
      <p:sp>
        <p:nvSpPr>
          <p:cNvPr id="611330" name="Rectangle 2">
            <a:extLst>
              <a:ext uri="{FF2B5EF4-FFF2-40B4-BE49-F238E27FC236}">
                <a16:creationId xmlns:a16="http://schemas.microsoft.com/office/drawing/2014/main" id="{0FFA7649-01A2-B24C-A3A6-F3A7D4BF8144}"/>
              </a:ext>
            </a:extLst>
          </p:cNvPr>
          <p:cNvSpPr>
            <a:spLocks noGrp="1" noRot="1" noChangeAspect="1" noChangeArrowheads="1" noTextEdit="1"/>
          </p:cNvSpPr>
          <p:nvPr>
            <p:ph type="sldImg"/>
          </p:nvPr>
        </p:nvSpPr>
        <p:spPr>
          <a:ln/>
        </p:spPr>
      </p:sp>
      <p:sp>
        <p:nvSpPr>
          <p:cNvPr id="611331" name="Rectangle 3">
            <a:extLst>
              <a:ext uri="{FF2B5EF4-FFF2-40B4-BE49-F238E27FC236}">
                <a16:creationId xmlns:a16="http://schemas.microsoft.com/office/drawing/2014/main" id="{2B3496A6-48EB-1F48-9700-AFDE36C0FF7D}"/>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9171857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3E9FF48-2960-1747-972F-2A273039F1B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4743401-3B07-C148-8BBF-CBC5C6808079}" type="slidenum">
              <a:rPr lang="en-US" altLang="zh-CN" sz="1200" smtClean="0">
                <a:latin typeface="Arial" panose="020B0604020202020204" pitchFamily="34" charset="0"/>
              </a:rPr>
              <a:pPr>
                <a:defRPr/>
              </a:pPr>
              <a:t>60</a:t>
            </a:fld>
            <a:endParaRPr lang="en-US" altLang="zh-CN" sz="1200">
              <a:latin typeface="Arial" panose="020B0604020202020204" pitchFamily="34" charset="0"/>
            </a:endParaRPr>
          </a:p>
        </p:txBody>
      </p:sp>
      <p:sp>
        <p:nvSpPr>
          <p:cNvPr id="612354" name="Rectangle 2">
            <a:extLst>
              <a:ext uri="{FF2B5EF4-FFF2-40B4-BE49-F238E27FC236}">
                <a16:creationId xmlns:a16="http://schemas.microsoft.com/office/drawing/2014/main" id="{08F66E88-BA71-5149-9A1D-DB2A1B51F434}"/>
              </a:ext>
            </a:extLst>
          </p:cNvPr>
          <p:cNvSpPr>
            <a:spLocks noGrp="1" noRot="1" noChangeAspect="1" noChangeArrowheads="1" noTextEdit="1"/>
          </p:cNvSpPr>
          <p:nvPr>
            <p:ph type="sldImg"/>
          </p:nvPr>
        </p:nvSpPr>
        <p:spPr>
          <a:ln/>
        </p:spPr>
      </p:sp>
      <p:sp>
        <p:nvSpPr>
          <p:cNvPr id="612355" name="Rectangle 3">
            <a:extLst>
              <a:ext uri="{FF2B5EF4-FFF2-40B4-BE49-F238E27FC236}">
                <a16:creationId xmlns:a16="http://schemas.microsoft.com/office/drawing/2014/main" id="{BD8824F8-5D5A-1946-BC27-0EE8678D4254}"/>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8303692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0624494-4A9F-BA4D-912C-C13768F4C777}"/>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DA02A22-1D43-8942-B01F-8C694EDECCAE}" type="slidenum">
              <a:rPr lang="en-US" altLang="zh-CN" sz="1200" smtClean="0">
                <a:latin typeface="Arial" panose="020B0604020202020204" pitchFamily="34" charset="0"/>
              </a:rPr>
              <a:pPr>
                <a:defRPr/>
              </a:pPr>
              <a:t>61</a:t>
            </a:fld>
            <a:endParaRPr lang="en-US" altLang="zh-CN" sz="1200">
              <a:latin typeface="Arial" panose="020B0604020202020204" pitchFamily="34" charset="0"/>
            </a:endParaRPr>
          </a:p>
        </p:txBody>
      </p:sp>
      <p:sp>
        <p:nvSpPr>
          <p:cNvPr id="613378" name="Rectangle 2">
            <a:extLst>
              <a:ext uri="{FF2B5EF4-FFF2-40B4-BE49-F238E27FC236}">
                <a16:creationId xmlns:a16="http://schemas.microsoft.com/office/drawing/2014/main" id="{9F0E1732-3245-124D-A75E-0808BB88E483}"/>
              </a:ext>
            </a:extLst>
          </p:cNvPr>
          <p:cNvSpPr>
            <a:spLocks noGrp="1" noRot="1" noChangeAspect="1" noChangeArrowheads="1" noTextEdit="1"/>
          </p:cNvSpPr>
          <p:nvPr>
            <p:ph type="sldImg"/>
          </p:nvPr>
        </p:nvSpPr>
        <p:spPr>
          <a:ln/>
        </p:spPr>
      </p:sp>
      <p:sp>
        <p:nvSpPr>
          <p:cNvPr id="613379" name="Rectangle 3">
            <a:extLst>
              <a:ext uri="{FF2B5EF4-FFF2-40B4-BE49-F238E27FC236}">
                <a16:creationId xmlns:a16="http://schemas.microsoft.com/office/drawing/2014/main" id="{246D2118-5EC2-BA45-AC17-3F092524F182}"/>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2670318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D7FB8F7-0C2D-5743-B314-6EC290BE68E4}"/>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8C2FC520-354D-794F-8885-269840D97EF9}" type="slidenum">
              <a:rPr lang="en-US" altLang="zh-CN" sz="1200" smtClean="0">
                <a:latin typeface="Arial" panose="020B0604020202020204" pitchFamily="34" charset="0"/>
              </a:rPr>
              <a:pPr>
                <a:defRPr/>
              </a:pPr>
              <a:t>62</a:t>
            </a:fld>
            <a:endParaRPr lang="en-US" altLang="zh-CN" sz="1200">
              <a:latin typeface="Arial" panose="020B0604020202020204" pitchFamily="34" charset="0"/>
            </a:endParaRPr>
          </a:p>
        </p:txBody>
      </p:sp>
      <p:sp>
        <p:nvSpPr>
          <p:cNvPr id="614402" name="Rectangle 2">
            <a:extLst>
              <a:ext uri="{FF2B5EF4-FFF2-40B4-BE49-F238E27FC236}">
                <a16:creationId xmlns:a16="http://schemas.microsoft.com/office/drawing/2014/main" id="{D1C63846-7DD2-494E-9DF5-B4E2701C3461}"/>
              </a:ext>
            </a:extLst>
          </p:cNvPr>
          <p:cNvSpPr>
            <a:spLocks noGrp="1" noRot="1" noChangeAspect="1" noChangeArrowheads="1" noTextEdit="1"/>
          </p:cNvSpPr>
          <p:nvPr>
            <p:ph type="sldImg"/>
          </p:nvPr>
        </p:nvSpPr>
        <p:spPr>
          <a:ln/>
        </p:spPr>
      </p:sp>
      <p:sp>
        <p:nvSpPr>
          <p:cNvPr id="614403" name="Rectangle 3">
            <a:extLst>
              <a:ext uri="{FF2B5EF4-FFF2-40B4-BE49-F238E27FC236}">
                <a16:creationId xmlns:a16="http://schemas.microsoft.com/office/drawing/2014/main" id="{B0A6E651-48C7-604E-B15E-ACA8E6B1083B}"/>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0258832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AB957E9-0A74-0E4B-A697-2D51AEB58090}"/>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BBEAFD3-FC4E-1640-BC26-3602B505BFC4}" type="slidenum">
              <a:rPr lang="en-US" altLang="zh-CN" sz="1200" smtClean="0">
                <a:latin typeface="Arial" panose="020B0604020202020204" pitchFamily="34" charset="0"/>
              </a:rPr>
              <a:pPr>
                <a:defRPr/>
              </a:pPr>
              <a:t>63</a:t>
            </a:fld>
            <a:endParaRPr lang="en-US" altLang="zh-CN" sz="1200">
              <a:latin typeface="Arial" panose="020B0604020202020204" pitchFamily="34" charset="0"/>
            </a:endParaRPr>
          </a:p>
        </p:txBody>
      </p:sp>
      <p:sp>
        <p:nvSpPr>
          <p:cNvPr id="722946" name="Rectangle 2">
            <a:extLst>
              <a:ext uri="{FF2B5EF4-FFF2-40B4-BE49-F238E27FC236}">
                <a16:creationId xmlns:a16="http://schemas.microsoft.com/office/drawing/2014/main" id="{D716FCF7-0260-544F-AF24-2C9BFAA1EE72}"/>
              </a:ext>
            </a:extLst>
          </p:cNvPr>
          <p:cNvSpPr>
            <a:spLocks noGrp="1" noRot="1" noChangeAspect="1" noChangeArrowheads="1" noTextEdit="1"/>
          </p:cNvSpPr>
          <p:nvPr>
            <p:ph type="sldImg"/>
          </p:nvPr>
        </p:nvSpPr>
        <p:spPr>
          <a:ln/>
        </p:spPr>
      </p:sp>
      <p:sp>
        <p:nvSpPr>
          <p:cNvPr id="722947" name="Rectangle 3">
            <a:extLst>
              <a:ext uri="{FF2B5EF4-FFF2-40B4-BE49-F238E27FC236}">
                <a16:creationId xmlns:a16="http://schemas.microsoft.com/office/drawing/2014/main" id="{5245CFD4-9E23-8048-AF8B-FFC28CB9536A}"/>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0454113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FE68BD5-A39F-CC43-BDF7-EC94873C1868}"/>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1CC3140-583F-954C-8203-BEA2905EBFA2}" type="slidenum">
              <a:rPr lang="en-US" altLang="zh-CN" sz="1200" smtClean="0">
                <a:latin typeface="Arial" panose="020B0604020202020204" pitchFamily="34" charset="0"/>
              </a:rPr>
              <a:pPr>
                <a:defRPr/>
              </a:pPr>
              <a:t>64</a:t>
            </a:fld>
            <a:endParaRPr lang="en-US" altLang="zh-CN" sz="1200">
              <a:latin typeface="Arial" panose="020B0604020202020204" pitchFamily="34" charset="0"/>
            </a:endParaRPr>
          </a:p>
        </p:txBody>
      </p:sp>
      <p:sp>
        <p:nvSpPr>
          <p:cNvPr id="615426" name="Rectangle 2">
            <a:extLst>
              <a:ext uri="{FF2B5EF4-FFF2-40B4-BE49-F238E27FC236}">
                <a16:creationId xmlns:a16="http://schemas.microsoft.com/office/drawing/2014/main" id="{B466E5FF-A7D7-BD4C-8E33-64CCFAB8F1A6}"/>
              </a:ext>
            </a:extLst>
          </p:cNvPr>
          <p:cNvSpPr>
            <a:spLocks noGrp="1" noRot="1" noChangeAspect="1" noChangeArrowheads="1" noTextEdit="1"/>
          </p:cNvSpPr>
          <p:nvPr>
            <p:ph type="sldImg"/>
          </p:nvPr>
        </p:nvSpPr>
        <p:spPr>
          <a:ln/>
        </p:spPr>
      </p:sp>
      <p:sp>
        <p:nvSpPr>
          <p:cNvPr id="615427" name="Rectangle 3">
            <a:extLst>
              <a:ext uri="{FF2B5EF4-FFF2-40B4-BE49-F238E27FC236}">
                <a16:creationId xmlns:a16="http://schemas.microsoft.com/office/drawing/2014/main" id="{376984F6-1903-3748-B210-8A321805F6CD}"/>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6662890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12075D9-8AAE-FE4E-B187-6F76CE22DD1F}"/>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570F7E8F-4601-CD47-9308-8EA3187C3C94}" type="slidenum">
              <a:rPr lang="en-US" altLang="zh-CN" sz="1200" smtClean="0">
                <a:latin typeface="Arial" panose="020B0604020202020204" pitchFamily="34" charset="0"/>
              </a:rPr>
              <a:pPr>
                <a:defRPr/>
              </a:pPr>
              <a:t>65</a:t>
            </a:fld>
            <a:endParaRPr lang="en-US" altLang="zh-CN" sz="1200">
              <a:latin typeface="Arial" panose="020B0604020202020204" pitchFamily="34" charset="0"/>
            </a:endParaRPr>
          </a:p>
        </p:txBody>
      </p:sp>
      <p:sp>
        <p:nvSpPr>
          <p:cNvPr id="724994" name="Rectangle 2">
            <a:extLst>
              <a:ext uri="{FF2B5EF4-FFF2-40B4-BE49-F238E27FC236}">
                <a16:creationId xmlns:a16="http://schemas.microsoft.com/office/drawing/2014/main" id="{30528414-D2CE-BC47-8114-CEB32D0FF8E5}"/>
              </a:ext>
            </a:extLst>
          </p:cNvPr>
          <p:cNvSpPr>
            <a:spLocks noGrp="1" noRot="1" noChangeAspect="1" noChangeArrowheads="1" noTextEdit="1"/>
          </p:cNvSpPr>
          <p:nvPr>
            <p:ph type="sldImg"/>
          </p:nvPr>
        </p:nvSpPr>
        <p:spPr>
          <a:ln/>
        </p:spPr>
      </p:sp>
      <p:sp>
        <p:nvSpPr>
          <p:cNvPr id="724995" name="Rectangle 3">
            <a:extLst>
              <a:ext uri="{FF2B5EF4-FFF2-40B4-BE49-F238E27FC236}">
                <a16:creationId xmlns:a16="http://schemas.microsoft.com/office/drawing/2014/main" id="{FF33A12A-AA64-1147-90CE-39090C6C2E39}"/>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1838471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B52AD30-42CF-E141-A1C3-346B33DC993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D0B09AA0-3ED6-2145-B276-B857A5C599D2}" type="slidenum">
              <a:rPr lang="en-US" altLang="zh-CN" sz="1200" smtClean="0">
                <a:latin typeface="Arial" panose="020B0604020202020204" pitchFamily="34" charset="0"/>
              </a:rPr>
              <a:pPr>
                <a:defRPr/>
              </a:pPr>
              <a:t>66</a:t>
            </a:fld>
            <a:endParaRPr lang="en-US" altLang="zh-CN" sz="1200">
              <a:latin typeface="Arial" panose="020B0604020202020204" pitchFamily="34" charset="0"/>
            </a:endParaRPr>
          </a:p>
        </p:txBody>
      </p:sp>
      <p:sp>
        <p:nvSpPr>
          <p:cNvPr id="727042" name="Rectangle 2">
            <a:extLst>
              <a:ext uri="{FF2B5EF4-FFF2-40B4-BE49-F238E27FC236}">
                <a16:creationId xmlns:a16="http://schemas.microsoft.com/office/drawing/2014/main" id="{DD79F5B3-40FD-B44A-A362-A396B132F51E}"/>
              </a:ext>
            </a:extLst>
          </p:cNvPr>
          <p:cNvSpPr>
            <a:spLocks noGrp="1" noRot="1" noChangeAspect="1" noChangeArrowheads="1" noTextEdit="1"/>
          </p:cNvSpPr>
          <p:nvPr>
            <p:ph type="sldImg"/>
          </p:nvPr>
        </p:nvSpPr>
        <p:spPr>
          <a:ln/>
        </p:spPr>
      </p:sp>
      <p:sp>
        <p:nvSpPr>
          <p:cNvPr id="727043" name="Rectangle 3">
            <a:extLst>
              <a:ext uri="{FF2B5EF4-FFF2-40B4-BE49-F238E27FC236}">
                <a16:creationId xmlns:a16="http://schemas.microsoft.com/office/drawing/2014/main" id="{42952A42-D07B-994D-BCE0-644E4676B706}"/>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7881384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AC4D50D-8CBD-D041-B02A-CC47AF580043}"/>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7B6047A-329B-294C-B023-E22060668C38}" type="slidenum">
              <a:rPr lang="en-US" altLang="zh-CN" sz="1200" smtClean="0">
                <a:latin typeface="Arial" panose="020B0604020202020204" pitchFamily="34" charset="0"/>
              </a:rPr>
              <a:pPr>
                <a:defRPr/>
              </a:pPr>
              <a:t>67</a:t>
            </a:fld>
            <a:endParaRPr lang="en-US" altLang="zh-CN" sz="1200">
              <a:latin typeface="Arial" panose="020B0604020202020204" pitchFamily="34" charset="0"/>
            </a:endParaRPr>
          </a:p>
        </p:txBody>
      </p:sp>
      <p:sp>
        <p:nvSpPr>
          <p:cNvPr id="730114" name="Rectangle 2">
            <a:extLst>
              <a:ext uri="{FF2B5EF4-FFF2-40B4-BE49-F238E27FC236}">
                <a16:creationId xmlns:a16="http://schemas.microsoft.com/office/drawing/2014/main" id="{A9E8F488-3262-EB41-B9AA-BCBD7D123C35}"/>
              </a:ext>
            </a:extLst>
          </p:cNvPr>
          <p:cNvSpPr>
            <a:spLocks noGrp="1" noRot="1" noChangeAspect="1" noChangeArrowheads="1" noTextEdit="1"/>
          </p:cNvSpPr>
          <p:nvPr>
            <p:ph type="sldImg"/>
          </p:nvPr>
        </p:nvSpPr>
        <p:spPr>
          <a:ln/>
        </p:spPr>
      </p:sp>
      <p:sp>
        <p:nvSpPr>
          <p:cNvPr id="730115" name="Rectangle 3">
            <a:extLst>
              <a:ext uri="{FF2B5EF4-FFF2-40B4-BE49-F238E27FC236}">
                <a16:creationId xmlns:a16="http://schemas.microsoft.com/office/drawing/2014/main" id="{C7EFE3DE-E92A-8E46-A701-41E25B490A46}"/>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2181945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D456DA9-CB30-9243-910A-B8B27A09A90B}"/>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8B1CC6A0-C447-D341-ABC1-5F38DD806E34}" type="slidenum">
              <a:rPr lang="en-US" altLang="zh-CN" sz="1200" smtClean="0">
                <a:latin typeface="Arial" panose="020B0604020202020204" pitchFamily="34" charset="0"/>
              </a:rPr>
              <a:pPr>
                <a:defRPr/>
              </a:pPr>
              <a:t>68</a:t>
            </a:fld>
            <a:endParaRPr lang="en-US" altLang="zh-CN" sz="1200">
              <a:latin typeface="Arial" panose="020B0604020202020204" pitchFamily="34" charset="0"/>
            </a:endParaRPr>
          </a:p>
        </p:txBody>
      </p:sp>
      <p:sp>
        <p:nvSpPr>
          <p:cNvPr id="731138" name="Rectangle 2">
            <a:extLst>
              <a:ext uri="{FF2B5EF4-FFF2-40B4-BE49-F238E27FC236}">
                <a16:creationId xmlns:a16="http://schemas.microsoft.com/office/drawing/2014/main" id="{0F65C9D4-CEDC-FB4F-B73D-829E6E129083}"/>
              </a:ext>
            </a:extLst>
          </p:cNvPr>
          <p:cNvSpPr>
            <a:spLocks noGrp="1" noRot="1" noChangeAspect="1" noChangeArrowheads="1" noTextEdit="1"/>
          </p:cNvSpPr>
          <p:nvPr>
            <p:ph type="sldImg"/>
          </p:nvPr>
        </p:nvSpPr>
        <p:spPr>
          <a:ln/>
        </p:spPr>
      </p:sp>
      <p:sp>
        <p:nvSpPr>
          <p:cNvPr id="731139" name="Rectangle 3">
            <a:extLst>
              <a:ext uri="{FF2B5EF4-FFF2-40B4-BE49-F238E27FC236}">
                <a16:creationId xmlns:a16="http://schemas.microsoft.com/office/drawing/2014/main" id="{27F008B8-EB22-5B49-8537-8BBE637A1910}"/>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28565993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C02E0C0-4850-BE42-BD3D-8017A9A7EDC8}"/>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BCE1A92-754F-1846-945E-5DF3A56F60E0}" type="slidenum">
              <a:rPr lang="en-US" altLang="zh-CN" sz="1200" smtClean="0">
                <a:latin typeface="Arial" panose="020B0604020202020204" pitchFamily="34" charset="0"/>
              </a:rPr>
              <a:pPr>
                <a:defRPr/>
              </a:pPr>
              <a:t>69</a:t>
            </a:fld>
            <a:endParaRPr lang="en-US" altLang="zh-CN" sz="1200">
              <a:latin typeface="Arial" panose="020B0604020202020204" pitchFamily="34" charset="0"/>
            </a:endParaRPr>
          </a:p>
        </p:txBody>
      </p:sp>
      <p:sp>
        <p:nvSpPr>
          <p:cNvPr id="739330" name="Rectangle 2">
            <a:extLst>
              <a:ext uri="{FF2B5EF4-FFF2-40B4-BE49-F238E27FC236}">
                <a16:creationId xmlns:a16="http://schemas.microsoft.com/office/drawing/2014/main" id="{66A74914-56BD-C549-8033-95F89FB6C4FB}"/>
              </a:ext>
            </a:extLst>
          </p:cNvPr>
          <p:cNvSpPr>
            <a:spLocks noGrp="1" noRot="1" noChangeAspect="1" noChangeArrowheads="1" noTextEdit="1"/>
          </p:cNvSpPr>
          <p:nvPr>
            <p:ph type="sldImg"/>
          </p:nvPr>
        </p:nvSpPr>
        <p:spPr>
          <a:ln/>
        </p:spPr>
      </p:sp>
      <p:sp>
        <p:nvSpPr>
          <p:cNvPr id="739331" name="Rectangle 3">
            <a:extLst>
              <a:ext uri="{FF2B5EF4-FFF2-40B4-BE49-F238E27FC236}">
                <a16:creationId xmlns:a16="http://schemas.microsoft.com/office/drawing/2014/main" id="{3084B306-CF67-9D4B-AA53-8AC2AD54696F}"/>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6733942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838852F-DEE5-AA47-85C4-72C94AC9567D}"/>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7EB657F-1A61-AA4D-9B56-7313765795E3}" type="slidenum">
              <a:rPr lang="en-US" altLang="zh-CN" sz="1200" smtClean="0">
                <a:latin typeface="Arial" panose="020B0604020202020204" pitchFamily="34" charset="0"/>
              </a:rPr>
              <a:pPr>
                <a:defRPr/>
              </a:pPr>
              <a:t>70</a:t>
            </a:fld>
            <a:endParaRPr lang="en-US" altLang="zh-CN" sz="1200">
              <a:latin typeface="Arial" panose="020B0604020202020204" pitchFamily="34" charset="0"/>
            </a:endParaRPr>
          </a:p>
        </p:txBody>
      </p:sp>
      <p:sp>
        <p:nvSpPr>
          <p:cNvPr id="740354" name="Rectangle 2">
            <a:extLst>
              <a:ext uri="{FF2B5EF4-FFF2-40B4-BE49-F238E27FC236}">
                <a16:creationId xmlns:a16="http://schemas.microsoft.com/office/drawing/2014/main" id="{069D6034-9C09-9644-AF52-DEA6792715A0}"/>
              </a:ext>
            </a:extLst>
          </p:cNvPr>
          <p:cNvSpPr>
            <a:spLocks noGrp="1" noRot="1" noChangeAspect="1" noChangeArrowheads="1" noTextEdit="1"/>
          </p:cNvSpPr>
          <p:nvPr>
            <p:ph type="sldImg"/>
          </p:nvPr>
        </p:nvSpPr>
        <p:spPr>
          <a:ln/>
        </p:spPr>
      </p:sp>
      <p:sp>
        <p:nvSpPr>
          <p:cNvPr id="740355" name="Rectangle 3">
            <a:extLst>
              <a:ext uri="{FF2B5EF4-FFF2-40B4-BE49-F238E27FC236}">
                <a16:creationId xmlns:a16="http://schemas.microsoft.com/office/drawing/2014/main" id="{425C3115-B334-CD47-8B89-80C9FC7431C4}"/>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8196095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663D73F-3D1D-E347-93A3-70D371947BDB}"/>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A53DFBD-43A4-E544-8944-48BF30008AC1}" type="slidenum">
              <a:rPr lang="en-US" altLang="zh-CN" sz="1200" smtClean="0">
                <a:latin typeface="Arial" panose="020B0604020202020204" pitchFamily="34" charset="0"/>
              </a:rPr>
              <a:pPr>
                <a:defRPr/>
              </a:pPr>
              <a:t>71</a:t>
            </a:fld>
            <a:endParaRPr lang="en-US" altLang="zh-CN" sz="1200">
              <a:latin typeface="Arial" panose="020B0604020202020204" pitchFamily="34" charset="0"/>
            </a:endParaRPr>
          </a:p>
        </p:txBody>
      </p:sp>
      <p:sp>
        <p:nvSpPr>
          <p:cNvPr id="741378" name="Rectangle 2">
            <a:extLst>
              <a:ext uri="{FF2B5EF4-FFF2-40B4-BE49-F238E27FC236}">
                <a16:creationId xmlns:a16="http://schemas.microsoft.com/office/drawing/2014/main" id="{54A1EE97-FD86-644C-9C3D-965747A2714E}"/>
              </a:ext>
            </a:extLst>
          </p:cNvPr>
          <p:cNvSpPr>
            <a:spLocks noGrp="1" noRot="1" noChangeAspect="1" noChangeArrowheads="1" noTextEdit="1"/>
          </p:cNvSpPr>
          <p:nvPr>
            <p:ph type="sldImg"/>
          </p:nvPr>
        </p:nvSpPr>
        <p:spPr>
          <a:ln/>
        </p:spPr>
      </p:sp>
      <p:sp>
        <p:nvSpPr>
          <p:cNvPr id="741379" name="Rectangle 3">
            <a:extLst>
              <a:ext uri="{FF2B5EF4-FFF2-40B4-BE49-F238E27FC236}">
                <a16:creationId xmlns:a16="http://schemas.microsoft.com/office/drawing/2014/main" id="{D303BA0B-989D-EB43-9440-52F6DEA597FB}"/>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43180025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30C417B-327F-634C-8A28-3D5B6A7F1532}"/>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53D493CA-11F4-F147-8340-0D346E17AC6C}" type="slidenum">
              <a:rPr lang="en-US" altLang="zh-CN" sz="1200" smtClean="0">
                <a:latin typeface="Arial" panose="020B0604020202020204" pitchFamily="34" charset="0"/>
              </a:rPr>
              <a:pPr>
                <a:defRPr/>
              </a:pPr>
              <a:t>72</a:t>
            </a:fld>
            <a:endParaRPr lang="en-US" altLang="zh-CN" sz="1200">
              <a:latin typeface="Arial" panose="020B0604020202020204" pitchFamily="34" charset="0"/>
            </a:endParaRPr>
          </a:p>
        </p:txBody>
      </p:sp>
      <p:sp>
        <p:nvSpPr>
          <p:cNvPr id="742402" name="Rectangle 2">
            <a:extLst>
              <a:ext uri="{FF2B5EF4-FFF2-40B4-BE49-F238E27FC236}">
                <a16:creationId xmlns:a16="http://schemas.microsoft.com/office/drawing/2014/main" id="{0372F37B-E004-1445-A030-C872ABBC428C}"/>
              </a:ext>
            </a:extLst>
          </p:cNvPr>
          <p:cNvSpPr>
            <a:spLocks noGrp="1" noRot="1" noChangeAspect="1" noChangeArrowheads="1" noTextEdit="1"/>
          </p:cNvSpPr>
          <p:nvPr>
            <p:ph type="sldImg"/>
          </p:nvPr>
        </p:nvSpPr>
        <p:spPr>
          <a:ln/>
        </p:spPr>
      </p:sp>
      <p:sp>
        <p:nvSpPr>
          <p:cNvPr id="742403" name="Rectangle 3">
            <a:extLst>
              <a:ext uri="{FF2B5EF4-FFF2-40B4-BE49-F238E27FC236}">
                <a16:creationId xmlns:a16="http://schemas.microsoft.com/office/drawing/2014/main" id="{F7A9F428-24A5-9F4F-81CD-D3F124BF4188}"/>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1657108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90A7B25-5FA4-994D-8376-6EB4A3ADE6C5}"/>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10FE54C-5A4F-9542-B92D-98DF20A838C2}" type="slidenum">
              <a:rPr lang="en-US" altLang="zh-CN" sz="1200" smtClean="0">
                <a:latin typeface="Arial" panose="020B0604020202020204" pitchFamily="34" charset="0"/>
              </a:rPr>
              <a:pPr>
                <a:defRPr/>
              </a:pPr>
              <a:t>73</a:t>
            </a:fld>
            <a:endParaRPr lang="en-US" altLang="zh-CN" sz="1200">
              <a:latin typeface="Arial" panose="020B0604020202020204" pitchFamily="34" charset="0"/>
            </a:endParaRPr>
          </a:p>
        </p:txBody>
      </p:sp>
      <p:sp>
        <p:nvSpPr>
          <p:cNvPr id="756738" name="Rectangle 2">
            <a:extLst>
              <a:ext uri="{FF2B5EF4-FFF2-40B4-BE49-F238E27FC236}">
                <a16:creationId xmlns:a16="http://schemas.microsoft.com/office/drawing/2014/main" id="{B672F919-70EE-B440-9F06-6C873C360DB4}"/>
              </a:ext>
            </a:extLst>
          </p:cNvPr>
          <p:cNvSpPr>
            <a:spLocks noGrp="1" noRot="1" noChangeAspect="1" noChangeArrowheads="1" noTextEdit="1"/>
          </p:cNvSpPr>
          <p:nvPr>
            <p:ph type="sldImg"/>
          </p:nvPr>
        </p:nvSpPr>
        <p:spPr>
          <a:ln/>
        </p:spPr>
      </p:sp>
      <p:sp>
        <p:nvSpPr>
          <p:cNvPr id="756739" name="Rectangle 3">
            <a:extLst>
              <a:ext uri="{FF2B5EF4-FFF2-40B4-BE49-F238E27FC236}">
                <a16:creationId xmlns:a16="http://schemas.microsoft.com/office/drawing/2014/main" id="{120DDFA5-7C0C-F348-BF63-DDED90E5FA2C}"/>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3924412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12D551E-AD7A-CE4C-AF50-4F02593A4AD8}"/>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A4E535A2-AC42-CA4C-A945-E34708F0C99F}" type="slidenum">
              <a:rPr lang="en-US" altLang="zh-CN" sz="1200" smtClean="0">
                <a:latin typeface="Arial" panose="020B0604020202020204" pitchFamily="34" charset="0"/>
              </a:rPr>
              <a:pPr>
                <a:defRPr/>
              </a:pPr>
              <a:t>74</a:t>
            </a:fld>
            <a:endParaRPr lang="en-US" altLang="zh-CN" sz="1200">
              <a:latin typeface="Arial" panose="020B0604020202020204" pitchFamily="34" charset="0"/>
            </a:endParaRPr>
          </a:p>
        </p:txBody>
      </p:sp>
      <p:sp>
        <p:nvSpPr>
          <p:cNvPr id="758786" name="Rectangle 2">
            <a:extLst>
              <a:ext uri="{FF2B5EF4-FFF2-40B4-BE49-F238E27FC236}">
                <a16:creationId xmlns:a16="http://schemas.microsoft.com/office/drawing/2014/main" id="{0AF1B3DF-AC36-714A-98B8-3198DC3F08F0}"/>
              </a:ext>
            </a:extLst>
          </p:cNvPr>
          <p:cNvSpPr>
            <a:spLocks noGrp="1" noRot="1" noChangeAspect="1" noChangeArrowheads="1" noTextEdit="1"/>
          </p:cNvSpPr>
          <p:nvPr>
            <p:ph type="sldImg"/>
          </p:nvPr>
        </p:nvSpPr>
        <p:spPr>
          <a:ln/>
        </p:spPr>
      </p:sp>
      <p:sp>
        <p:nvSpPr>
          <p:cNvPr id="758787" name="Rectangle 3">
            <a:extLst>
              <a:ext uri="{FF2B5EF4-FFF2-40B4-BE49-F238E27FC236}">
                <a16:creationId xmlns:a16="http://schemas.microsoft.com/office/drawing/2014/main" id="{C8C4FC3F-972F-AE4B-BAEA-05B81E2B0717}"/>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03272917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4ACC0ED1-A15A-4A3F-8477-BD4711CED9F9}" type="slidenum">
              <a:rPr lang="zh-CN" altLang="en-US" smtClean="0"/>
              <a:pPr>
                <a:defRPr/>
              </a:pPr>
              <a:t>75</a:t>
            </a:fld>
            <a:endParaRPr lang="zh-CN" altLang="en-US"/>
          </a:p>
        </p:txBody>
      </p:sp>
    </p:spTree>
    <p:extLst>
      <p:ext uri="{BB962C8B-B14F-4D97-AF65-F5344CB8AC3E}">
        <p14:creationId xmlns:p14="http://schemas.microsoft.com/office/powerpoint/2010/main" val="401914535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573D55F-DAC2-7C4E-BDF5-5FE81DAEE46C}"/>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27C5324-23AB-504E-8F48-06F4B0485210}" type="slidenum">
              <a:rPr lang="en-US" altLang="zh-CN" sz="1200" smtClean="0">
                <a:latin typeface="Arial" panose="020B0604020202020204" pitchFamily="34" charset="0"/>
              </a:rPr>
              <a:pPr>
                <a:defRPr/>
              </a:pPr>
              <a:t>79</a:t>
            </a:fld>
            <a:endParaRPr lang="en-US" altLang="zh-CN" sz="1200">
              <a:latin typeface="Arial" panose="020B0604020202020204" pitchFamily="34" charset="0"/>
            </a:endParaRPr>
          </a:p>
        </p:txBody>
      </p:sp>
      <p:sp>
        <p:nvSpPr>
          <p:cNvPr id="743426" name="Rectangle 2">
            <a:extLst>
              <a:ext uri="{FF2B5EF4-FFF2-40B4-BE49-F238E27FC236}">
                <a16:creationId xmlns:a16="http://schemas.microsoft.com/office/drawing/2014/main" id="{36D7EE65-34CC-E849-BB18-49237792A7BD}"/>
              </a:ext>
            </a:extLst>
          </p:cNvPr>
          <p:cNvSpPr>
            <a:spLocks noGrp="1" noRot="1" noChangeAspect="1" noChangeArrowheads="1" noTextEdit="1"/>
          </p:cNvSpPr>
          <p:nvPr>
            <p:ph type="sldImg"/>
          </p:nvPr>
        </p:nvSpPr>
        <p:spPr>
          <a:ln/>
        </p:spPr>
      </p:sp>
      <p:sp>
        <p:nvSpPr>
          <p:cNvPr id="743427" name="Rectangle 3">
            <a:extLst>
              <a:ext uri="{FF2B5EF4-FFF2-40B4-BE49-F238E27FC236}">
                <a16:creationId xmlns:a16="http://schemas.microsoft.com/office/drawing/2014/main" id="{7CEE637A-F438-EE4E-B3F2-8DB1D1A18101}"/>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1157576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91A658C-2CCC-AF44-8AD1-2E9FE4E6A250}"/>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0D84806-D565-8247-8E37-1CBF6AF5C0BA}" type="slidenum">
              <a:rPr lang="en-US" altLang="zh-CN" sz="1200" smtClean="0">
                <a:latin typeface="Arial" panose="020B0604020202020204" pitchFamily="34" charset="0"/>
              </a:rPr>
              <a:pPr>
                <a:defRPr/>
              </a:pPr>
              <a:t>88</a:t>
            </a:fld>
            <a:endParaRPr lang="en-US" altLang="zh-CN" sz="1200">
              <a:latin typeface="Arial" panose="020B0604020202020204" pitchFamily="34" charset="0"/>
            </a:endParaRPr>
          </a:p>
        </p:txBody>
      </p:sp>
      <p:sp>
        <p:nvSpPr>
          <p:cNvPr id="622594" name="Rectangle 2">
            <a:extLst>
              <a:ext uri="{FF2B5EF4-FFF2-40B4-BE49-F238E27FC236}">
                <a16:creationId xmlns:a16="http://schemas.microsoft.com/office/drawing/2014/main" id="{470BAF0C-C57D-E849-9F35-D6C5A995F685}"/>
              </a:ext>
            </a:extLst>
          </p:cNvPr>
          <p:cNvSpPr>
            <a:spLocks noGrp="1" noRot="1" noChangeAspect="1" noChangeArrowheads="1" noTextEdit="1"/>
          </p:cNvSpPr>
          <p:nvPr>
            <p:ph type="sldImg"/>
          </p:nvPr>
        </p:nvSpPr>
        <p:spPr>
          <a:ln/>
        </p:spPr>
      </p:sp>
      <p:sp>
        <p:nvSpPr>
          <p:cNvPr id="622595" name="Rectangle 3">
            <a:extLst>
              <a:ext uri="{FF2B5EF4-FFF2-40B4-BE49-F238E27FC236}">
                <a16:creationId xmlns:a16="http://schemas.microsoft.com/office/drawing/2014/main" id="{66A92A53-9355-A84D-A177-2FBBE53C93E7}"/>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5558577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429D906-D1D6-DF4D-B130-3907F8790B1F}"/>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D410DB6-D70F-C74B-AEB9-1AEF0E09FC39}" type="slidenum">
              <a:rPr lang="en-US" altLang="zh-CN" sz="1200" smtClean="0">
                <a:latin typeface="Arial" panose="020B0604020202020204" pitchFamily="34" charset="0"/>
              </a:rPr>
              <a:pPr>
                <a:defRPr/>
              </a:pPr>
              <a:t>89</a:t>
            </a:fld>
            <a:endParaRPr lang="en-US" altLang="zh-CN" sz="1200">
              <a:latin typeface="Arial" panose="020B0604020202020204" pitchFamily="34" charset="0"/>
            </a:endParaRPr>
          </a:p>
        </p:txBody>
      </p:sp>
      <p:sp>
        <p:nvSpPr>
          <p:cNvPr id="625666" name="Rectangle 2">
            <a:extLst>
              <a:ext uri="{FF2B5EF4-FFF2-40B4-BE49-F238E27FC236}">
                <a16:creationId xmlns:a16="http://schemas.microsoft.com/office/drawing/2014/main" id="{83CDCF81-1098-6549-ACE4-538F2BC5A175}"/>
              </a:ext>
            </a:extLst>
          </p:cNvPr>
          <p:cNvSpPr>
            <a:spLocks noGrp="1" noRot="1" noChangeAspect="1" noChangeArrowheads="1" noTextEdit="1"/>
          </p:cNvSpPr>
          <p:nvPr>
            <p:ph type="sldImg"/>
          </p:nvPr>
        </p:nvSpPr>
        <p:spPr>
          <a:ln/>
        </p:spPr>
      </p:sp>
      <p:sp>
        <p:nvSpPr>
          <p:cNvPr id="625667" name="Rectangle 3">
            <a:extLst>
              <a:ext uri="{FF2B5EF4-FFF2-40B4-BE49-F238E27FC236}">
                <a16:creationId xmlns:a16="http://schemas.microsoft.com/office/drawing/2014/main" id="{AC276568-34D1-A543-8C77-8539059D9644}"/>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92925211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D9614C5-1457-DE49-AC59-516FBFC1CBF9}"/>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ED3E9E9-C205-4343-A232-182B71151BF0}" type="slidenum">
              <a:rPr lang="en-US" altLang="zh-CN" sz="1200" smtClean="0">
                <a:latin typeface="Arial" panose="020B0604020202020204" pitchFamily="34" charset="0"/>
              </a:rPr>
              <a:pPr>
                <a:defRPr/>
              </a:pPr>
              <a:t>94</a:t>
            </a:fld>
            <a:endParaRPr lang="en-US" altLang="zh-CN" sz="1200">
              <a:latin typeface="Arial" panose="020B0604020202020204" pitchFamily="34" charset="0"/>
            </a:endParaRPr>
          </a:p>
        </p:txBody>
      </p:sp>
      <p:sp>
        <p:nvSpPr>
          <p:cNvPr id="626690" name="Rectangle 2">
            <a:extLst>
              <a:ext uri="{FF2B5EF4-FFF2-40B4-BE49-F238E27FC236}">
                <a16:creationId xmlns:a16="http://schemas.microsoft.com/office/drawing/2014/main" id="{13937B4B-6E08-1B4D-8A66-D4139792DAE1}"/>
              </a:ext>
            </a:extLst>
          </p:cNvPr>
          <p:cNvSpPr>
            <a:spLocks noGrp="1" noRot="1" noChangeAspect="1" noChangeArrowheads="1" noTextEdit="1"/>
          </p:cNvSpPr>
          <p:nvPr>
            <p:ph type="sldImg"/>
          </p:nvPr>
        </p:nvSpPr>
        <p:spPr>
          <a:ln/>
        </p:spPr>
      </p:sp>
      <p:sp>
        <p:nvSpPr>
          <p:cNvPr id="626691" name="Rectangle 3">
            <a:extLst>
              <a:ext uri="{FF2B5EF4-FFF2-40B4-BE49-F238E27FC236}">
                <a16:creationId xmlns:a16="http://schemas.microsoft.com/office/drawing/2014/main" id="{9C64C78E-DE6B-2A44-B249-7BE9B94B98B9}"/>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9416981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428ECE6-5447-4B46-9192-61255A4257D4}"/>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43812B6-FDF7-A742-B869-194CE32B4833}" type="slidenum">
              <a:rPr lang="en-US" altLang="zh-CN" sz="1200" smtClean="0">
                <a:latin typeface="Arial" panose="020B0604020202020204" pitchFamily="34" charset="0"/>
              </a:rPr>
              <a:pPr>
                <a:defRPr/>
              </a:pPr>
              <a:t>95</a:t>
            </a:fld>
            <a:endParaRPr lang="en-US" altLang="zh-CN" sz="1200">
              <a:latin typeface="Arial" panose="020B0604020202020204" pitchFamily="34" charset="0"/>
            </a:endParaRPr>
          </a:p>
        </p:txBody>
      </p:sp>
      <p:sp>
        <p:nvSpPr>
          <p:cNvPr id="627714" name="Rectangle 2">
            <a:extLst>
              <a:ext uri="{FF2B5EF4-FFF2-40B4-BE49-F238E27FC236}">
                <a16:creationId xmlns:a16="http://schemas.microsoft.com/office/drawing/2014/main" id="{B3C464A2-9BAA-4148-8611-4B8E15949859}"/>
              </a:ext>
            </a:extLst>
          </p:cNvPr>
          <p:cNvSpPr>
            <a:spLocks noGrp="1" noRot="1" noChangeAspect="1" noChangeArrowheads="1" noTextEdit="1"/>
          </p:cNvSpPr>
          <p:nvPr>
            <p:ph type="sldImg"/>
          </p:nvPr>
        </p:nvSpPr>
        <p:spPr>
          <a:ln/>
        </p:spPr>
      </p:sp>
      <p:sp>
        <p:nvSpPr>
          <p:cNvPr id="627715" name="Rectangle 3">
            <a:extLst>
              <a:ext uri="{FF2B5EF4-FFF2-40B4-BE49-F238E27FC236}">
                <a16:creationId xmlns:a16="http://schemas.microsoft.com/office/drawing/2014/main" id="{C7B13CD9-CA5C-4742-843B-FC960F6AF4EF}"/>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94112495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01D29A6-3B64-1840-8C81-654E05AA308B}"/>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A74FE68F-0311-5244-B88D-37E44F115365}" type="slidenum">
              <a:rPr lang="en-US" altLang="zh-CN" sz="1200" smtClean="0">
                <a:latin typeface="Arial" panose="020B0604020202020204" pitchFamily="34" charset="0"/>
              </a:rPr>
              <a:pPr>
                <a:defRPr/>
              </a:pPr>
              <a:t>96</a:t>
            </a:fld>
            <a:endParaRPr lang="en-US" altLang="zh-CN" sz="1200">
              <a:latin typeface="Arial" panose="020B0604020202020204" pitchFamily="34" charset="0"/>
            </a:endParaRPr>
          </a:p>
        </p:txBody>
      </p:sp>
      <p:sp>
        <p:nvSpPr>
          <p:cNvPr id="628738" name="Rectangle 2">
            <a:extLst>
              <a:ext uri="{FF2B5EF4-FFF2-40B4-BE49-F238E27FC236}">
                <a16:creationId xmlns:a16="http://schemas.microsoft.com/office/drawing/2014/main" id="{A09A8E99-C05E-7446-8C51-19E3501DADBF}"/>
              </a:ext>
            </a:extLst>
          </p:cNvPr>
          <p:cNvSpPr>
            <a:spLocks noGrp="1" noRot="1" noChangeAspect="1" noChangeArrowheads="1" noTextEdit="1"/>
          </p:cNvSpPr>
          <p:nvPr>
            <p:ph type="sldImg"/>
          </p:nvPr>
        </p:nvSpPr>
        <p:spPr>
          <a:ln/>
        </p:spPr>
      </p:sp>
      <p:sp>
        <p:nvSpPr>
          <p:cNvPr id="628739" name="Rectangle 3">
            <a:extLst>
              <a:ext uri="{FF2B5EF4-FFF2-40B4-BE49-F238E27FC236}">
                <a16:creationId xmlns:a16="http://schemas.microsoft.com/office/drawing/2014/main" id="{941E56AF-6285-5F49-B250-1E80DC333036}"/>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3697132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9E7A135-E072-5449-82A6-971427FEB675}"/>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B3CA72C-A38A-D04B-90A7-E73BA9D286B4}" type="slidenum">
              <a:rPr lang="en-US" altLang="zh-CN" sz="1200" smtClean="0">
                <a:latin typeface="Arial" panose="020B0604020202020204" pitchFamily="34" charset="0"/>
              </a:rPr>
              <a:pPr>
                <a:defRPr/>
              </a:pPr>
              <a:t>97</a:t>
            </a:fld>
            <a:endParaRPr lang="en-US" altLang="zh-CN" sz="1200">
              <a:latin typeface="Arial" panose="020B0604020202020204" pitchFamily="34" charset="0"/>
            </a:endParaRPr>
          </a:p>
        </p:txBody>
      </p:sp>
      <p:sp>
        <p:nvSpPr>
          <p:cNvPr id="629762" name="Rectangle 2">
            <a:extLst>
              <a:ext uri="{FF2B5EF4-FFF2-40B4-BE49-F238E27FC236}">
                <a16:creationId xmlns:a16="http://schemas.microsoft.com/office/drawing/2014/main" id="{D1577C76-0ACA-4B42-AECB-7D4BC80B1FEF}"/>
              </a:ext>
            </a:extLst>
          </p:cNvPr>
          <p:cNvSpPr>
            <a:spLocks noGrp="1" noRot="1" noChangeAspect="1" noChangeArrowheads="1" noTextEdit="1"/>
          </p:cNvSpPr>
          <p:nvPr>
            <p:ph type="sldImg"/>
          </p:nvPr>
        </p:nvSpPr>
        <p:spPr>
          <a:ln/>
        </p:spPr>
      </p:sp>
      <p:sp>
        <p:nvSpPr>
          <p:cNvPr id="629763" name="Rectangle 3">
            <a:extLst>
              <a:ext uri="{FF2B5EF4-FFF2-40B4-BE49-F238E27FC236}">
                <a16:creationId xmlns:a16="http://schemas.microsoft.com/office/drawing/2014/main" id="{89CB2D22-A689-6743-B6C8-7191A8A8194F}"/>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28475691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BCE37FB-0B08-7947-92DF-E382949977A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A1E77FF-6279-3F41-A366-5F4C59DA7A8B}" type="slidenum">
              <a:rPr lang="en-US" altLang="zh-CN" sz="1200" smtClean="0">
                <a:latin typeface="Arial" panose="020B0604020202020204" pitchFamily="34" charset="0"/>
              </a:rPr>
              <a:pPr>
                <a:defRPr/>
              </a:pPr>
              <a:t>98</a:t>
            </a:fld>
            <a:endParaRPr lang="en-US" altLang="zh-CN" sz="1200">
              <a:latin typeface="Arial" panose="020B0604020202020204" pitchFamily="34" charset="0"/>
            </a:endParaRPr>
          </a:p>
        </p:txBody>
      </p:sp>
      <p:sp>
        <p:nvSpPr>
          <p:cNvPr id="630786" name="Rectangle 2">
            <a:extLst>
              <a:ext uri="{FF2B5EF4-FFF2-40B4-BE49-F238E27FC236}">
                <a16:creationId xmlns:a16="http://schemas.microsoft.com/office/drawing/2014/main" id="{E5E524D5-2E83-9F4E-9C28-0297E5804808}"/>
              </a:ext>
            </a:extLst>
          </p:cNvPr>
          <p:cNvSpPr>
            <a:spLocks noGrp="1" noRot="1" noChangeAspect="1" noChangeArrowheads="1" noTextEdit="1"/>
          </p:cNvSpPr>
          <p:nvPr>
            <p:ph type="sldImg"/>
          </p:nvPr>
        </p:nvSpPr>
        <p:spPr>
          <a:ln/>
        </p:spPr>
      </p:sp>
      <p:sp>
        <p:nvSpPr>
          <p:cNvPr id="630787" name="Rectangle 3">
            <a:extLst>
              <a:ext uri="{FF2B5EF4-FFF2-40B4-BE49-F238E27FC236}">
                <a16:creationId xmlns:a16="http://schemas.microsoft.com/office/drawing/2014/main" id="{8FD71A57-54CF-D44C-9523-DCD39A89B110}"/>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3591022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3BC8C0E-9345-7F4A-B60B-AD311B98CB7F}"/>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08D784E-55F2-5244-BDBA-3E117D3B9EE1}" type="slidenum">
              <a:rPr lang="en-US" altLang="zh-CN" sz="1200" smtClean="0">
                <a:latin typeface="Arial" panose="020B0604020202020204" pitchFamily="34" charset="0"/>
              </a:rPr>
              <a:pPr>
                <a:defRPr/>
              </a:pPr>
              <a:t>99</a:t>
            </a:fld>
            <a:endParaRPr lang="en-US" altLang="zh-CN" sz="1200">
              <a:latin typeface="Arial" panose="020B0604020202020204" pitchFamily="34" charset="0"/>
            </a:endParaRPr>
          </a:p>
        </p:txBody>
      </p:sp>
      <p:sp>
        <p:nvSpPr>
          <p:cNvPr id="631810" name="Rectangle 2">
            <a:extLst>
              <a:ext uri="{FF2B5EF4-FFF2-40B4-BE49-F238E27FC236}">
                <a16:creationId xmlns:a16="http://schemas.microsoft.com/office/drawing/2014/main" id="{A7EC40C9-D334-1C4D-ADC7-4B77ECBBCD47}"/>
              </a:ext>
            </a:extLst>
          </p:cNvPr>
          <p:cNvSpPr>
            <a:spLocks noGrp="1" noRot="1" noChangeAspect="1" noChangeArrowheads="1" noTextEdit="1"/>
          </p:cNvSpPr>
          <p:nvPr>
            <p:ph type="sldImg"/>
          </p:nvPr>
        </p:nvSpPr>
        <p:spPr>
          <a:ln/>
        </p:spPr>
      </p:sp>
      <p:sp>
        <p:nvSpPr>
          <p:cNvPr id="631811" name="Rectangle 3">
            <a:extLst>
              <a:ext uri="{FF2B5EF4-FFF2-40B4-BE49-F238E27FC236}">
                <a16:creationId xmlns:a16="http://schemas.microsoft.com/office/drawing/2014/main" id="{BCE054C7-99B5-9040-B32B-8768649BF41E}"/>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3712018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E942BD1-1668-BC49-8F5C-6B2E9DB89F3C}"/>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68E345F-0CC2-5C4D-98FE-6CE722676120}" type="slidenum">
              <a:rPr lang="en-US" altLang="zh-CN" sz="1200" smtClean="0">
                <a:latin typeface="Arial" panose="020B0604020202020204" pitchFamily="34" charset="0"/>
              </a:rPr>
              <a:pPr>
                <a:defRPr/>
              </a:pPr>
              <a:t>100</a:t>
            </a:fld>
            <a:endParaRPr lang="en-US" altLang="zh-CN" sz="1200">
              <a:latin typeface="Arial" panose="020B0604020202020204" pitchFamily="34" charset="0"/>
            </a:endParaRPr>
          </a:p>
        </p:txBody>
      </p:sp>
      <p:sp>
        <p:nvSpPr>
          <p:cNvPr id="632834" name="Rectangle 2">
            <a:extLst>
              <a:ext uri="{FF2B5EF4-FFF2-40B4-BE49-F238E27FC236}">
                <a16:creationId xmlns:a16="http://schemas.microsoft.com/office/drawing/2014/main" id="{7C7C1C3A-E7A2-9543-AD5B-0591C46C85CB}"/>
              </a:ext>
            </a:extLst>
          </p:cNvPr>
          <p:cNvSpPr>
            <a:spLocks noGrp="1" noRot="1" noChangeAspect="1" noChangeArrowheads="1" noTextEdit="1"/>
          </p:cNvSpPr>
          <p:nvPr>
            <p:ph type="sldImg"/>
          </p:nvPr>
        </p:nvSpPr>
        <p:spPr>
          <a:ln/>
        </p:spPr>
      </p:sp>
      <p:sp>
        <p:nvSpPr>
          <p:cNvPr id="632835" name="Rectangle 3">
            <a:extLst>
              <a:ext uri="{FF2B5EF4-FFF2-40B4-BE49-F238E27FC236}">
                <a16:creationId xmlns:a16="http://schemas.microsoft.com/office/drawing/2014/main" id="{AB587E44-9582-4C47-BD64-AFBF86C7D886}"/>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7031287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F42EEE3-9777-1240-B586-8AD80E8B7FED}"/>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4375E35-449B-904C-A509-74BF6F97B11D}" type="slidenum">
              <a:rPr lang="en-US" altLang="zh-CN" sz="1200" smtClean="0">
                <a:latin typeface="Arial" panose="020B0604020202020204" pitchFamily="34" charset="0"/>
              </a:rPr>
              <a:pPr>
                <a:defRPr/>
              </a:pPr>
              <a:t>101</a:t>
            </a:fld>
            <a:endParaRPr lang="en-US" altLang="zh-CN" sz="1200">
              <a:latin typeface="Arial" panose="020B0604020202020204" pitchFamily="34" charset="0"/>
            </a:endParaRPr>
          </a:p>
        </p:txBody>
      </p:sp>
      <p:sp>
        <p:nvSpPr>
          <p:cNvPr id="633858" name="Rectangle 2">
            <a:extLst>
              <a:ext uri="{FF2B5EF4-FFF2-40B4-BE49-F238E27FC236}">
                <a16:creationId xmlns:a16="http://schemas.microsoft.com/office/drawing/2014/main" id="{DAB16971-6603-6B4D-B9EB-D6CBCF7938CD}"/>
              </a:ext>
            </a:extLst>
          </p:cNvPr>
          <p:cNvSpPr>
            <a:spLocks noGrp="1" noRot="1" noChangeAspect="1" noChangeArrowheads="1" noTextEdit="1"/>
          </p:cNvSpPr>
          <p:nvPr>
            <p:ph type="sldImg"/>
          </p:nvPr>
        </p:nvSpPr>
        <p:spPr>
          <a:ln/>
        </p:spPr>
      </p:sp>
      <p:sp>
        <p:nvSpPr>
          <p:cNvPr id="633859" name="Rectangle 3">
            <a:extLst>
              <a:ext uri="{FF2B5EF4-FFF2-40B4-BE49-F238E27FC236}">
                <a16:creationId xmlns:a16="http://schemas.microsoft.com/office/drawing/2014/main" id="{87D17EF3-B434-2D4D-9375-114FDF5108E3}"/>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5390504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57908A9-305D-A94D-A980-B92AC542745E}"/>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1399FA8-FC96-934C-82BA-E97F9C501166}" type="slidenum">
              <a:rPr lang="en-US" altLang="zh-CN" sz="1200" smtClean="0">
                <a:latin typeface="Arial" panose="020B0604020202020204" pitchFamily="34" charset="0"/>
              </a:rPr>
              <a:pPr>
                <a:defRPr/>
              </a:pPr>
              <a:t>102</a:t>
            </a:fld>
            <a:endParaRPr lang="en-US" altLang="zh-CN" sz="1200">
              <a:latin typeface="Arial" panose="020B0604020202020204" pitchFamily="34" charset="0"/>
            </a:endParaRPr>
          </a:p>
        </p:txBody>
      </p:sp>
      <p:sp>
        <p:nvSpPr>
          <p:cNvPr id="634882" name="Rectangle 2">
            <a:extLst>
              <a:ext uri="{FF2B5EF4-FFF2-40B4-BE49-F238E27FC236}">
                <a16:creationId xmlns:a16="http://schemas.microsoft.com/office/drawing/2014/main" id="{22341024-3C40-7A4A-B5A1-D679BF6200BA}"/>
              </a:ext>
            </a:extLst>
          </p:cNvPr>
          <p:cNvSpPr>
            <a:spLocks noGrp="1" noRot="1" noChangeAspect="1" noChangeArrowheads="1" noTextEdit="1"/>
          </p:cNvSpPr>
          <p:nvPr>
            <p:ph type="sldImg"/>
          </p:nvPr>
        </p:nvSpPr>
        <p:spPr>
          <a:ln/>
        </p:spPr>
      </p:sp>
      <p:sp>
        <p:nvSpPr>
          <p:cNvPr id="634883" name="Rectangle 3">
            <a:extLst>
              <a:ext uri="{FF2B5EF4-FFF2-40B4-BE49-F238E27FC236}">
                <a16:creationId xmlns:a16="http://schemas.microsoft.com/office/drawing/2014/main" id="{E22262D9-12B5-C448-91BE-5790D9BE0B53}"/>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5810577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2E01165-E075-FE4C-9703-0C799C6F8BD2}"/>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8A5B63A-5EC2-4146-95EB-6B1D71326057}" type="slidenum">
              <a:rPr lang="en-US" altLang="zh-CN" sz="1200" smtClean="0">
                <a:latin typeface="Arial" panose="020B0604020202020204" pitchFamily="34" charset="0"/>
              </a:rPr>
              <a:pPr>
                <a:defRPr/>
              </a:pPr>
              <a:t>103</a:t>
            </a:fld>
            <a:endParaRPr lang="en-US" altLang="zh-CN" sz="1200">
              <a:latin typeface="Arial" panose="020B0604020202020204" pitchFamily="34" charset="0"/>
            </a:endParaRPr>
          </a:p>
        </p:txBody>
      </p:sp>
      <p:sp>
        <p:nvSpPr>
          <p:cNvPr id="635906" name="Rectangle 2">
            <a:extLst>
              <a:ext uri="{FF2B5EF4-FFF2-40B4-BE49-F238E27FC236}">
                <a16:creationId xmlns:a16="http://schemas.microsoft.com/office/drawing/2014/main" id="{5DED5DB9-35AD-BF46-982D-0C1BCCDA3955}"/>
              </a:ext>
            </a:extLst>
          </p:cNvPr>
          <p:cNvSpPr>
            <a:spLocks noGrp="1" noRot="1" noChangeAspect="1" noChangeArrowheads="1" noTextEdit="1"/>
          </p:cNvSpPr>
          <p:nvPr>
            <p:ph type="sldImg"/>
          </p:nvPr>
        </p:nvSpPr>
        <p:spPr>
          <a:ln/>
        </p:spPr>
      </p:sp>
      <p:sp>
        <p:nvSpPr>
          <p:cNvPr id="635907" name="Rectangle 3">
            <a:extLst>
              <a:ext uri="{FF2B5EF4-FFF2-40B4-BE49-F238E27FC236}">
                <a16:creationId xmlns:a16="http://schemas.microsoft.com/office/drawing/2014/main" id="{215A7114-76CA-654C-9E45-DD418BA28F1F}"/>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5618278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B755AAC-C566-1544-8252-2D0BAC81E986}"/>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8FC1F9D-E4F6-BB4B-AC74-F262588EA409}" type="slidenum">
              <a:rPr lang="en-US" altLang="zh-CN" sz="1200" smtClean="0">
                <a:latin typeface="Arial" panose="020B0604020202020204" pitchFamily="34" charset="0"/>
              </a:rPr>
              <a:pPr>
                <a:defRPr/>
              </a:pPr>
              <a:t>104</a:t>
            </a:fld>
            <a:endParaRPr lang="en-US" altLang="zh-CN" sz="1200">
              <a:latin typeface="Arial" panose="020B0604020202020204" pitchFamily="34" charset="0"/>
            </a:endParaRPr>
          </a:p>
        </p:txBody>
      </p:sp>
      <p:sp>
        <p:nvSpPr>
          <p:cNvPr id="636930" name="Rectangle 2">
            <a:extLst>
              <a:ext uri="{FF2B5EF4-FFF2-40B4-BE49-F238E27FC236}">
                <a16:creationId xmlns:a16="http://schemas.microsoft.com/office/drawing/2014/main" id="{79345288-A68B-C54C-A957-6AD96D16B43C}"/>
              </a:ext>
            </a:extLst>
          </p:cNvPr>
          <p:cNvSpPr>
            <a:spLocks noGrp="1" noRot="1" noChangeAspect="1" noChangeArrowheads="1" noTextEdit="1"/>
          </p:cNvSpPr>
          <p:nvPr>
            <p:ph type="sldImg"/>
          </p:nvPr>
        </p:nvSpPr>
        <p:spPr>
          <a:ln/>
        </p:spPr>
      </p:sp>
      <p:sp>
        <p:nvSpPr>
          <p:cNvPr id="636931" name="Rectangle 3">
            <a:extLst>
              <a:ext uri="{FF2B5EF4-FFF2-40B4-BE49-F238E27FC236}">
                <a16:creationId xmlns:a16="http://schemas.microsoft.com/office/drawing/2014/main" id="{4D8EE22F-4042-7B46-8BC2-0DBF42907489}"/>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24624175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3870E16-58D1-624F-AD72-07CE5060FD25}"/>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12FA1EF0-5D52-F24E-8A6D-537F468F4F82}" type="slidenum">
              <a:rPr lang="en-US" altLang="zh-CN" sz="1200" smtClean="0">
                <a:latin typeface="Arial" panose="020B0604020202020204" pitchFamily="34" charset="0"/>
              </a:rPr>
              <a:pPr>
                <a:defRPr/>
              </a:pPr>
              <a:t>105</a:t>
            </a:fld>
            <a:endParaRPr lang="en-US" altLang="zh-CN" sz="1200">
              <a:latin typeface="Arial" panose="020B0604020202020204" pitchFamily="34" charset="0"/>
            </a:endParaRPr>
          </a:p>
        </p:txBody>
      </p:sp>
      <p:sp>
        <p:nvSpPr>
          <p:cNvPr id="637954" name="Rectangle 2">
            <a:extLst>
              <a:ext uri="{FF2B5EF4-FFF2-40B4-BE49-F238E27FC236}">
                <a16:creationId xmlns:a16="http://schemas.microsoft.com/office/drawing/2014/main" id="{066B103C-7EE2-4342-824E-ED251FCD7002}"/>
              </a:ext>
            </a:extLst>
          </p:cNvPr>
          <p:cNvSpPr>
            <a:spLocks noGrp="1" noRot="1" noChangeAspect="1" noChangeArrowheads="1" noTextEdit="1"/>
          </p:cNvSpPr>
          <p:nvPr>
            <p:ph type="sldImg"/>
          </p:nvPr>
        </p:nvSpPr>
        <p:spPr>
          <a:ln/>
        </p:spPr>
      </p:sp>
      <p:sp>
        <p:nvSpPr>
          <p:cNvPr id="637955" name="Rectangle 3">
            <a:extLst>
              <a:ext uri="{FF2B5EF4-FFF2-40B4-BE49-F238E27FC236}">
                <a16:creationId xmlns:a16="http://schemas.microsoft.com/office/drawing/2014/main" id="{22D79EF4-091F-044F-B68E-856EA0314350}"/>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66308676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AEB8F12-C55B-CC47-9C8D-8B34B5CF873B}"/>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86D05109-51B2-404A-98FA-634B5EC0C230}" type="slidenum">
              <a:rPr lang="en-US" altLang="zh-CN" sz="1200" smtClean="0">
                <a:latin typeface="Arial" panose="020B0604020202020204" pitchFamily="34" charset="0"/>
              </a:rPr>
              <a:pPr>
                <a:defRPr/>
              </a:pPr>
              <a:t>106</a:t>
            </a:fld>
            <a:endParaRPr lang="en-US" altLang="zh-CN" sz="1200">
              <a:latin typeface="Arial" panose="020B0604020202020204" pitchFamily="34" charset="0"/>
            </a:endParaRPr>
          </a:p>
        </p:txBody>
      </p:sp>
      <p:sp>
        <p:nvSpPr>
          <p:cNvPr id="640002" name="Rectangle 2">
            <a:extLst>
              <a:ext uri="{FF2B5EF4-FFF2-40B4-BE49-F238E27FC236}">
                <a16:creationId xmlns:a16="http://schemas.microsoft.com/office/drawing/2014/main" id="{DA370F88-D3AE-0041-BF08-A1C567F77BAE}"/>
              </a:ext>
            </a:extLst>
          </p:cNvPr>
          <p:cNvSpPr>
            <a:spLocks noGrp="1" noRot="1" noChangeAspect="1" noChangeArrowheads="1" noTextEdit="1"/>
          </p:cNvSpPr>
          <p:nvPr>
            <p:ph type="sldImg"/>
          </p:nvPr>
        </p:nvSpPr>
        <p:spPr>
          <a:ln/>
        </p:spPr>
      </p:sp>
      <p:sp>
        <p:nvSpPr>
          <p:cNvPr id="640003" name="Rectangle 3">
            <a:extLst>
              <a:ext uri="{FF2B5EF4-FFF2-40B4-BE49-F238E27FC236}">
                <a16:creationId xmlns:a16="http://schemas.microsoft.com/office/drawing/2014/main" id="{BFFD6232-B953-FD41-B554-499F2463C999}"/>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61586038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BB2F0DB-396D-0D45-91FA-D762B4AE2778}"/>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7B6B106-0E44-224F-AEDA-6E3CFF444DBB}" type="slidenum">
              <a:rPr lang="en-US" altLang="zh-CN" sz="1200" smtClean="0">
                <a:latin typeface="Arial" panose="020B0604020202020204" pitchFamily="34" charset="0"/>
              </a:rPr>
              <a:pPr>
                <a:defRPr/>
              </a:pPr>
              <a:t>107</a:t>
            </a:fld>
            <a:endParaRPr lang="en-US" altLang="zh-CN" sz="1200">
              <a:latin typeface="Arial" panose="020B0604020202020204" pitchFamily="34" charset="0"/>
            </a:endParaRPr>
          </a:p>
        </p:txBody>
      </p:sp>
      <p:sp>
        <p:nvSpPr>
          <p:cNvPr id="641026" name="Rectangle 2">
            <a:extLst>
              <a:ext uri="{FF2B5EF4-FFF2-40B4-BE49-F238E27FC236}">
                <a16:creationId xmlns:a16="http://schemas.microsoft.com/office/drawing/2014/main" id="{0A5CE158-025F-A74D-82DC-7BD247068833}"/>
              </a:ext>
            </a:extLst>
          </p:cNvPr>
          <p:cNvSpPr>
            <a:spLocks noGrp="1" noRot="1" noChangeAspect="1" noChangeArrowheads="1" noTextEdit="1"/>
          </p:cNvSpPr>
          <p:nvPr>
            <p:ph type="sldImg"/>
          </p:nvPr>
        </p:nvSpPr>
        <p:spPr>
          <a:ln/>
        </p:spPr>
      </p:sp>
      <p:sp>
        <p:nvSpPr>
          <p:cNvPr id="641027" name="Rectangle 3">
            <a:extLst>
              <a:ext uri="{FF2B5EF4-FFF2-40B4-BE49-F238E27FC236}">
                <a16:creationId xmlns:a16="http://schemas.microsoft.com/office/drawing/2014/main" id="{1CEE11EB-AB0A-A44D-8934-E120EA745AB5}"/>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82490534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1355EF2-1025-0040-86DE-6FE19812C9F9}"/>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2D044D5-8D1B-B54E-A4C8-F47B35B60474}" type="slidenum">
              <a:rPr lang="en-US" altLang="zh-CN" sz="1200" smtClean="0">
                <a:latin typeface="Arial" panose="020B0604020202020204" pitchFamily="34" charset="0"/>
              </a:rPr>
              <a:pPr>
                <a:defRPr/>
              </a:pPr>
              <a:t>108</a:t>
            </a:fld>
            <a:endParaRPr lang="en-US" altLang="zh-CN" sz="1200">
              <a:latin typeface="Arial" panose="020B0604020202020204" pitchFamily="34" charset="0"/>
            </a:endParaRPr>
          </a:p>
        </p:txBody>
      </p:sp>
      <p:sp>
        <p:nvSpPr>
          <p:cNvPr id="642050" name="Rectangle 2">
            <a:extLst>
              <a:ext uri="{FF2B5EF4-FFF2-40B4-BE49-F238E27FC236}">
                <a16:creationId xmlns:a16="http://schemas.microsoft.com/office/drawing/2014/main" id="{0AB8727E-C1F1-7044-965A-64CDB387C1DE}"/>
              </a:ext>
            </a:extLst>
          </p:cNvPr>
          <p:cNvSpPr>
            <a:spLocks noGrp="1" noRot="1" noChangeAspect="1" noChangeArrowheads="1" noTextEdit="1"/>
          </p:cNvSpPr>
          <p:nvPr>
            <p:ph type="sldImg"/>
          </p:nvPr>
        </p:nvSpPr>
        <p:spPr>
          <a:ln/>
        </p:spPr>
      </p:sp>
      <p:sp>
        <p:nvSpPr>
          <p:cNvPr id="642051" name="Rectangle 3">
            <a:extLst>
              <a:ext uri="{FF2B5EF4-FFF2-40B4-BE49-F238E27FC236}">
                <a16:creationId xmlns:a16="http://schemas.microsoft.com/office/drawing/2014/main" id="{6E2AB6A7-F96D-A84B-9884-FEFE25D85675}"/>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33348179"/>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79E202D-D071-1B47-B956-C1D4FFEA9ECA}"/>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163894E-55B5-4448-BF68-B122946F7438}" type="slidenum">
              <a:rPr lang="en-US" altLang="zh-CN" sz="1200" smtClean="0">
                <a:latin typeface="Arial" panose="020B0604020202020204" pitchFamily="34" charset="0"/>
              </a:rPr>
              <a:pPr>
                <a:defRPr/>
              </a:pPr>
              <a:t>110</a:t>
            </a:fld>
            <a:endParaRPr lang="en-US" altLang="zh-CN" sz="1200">
              <a:latin typeface="Arial" panose="020B0604020202020204" pitchFamily="34" charset="0"/>
            </a:endParaRPr>
          </a:p>
        </p:txBody>
      </p:sp>
      <p:sp>
        <p:nvSpPr>
          <p:cNvPr id="802818" name="Rectangle 2">
            <a:extLst>
              <a:ext uri="{FF2B5EF4-FFF2-40B4-BE49-F238E27FC236}">
                <a16:creationId xmlns:a16="http://schemas.microsoft.com/office/drawing/2014/main" id="{30C42514-E224-E64C-B76D-B91C7C766F72}"/>
              </a:ext>
            </a:extLst>
          </p:cNvPr>
          <p:cNvSpPr>
            <a:spLocks noGrp="1" noRot="1" noChangeAspect="1" noChangeArrowheads="1" noTextEdit="1"/>
          </p:cNvSpPr>
          <p:nvPr>
            <p:ph type="sldImg"/>
          </p:nvPr>
        </p:nvSpPr>
        <p:spPr>
          <a:ln/>
        </p:spPr>
      </p:sp>
      <p:sp>
        <p:nvSpPr>
          <p:cNvPr id="802819" name="Rectangle 3">
            <a:extLst>
              <a:ext uri="{FF2B5EF4-FFF2-40B4-BE49-F238E27FC236}">
                <a16:creationId xmlns:a16="http://schemas.microsoft.com/office/drawing/2014/main" id="{400E8BB9-DB8B-134B-86F8-69B21FEEAC7A}"/>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1182285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C69737E-4448-0248-99B1-4A72E00F54E4}"/>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1C45A34A-2039-7743-BB6A-F930B6E22E65}" type="slidenum">
              <a:rPr lang="en-US" altLang="zh-CN" sz="1200" smtClean="0">
                <a:latin typeface="Arial" panose="020B0604020202020204" pitchFamily="34" charset="0"/>
              </a:rPr>
              <a:pPr>
                <a:defRPr/>
              </a:pPr>
              <a:t>111</a:t>
            </a:fld>
            <a:endParaRPr lang="en-US" altLang="zh-CN" sz="1200">
              <a:latin typeface="Arial" panose="020B0604020202020204" pitchFamily="34" charset="0"/>
            </a:endParaRPr>
          </a:p>
        </p:txBody>
      </p:sp>
      <p:sp>
        <p:nvSpPr>
          <p:cNvPr id="655362" name="Rectangle 2">
            <a:extLst>
              <a:ext uri="{FF2B5EF4-FFF2-40B4-BE49-F238E27FC236}">
                <a16:creationId xmlns:a16="http://schemas.microsoft.com/office/drawing/2014/main" id="{72F4595A-D7AC-B94E-8F4D-204E080EE831}"/>
              </a:ext>
            </a:extLst>
          </p:cNvPr>
          <p:cNvSpPr>
            <a:spLocks noGrp="1" noRot="1" noChangeAspect="1" noChangeArrowheads="1" noTextEdit="1"/>
          </p:cNvSpPr>
          <p:nvPr>
            <p:ph type="sldImg"/>
          </p:nvPr>
        </p:nvSpPr>
        <p:spPr>
          <a:ln/>
        </p:spPr>
      </p:sp>
      <p:sp>
        <p:nvSpPr>
          <p:cNvPr id="655363" name="Rectangle 3">
            <a:extLst>
              <a:ext uri="{FF2B5EF4-FFF2-40B4-BE49-F238E27FC236}">
                <a16:creationId xmlns:a16="http://schemas.microsoft.com/office/drawing/2014/main" id="{44A36FC2-D7EE-824D-9C06-C2DEE98217A5}"/>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52835398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5CB204C-5E58-384C-BD1F-ABDF0F907C95}"/>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8145BAA-565A-9549-B493-88848EC9C390}" type="slidenum">
              <a:rPr lang="en-US" altLang="zh-CN" sz="1200" smtClean="0">
                <a:latin typeface="Arial" panose="020B0604020202020204" pitchFamily="34" charset="0"/>
              </a:rPr>
              <a:pPr>
                <a:defRPr/>
              </a:pPr>
              <a:t>112</a:t>
            </a:fld>
            <a:endParaRPr lang="en-US" altLang="zh-CN" sz="1200">
              <a:latin typeface="Arial" panose="020B0604020202020204" pitchFamily="34" charset="0"/>
            </a:endParaRPr>
          </a:p>
        </p:txBody>
      </p:sp>
      <p:sp>
        <p:nvSpPr>
          <p:cNvPr id="656386" name="Rectangle 2">
            <a:extLst>
              <a:ext uri="{FF2B5EF4-FFF2-40B4-BE49-F238E27FC236}">
                <a16:creationId xmlns:a16="http://schemas.microsoft.com/office/drawing/2014/main" id="{07E24E84-CF9C-984C-A598-2EE6BB123B40}"/>
              </a:ext>
            </a:extLst>
          </p:cNvPr>
          <p:cNvSpPr>
            <a:spLocks noGrp="1" noRot="1" noChangeAspect="1" noChangeArrowheads="1" noTextEdit="1"/>
          </p:cNvSpPr>
          <p:nvPr>
            <p:ph type="sldImg"/>
          </p:nvPr>
        </p:nvSpPr>
        <p:spPr>
          <a:ln/>
        </p:spPr>
      </p:sp>
      <p:sp>
        <p:nvSpPr>
          <p:cNvPr id="656387" name="Rectangle 3">
            <a:extLst>
              <a:ext uri="{FF2B5EF4-FFF2-40B4-BE49-F238E27FC236}">
                <a16:creationId xmlns:a16="http://schemas.microsoft.com/office/drawing/2014/main" id="{1BD75786-DB4F-F544-B1CF-C4AD6FD56F24}"/>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8671379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CAD342D-E707-594B-89F5-464222120141}"/>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D88E970C-E1DE-2C40-B551-0960C16BB7E6}" type="slidenum">
              <a:rPr lang="en-US" altLang="zh-CN" sz="1200" smtClean="0">
                <a:latin typeface="Arial" panose="020B0604020202020204" pitchFamily="34" charset="0"/>
              </a:rPr>
              <a:pPr>
                <a:defRPr/>
              </a:pPr>
              <a:t>113</a:t>
            </a:fld>
            <a:endParaRPr lang="en-US" altLang="zh-CN" sz="1200">
              <a:latin typeface="Arial" panose="020B0604020202020204" pitchFamily="34" charset="0"/>
            </a:endParaRPr>
          </a:p>
        </p:txBody>
      </p:sp>
      <p:sp>
        <p:nvSpPr>
          <p:cNvPr id="657410" name="Rectangle 2">
            <a:extLst>
              <a:ext uri="{FF2B5EF4-FFF2-40B4-BE49-F238E27FC236}">
                <a16:creationId xmlns:a16="http://schemas.microsoft.com/office/drawing/2014/main" id="{CC8D9088-8AC0-314E-B3A2-7635246139BD}"/>
              </a:ext>
            </a:extLst>
          </p:cNvPr>
          <p:cNvSpPr>
            <a:spLocks noGrp="1" noRot="1" noChangeAspect="1" noChangeArrowheads="1" noTextEdit="1"/>
          </p:cNvSpPr>
          <p:nvPr>
            <p:ph type="sldImg"/>
          </p:nvPr>
        </p:nvSpPr>
        <p:spPr>
          <a:ln/>
        </p:spPr>
      </p:sp>
      <p:sp>
        <p:nvSpPr>
          <p:cNvPr id="657411" name="Rectangle 3">
            <a:extLst>
              <a:ext uri="{FF2B5EF4-FFF2-40B4-BE49-F238E27FC236}">
                <a16:creationId xmlns:a16="http://schemas.microsoft.com/office/drawing/2014/main" id="{9619BECA-5B66-C044-8B52-A98AEDE768D8}"/>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77437734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DB6C4F5-28E4-BB4E-9F0A-7B7521B000A7}"/>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55F14B3-969A-AF4E-86DA-C49D372B4934}" type="slidenum">
              <a:rPr lang="en-US" altLang="zh-CN" sz="1200" smtClean="0">
                <a:latin typeface="Arial" panose="020B0604020202020204" pitchFamily="34" charset="0"/>
              </a:rPr>
              <a:pPr>
                <a:defRPr/>
              </a:pPr>
              <a:t>114</a:t>
            </a:fld>
            <a:endParaRPr lang="en-US" altLang="zh-CN" sz="1200">
              <a:latin typeface="Arial" panose="020B0604020202020204" pitchFamily="34" charset="0"/>
            </a:endParaRPr>
          </a:p>
        </p:txBody>
      </p:sp>
      <p:sp>
        <p:nvSpPr>
          <p:cNvPr id="785410" name="Rectangle 2">
            <a:extLst>
              <a:ext uri="{FF2B5EF4-FFF2-40B4-BE49-F238E27FC236}">
                <a16:creationId xmlns:a16="http://schemas.microsoft.com/office/drawing/2014/main" id="{EB825675-65A4-E441-A35F-EBB31AE50072}"/>
              </a:ext>
            </a:extLst>
          </p:cNvPr>
          <p:cNvSpPr>
            <a:spLocks noGrp="1" noRot="1" noChangeAspect="1" noChangeArrowheads="1" noTextEdit="1"/>
          </p:cNvSpPr>
          <p:nvPr>
            <p:ph type="sldImg"/>
          </p:nvPr>
        </p:nvSpPr>
        <p:spPr>
          <a:ln/>
        </p:spPr>
      </p:sp>
      <p:sp>
        <p:nvSpPr>
          <p:cNvPr id="785411" name="Rectangle 3">
            <a:extLst>
              <a:ext uri="{FF2B5EF4-FFF2-40B4-BE49-F238E27FC236}">
                <a16:creationId xmlns:a16="http://schemas.microsoft.com/office/drawing/2014/main" id="{809010BC-34E5-ED48-AC05-5F1DEBFDFF64}"/>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30026948"/>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FCFE1E4-506C-EE46-B8BC-E74C4843BE23}"/>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6569E92-6EF7-CD4F-87AA-7862FCBAE661}" type="slidenum">
              <a:rPr lang="en-US" altLang="zh-CN" sz="1200" smtClean="0">
                <a:latin typeface="Arial" panose="020B0604020202020204" pitchFamily="34" charset="0"/>
              </a:rPr>
              <a:pPr>
                <a:defRPr/>
              </a:pPr>
              <a:t>115</a:t>
            </a:fld>
            <a:endParaRPr lang="en-US" altLang="zh-CN" sz="1200">
              <a:latin typeface="Arial" panose="020B0604020202020204" pitchFamily="34" charset="0"/>
            </a:endParaRPr>
          </a:p>
        </p:txBody>
      </p:sp>
      <p:sp>
        <p:nvSpPr>
          <p:cNvPr id="787458" name="Rectangle 2">
            <a:extLst>
              <a:ext uri="{FF2B5EF4-FFF2-40B4-BE49-F238E27FC236}">
                <a16:creationId xmlns:a16="http://schemas.microsoft.com/office/drawing/2014/main" id="{F6EE5B0C-1B60-D644-98A4-C85A98A32943}"/>
              </a:ext>
            </a:extLst>
          </p:cNvPr>
          <p:cNvSpPr>
            <a:spLocks noGrp="1" noRot="1" noChangeAspect="1" noChangeArrowheads="1" noTextEdit="1"/>
          </p:cNvSpPr>
          <p:nvPr>
            <p:ph type="sldImg"/>
          </p:nvPr>
        </p:nvSpPr>
        <p:spPr>
          <a:ln/>
        </p:spPr>
      </p:sp>
      <p:sp>
        <p:nvSpPr>
          <p:cNvPr id="787459" name="Rectangle 3">
            <a:extLst>
              <a:ext uri="{FF2B5EF4-FFF2-40B4-BE49-F238E27FC236}">
                <a16:creationId xmlns:a16="http://schemas.microsoft.com/office/drawing/2014/main" id="{07105A8D-C9CE-A945-BDEF-3C5D66E1FE38}"/>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7041796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6716EB5-2A03-064F-905F-05728048969F}"/>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1C0E9B06-6EDD-6543-9BDD-CC64656F6423}" type="slidenum">
              <a:rPr lang="en-US" altLang="zh-CN" sz="1200" smtClean="0">
                <a:latin typeface="Arial" panose="020B0604020202020204" pitchFamily="34" charset="0"/>
              </a:rPr>
              <a:pPr>
                <a:defRPr/>
              </a:pPr>
              <a:t>116</a:t>
            </a:fld>
            <a:endParaRPr lang="en-US" altLang="zh-CN" sz="1200">
              <a:latin typeface="Arial" panose="020B0604020202020204" pitchFamily="34" charset="0"/>
            </a:endParaRPr>
          </a:p>
        </p:txBody>
      </p:sp>
      <p:sp>
        <p:nvSpPr>
          <p:cNvPr id="789506" name="Rectangle 2">
            <a:extLst>
              <a:ext uri="{FF2B5EF4-FFF2-40B4-BE49-F238E27FC236}">
                <a16:creationId xmlns:a16="http://schemas.microsoft.com/office/drawing/2014/main" id="{68B5D939-E0A7-1748-920C-2A249648DAE9}"/>
              </a:ext>
            </a:extLst>
          </p:cNvPr>
          <p:cNvSpPr>
            <a:spLocks noGrp="1" noRot="1" noChangeAspect="1" noChangeArrowheads="1" noTextEdit="1"/>
          </p:cNvSpPr>
          <p:nvPr>
            <p:ph type="sldImg"/>
          </p:nvPr>
        </p:nvSpPr>
        <p:spPr>
          <a:ln/>
        </p:spPr>
      </p:sp>
      <p:sp>
        <p:nvSpPr>
          <p:cNvPr id="789507" name="Rectangle 3">
            <a:extLst>
              <a:ext uri="{FF2B5EF4-FFF2-40B4-BE49-F238E27FC236}">
                <a16:creationId xmlns:a16="http://schemas.microsoft.com/office/drawing/2014/main" id="{E255504C-4165-1B46-8F55-193CFCB35335}"/>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58472415"/>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26D15B5-FE94-3241-A6A8-3C6FD5FFEDC3}"/>
              </a:ext>
            </a:extLst>
          </p:cNvPr>
          <p:cNvSpPr>
            <a:spLocks noGrp="1" noChangeArrowheads="1"/>
          </p:cNvSpPr>
          <p:nvPr>
            <p:ph type="sldNum" sz="quarter" idx="5"/>
          </p:nvPr>
        </p:nvSpPr>
        <p:spPr/>
        <p:txBody>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45D7D07-64BA-EA4B-B6DB-F0AC245776DA}" type="slidenum">
              <a:rPr lang="en-US" altLang="zh-CN" sz="1200" smtClean="0">
                <a:latin typeface="Arial" panose="020B0604020202020204" pitchFamily="34" charset="0"/>
              </a:rPr>
              <a:pPr>
                <a:defRPr/>
              </a:pPr>
              <a:t>117</a:t>
            </a:fld>
            <a:endParaRPr lang="en-US" altLang="zh-CN" sz="1200">
              <a:latin typeface="Arial" panose="020B0604020202020204" pitchFamily="34" charset="0"/>
            </a:endParaRPr>
          </a:p>
        </p:txBody>
      </p:sp>
      <p:sp>
        <p:nvSpPr>
          <p:cNvPr id="791554" name="Rectangle 2">
            <a:extLst>
              <a:ext uri="{FF2B5EF4-FFF2-40B4-BE49-F238E27FC236}">
                <a16:creationId xmlns:a16="http://schemas.microsoft.com/office/drawing/2014/main" id="{A43AAB23-8993-A146-B8B5-B6C7A11CBB2C}"/>
              </a:ext>
            </a:extLst>
          </p:cNvPr>
          <p:cNvSpPr>
            <a:spLocks noGrp="1" noRot="1" noChangeAspect="1" noChangeArrowheads="1" noTextEdit="1"/>
          </p:cNvSpPr>
          <p:nvPr>
            <p:ph type="sldImg"/>
          </p:nvPr>
        </p:nvSpPr>
        <p:spPr>
          <a:ln/>
        </p:spPr>
      </p:sp>
      <p:sp>
        <p:nvSpPr>
          <p:cNvPr id="791555" name="Rectangle 3">
            <a:extLst>
              <a:ext uri="{FF2B5EF4-FFF2-40B4-BE49-F238E27FC236}">
                <a16:creationId xmlns:a16="http://schemas.microsoft.com/office/drawing/2014/main" id="{323C45B1-AE4B-5444-AB3B-5FB0F90C75C3}"/>
              </a:ext>
            </a:extLst>
          </p:cNvPr>
          <p:cNvSpPr>
            <a:spLocks noGrp="1" noChangeArrowheads="1"/>
          </p:cNvSpPr>
          <p:nvPr>
            <p:ph type="body" idx="1"/>
          </p:nvPr>
        </p:nvSpPr>
        <p:spPr/>
        <p:txBody>
          <a:bodyPr/>
          <a:lstStyle/>
          <a:p>
            <a:pPr eaLnBrk="1" hangingPunct="1">
              <a:defRPr/>
            </a:pPr>
            <a:endParaRPr lang="zh-CN" altLang="zh-CN">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6258207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D5C0BC42-EF27-463F-9615-4680CD467AA5}" type="slidenum">
              <a:rPr lang="zh-CN" altLang="en-US"/>
              <a:pPr>
                <a:defRPr/>
              </a:pPr>
              <a:t>‹#›</a:t>
            </a:fld>
            <a:endParaRPr lang="zh-CN" altLang="en-US" sz="1400"/>
          </a:p>
        </p:txBody>
      </p:sp>
    </p:spTree>
    <p:extLst>
      <p:ext uri="{BB962C8B-B14F-4D97-AF65-F5344CB8AC3E}">
        <p14:creationId xmlns:p14="http://schemas.microsoft.com/office/powerpoint/2010/main" val="295031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4" name="组合 10"/>
          <p:cNvGrpSpPr>
            <a:grpSpLocks/>
          </p:cNvGrpSpPr>
          <p:nvPr userDrawn="1"/>
        </p:nvGrpSpPr>
        <p:grpSpPr bwMode="auto">
          <a:xfrm>
            <a:off x="8077200" y="247650"/>
            <a:ext cx="642938" cy="571500"/>
            <a:chOff x="8086750" y="247634"/>
            <a:chExt cx="642942" cy="571504"/>
          </a:xfrm>
        </p:grpSpPr>
        <p:sp>
          <p:nvSpPr>
            <p:cNvPr id="5" name="矩形 4"/>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6" name="矩形 5"/>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grpSp>
        <p:nvGrpSpPr>
          <p:cNvPr id="10" name="组合 1"/>
          <p:cNvGrpSpPr>
            <a:grpSpLocks/>
          </p:cNvGrpSpPr>
          <p:nvPr userDrawn="1"/>
        </p:nvGrpSpPr>
        <p:grpSpPr bwMode="auto">
          <a:xfrm>
            <a:off x="160255" y="872395"/>
            <a:ext cx="8803047" cy="82961"/>
            <a:chOff x="0" y="0"/>
            <a:chExt cx="10080625" cy="103239"/>
          </a:xfrm>
        </p:grpSpPr>
        <p:sp>
          <p:nvSpPr>
            <p:cNvPr id="11" name="矩形 2"/>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直接连接符 3"/>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3" name="内容占位符 2"/>
          <p:cNvSpPr>
            <a:spLocks noGrp="1"/>
          </p:cNvSpPr>
          <p:nvPr>
            <p:ph idx="1"/>
          </p:nvPr>
        </p:nvSpPr>
        <p:spPr>
          <a:xfrm>
            <a:off x="133563" y="1104900"/>
            <a:ext cx="8804953" cy="3708326"/>
          </a:xfrm>
        </p:spPr>
        <p:txBody>
          <a:bodyPr/>
          <a:lstStyle>
            <a:lvl1pPr marL="273050" indent="-273050">
              <a:lnSpc>
                <a:spcPct val="100000"/>
              </a:lnSpc>
              <a:buFont typeface="Wingdings" pitchFamily="2" charset="2"/>
              <a:buChar char="l"/>
              <a:tabLst/>
              <a:defRPr sz="2400" baseline="0">
                <a:latin typeface="Times New Roman" panose="02020603050405020304" pitchFamily="18" charset="0"/>
                <a:ea typeface="微软雅黑" panose="020B0503020204020204" pitchFamily="34" charset="-122"/>
              </a:defRPr>
            </a:lvl1pPr>
            <a:lvl2pPr marL="538163" indent="-254000">
              <a:lnSpc>
                <a:spcPct val="100000"/>
              </a:lnSpc>
              <a:buClr>
                <a:srgbClr val="C00000"/>
              </a:buClr>
              <a:buFont typeface="Wingdings" pitchFamily="2" charset="2"/>
              <a:buChar char="Ø"/>
              <a:tabLst/>
              <a:defRPr sz="2000" baseline="0">
                <a:solidFill>
                  <a:srgbClr val="C00000"/>
                </a:solidFill>
                <a:latin typeface="Times New Roman" panose="02020603050405020304" pitchFamily="18" charset="0"/>
                <a:ea typeface="微软雅黑" panose="020B0503020204020204" pitchFamily="34" charset="-122"/>
              </a:defRPr>
            </a:lvl2pPr>
            <a:lvl3pPr marL="893763" indent="-265113">
              <a:lnSpc>
                <a:spcPct val="100000"/>
              </a:lnSpc>
              <a:buClr>
                <a:srgbClr val="002060"/>
              </a:buClr>
              <a:buFont typeface="Wingdings" pitchFamily="2" charset="2"/>
              <a:buChar char="u"/>
              <a:tabLst/>
              <a:defRPr sz="1800" baseline="0">
                <a:solidFill>
                  <a:srgbClr val="002060"/>
                </a:solidFill>
                <a:latin typeface="Times New Roman" panose="02020603050405020304" pitchFamily="18" charset="0"/>
                <a:ea typeface="微软雅黑" panose="020B0503020204020204" pitchFamily="34" charset="-122"/>
              </a:defRPr>
            </a:lvl3pPr>
            <a:lvl4pPr marL="1208088" indent="-263525">
              <a:lnSpc>
                <a:spcPct val="100000"/>
              </a:lnSpc>
              <a:buFont typeface="Wingdings" pitchFamily="2" charset="2"/>
              <a:buChar char="ü"/>
              <a:tabLst/>
              <a:defRPr sz="1800" baseline="0">
                <a:solidFill>
                  <a:srgbClr val="00B050"/>
                </a:solidFill>
                <a:latin typeface="Times New Roman" panose="02020603050405020304" pitchFamily="18" charset="0"/>
                <a:ea typeface="微软雅黑" panose="020B0503020204020204" pitchFamily="34" charset="-122"/>
              </a:defRPr>
            </a:lvl4pPr>
            <a:lvl5pPr marL="1512888" indent="-233363">
              <a:lnSpc>
                <a:spcPct val="100000"/>
              </a:lnSpc>
              <a:tabLst/>
              <a:defRPr sz="1800" baseline="0">
                <a:latin typeface="Times New Roman" panose="02020603050405020304" pitchFamily="18"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3" name="灯片编号占位符 5"/>
          <p:cNvSpPr>
            <a:spLocks noGrp="1" noChangeArrowheads="1"/>
          </p:cNvSpPr>
          <p:nvPr>
            <p:ph type="sldNum" sz="quarter" idx="10"/>
          </p:nvPr>
        </p:nvSpPr>
        <p:spPr>
          <a:xfrm>
            <a:off x="8577262" y="4868863"/>
            <a:ext cx="528637" cy="274637"/>
          </a:xfrm>
        </p:spPr>
        <p:txBody>
          <a:bodyPr/>
          <a:lstStyle>
            <a:lvl1pPr algn="r" eaLnBrk="1" hangingPunct="1">
              <a:buFont typeface="Arial" panose="020B0604020202020204" pitchFamily="34" charset="0"/>
              <a:buNone/>
              <a:defRPr/>
            </a:lvl1pPr>
          </a:lstStyle>
          <a:p>
            <a:pPr>
              <a:defRPr/>
            </a:pPr>
            <a:fld id="{C50E9340-F481-4835-BB46-3567A1160972}" type="slidenum">
              <a:rPr lang="zh-CN" altLang="en-US"/>
              <a:pPr>
                <a:defRPr/>
              </a:pPr>
              <a:t>‹#›</a:t>
            </a:fld>
            <a:endParaRPr lang="zh-CN" altLang="en-US" sz="1400" dirty="0"/>
          </a:p>
        </p:txBody>
      </p:sp>
      <p:sp>
        <p:nvSpPr>
          <p:cNvPr id="15" name="标题 14"/>
          <p:cNvSpPr>
            <a:spLocks noGrp="1"/>
          </p:cNvSpPr>
          <p:nvPr>
            <p:ph type="title"/>
          </p:nvPr>
        </p:nvSpPr>
        <p:spPr>
          <a:xfrm>
            <a:off x="133563" y="254319"/>
            <a:ext cx="8804953" cy="647700"/>
          </a:xfrm>
        </p:spPr>
        <p:txBody>
          <a:bodyPr/>
          <a:lstStyle>
            <a:lvl1pPr>
              <a:defRPr sz="3200" b="0" baseline="0">
                <a:latin typeface="Times New Roman" panose="02020603050405020304" pitchFamily="18" charset="0"/>
                <a:ea typeface="微软雅黑"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3260980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grpSp>
        <p:nvGrpSpPr>
          <p:cNvPr id="5" name="组合 10"/>
          <p:cNvGrpSpPr>
            <a:grpSpLocks/>
          </p:cNvGrpSpPr>
          <p:nvPr userDrawn="1"/>
        </p:nvGrpSpPr>
        <p:grpSpPr bwMode="auto">
          <a:xfrm>
            <a:off x="8077200" y="247650"/>
            <a:ext cx="642938" cy="571500"/>
            <a:chOff x="8086750" y="247634"/>
            <a:chExt cx="642942" cy="571504"/>
          </a:xfrm>
        </p:grpSpPr>
        <p:sp>
          <p:nvSpPr>
            <p:cNvPr id="6" name="矩形 5"/>
            <p:cNvSpPr/>
            <p:nvPr userDrawn="1"/>
          </p:nvSpPr>
          <p:spPr>
            <a:xfrm>
              <a:off x="8543953" y="247634"/>
              <a:ext cx="171451" cy="17145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7" name="矩形 6"/>
            <p:cNvSpPr/>
            <p:nvPr userDrawn="1"/>
          </p:nvSpPr>
          <p:spPr>
            <a:xfrm>
              <a:off x="8229626" y="247634"/>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8" name="矩形 7"/>
            <p:cNvSpPr/>
            <p:nvPr userDrawn="1"/>
          </p:nvSpPr>
          <p:spPr>
            <a:xfrm>
              <a:off x="8586816" y="533386"/>
              <a:ext cx="142876" cy="1428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9" name="矩形 8"/>
            <p:cNvSpPr/>
            <p:nvPr userDrawn="1"/>
          </p:nvSpPr>
          <p:spPr>
            <a:xfrm>
              <a:off x="8301064" y="461949"/>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sp>
          <p:nvSpPr>
            <p:cNvPr id="10" name="矩形 9"/>
            <p:cNvSpPr/>
            <p:nvPr userDrawn="1"/>
          </p:nvSpPr>
          <p:spPr>
            <a:xfrm>
              <a:off x="8086750" y="676262"/>
              <a:ext cx="142876" cy="14287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charset="0"/>
                <a:buNone/>
                <a:defRPr/>
              </a:pPr>
              <a:endParaRPr lang="zh-CN" altLang="en-US"/>
            </a:p>
          </p:txBody>
        </p:sp>
      </p:grpSp>
      <p:grpSp>
        <p:nvGrpSpPr>
          <p:cNvPr id="11" name="组合 1"/>
          <p:cNvGrpSpPr>
            <a:grpSpLocks/>
          </p:cNvGrpSpPr>
          <p:nvPr userDrawn="1"/>
        </p:nvGrpSpPr>
        <p:grpSpPr bwMode="auto">
          <a:xfrm>
            <a:off x="216819" y="864992"/>
            <a:ext cx="8464960" cy="65089"/>
            <a:chOff x="0" y="0"/>
            <a:chExt cx="10080625" cy="103239"/>
          </a:xfrm>
        </p:grpSpPr>
        <p:sp>
          <p:nvSpPr>
            <p:cNvPr id="12" name="矩形 2"/>
            <p:cNvSpPr>
              <a:spLocks noChangeArrowheads="1"/>
            </p:cNvSpPr>
            <p:nvPr/>
          </p:nvSpPr>
          <p:spPr bwMode="auto">
            <a:xfrm>
              <a:off x="0" y="0"/>
              <a:ext cx="1983524" cy="103239"/>
            </a:xfrm>
            <a:prstGeom prst="rect">
              <a:avLst/>
            </a:prstGeom>
            <a:solidFill>
              <a:srgbClr val="3F762A"/>
            </a:solidFill>
            <a:ln>
              <a:noFill/>
            </a:ln>
            <a:extLst>
              <a:ext uri="{91240B29-F687-4F45-9708-019B960494DF}">
                <a14:hiddenLine xmlns:a14="http://schemas.microsoft.com/office/drawing/2010/main" w="12700">
                  <a:solidFill>
                    <a:srgbClr val="000000"/>
                  </a:solidFill>
                  <a:bevel/>
                  <a:headEnd/>
                  <a:tailEnd/>
                </a14:hiddenLine>
              </a:ext>
            </a:extLst>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直接连接符 3"/>
            <p:cNvSpPr>
              <a:spLocks noChangeShapeType="1"/>
            </p:cNvSpPr>
            <p:nvPr/>
          </p:nvSpPr>
          <p:spPr bwMode="auto">
            <a:xfrm flipV="1">
              <a:off x="1983524" y="77429"/>
              <a:ext cx="8097101" cy="0"/>
            </a:xfrm>
            <a:prstGeom prst="line">
              <a:avLst/>
            </a:prstGeom>
            <a:noFill/>
            <a:ln w="25400">
              <a:solidFill>
                <a:schemeClr val="accent1"/>
              </a:solidFill>
              <a:bevel/>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 name="标题 1"/>
          <p:cNvSpPr>
            <a:spLocks noGrp="1"/>
          </p:cNvSpPr>
          <p:nvPr>
            <p:ph type="title"/>
          </p:nvPr>
        </p:nvSpPr>
        <p:spPr>
          <a:xfrm>
            <a:off x="113122" y="274638"/>
            <a:ext cx="8607016" cy="609601"/>
          </a:xfrm>
        </p:spPr>
        <p:txBody>
          <a:bodyPr/>
          <a:lstStyle>
            <a:lvl1pPr>
              <a:defRPr sz="2800" b="0"/>
            </a:lvl1pPr>
          </a:lstStyle>
          <a:p>
            <a:r>
              <a:rPr lang="zh-CN" altLang="en-US" dirty="0"/>
              <a:t>单击此处编辑母版标题样式</a:t>
            </a:r>
          </a:p>
        </p:txBody>
      </p:sp>
      <p:sp>
        <p:nvSpPr>
          <p:cNvPr id="3" name="内容占位符 2"/>
          <p:cNvSpPr>
            <a:spLocks noGrp="1"/>
          </p:cNvSpPr>
          <p:nvPr>
            <p:ph sz="half" idx="1"/>
          </p:nvPr>
        </p:nvSpPr>
        <p:spPr>
          <a:xfrm>
            <a:off x="113122" y="1028700"/>
            <a:ext cx="4401728" cy="3863340"/>
          </a:xfrm>
        </p:spPr>
        <p:txBody>
          <a:bodyPr/>
          <a:lstStyle>
            <a:lvl1pPr marL="342900" indent="-342900">
              <a:lnSpc>
                <a:spcPct val="100000"/>
              </a:lnSpc>
              <a:buFont typeface="Wingdings" pitchFamily="2" charset="2"/>
              <a:buChar char="l"/>
              <a:defRPr sz="2100"/>
            </a:lvl1pPr>
            <a:lvl2pPr marL="685800" indent="-342900">
              <a:lnSpc>
                <a:spcPct val="100000"/>
              </a:lnSpc>
              <a:buClr>
                <a:srgbClr val="C00000"/>
              </a:buClr>
              <a:buFont typeface="Wingdings" pitchFamily="2" charset="2"/>
              <a:buChar char="Ø"/>
              <a:defRPr sz="1800">
                <a:solidFill>
                  <a:srgbClr val="C00000"/>
                </a:solidFill>
              </a:defRPr>
            </a:lvl2pPr>
            <a:lvl3pPr marL="1028700" indent="-342900">
              <a:lnSpc>
                <a:spcPct val="100000"/>
              </a:lnSpc>
              <a:buClr>
                <a:srgbClr val="0070C0"/>
              </a:buClr>
              <a:buFont typeface="Wingdings" pitchFamily="2" charset="2"/>
              <a:buChar char="u"/>
              <a:defRPr sz="1500">
                <a:solidFill>
                  <a:srgbClr val="0070C0"/>
                </a:solidFill>
              </a:defRPr>
            </a:lvl3pPr>
            <a:lvl4pPr marL="1371600" indent="-342900">
              <a:lnSpc>
                <a:spcPct val="100000"/>
              </a:lnSpc>
              <a:buFont typeface="Wingdings" pitchFamily="2" charset="2"/>
              <a:buChar char="ü"/>
              <a:defRPr sz="1400">
                <a:solidFill>
                  <a:schemeClr val="accent1"/>
                </a:solidFill>
              </a:defRPr>
            </a:lvl4pPr>
            <a:lvl5pPr marL="1714500" indent="-342900">
              <a:lnSpc>
                <a:spcPct val="100000"/>
              </a:lnSpc>
              <a:buFont typeface="Wingdings" pitchFamily="2" charset="2"/>
              <a:buChar char="p"/>
              <a:defRPr sz="1400"/>
            </a:lvl5pPr>
            <a:lvl6pPr>
              <a:defRPr sz="1400"/>
            </a:lvl6pPr>
            <a:lvl7pPr>
              <a:defRPr sz="1400"/>
            </a:lvl7pPr>
            <a:lvl8pPr>
              <a:defRPr sz="1400"/>
            </a:lvl8pPr>
            <a:lvl9pPr>
              <a:defRPr sz="14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29149" y="1028700"/>
            <a:ext cx="4269753" cy="3863340"/>
          </a:xfrm>
        </p:spPr>
        <p:txBody>
          <a:bodyPr/>
          <a:lstStyle>
            <a:lvl1pPr marL="342900" indent="-342900" algn="l" rtl="0" eaLnBrk="0" fontAlgn="base" hangingPunct="0">
              <a:lnSpc>
                <a:spcPct val="100000"/>
              </a:lnSpc>
              <a:spcAft>
                <a:spcPct val="0"/>
              </a:spcAft>
              <a:buFont typeface="Wingdings" pitchFamily="2" charset="2"/>
              <a:defRPr lang="zh-CN" altLang="en-US" sz="2100" dirty="0">
                <a:solidFill>
                  <a:schemeClr val="tx1"/>
                </a:solidFill>
                <a:latin typeface="+mn-ea"/>
                <a:ea typeface="+mn-ea"/>
                <a:cs typeface="+mn-cs"/>
                <a:sym typeface="Calibri" panose="020F0502020204030204" pitchFamily="34" charset="0"/>
              </a:defRPr>
            </a:lvl1pPr>
            <a:lvl2pPr marL="685800" indent="-342900" algn="l" rtl="0" eaLnBrk="0" fontAlgn="base" hangingPunct="0">
              <a:lnSpc>
                <a:spcPct val="100000"/>
              </a:lnSpc>
              <a:spcAft>
                <a:spcPct val="0"/>
              </a:spcAft>
              <a:buFont typeface="Wingdings" pitchFamily="2" charset="2"/>
              <a:defRPr lang="zh-CN" altLang="en-US" sz="1800" dirty="0">
                <a:solidFill>
                  <a:srgbClr val="C00000"/>
                </a:solidFill>
                <a:latin typeface="+mn-ea"/>
                <a:ea typeface="+mn-ea"/>
                <a:sym typeface="Calibri" panose="020F0502020204030204" pitchFamily="34" charset="0"/>
              </a:defRPr>
            </a:lvl2pPr>
            <a:lvl3pPr marL="1028700" indent="-342900" algn="l" rtl="0" eaLnBrk="0" fontAlgn="base" hangingPunct="0">
              <a:lnSpc>
                <a:spcPct val="100000"/>
              </a:lnSpc>
              <a:spcAft>
                <a:spcPct val="0"/>
              </a:spcAft>
              <a:buFont typeface="Wingdings" pitchFamily="2" charset="2"/>
              <a:defRPr lang="zh-CN" altLang="en-US" sz="1500" dirty="0">
                <a:solidFill>
                  <a:srgbClr val="0070C0"/>
                </a:solidFill>
                <a:latin typeface="+mn-ea"/>
                <a:ea typeface="+mn-ea"/>
                <a:sym typeface="Calibri" panose="020F0502020204030204" pitchFamily="34" charset="0"/>
              </a:defRPr>
            </a:lvl3pPr>
            <a:lvl4pPr marL="1371600" indent="-342900" algn="l" rtl="0" eaLnBrk="0" fontAlgn="base" hangingPunct="0">
              <a:lnSpc>
                <a:spcPct val="100000"/>
              </a:lnSpc>
              <a:spcAft>
                <a:spcPct val="0"/>
              </a:spcAft>
              <a:buFont typeface="Wingdings" pitchFamily="2" charset="2"/>
              <a:defRPr lang="zh-CN" altLang="en-US" sz="1400" dirty="0">
                <a:solidFill>
                  <a:schemeClr val="accent1"/>
                </a:solidFill>
                <a:latin typeface="+mn-ea"/>
                <a:ea typeface="+mn-ea"/>
                <a:sym typeface="Calibri" panose="020F0502020204030204" pitchFamily="34" charset="0"/>
              </a:defRPr>
            </a:lvl4pPr>
            <a:lvl5pPr marL="1714500" indent="-342900" algn="l" rtl="0" eaLnBrk="0" fontAlgn="base" hangingPunct="0">
              <a:lnSpc>
                <a:spcPct val="100000"/>
              </a:lnSpc>
              <a:spcAft>
                <a:spcPct val="0"/>
              </a:spcAft>
              <a:buFont typeface="Wingdings" pitchFamily="2" charset="2"/>
              <a:defRPr lang="zh-CN" altLang="en-US" sz="1400" dirty="0">
                <a:solidFill>
                  <a:schemeClr val="tx1"/>
                </a:solidFill>
                <a:latin typeface="+mn-ea"/>
                <a:ea typeface="+mn-ea"/>
                <a:sym typeface="Calibri" panose="020F0502020204030204" pitchFamily="34" charset="0"/>
              </a:defRPr>
            </a:lvl5pPr>
            <a:lvl6pPr>
              <a:defRPr sz="1400"/>
            </a:lvl6pPr>
            <a:lvl7pPr>
              <a:defRPr sz="1400"/>
            </a:lvl7pPr>
            <a:lvl8pPr>
              <a:defRPr sz="1400"/>
            </a:lvl8pPr>
            <a:lvl9pPr>
              <a:defRPr sz="1400"/>
            </a:lvl9pPr>
          </a:lstStyle>
          <a:p>
            <a:pPr marL="342900" lvl="0" indent="-342900" algn="l" rtl="0" eaLnBrk="0" fontAlgn="base" hangingPunct="0">
              <a:lnSpc>
                <a:spcPct val="100000"/>
              </a:lnSpc>
              <a:spcBef>
                <a:spcPts val="750"/>
              </a:spcBef>
              <a:spcAft>
                <a:spcPct val="0"/>
              </a:spcAft>
              <a:buClr>
                <a:srgbClr val="3F762B"/>
              </a:buClr>
              <a:buFont typeface="Wingdings" pitchFamily="2" charset="2"/>
              <a:buChar char="l"/>
            </a:pPr>
            <a:r>
              <a:rPr lang="zh-CN" altLang="en-US" dirty="0"/>
              <a:t>单击此处编辑母版文本样式</a:t>
            </a:r>
          </a:p>
          <a:p>
            <a:pPr marL="685800" lvl="1" indent="-342900" algn="l" rtl="0" eaLnBrk="0" fontAlgn="base" hangingPunct="0">
              <a:lnSpc>
                <a:spcPct val="100000"/>
              </a:lnSpc>
              <a:spcBef>
                <a:spcPts val="375"/>
              </a:spcBef>
              <a:spcAft>
                <a:spcPct val="0"/>
              </a:spcAft>
              <a:buClr>
                <a:srgbClr val="C00000"/>
              </a:buClr>
              <a:buFont typeface="Wingdings" pitchFamily="2" charset="2"/>
              <a:buChar char="Ø"/>
            </a:pPr>
            <a:r>
              <a:rPr lang="zh-CN" altLang="en-US" dirty="0"/>
              <a:t>第二级</a:t>
            </a:r>
          </a:p>
          <a:p>
            <a:pPr marL="1028700" lvl="2" indent="-342900" algn="l" rtl="0" eaLnBrk="0" fontAlgn="base" hangingPunct="0">
              <a:lnSpc>
                <a:spcPct val="100000"/>
              </a:lnSpc>
              <a:spcBef>
                <a:spcPts val="375"/>
              </a:spcBef>
              <a:spcAft>
                <a:spcPct val="0"/>
              </a:spcAft>
              <a:buClr>
                <a:srgbClr val="0070C0"/>
              </a:buClr>
              <a:buFont typeface="Wingdings" pitchFamily="2" charset="2"/>
              <a:buChar char="u"/>
            </a:pPr>
            <a:r>
              <a:rPr lang="zh-CN" altLang="en-US" dirty="0"/>
              <a:t>第三级</a:t>
            </a:r>
          </a:p>
          <a:p>
            <a:pPr marL="1371600" lvl="3" indent="-342900" algn="l" rtl="0" eaLnBrk="0" fontAlgn="base" hangingPunct="0">
              <a:lnSpc>
                <a:spcPct val="100000"/>
              </a:lnSpc>
              <a:spcBef>
                <a:spcPts val="375"/>
              </a:spcBef>
              <a:spcAft>
                <a:spcPct val="0"/>
              </a:spcAft>
              <a:buClr>
                <a:srgbClr val="3F762B"/>
              </a:buClr>
              <a:buFont typeface="Wingdings" pitchFamily="2" charset="2"/>
              <a:buChar char="ü"/>
            </a:pPr>
            <a:r>
              <a:rPr lang="zh-CN" altLang="en-US" dirty="0"/>
              <a:t>第四级</a:t>
            </a:r>
          </a:p>
          <a:p>
            <a:pPr marL="1714500" lvl="4" indent="-342900" algn="l" rtl="0" eaLnBrk="0" fontAlgn="base" hangingPunct="0">
              <a:lnSpc>
                <a:spcPct val="100000"/>
              </a:lnSpc>
              <a:spcBef>
                <a:spcPts val="375"/>
              </a:spcBef>
              <a:spcAft>
                <a:spcPct val="0"/>
              </a:spcAft>
              <a:buClr>
                <a:srgbClr val="3F762B"/>
              </a:buClr>
              <a:buFont typeface="Wingdings" pitchFamily="2" charset="2"/>
              <a:buChar char="p"/>
            </a:pPr>
            <a:r>
              <a:rPr lang="zh-CN" altLang="en-US" dirty="0"/>
              <a:t>第五级</a:t>
            </a:r>
          </a:p>
        </p:txBody>
      </p:sp>
      <p:sp>
        <p:nvSpPr>
          <p:cNvPr id="14" name="灯片编号占位符 5"/>
          <p:cNvSpPr>
            <a:spLocks noGrp="1" noChangeArrowheads="1"/>
          </p:cNvSpPr>
          <p:nvPr>
            <p:ph type="sldNum" sz="quarter" idx="10"/>
          </p:nvPr>
        </p:nvSpPr>
        <p:spPr>
          <a:xfrm>
            <a:off x="8681778" y="4868863"/>
            <a:ext cx="424121" cy="274637"/>
          </a:xfrm>
        </p:spPr>
        <p:txBody>
          <a:bodyPr/>
          <a:lstStyle>
            <a:lvl1pPr algn="r" eaLnBrk="1" hangingPunct="1">
              <a:buFont typeface="Arial" panose="020B0604020202020204" pitchFamily="34" charset="0"/>
              <a:buNone/>
              <a:defRPr/>
            </a:lvl1pPr>
          </a:lstStyle>
          <a:p>
            <a:pPr>
              <a:defRPr/>
            </a:pPr>
            <a:fld id="{AA8417A7-6640-4A8D-B5CB-4C6531206FA7}" type="slidenum">
              <a:rPr lang="zh-CN" altLang="en-US"/>
              <a:pPr>
                <a:defRPr/>
              </a:pPr>
              <a:t>‹#›</a:t>
            </a:fld>
            <a:endParaRPr lang="zh-CN" altLang="en-US" sz="1400" dirty="0"/>
          </a:p>
        </p:txBody>
      </p:sp>
    </p:spTree>
    <p:extLst>
      <p:ext uri="{BB962C8B-B14F-4D97-AF65-F5344CB8AC3E}">
        <p14:creationId xmlns:p14="http://schemas.microsoft.com/office/powerpoint/2010/main" val="25753816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710" y="3305176"/>
            <a:ext cx="7772400" cy="1021556"/>
          </a:xfrm>
        </p:spPr>
        <p:txBody>
          <a:bodyPr anchor="t"/>
          <a:lstStyle>
            <a:lvl1pPr algn="l">
              <a:defRPr sz="3000" b="1" cap="all"/>
            </a:lvl1pPr>
          </a:lstStyle>
          <a:p>
            <a:r>
              <a:rPr lang="zh-CN" altLang="en-US"/>
              <a:t>单击此处编辑母版标题样式</a:t>
            </a:r>
          </a:p>
        </p:txBody>
      </p:sp>
      <p:sp>
        <p:nvSpPr>
          <p:cNvPr id="3" name="文本占位符 2"/>
          <p:cNvSpPr>
            <a:spLocks noGrp="1"/>
          </p:cNvSpPr>
          <p:nvPr>
            <p:ph type="body" idx="1"/>
          </p:nvPr>
        </p:nvSpPr>
        <p:spPr>
          <a:xfrm>
            <a:off x="722710" y="2180035"/>
            <a:ext cx="7772400" cy="1125140"/>
          </a:xfrm>
        </p:spPr>
        <p:txBody>
          <a:bodyPr anchor="b"/>
          <a:lstStyle>
            <a:lvl1pPr marL="0" indent="0">
              <a:buNone/>
              <a:defRPr sz="1500"/>
            </a:lvl1pPr>
            <a:lvl2pPr marL="342900" indent="0">
              <a:buNone/>
              <a:defRPr sz="1400"/>
            </a:lvl2pPr>
            <a:lvl3pPr marL="685800" indent="0">
              <a:buNone/>
              <a:defRPr sz="1200"/>
            </a:lvl3pPr>
            <a:lvl4pPr marL="1028700" indent="0">
              <a:buNone/>
              <a:defRPr sz="1100"/>
            </a:lvl4pPr>
            <a:lvl5pPr marL="1371600" indent="0">
              <a:buNone/>
              <a:defRPr sz="1100"/>
            </a:lvl5pPr>
            <a:lvl6pPr marL="1714500" indent="0">
              <a:buNone/>
              <a:defRPr sz="1100"/>
            </a:lvl6pPr>
            <a:lvl7pPr marL="2057400" indent="0">
              <a:buNone/>
              <a:defRPr sz="1100"/>
            </a:lvl7pPr>
            <a:lvl8pPr marL="2400300" indent="0">
              <a:buNone/>
              <a:defRPr sz="1100"/>
            </a:lvl8pPr>
            <a:lvl9pPr marL="2743200" indent="0">
              <a:buNone/>
              <a:defRPr sz="1100"/>
            </a:lvl9pPr>
          </a:lstStyle>
          <a:p>
            <a:pPr lvl="0"/>
            <a:r>
              <a:rPr lang="zh-CN" altLang="en-US"/>
              <a:t>单击此处编辑母版文本样式</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25A64131-0B9F-4DFD-BA54-781528EAC636}" type="slidenum">
              <a:rPr lang="zh-CN" altLang="en-US"/>
              <a:pPr>
                <a:defRPr/>
              </a:pPr>
              <a:t>‹#›</a:t>
            </a:fld>
            <a:endParaRPr lang="zh-CN" altLang="en-US" sz="1400" dirty="0"/>
          </a:p>
        </p:txBody>
      </p:sp>
    </p:spTree>
    <p:extLst>
      <p:ext uri="{BB962C8B-B14F-4D97-AF65-F5344CB8AC3E}">
        <p14:creationId xmlns:p14="http://schemas.microsoft.com/office/powerpoint/2010/main" val="2157243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39791"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39791"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4628" y="1151335"/>
            <a:ext cx="4042172" cy="47982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44628" y="1631156"/>
            <a:ext cx="4042172" cy="2963466"/>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8"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9"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90AA2B5F-D50E-471C-818F-E555865E9438}" type="slidenum">
              <a:rPr lang="zh-CN" altLang="en-US"/>
              <a:pPr>
                <a:defRPr/>
              </a:pPr>
              <a:t>‹#›</a:t>
            </a:fld>
            <a:endParaRPr lang="zh-CN" altLang="en-US" sz="1400"/>
          </a:p>
        </p:txBody>
      </p:sp>
    </p:spTree>
    <p:extLst>
      <p:ext uri="{BB962C8B-B14F-4D97-AF65-F5344CB8AC3E}">
        <p14:creationId xmlns:p14="http://schemas.microsoft.com/office/powerpoint/2010/main" val="10473053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4"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5"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414EEDC2-B28F-4732-A1A2-D191721D09FE}" type="slidenum">
              <a:rPr lang="zh-CN" altLang="en-US"/>
              <a:pPr>
                <a:defRPr/>
              </a:pPr>
              <a:t>‹#›</a:t>
            </a:fld>
            <a:endParaRPr lang="zh-CN" altLang="en-US" sz="1400"/>
          </a:p>
        </p:txBody>
      </p:sp>
    </p:spTree>
    <p:extLst>
      <p:ext uri="{BB962C8B-B14F-4D97-AF65-F5344CB8AC3E}">
        <p14:creationId xmlns:p14="http://schemas.microsoft.com/office/powerpoint/2010/main" val="333349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3"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4"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A5789380-00E9-4AE5-AB7C-F2ED5ABAC363}" type="slidenum">
              <a:rPr lang="zh-CN" altLang="en-US"/>
              <a:pPr>
                <a:defRPr/>
              </a:pPr>
              <a:t>‹#›</a:t>
            </a:fld>
            <a:endParaRPr lang="zh-CN" altLang="en-US" sz="1400"/>
          </a:p>
        </p:txBody>
      </p:sp>
    </p:spTree>
    <p:extLst>
      <p:ext uri="{BB962C8B-B14F-4D97-AF65-F5344CB8AC3E}">
        <p14:creationId xmlns:p14="http://schemas.microsoft.com/office/powerpoint/2010/main" val="2502411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7"/>
            <a:ext cx="3008710" cy="871538"/>
          </a:xfrm>
        </p:spPr>
        <p:txBody>
          <a:bodyPr anchor="b"/>
          <a:lstStyle>
            <a:lvl1pPr algn="l">
              <a:defRPr sz="1500" b="1"/>
            </a:lvl1pPr>
          </a:lstStyle>
          <a:p>
            <a:r>
              <a:rPr lang="zh-CN" altLang="en-US"/>
              <a:t>单击此处编辑母版标题样式</a:t>
            </a:r>
          </a:p>
        </p:txBody>
      </p:sp>
      <p:sp>
        <p:nvSpPr>
          <p:cNvPr id="3" name="内容占位符 2"/>
          <p:cNvSpPr>
            <a:spLocks noGrp="1"/>
          </p:cNvSpPr>
          <p:nvPr>
            <p:ph idx="1"/>
          </p:nvPr>
        </p:nvSpPr>
        <p:spPr>
          <a:xfrm>
            <a:off x="3575448" y="204788"/>
            <a:ext cx="5111353"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076326"/>
            <a:ext cx="3008710" cy="351829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zh-CN" altLang="en-US"/>
              <a:t>单击此处编辑母版文本样式</a:t>
            </a:r>
          </a:p>
        </p:txBody>
      </p:sp>
      <p:sp>
        <p:nvSpPr>
          <p:cNvPr id="5"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6"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7"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CBD04581-45B2-4FB5-88F5-FC7C0857ADB2}" type="slidenum">
              <a:rPr lang="zh-CN" altLang="en-US"/>
              <a:pPr>
                <a:defRPr/>
              </a:pPr>
              <a:t>‹#›</a:t>
            </a:fld>
            <a:endParaRPr lang="zh-CN" altLang="en-US" sz="1400"/>
          </a:p>
        </p:txBody>
      </p:sp>
    </p:spTree>
    <p:extLst>
      <p:ext uri="{BB962C8B-B14F-4D97-AF65-F5344CB8AC3E}">
        <p14:creationId xmlns:p14="http://schemas.microsoft.com/office/powerpoint/2010/main" val="1773948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1891" y="3600450"/>
            <a:ext cx="5486400" cy="425054"/>
          </a:xfrm>
        </p:spPr>
        <p:txBody>
          <a:bodyPr anchor="b"/>
          <a:lstStyle>
            <a:lvl1pPr algn="l">
              <a:defRPr sz="1500" b="1"/>
            </a:lvl1pPr>
          </a:lstStyle>
          <a:p>
            <a:r>
              <a:rPr lang="zh-CN" altLang="en-US"/>
              <a:t>单击此处编辑母版标题样式</a:t>
            </a:r>
          </a:p>
        </p:txBody>
      </p:sp>
      <p:sp>
        <p:nvSpPr>
          <p:cNvPr id="3" name="图片占位符 2"/>
          <p:cNvSpPr>
            <a:spLocks noGrp="1"/>
          </p:cNvSpPr>
          <p:nvPr>
            <p:ph type="pic" idx="1"/>
          </p:nvPr>
        </p:nvSpPr>
        <p:spPr>
          <a:xfrm>
            <a:off x="1791891"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sym typeface="Calibri" pitchFamily="34" charset="0"/>
            </a:endParaRPr>
          </a:p>
        </p:txBody>
      </p:sp>
      <p:sp>
        <p:nvSpPr>
          <p:cNvPr id="4" name="文本占位符 3"/>
          <p:cNvSpPr>
            <a:spLocks noGrp="1"/>
          </p:cNvSpPr>
          <p:nvPr>
            <p:ph type="body" sz="half" idx="2"/>
          </p:nvPr>
        </p:nvSpPr>
        <p:spPr>
          <a:xfrm>
            <a:off x="1791891" y="4025503"/>
            <a:ext cx="5486400" cy="603647"/>
          </a:xfrm>
        </p:spPr>
        <p:txBody>
          <a:bodyPr/>
          <a:lstStyle>
            <a:lvl1pPr marL="0" indent="0">
              <a:buNone/>
              <a:defRPr sz="1100"/>
            </a:lvl1pPr>
            <a:lvl2pPr marL="342900" indent="0">
              <a:buNone/>
              <a:defRPr sz="900"/>
            </a:lvl2pPr>
            <a:lvl3pPr marL="685800" indent="0">
              <a:buNone/>
              <a:defRPr sz="800"/>
            </a:lvl3pPr>
            <a:lvl4pPr marL="1028700" indent="0">
              <a:buNone/>
              <a:defRPr sz="700"/>
            </a:lvl4pPr>
            <a:lvl5pPr marL="1371600" indent="0">
              <a:buNone/>
              <a:defRPr sz="700"/>
            </a:lvl5pPr>
            <a:lvl6pPr marL="1714500" indent="0">
              <a:buNone/>
              <a:defRPr sz="700"/>
            </a:lvl6pPr>
            <a:lvl7pPr marL="2057400" indent="0">
              <a:buNone/>
              <a:defRPr sz="700"/>
            </a:lvl7pPr>
            <a:lvl8pPr marL="2400300" indent="0">
              <a:buNone/>
              <a:defRPr sz="700"/>
            </a:lvl8pPr>
            <a:lvl9pPr marL="2743200" indent="0">
              <a:buNone/>
              <a:defRPr sz="700"/>
            </a:lvl9pPr>
          </a:lstStyle>
          <a:p>
            <a:pPr lvl="0"/>
            <a:r>
              <a:rPr lang="zh-CN" altLang="en-US"/>
              <a:t>单击此处编辑母版文本样式</a:t>
            </a:r>
          </a:p>
        </p:txBody>
      </p:sp>
      <p:sp>
        <p:nvSpPr>
          <p:cNvPr id="5"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6"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7"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87E5BF29-83EB-4F5A-B881-8F89B5025731}" type="slidenum">
              <a:rPr lang="zh-CN" altLang="en-US"/>
              <a:pPr>
                <a:defRPr/>
              </a:pPr>
              <a:t>‹#›</a:t>
            </a:fld>
            <a:endParaRPr lang="zh-CN" altLang="en-US" sz="1400"/>
          </a:p>
        </p:txBody>
      </p:sp>
    </p:spTree>
    <p:extLst>
      <p:ext uri="{BB962C8B-B14F-4D97-AF65-F5344CB8AC3E}">
        <p14:creationId xmlns:p14="http://schemas.microsoft.com/office/powerpoint/2010/main" val="4240094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7DC13C36-27F2-455C-9692-68C09D675194}" type="slidenum">
              <a:rPr lang="zh-CN" altLang="en-US"/>
              <a:pPr>
                <a:defRPr/>
              </a:pPr>
              <a:t>‹#›</a:t>
            </a:fld>
            <a:endParaRPr lang="zh-CN" altLang="en-US" sz="1400"/>
          </a:p>
        </p:txBody>
      </p:sp>
    </p:spTree>
    <p:extLst>
      <p:ext uri="{BB962C8B-B14F-4D97-AF65-F5344CB8AC3E}">
        <p14:creationId xmlns:p14="http://schemas.microsoft.com/office/powerpoint/2010/main" val="53502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4"/>
            <a:ext cx="1971675" cy="435887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273844"/>
            <a:ext cx="5800725"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5"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6"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90B9ABE1-3756-4DC5-A8E7-A897F4F6505B}" type="slidenum">
              <a:rPr lang="zh-CN" altLang="en-US"/>
              <a:pPr>
                <a:defRPr/>
              </a:pPr>
              <a:t>‹#›</a:t>
            </a:fld>
            <a:endParaRPr lang="zh-CN" altLang="en-US" sz="1400"/>
          </a:p>
        </p:txBody>
      </p:sp>
    </p:spTree>
    <p:extLst>
      <p:ext uri="{BB962C8B-B14F-4D97-AF65-F5344CB8AC3E}">
        <p14:creationId xmlns:p14="http://schemas.microsoft.com/office/powerpoint/2010/main" val="31532556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28650" y="273844"/>
            <a:ext cx="7886700" cy="994172"/>
          </a:xfrm>
        </p:spPr>
        <p:txBody>
          <a:bodyPr/>
          <a:lstStyle/>
          <a:p>
            <a:r>
              <a:rPr lang="zh-CN" altLang="en-US"/>
              <a:t>单击此处编辑母版标题样式</a:t>
            </a:r>
          </a:p>
        </p:txBody>
      </p:sp>
      <p:sp>
        <p:nvSpPr>
          <p:cNvPr id="3" name="日期占位符 3"/>
          <p:cNvSpPr>
            <a:spLocks noGrp="1" noChangeArrowheads="1"/>
          </p:cNvSpPr>
          <p:nvPr>
            <p:ph type="dt" sz="half" idx="10"/>
          </p:nvPr>
        </p:nvSpPr>
        <p:spPr>
          <a:xfrm>
            <a:off x="628650" y="4756150"/>
            <a:ext cx="2057400" cy="274638"/>
          </a:xfrm>
          <a:prstGeom prst="rect">
            <a:avLst/>
          </a:prstGeom>
        </p:spPr>
        <p:txBody>
          <a:bodyPr/>
          <a:lstStyle>
            <a:lvl1pPr eaLnBrk="1" hangingPunct="1">
              <a:buFont typeface="Arial" charset="0"/>
              <a:buNone/>
              <a:defRPr sz="1400">
                <a:latin typeface="Arial" charset="0"/>
                <a:ea typeface="宋体" charset="-122"/>
              </a:defRPr>
            </a:lvl1pPr>
          </a:lstStyle>
          <a:p>
            <a:pPr>
              <a:defRPr/>
            </a:pPr>
            <a:endParaRPr lang="zh-CN" altLang="en-US"/>
          </a:p>
        </p:txBody>
      </p:sp>
      <p:sp>
        <p:nvSpPr>
          <p:cNvPr id="4" name="页脚占位符 4"/>
          <p:cNvSpPr>
            <a:spLocks noGrp="1" noChangeArrowheads="1"/>
          </p:cNvSpPr>
          <p:nvPr>
            <p:ph type="ftr" sz="quarter" idx="11"/>
          </p:nvPr>
        </p:nvSpPr>
        <p:spPr>
          <a:xfrm>
            <a:off x="3028950" y="4756150"/>
            <a:ext cx="3086100" cy="274638"/>
          </a:xfrm>
          <a:prstGeom prst="rect">
            <a:avLst/>
          </a:prstGeom>
        </p:spPr>
        <p:txBody>
          <a:bodyPr/>
          <a:lstStyle>
            <a:lvl1pPr eaLnBrk="1" hangingPunct="1">
              <a:buFont typeface="Arial" charset="0"/>
              <a:buNone/>
              <a:defRPr>
                <a:latin typeface="Arial" charset="0"/>
                <a:ea typeface="宋体" charset="-122"/>
              </a:defRPr>
            </a:lvl1pPr>
          </a:lstStyle>
          <a:p>
            <a:pPr>
              <a:defRPr/>
            </a:pPr>
            <a:endParaRPr lang="zh-CN" altLang="zh-CN"/>
          </a:p>
        </p:txBody>
      </p:sp>
      <p:sp>
        <p:nvSpPr>
          <p:cNvPr id="5" name="灯片编号占位符 5"/>
          <p:cNvSpPr>
            <a:spLocks noGrp="1" noChangeArrowheads="1"/>
          </p:cNvSpPr>
          <p:nvPr>
            <p:ph type="sldNum" sz="quarter" idx="12"/>
          </p:nvPr>
        </p:nvSpPr>
        <p:spPr>
          <a:xfrm>
            <a:off x="6457950" y="4756150"/>
            <a:ext cx="2057400" cy="274638"/>
          </a:xfrm>
        </p:spPr>
        <p:txBody>
          <a:bodyPr/>
          <a:lstStyle>
            <a:lvl1pPr eaLnBrk="1" hangingPunct="1">
              <a:buFont typeface="Arial" panose="020B0604020202020204" pitchFamily="34" charset="0"/>
              <a:buNone/>
              <a:defRPr/>
            </a:lvl1pPr>
          </a:lstStyle>
          <a:p>
            <a:pPr>
              <a:defRPr/>
            </a:pPr>
            <a:fld id="{1BED966B-A667-4019-92AC-739406FFC366}" type="slidenum">
              <a:rPr lang="zh-CN" altLang="en-US"/>
              <a:pPr>
                <a:defRPr/>
              </a:pPr>
              <a:t>‹#›</a:t>
            </a:fld>
            <a:endParaRPr lang="zh-CN" altLang="en-US" sz="1400"/>
          </a:p>
        </p:txBody>
      </p:sp>
    </p:spTree>
    <p:extLst>
      <p:ext uri="{BB962C8B-B14F-4D97-AF65-F5344CB8AC3E}">
        <p14:creationId xmlns:p14="http://schemas.microsoft.com/office/powerpoint/2010/main" val="3192279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Slide Number Placeholder 3"/>
          <p:cNvSpPr>
            <a:spLocks noGrp="1"/>
          </p:cNvSpPr>
          <p:nvPr>
            <p:ph type="sldNum" sz="quarter" idx="11"/>
          </p:nvPr>
        </p:nvSpPr>
        <p:spPr/>
        <p:txBody>
          <a:bodyPr/>
          <a:lstStyle/>
          <a:p>
            <a:fld id="{E7CA9478-788D-42C7-BC35-88005760C6DD}" type="slidenum">
              <a:rPr lang="en-US" smtClean="0"/>
              <a:t>‹#›</a:t>
            </a:fld>
            <a:endParaRPr lang="en-US"/>
          </a:p>
        </p:txBody>
      </p:sp>
      <p:sp>
        <p:nvSpPr>
          <p:cNvPr id="5" name="Title 4"/>
          <p:cNvSpPr>
            <a:spLocks noGrp="1"/>
          </p:cNvSpPr>
          <p:nvPr>
            <p:ph type="title"/>
          </p:nvPr>
        </p:nvSpPr>
        <p:spPr/>
        <p:txBody>
          <a:bodyPr/>
          <a:lstStyle/>
          <a:p>
            <a:r>
              <a:rPr lang="en-US" dirty="0"/>
              <a:t>Click to edit Master title style</a:t>
            </a:r>
          </a:p>
        </p:txBody>
      </p:sp>
      <p:sp>
        <p:nvSpPr>
          <p:cNvPr id="7" name="Text Placeholder 6"/>
          <p:cNvSpPr>
            <a:spLocks noGrp="1"/>
          </p:cNvSpPr>
          <p:nvPr>
            <p:ph type="body" sz="quarter" idx="12"/>
          </p:nvPr>
        </p:nvSpPr>
        <p:spPr>
          <a:xfrm>
            <a:off x="228600" y="1047750"/>
            <a:ext cx="5715000" cy="3581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p:cNvSpPr>
            <a:spLocks/>
          </p:cNvSpPr>
          <p:nvPr userDrawn="1"/>
        </p:nvSpPr>
        <p:spPr>
          <a:xfrm>
            <a:off x="5943600" y="1755340"/>
            <a:ext cx="2743200" cy="20574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45533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endParaRPr lang="en-US" dirty="0"/>
          </a:p>
        </p:txBody>
      </p:sp>
      <p:sp>
        <p:nvSpPr>
          <p:cNvPr id="4" name="Slide Number Placeholder 3"/>
          <p:cNvSpPr>
            <a:spLocks noGrp="1"/>
          </p:cNvSpPr>
          <p:nvPr>
            <p:ph type="sldNum" sz="quarter" idx="11"/>
          </p:nvPr>
        </p:nvSpPr>
        <p:spPr/>
        <p:txBody>
          <a:bodyPr/>
          <a:lstStyle/>
          <a:p>
            <a:fld id="{E7CA9478-788D-42C7-BC35-88005760C6DD}" type="slidenum">
              <a:rPr lang="en-US" smtClean="0"/>
              <a:t>‹#›</a:t>
            </a:fld>
            <a:endParaRPr lang="en-US"/>
          </a:p>
        </p:txBody>
      </p:sp>
      <p:sp>
        <p:nvSpPr>
          <p:cNvPr id="5" name="Title 4"/>
          <p:cNvSpPr>
            <a:spLocks noGrp="1"/>
          </p:cNvSpPr>
          <p:nvPr>
            <p:ph type="title"/>
          </p:nvPr>
        </p:nvSpPr>
        <p:spPr/>
        <p:txBody>
          <a:bodyPr/>
          <a:lstStyle/>
          <a:p>
            <a:r>
              <a:rPr lang="en-US" dirty="0"/>
              <a:t>Click to edit Master title style</a:t>
            </a:r>
          </a:p>
        </p:txBody>
      </p:sp>
      <p:sp>
        <p:nvSpPr>
          <p:cNvPr id="7" name="Text Placeholder 6"/>
          <p:cNvSpPr>
            <a:spLocks noGrp="1"/>
          </p:cNvSpPr>
          <p:nvPr>
            <p:ph type="body" sz="quarter" idx="12"/>
          </p:nvPr>
        </p:nvSpPr>
        <p:spPr>
          <a:xfrm>
            <a:off x="228600" y="1276350"/>
            <a:ext cx="5715000" cy="3352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p:cNvSpPr>
            <a:spLocks/>
          </p:cNvSpPr>
          <p:nvPr userDrawn="1"/>
        </p:nvSpPr>
        <p:spPr>
          <a:xfrm>
            <a:off x="5943600" y="1755340"/>
            <a:ext cx="2743200" cy="20574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53230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7CA9478-788D-42C7-BC35-88005760C6DD}" type="slidenum">
              <a:rPr lang="en-US" smtClean="0"/>
              <a:t>‹#›</a:t>
            </a:fld>
            <a:endParaRPr lang="en-US"/>
          </a:p>
        </p:txBody>
      </p:sp>
    </p:spTree>
    <p:extLst>
      <p:ext uri="{BB962C8B-B14F-4D97-AF65-F5344CB8AC3E}">
        <p14:creationId xmlns:p14="http://schemas.microsoft.com/office/powerpoint/2010/main" val="1333829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628650" y="274638"/>
            <a:ext cx="788670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ctr" anchorCtr="0" compatLnSpc="1">
            <a:prstTxWarp prst="textNoShape">
              <a:avLst/>
            </a:prstTxWarp>
          </a:bodyPr>
          <a:lstStyle/>
          <a:p>
            <a:pPr lvl="0"/>
            <a:r>
              <a:rPr lang="zh-CN" altLang="zh-CN">
                <a:sym typeface="Calibri Light" panose="020F0302020204030204" pitchFamily="34" charset="0"/>
              </a:rPr>
              <a:t>单击此处编辑母版标题样式</a:t>
            </a:r>
          </a:p>
        </p:txBody>
      </p:sp>
      <p:sp>
        <p:nvSpPr>
          <p:cNvPr id="1027" name="文本占位符 2"/>
          <p:cNvSpPr>
            <a:spLocks noGrp="1" noChangeArrowheads="1"/>
          </p:cNvSpPr>
          <p:nvPr>
            <p:ph type="body" idx="1"/>
          </p:nvPr>
        </p:nvSpPr>
        <p:spPr bwMode="auto">
          <a:xfrm>
            <a:off x="628650" y="1370013"/>
            <a:ext cx="7886700" cy="326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rstTxWarp prst="textNoShape">
              <a:avLst/>
            </a:prstTxWarp>
          </a:bodyPr>
          <a:lstStyle/>
          <a:p>
            <a:pPr lvl="0"/>
            <a:r>
              <a:rPr lang="zh-CN" altLang="zh-CN">
                <a:sym typeface="Calibri" panose="020F0502020204030204" pitchFamily="34" charset="0"/>
              </a:rPr>
              <a:t>单击此处编辑母版文本样式</a:t>
            </a:r>
          </a:p>
          <a:p>
            <a:pPr lvl="1"/>
            <a:r>
              <a:rPr lang="zh-CN" altLang="zh-CN">
                <a:sym typeface="Calibri" panose="020F0502020204030204" pitchFamily="34" charset="0"/>
              </a:rPr>
              <a:t>第二级</a:t>
            </a:r>
          </a:p>
          <a:p>
            <a:pPr lvl="2"/>
            <a:r>
              <a:rPr lang="zh-CN" altLang="zh-CN">
                <a:sym typeface="Calibri" panose="020F0502020204030204" pitchFamily="34" charset="0"/>
              </a:rPr>
              <a:t>第三级</a:t>
            </a:r>
          </a:p>
          <a:p>
            <a:pPr lvl="3"/>
            <a:r>
              <a:rPr lang="zh-CN" altLang="zh-CN">
                <a:sym typeface="Calibri" panose="020F0502020204030204" pitchFamily="34" charset="0"/>
              </a:rPr>
              <a:t>第四级</a:t>
            </a:r>
          </a:p>
          <a:p>
            <a:pPr lvl="4"/>
            <a:r>
              <a:rPr lang="zh-CN" altLang="zh-CN">
                <a:sym typeface="Calibri" panose="020F0502020204030204" pitchFamily="34" charset="0"/>
              </a:rPr>
              <a:t>第五级</a:t>
            </a:r>
          </a:p>
        </p:txBody>
      </p:sp>
      <p:sp>
        <p:nvSpPr>
          <p:cNvPr id="4" name="灯片编号占位符 5"/>
          <p:cNvSpPr>
            <a:spLocks noGrp="1" noChangeArrowheads="1"/>
          </p:cNvSpPr>
          <p:nvPr>
            <p:ph type="sldNum" sz="quarter" idx="4"/>
          </p:nvPr>
        </p:nvSpPr>
        <p:spPr>
          <a:xfrm>
            <a:off x="6994525" y="4868863"/>
            <a:ext cx="2057400" cy="274637"/>
          </a:xfrm>
          <a:prstGeom prst="rect">
            <a:avLst/>
          </a:prstGeom>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200"/>
            </a:lvl1pPr>
          </a:lstStyle>
          <a:p>
            <a:pPr>
              <a:defRPr/>
            </a:pPr>
            <a:fld id="{9B2D4FF2-4AC7-41C9-A20C-4C4B558FB8A5}" type="slidenum">
              <a:rPr lang="zh-CN" altLang="en-US"/>
              <a:pPr>
                <a:defRPr/>
              </a:pPr>
              <a:t>‹#›</a:t>
            </a:fld>
            <a:endParaRPr lang="zh-CN" altLang="en-US" sz="1050" dirty="0"/>
          </a:p>
        </p:txBody>
      </p:sp>
    </p:spTree>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 id="2147483984" r:id="rId12"/>
    <p:sldLayoutId id="2147483985" r:id="rId13"/>
    <p:sldLayoutId id="2147483986" r:id="rId14"/>
    <p:sldLayoutId id="2147483987" r:id="rId15"/>
  </p:sldLayoutIdLst>
  <p:hf hdr="0" ftr="0" dt="0"/>
  <p:txStyles>
    <p:titleStyle>
      <a:lvl1pPr marL="685800" indent="-685800" algn="l" rtl="0" eaLnBrk="0" fontAlgn="base" hangingPunct="0">
        <a:lnSpc>
          <a:spcPct val="90000"/>
        </a:lnSpc>
        <a:spcBef>
          <a:spcPct val="0"/>
        </a:spcBef>
        <a:spcAft>
          <a:spcPct val="0"/>
        </a:spcAft>
        <a:defRPr sz="2400" b="1">
          <a:solidFill>
            <a:schemeClr val="tx1"/>
          </a:solidFill>
          <a:latin typeface="+mj-ea"/>
          <a:ea typeface="+mj-ea"/>
          <a:cs typeface="+mj-cs"/>
          <a:sym typeface="Calibri Light" panose="020F0302020204030204" pitchFamily="34" charset="0"/>
        </a:defRPr>
      </a:lvl1pPr>
      <a:lvl2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2pPr>
      <a:lvl3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3pPr>
      <a:lvl4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4pPr>
      <a:lvl5pPr marL="685800" indent="-685800" algn="l" rtl="0" eaLnBrk="0" fontAlgn="base" hangingPunct="0">
        <a:lnSpc>
          <a:spcPct val="90000"/>
        </a:lnSpc>
        <a:spcBef>
          <a:spcPct val="0"/>
        </a:spcBef>
        <a:spcAft>
          <a:spcPct val="0"/>
        </a:spcAft>
        <a:defRPr sz="2400" b="1">
          <a:solidFill>
            <a:schemeClr val="tx1"/>
          </a:solidFill>
          <a:latin typeface="微软雅黑" pitchFamily="34" charset="-122"/>
          <a:ea typeface="微软雅黑" pitchFamily="34" charset="-122"/>
          <a:sym typeface="Calibri Light" panose="020F0302020204030204" pitchFamily="34" charset="0"/>
        </a:defRPr>
      </a:lvl5pPr>
      <a:lvl6pPr marL="10287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6pPr>
      <a:lvl7pPr marL="13716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7pPr>
      <a:lvl8pPr marL="17145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8pPr>
      <a:lvl9pPr marL="2057400" indent="-685800" algn="l" rtl="0" fontAlgn="base">
        <a:lnSpc>
          <a:spcPct val="90000"/>
        </a:lnSpc>
        <a:spcBef>
          <a:spcPct val="0"/>
        </a:spcBef>
        <a:spcAft>
          <a:spcPct val="0"/>
        </a:spcAft>
        <a:defRPr sz="3300">
          <a:solidFill>
            <a:schemeClr val="tx1"/>
          </a:solidFill>
          <a:latin typeface="Calibri Light" charset="0"/>
          <a:ea typeface="宋体" pitchFamily="2" charset="-122"/>
          <a:sym typeface="Calibri Light" charset="0"/>
        </a:defRPr>
      </a:lvl9pPr>
    </p:titleStyle>
    <p:bodyStyle>
      <a:lvl1pPr marL="342900" indent="-342900" algn="l" rtl="0" eaLnBrk="0" fontAlgn="base" hangingPunct="0">
        <a:lnSpc>
          <a:spcPct val="150000"/>
        </a:lnSpc>
        <a:spcBef>
          <a:spcPts val="750"/>
        </a:spcBef>
        <a:spcAft>
          <a:spcPct val="0"/>
        </a:spcAft>
        <a:buClr>
          <a:srgbClr val="3F762B"/>
        </a:buClr>
        <a:buFont typeface="Wingdings" panose="05000000000000000000" pitchFamily="2" charset="2"/>
        <a:buChar char="n"/>
        <a:defRPr sz="3200">
          <a:solidFill>
            <a:schemeClr val="tx1"/>
          </a:solidFill>
          <a:latin typeface="+mn-ea"/>
          <a:ea typeface="+mn-ea"/>
          <a:cs typeface="+mn-cs"/>
          <a:sym typeface="Calibri" panose="020F0502020204030204" pitchFamily="34" charset="0"/>
        </a:defRPr>
      </a:lvl1pPr>
      <a:lvl2pPr marL="6858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800">
          <a:solidFill>
            <a:schemeClr val="tx1"/>
          </a:solidFill>
          <a:latin typeface="+mn-ea"/>
          <a:ea typeface="+mn-ea"/>
          <a:sym typeface="Calibri" panose="020F0502020204030204" pitchFamily="34" charset="0"/>
        </a:defRPr>
      </a:lvl2pPr>
      <a:lvl3pPr marL="10287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400">
          <a:solidFill>
            <a:schemeClr val="tx1"/>
          </a:solidFill>
          <a:latin typeface="+mn-ea"/>
          <a:ea typeface="+mn-ea"/>
          <a:sym typeface="Calibri" panose="020F0502020204030204" pitchFamily="34" charset="0"/>
        </a:defRPr>
      </a:lvl3pPr>
      <a:lvl4pPr marL="13716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000">
          <a:solidFill>
            <a:schemeClr val="tx1"/>
          </a:solidFill>
          <a:latin typeface="+mn-ea"/>
          <a:ea typeface="+mn-ea"/>
          <a:sym typeface="Calibri" panose="020F0502020204030204" pitchFamily="34" charset="0"/>
        </a:defRPr>
      </a:lvl4pPr>
      <a:lvl5pPr marL="1714500" indent="-342900" algn="l" rtl="0" eaLnBrk="0" fontAlgn="base" hangingPunct="0">
        <a:lnSpc>
          <a:spcPct val="150000"/>
        </a:lnSpc>
        <a:spcBef>
          <a:spcPts val="375"/>
        </a:spcBef>
        <a:spcAft>
          <a:spcPct val="0"/>
        </a:spcAft>
        <a:buClr>
          <a:srgbClr val="3F762B"/>
        </a:buClr>
        <a:buFont typeface="Wingdings" panose="05000000000000000000" pitchFamily="2" charset="2"/>
        <a:buChar char="n"/>
        <a:defRPr sz="2000">
          <a:solidFill>
            <a:schemeClr val="tx1"/>
          </a:solidFill>
          <a:latin typeface="+mn-ea"/>
          <a:ea typeface="+mn-ea"/>
          <a:sym typeface="Calibri" panose="020F0502020204030204" pitchFamily="34" charset="0"/>
        </a:defRPr>
      </a:lvl5pPr>
      <a:lvl6pPr marL="18859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6pPr>
      <a:lvl7pPr marL="22288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7pPr>
      <a:lvl8pPr marL="25717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8pPr>
      <a:lvl9pPr marL="2914650" indent="-171450" algn="l" rtl="0" fontAlgn="base">
        <a:lnSpc>
          <a:spcPct val="90000"/>
        </a:lnSpc>
        <a:spcBef>
          <a:spcPts val="375"/>
        </a:spcBef>
        <a:spcAft>
          <a:spcPct val="0"/>
        </a:spcAft>
        <a:buFont typeface="Arial" pitchFamily="34" charset="0"/>
        <a:buChar char="•"/>
        <a:defRPr>
          <a:solidFill>
            <a:schemeClr val="tx1"/>
          </a:solidFill>
          <a:latin typeface="+mn-lt"/>
          <a:ea typeface="+mn-ea"/>
          <a:sym typeface="Calibri" pitchFamily="34" charset="0"/>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emf"/><Relationship Id="rId5" Type="http://schemas.openxmlformats.org/officeDocument/2006/relationships/oleObject" Target="../embeddings/oleObject1.bin"/><Relationship Id="rId4" Type="http://schemas.openxmlformats.org/officeDocument/2006/relationships/image" Target="../media/image4.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5.emf"/><Relationship Id="rId4" Type="http://schemas.openxmlformats.org/officeDocument/2006/relationships/oleObject" Target="../embeddings/oleObject2.bin"/></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99.xml"/><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00.xml"/><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B955ABEB-7497-8541-B16A-0C341A3CD937}"/>
              </a:ext>
            </a:extLst>
          </p:cNvPr>
          <p:cNvSpPr>
            <a:spLocks noGrp="1" noChangeArrowheads="1"/>
          </p:cNvSpPr>
          <p:nvPr>
            <p:ph type="ctrTitle"/>
          </p:nvPr>
        </p:nvSpPr>
        <p:spPr/>
        <p:txBody>
          <a:bodyPr/>
          <a:lstStyle/>
          <a:p>
            <a:pPr algn="ctr" eaLnBrk="1" hangingPunct="1">
              <a:defRPr/>
            </a:pPr>
            <a:r>
              <a:rPr lang="zh-CN" altLang="en-US" sz="4000" dirty="0">
                <a:latin typeface="Times New Roman" panose="02020603050405020304" pitchFamily="18" charset="0"/>
                <a:ea typeface="宋体" panose="02010600030101010101" pitchFamily="2" charset="-122"/>
              </a:rPr>
              <a:t>计算机网络（第 </a:t>
            </a:r>
            <a:r>
              <a:rPr lang="en-US" altLang="zh-CN" sz="4000">
                <a:latin typeface="Times New Roman" panose="02020603050405020304" pitchFamily="18" charset="0"/>
                <a:ea typeface="宋体" panose="02010600030101010101" pitchFamily="2" charset="-122"/>
              </a:rPr>
              <a:t>6/7/8 </a:t>
            </a:r>
            <a:r>
              <a:rPr lang="zh-CN" altLang="en-US" sz="4000" dirty="0">
                <a:latin typeface="Times New Roman" panose="02020603050405020304" pitchFamily="18" charset="0"/>
                <a:ea typeface="宋体" panose="02010600030101010101" pitchFamily="2" charset="-122"/>
              </a:rPr>
              <a:t>版）</a:t>
            </a:r>
          </a:p>
        </p:txBody>
      </p:sp>
      <p:sp>
        <p:nvSpPr>
          <p:cNvPr id="120835" name="Rectangle 3">
            <a:extLst>
              <a:ext uri="{FF2B5EF4-FFF2-40B4-BE49-F238E27FC236}">
                <a16:creationId xmlns:a16="http://schemas.microsoft.com/office/drawing/2014/main" id="{885EA502-9636-AC4E-88DB-0EE3945D2E51}"/>
              </a:ext>
            </a:extLst>
          </p:cNvPr>
          <p:cNvSpPr>
            <a:spLocks noGrp="1" noChangeArrowheads="1"/>
          </p:cNvSpPr>
          <p:nvPr>
            <p:ph type="subTitle" idx="1"/>
          </p:nvPr>
        </p:nvSpPr>
        <p:spPr/>
        <p:txBody>
          <a:bodyPr/>
          <a:lstStyle/>
          <a:p>
            <a:pPr eaLnBrk="1" hangingPunct="1">
              <a:buFont typeface="Wingdings" pitchFamily="2" charset="2"/>
              <a:buNone/>
              <a:defRPr/>
            </a:pPr>
            <a:r>
              <a:rPr lang="zh-CN" altLang="en-US">
                <a:latin typeface="Times New Roman" panose="02020603050405020304" pitchFamily="18" charset="0"/>
                <a:ea typeface="宋体" panose="02010600030101010101" pitchFamily="2" charset="-122"/>
              </a:rPr>
              <a:t>第 </a:t>
            </a:r>
            <a:r>
              <a:rPr lang="en-US" altLang="zh-CN">
                <a:latin typeface="Times New Roman" panose="02020603050405020304" pitchFamily="18" charset="0"/>
                <a:ea typeface="宋体" panose="02010600030101010101" pitchFamily="2" charset="-122"/>
              </a:rPr>
              <a:t>5 </a:t>
            </a:r>
            <a:r>
              <a:rPr lang="zh-CN" altLang="en-US">
                <a:latin typeface="Times New Roman" panose="02020603050405020304" pitchFamily="18" charset="0"/>
                <a:ea typeface="宋体" panose="02010600030101010101" pitchFamily="2" charset="-122"/>
              </a:rPr>
              <a:t>章  运输层</a:t>
            </a:r>
          </a:p>
        </p:txBody>
      </p:sp>
    </p:spTree>
    <p:extLst>
      <p:ext uri="{BB962C8B-B14F-4D97-AF65-F5344CB8AC3E}">
        <p14:creationId xmlns:p14="http://schemas.microsoft.com/office/powerpoint/2010/main" val="2584719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184DB676-34DF-704B-87B6-611AAE232202}"/>
              </a:ext>
            </a:extLst>
          </p:cNvPr>
          <p:cNvSpPr>
            <a:spLocks noGrp="1" noChangeArrowheads="1"/>
          </p:cNvSpPr>
          <p:nvPr>
            <p:ph type="title"/>
          </p:nvPr>
        </p:nvSpPr>
        <p:spPr>
          <a:xfrm>
            <a:off x="171450" y="303610"/>
            <a:ext cx="6123385" cy="576263"/>
          </a:xfrm>
        </p:spPr>
        <p:txBody>
          <a:bodyPr/>
          <a:lstStyle/>
          <a:p>
            <a:pPr eaLnBrk="1" hangingPunct="1">
              <a:defRPr/>
            </a:pPr>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第 </a:t>
            </a:r>
            <a:r>
              <a:rPr lang="en-US" altLang="zh-CN" dirty="0">
                <a:latin typeface="Times New Roman" panose="02020603050405020304" pitchFamily="18" charset="0"/>
                <a:ea typeface="Arial Unicode MS" panose="020B0604020202020204" pitchFamily="34" charset="-128"/>
                <a:cs typeface="Arial Unicode MS" panose="020B0604020202020204" pitchFamily="34" charset="-128"/>
              </a:rPr>
              <a:t>5 </a:t>
            </a:r>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章  </a:t>
            </a:r>
            <a:r>
              <a:rPr lang="zh-CN" altLang="en-US" dirty="0">
                <a:latin typeface="Times New Roman" panose="02020603050405020304" pitchFamily="18" charset="0"/>
                <a:ea typeface="宋体" panose="02010600030101010101" pitchFamily="2" charset="-122"/>
              </a:rPr>
              <a:t>运输层</a:t>
            </a:r>
          </a:p>
        </p:txBody>
      </p:sp>
      <p:sp>
        <p:nvSpPr>
          <p:cNvPr id="121859" name="Rectangle 3">
            <a:extLst>
              <a:ext uri="{FF2B5EF4-FFF2-40B4-BE49-F238E27FC236}">
                <a16:creationId xmlns:a16="http://schemas.microsoft.com/office/drawing/2014/main" id="{C761BF35-701C-C042-8A59-4A2AB8B7FB41}"/>
              </a:ext>
            </a:extLst>
          </p:cNvPr>
          <p:cNvSpPr>
            <a:spLocks noGrp="1" noChangeArrowheads="1"/>
          </p:cNvSpPr>
          <p:nvPr>
            <p:ph type="body" idx="1"/>
          </p:nvPr>
        </p:nvSpPr>
        <p:spPr>
          <a:xfrm>
            <a:off x="171450" y="991077"/>
            <a:ext cx="8698229" cy="4129563"/>
          </a:xfrm>
        </p:spPr>
        <p:txBody>
          <a:bodyPr/>
          <a:lstStyle/>
          <a:p>
            <a:pPr eaLnBrk="1" hangingPunct="1">
              <a:spcBef>
                <a:spcPts val="0"/>
              </a:spcBef>
              <a:buFont typeface="Wingdings" pitchFamily="2" charset="2"/>
              <a:buNone/>
              <a:defRPr/>
            </a:pPr>
            <a:r>
              <a:rPr lang="en-US" altLang="zh-CN" sz="2000" dirty="0">
                <a:ea typeface="宋体" panose="02010600030101010101" pitchFamily="2" charset="-122"/>
              </a:rPr>
              <a:t> 5.1  </a:t>
            </a:r>
            <a:r>
              <a:rPr lang="zh-CN" altLang="en-US" sz="2000" dirty="0">
                <a:ea typeface="宋体" panose="02010600030101010101" pitchFamily="2" charset="-122"/>
              </a:rPr>
              <a:t>运输层协议概述</a:t>
            </a:r>
          </a:p>
          <a:p>
            <a:pPr eaLnBrk="1" hangingPunct="1">
              <a:spcBef>
                <a:spcPts val="0"/>
              </a:spcBef>
              <a:buNone/>
              <a:defRPr/>
            </a:pPr>
            <a:r>
              <a:rPr lang="zh-CN" altLang="en-US" sz="1800" dirty="0">
                <a:ea typeface="宋体" panose="02010600030101010101" pitchFamily="2" charset="-122"/>
              </a:rPr>
              <a:t>         </a:t>
            </a:r>
            <a:r>
              <a:rPr lang="en-US" altLang="zh-CN" sz="1800" dirty="0">
                <a:ea typeface="宋体" panose="02010600030101010101" pitchFamily="2" charset="-122"/>
              </a:rPr>
              <a:t>5.1.1  </a:t>
            </a:r>
            <a:r>
              <a:rPr lang="zh-CN" altLang="en-US" sz="1800" dirty="0">
                <a:ea typeface="宋体" panose="02010600030101010101" pitchFamily="2" charset="-122"/>
              </a:rPr>
              <a:t>进程之间的通信</a:t>
            </a:r>
          </a:p>
          <a:p>
            <a:pPr eaLnBrk="1" hangingPunct="1">
              <a:spcBef>
                <a:spcPts val="0"/>
              </a:spcBef>
              <a:buFont typeface="Wingdings" pitchFamily="2" charset="2"/>
              <a:buNone/>
              <a:defRPr/>
            </a:pPr>
            <a:r>
              <a:rPr lang="zh-CN" altLang="en-US" sz="1800" dirty="0">
                <a:ea typeface="宋体" panose="02010600030101010101" pitchFamily="2" charset="-122"/>
              </a:rPr>
              <a:t>	    </a:t>
            </a:r>
            <a:r>
              <a:rPr lang="en-US" altLang="zh-CN" sz="1800" dirty="0">
                <a:ea typeface="宋体" panose="02010600030101010101" pitchFamily="2" charset="-122"/>
              </a:rPr>
              <a:t>5.1.2  </a:t>
            </a:r>
            <a:r>
              <a:rPr lang="zh-CN" altLang="en-US" sz="1800" dirty="0">
                <a:ea typeface="宋体" panose="02010600030101010101" pitchFamily="2" charset="-122"/>
              </a:rPr>
              <a:t>运输层的两个主要协议</a:t>
            </a:r>
          </a:p>
          <a:p>
            <a:pPr eaLnBrk="1" hangingPunct="1">
              <a:spcBef>
                <a:spcPts val="0"/>
              </a:spcBef>
              <a:buFont typeface="Wingdings" pitchFamily="2" charset="2"/>
              <a:buNone/>
              <a:defRPr/>
            </a:pPr>
            <a:r>
              <a:rPr lang="zh-CN" altLang="en-US" sz="1800" dirty="0">
                <a:ea typeface="宋体" panose="02010600030101010101" pitchFamily="2" charset="-122"/>
              </a:rPr>
              <a:t>         </a:t>
            </a:r>
            <a:r>
              <a:rPr lang="en-US" altLang="zh-CN" sz="1800" dirty="0">
                <a:ea typeface="宋体" panose="02010600030101010101" pitchFamily="2" charset="-122"/>
              </a:rPr>
              <a:t>5.1.3  </a:t>
            </a:r>
            <a:r>
              <a:rPr lang="zh-CN" altLang="en-US" sz="1800" dirty="0">
                <a:ea typeface="宋体" panose="02010600030101010101" pitchFamily="2" charset="-122"/>
              </a:rPr>
              <a:t>运输层的端口</a:t>
            </a:r>
          </a:p>
          <a:p>
            <a:pPr eaLnBrk="1" hangingPunct="1">
              <a:spcBef>
                <a:spcPts val="0"/>
              </a:spcBef>
              <a:buFont typeface="Wingdings" pitchFamily="2" charset="2"/>
              <a:buNone/>
              <a:defRPr/>
            </a:pPr>
            <a:r>
              <a:rPr lang="en-US" altLang="zh-CN" sz="2000" dirty="0">
                <a:solidFill>
                  <a:srgbClr val="C00000"/>
                </a:solidFill>
                <a:ea typeface="宋体" panose="02010600030101010101" pitchFamily="2" charset="-122"/>
              </a:rPr>
              <a:t>5.2  </a:t>
            </a:r>
            <a:r>
              <a:rPr lang="zh-CN" altLang="en-US" sz="2000" dirty="0">
                <a:solidFill>
                  <a:srgbClr val="C00000"/>
                </a:solidFill>
                <a:ea typeface="宋体" panose="02010600030101010101" pitchFamily="2" charset="-122"/>
              </a:rPr>
              <a:t>用户数据报协议 </a:t>
            </a:r>
            <a:r>
              <a:rPr lang="en-US" altLang="zh-CN" sz="2000" dirty="0">
                <a:solidFill>
                  <a:srgbClr val="C00000"/>
                </a:solidFill>
                <a:ea typeface="宋体" panose="02010600030101010101" pitchFamily="2" charset="-122"/>
              </a:rPr>
              <a:t>UDP </a:t>
            </a:r>
          </a:p>
          <a:p>
            <a:pPr eaLnBrk="1" hangingPunct="1">
              <a:spcBef>
                <a:spcPts val="0"/>
              </a:spcBef>
              <a:buFont typeface="Wingdings" pitchFamily="2" charset="2"/>
              <a:buNone/>
              <a:defRPr/>
            </a:pPr>
            <a:r>
              <a:rPr lang="en-US" altLang="zh-CN" sz="1800" dirty="0">
                <a:solidFill>
                  <a:srgbClr val="C00000"/>
                </a:solidFill>
                <a:ea typeface="宋体" panose="02010600030101010101" pitchFamily="2" charset="-122"/>
              </a:rPr>
              <a:t>	</a:t>
            </a: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5.2.1  UDP </a:t>
            </a:r>
            <a:r>
              <a:rPr lang="zh-CN" altLang="en-US" sz="1800" dirty="0">
                <a:solidFill>
                  <a:srgbClr val="C00000"/>
                </a:solidFill>
                <a:ea typeface="宋体" panose="02010600030101010101" pitchFamily="2" charset="-122"/>
              </a:rPr>
              <a:t>概述</a:t>
            </a:r>
          </a:p>
          <a:p>
            <a:pPr eaLnBrk="1" hangingPunct="1">
              <a:spcBef>
                <a:spcPts val="0"/>
              </a:spcBef>
              <a:buFont typeface="Wingdings" pitchFamily="2" charset="2"/>
              <a:buNone/>
              <a:defRPr/>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5.2.2  UDP </a:t>
            </a:r>
            <a:r>
              <a:rPr lang="zh-CN" altLang="en-US" sz="1800" dirty="0">
                <a:solidFill>
                  <a:srgbClr val="C00000"/>
                </a:solidFill>
                <a:ea typeface="宋体" panose="02010600030101010101" pitchFamily="2" charset="-122"/>
              </a:rPr>
              <a:t>的首部格式</a:t>
            </a:r>
            <a:endParaRPr lang="en-US" altLang="zh-CN" sz="1800" dirty="0">
              <a:solidFill>
                <a:srgbClr val="C00000"/>
              </a:solidFill>
              <a:ea typeface="宋体" panose="02010600030101010101" pitchFamily="2" charset="-122"/>
            </a:endParaRPr>
          </a:p>
          <a:p>
            <a:pPr eaLnBrk="1" hangingPunct="1">
              <a:spcBef>
                <a:spcPts val="0"/>
              </a:spcBef>
              <a:buFont typeface="Wingdings" pitchFamily="2" charset="2"/>
              <a:buNone/>
              <a:defRPr/>
            </a:pPr>
            <a:r>
              <a:rPr lang="en-US" altLang="zh-CN" sz="2000" dirty="0">
                <a:solidFill>
                  <a:srgbClr val="C00000"/>
                </a:solidFill>
                <a:ea typeface="宋体" panose="02010600030101010101" pitchFamily="2" charset="-122"/>
              </a:rPr>
              <a:t>5.3  </a:t>
            </a:r>
            <a:r>
              <a:rPr lang="zh-CN" altLang="en-US" sz="2000" dirty="0">
                <a:solidFill>
                  <a:srgbClr val="C00000"/>
                </a:solidFill>
                <a:ea typeface="宋体" panose="02010600030101010101" pitchFamily="2" charset="-122"/>
              </a:rPr>
              <a:t>传输控制协议 </a:t>
            </a:r>
            <a:r>
              <a:rPr lang="en-US" altLang="zh-CN" sz="2000" dirty="0">
                <a:solidFill>
                  <a:srgbClr val="C00000"/>
                </a:solidFill>
                <a:ea typeface="宋体" panose="02010600030101010101" pitchFamily="2" charset="-122"/>
              </a:rPr>
              <a:t>TCP </a:t>
            </a:r>
            <a:r>
              <a:rPr lang="zh-CN" altLang="en-US" sz="2000" dirty="0">
                <a:solidFill>
                  <a:srgbClr val="C00000"/>
                </a:solidFill>
                <a:ea typeface="宋体" panose="02010600030101010101" pitchFamily="2" charset="-122"/>
              </a:rPr>
              <a:t>概述</a:t>
            </a:r>
          </a:p>
          <a:p>
            <a:pPr eaLnBrk="1" hangingPunct="1">
              <a:spcBef>
                <a:spcPts val="0"/>
              </a:spcBef>
              <a:buFont typeface="Wingdings" pitchFamily="2" charset="2"/>
              <a:buNone/>
              <a:defRPr/>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5.3.1  TCP </a:t>
            </a:r>
            <a:r>
              <a:rPr lang="zh-CN" altLang="en-US" sz="1800" dirty="0">
                <a:solidFill>
                  <a:srgbClr val="C00000"/>
                </a:solidFill>
                <a:ea typeface="宋体" panose="02010600030101010101" pitchFamily="2" charset="-122"/>
              </a:rPr>
              <a:t>最主要的特点</a:t>
            </a:r>
          </a:p>
          <a:p>
            <a:pPr eaLnBrk="1" hangingPunct="1">
              <a:spcBef>
                <a:spcPts val="0"/>
              </a:spcBef>
              <a:buFont typeface="Wingdings" pitchFamily="2" charset="2"/>
              <a:buNone/>
              <a:defRPr/>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5.3.2  TCP </a:t>
            </a:r>
            <a:r>
              <a:rPr lang="zh-CN" altLang="en-US" sz="1800" dirty="0">
                <a:solidFill>
                  <a:srgbClr val="C00000"/>
                </a:solidFill>
                <a:ea typeface="宋体" panose="02010600030101010101" pitchFamily="2" charset="-122"/>
              </a:rPr>
              <a:t>的连接</a:t>
            </a:r>
          </a:p>
          <a:p>
            <a:pPr eaLnBrk="1" hangingPunct="1">
              <a:spcBef>
                <a:spcPts val="0"/>
              </a:spcBef>
              <a:buNone/>
              <a:defRPr/>
            </a:pPr>
            <a:r>
              <a:rPr lang="en-US" altLang="zh-CN" sz="2000" dirty="0">
                <a:solidFill>
                  <a:srgbClr val="C00000"/>
                </a:solidFill>
                <a:ea typeface="宋体" panose="02010600030101010101" pitchFamily="2" charset="-122"/>
              </a:rPr>
              <a:t>5.4  </a:t>
            </a:r>
            <a:r>
              <a:rPr lang="zh-CN" altLang="en-US" sz="2000" dirty="0">
                <a:solidFill>
                  <a:srgbClr val="C00000"/>
                </a:solidFill>
                <a:ea typeface="宋体" panose="02010600030101010101" pitchFamily="2" charset="-122"/>
              </a:rPr>
              <a:t>可靠传输的工作原理</a:t>
            </a:r>
          </a:p>
          <a:p>
            <a:pPr eaLnBrk="1" hangingPunct="1">
              <a:spcBef>
                <a:spcPts val="0"/>
              </a:spcBef>
              <a:buNone/>
              <a:defRPr/>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5.4.1  </a:t>
            </a:r>
            <a:r>
              <a:rPr lang="zh-CN" altLang="en-US" sz="1800" dirty="0">
                <a:solidFill>
                  <a:srgbClr val="C00000"/>
                </a:solidFill>
                <a:ea typeface="宋体" panose="02010600030101010101" pitchFamily="2" charset="-122"/>
              </a:rPr>
              <a:t>停止等待协议</a:t>
            </a:r>
          </a:p>
          <a:p>
            <a:pPr eaLnBrk="1" hangingPunct="1">
              <a:spcBef>
                <a:spcPts val="0"/>
              </a:spcBef>
              <a:buNone/>
              <a:defRPr/>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5.4.2  </a:t>
            </a:r>
            <a:r>
              <a:rPr lang="zh-CN" altLang="en-US" sz="1800" dirty="0">
                <a:solidFill>
                  <a:srgbClr val="C00000"/>
                </a:solidFill>
                <a:ea typeface="宋体" panose="02010600030101010101" pitchFamily="2" charset="-122"/>
              </a:rPr>
              <a:t>连续 </a:t>
            </a:r>
            <a:r>
              <a:rPr lang="en-US" altLang="zh-CN" sz="1800" dirty="0">
                <a:solidFill>
                  <a:srgbClr val="C00000"/>
                </a:solidFill>
                <a:ea typeface="宋体" panose="02010600030101010101" pitchFamily="2" charset="-122"/>
              </a:rPr>
              <a:t>ARQ </a:t>
            </a:r>
            <a:r>
              <a:rPr lang="zh-CN" altLang="en-US" sz="1800" dirty="0">
                <a:solidFill>
                  <a:srgbClr val="C00000"/>
                </a:solidFill>
                <a:ea typeface="宋体" panose="02010600030101010101" pitchFamily="2" charset="-122"/>
              </a:rPr>
              <a:t>协议</a:t>
            </a:r>
          </a:p>
          <a:p>
            <a:pPr eaLnBrk="1" hangingPunct="1">
              <a:spcBef>
                <a:spcPts val="0"/>
              </a:spcBef>
              <a:buNone/>
              <a:defRPr/>
            </a:pPr>
            <a:r>
              <a:rPr lang="en-US" altLang="zh-CN" sz="2000" dirty="0">
                <a:ea typeface="宋体" panose="02010600030101010101" pitchFamily="2" charset="-122"/>
              </a:rPr>
              <a:t>5.5   TCP </a:t>
            </a:r>
            <a:r>
              <a:rPr lang="zh-CN" altLang="en-US" sz="2000" dirty="0">
                <a:ea typeface="宋体" panose="02010600030101010101" pitchFamily="2" charset="-122"/>
              </a:rPr>
              <a:t>报文段的首部格式</a:t>
            </a:r>
            <a:endParaRPr lang="en-US" altLang="zh-CN" sz="2000" dirty="0">
              <a:ea typeface="宋体" panose="02010600030101010101" pitchFamily="2" charset="-122"/>
            </a:endParaRPr>
          </a:p>
        </p:txBody>
      </p:sp>
      <p:sp>
        <p:nvSpPr>
          <p:cNvPr id="2" name="幻灯片编号占位符 1">
            <a:extLst>
              <a:ext uri="{FF2B5EF4-FFF2-40B4-BE49-F238E27FC236}">
                <a16:creationId xmlns:a16="http://schemas.microsoft.com/office/drawing/2014/main" id="{87D809FE-2A5F-894F-8327-C24B07E4B95E}"/>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B93299A-DBD7-D141-9795-328B09E29DF2}" type="slidenum">
              <a:rPr lang="en-US" altLang="zh-CN" sz="1050"/>
              <a:pPr>
                <a:defRPr/>
              </a:pPr>
              <a:t>2</a:t>
            </a:fld>
            <a:endParaRPr lang="en-US" altLang="zh-CN" sz="1050"/>
          </a:p>
        </p:txBody>
      </p:sp>
    </p:spTree>
    <p:extLst>
      <p:ext uri="{BB962C8B-B14F-4D97-AF65-F5344CB8AC3E}">
        <p14:creationId xmlns:p14="http://schemas.microsoft.com/office/powerpoint/2010/main" val="3050373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6756A05B-DF14-9545-89C9-38DE28E4958C}"/>
              </a:ext>
            </a:extLst>
          </p:cNvPr>
          <p:cNvSpPr>
            <a:spLocks noGrp="1" noChangeArrowheads="1"/>
          </p:cNvSpPr>
          <p:nvPr>
            <p:ph type="title"/>
          </p:nvPr>
        </p:nvSpPr>
        <p:spPr>
          <a:xfrm>
            <a:off x="218123" y="250031"/>
            <a:ext cx="6148150" cy="576263"/>
          </a:xfrm>
        </p:spPr>
        <p:txBody>
          <a:bodyPr/>
          <a:lstStyle/>
          <a:p>
            <a:pPr eaLnBrk="1" hangingPunct="1">
              <a:defRPr/>
            </a:pPr>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第 </a:t>
            </a:r>
            <a:r>
              <a:rPr lang="en-US" altLang="zh-CN" dirty="0">
                <a:latin typeface="Times New Roman" panose="02020603050405020304" pitchFamily="18" charset="0"/>
                <a:ea typeface="Arial Unicode MS" panose="020B0604020202020204" pitchFamily="34" charset="-128"/>
                <a:cs typeface="Arial Unicode MS" panose="020B0604020202020204" pitchFamily="34" charset="-128"/>
              </a:rPr>
              <a:t>5 </a:t>
            </a:r>
            <a:r>
              <a:rPr lang="zh-CN" altLang="en-US" dirty="0">
                <a:latin typeface="Times New Roman" panose="02020603050405020304" pitchFamily="18" charset="0"/>
                <a:ea typeface="Arial Unicode MS" panose="020B0604020202020204" pitchFamily="34" charset="-128"/>
                <a:cs typeface="Arial Unicode MS" panose="020B0604020202020204" pitchFamily="34" charset="-128"/>
              </a:rPr>
              <a:t>章  </a:t>
            </a:r>
            <a:r>
              <a:rPr lang="zh-CN" altLang="en-US" dirty="0">
                <a:latin typeface="Times New Roman" panose="02020603050405020304" pitchFamily="18" charset="0"/>
                <a:ea typeface="宋体" panose="02010600030101010101" pitchFamily="2" charset="-122"/>
              </a:rPr>
              <a:t>运输层（续）</a:t>
            </a:r>
          </a:p>
        </p:txBody>
      </p:sp>
      <p:sp>
        <p:nvSpPr>
          <p:cNvPr id="124931" name="Rectangle 3">
            <a:extLst>
              <a:ext uri="{FF2B5EF4-FFF2-40B4-BE49-F238E27FC236}">
                <a16:creationId xmlns:a16="http://schemas.microsoft.com/office/drawing/2014/main" id="{C7436425-742B-2D41-9F88-78D12C77BA59}"/>
              </a:ext>
            </a:extLst>
          </p:cNvPr>
          <p:cNvSpPr>
            <a:spLocks noGrp="1" noChangeArrowheads="1"/>
          </p:cNvSpPr>
          <p:nvPr>
            <p:ph type="body" idx="1"/>
          </p:nvPr>
        </p:nvSpPr>
        <p:spPr>
          <a:xfrm>
            <a:off x="218123" y="943610"/>
            <a:ext cx="8514397" cy="4074160"/>
          </a:xfrm>
        </p:spPr>
        <p:txBody>
          <a:bodyPr/>
          <a:lstStyle/>
          <a:p>
            <a:pPr eaLnBrk="1" hangingPunct="1">
              <a:spcBef>
                <a:spcPts val="0"/>
              </a:spcBef>
              <a:buFont typeface="Wingdings" pitchFamily="2" charset="2"/>
              <a:buNone/>
              <a:defRPr/>
            </a:pPr>
            <a:r>
              <a:rPr lang="en-US" altLang="zh-CN" sz="2000" dirty="0">
                <a:ea typeface="宋体" panose="02010600030101010101" pitchFamily="2" charset="-122"/>
              </a:rPr>
              <a:t>5.6  TCP </a:t>
            </a:r>
            <a:r>
              <a:rPr lang="zh-CN" altLang="en-US" sz="2000" dirty="0">
                <a:ea typeface="宋体" panose="02010600030101010101" pitchFamily="2" charset="-122"/>
              </a:rPr>
              <a:t>可靠传输的实现</a:t>
            </a:r>
          </a:p>
          <a:p>
            <a:pPr eaLnBrk="1" hangingPunct="1">
              <a:spcBef>
                <a:spcPts val="0"/>
              </a:spcBef>
              <a:buFont typeface="Wingdings" pitchFamily="2" charset="2"/>
              <a:buNone/>
              <a:defRPr/>
            </a:pPr>
            <a:r>
              <a:rPr lang="zh-CN" altLang="en-US" sz="1800" dirty="0">
                <a:ea typeface="宋体" panose="02010600030101010101" pitchFamily="2" charset="-122"/>
              </a:rPr>
              <a:t>        </a:t>
            </a:r>
            <a:r>
              <a:rPr lang="en-US" altLang="zh-CN" sz="1800" dirty="0">
                <a:ea typeface="宋体" panose="02010600030101010101" pitchFamily="2" charset="-122"/>
              </a:rPr>
              <a:t>5.6.1  </a:t>
            </a:r>
            <a:r>
              <a:rPr lang="zh-CN" altLang="en-US" sz="1800" dirty="0">
                <a:ea typeface="宋体" panose="02010600030101010101" pitchFamily="2" charset="-122"/>
              </a:rPr>
              <a:t>以字节为单位的滑动窗口            </a:t>
            </a:r>
          </a:p>
          <a:p>
            <a:pPr eaLnBrk="1" hangingPunct="1">
              <a:spcBef>
                <a:spcPts val="0"/>
              </a:spcBef>
              <a:buFont typeface="Wingdings" pitchFamily="2" charset="2"/>
              <a:buNone/>
              <a:defRPr/>
            </a:pPr>
            <a:r>
              <a:rPr lang="zh-CN" altLang="en-US" sz="1800" dirty="0">
                <a:ea typeface="宋体" panose="02010600030101010101" pitchFamily="2" charset="-122"/>
              </a:rPr>
              <a:t>        </a:t>
            </a:r>
            <a:r>
              <a:rPr lang="en-US" altLang="zh-CN" sz="1800" dirty="0">
                <a:ea typeface="宋体" panose="02010600030101010101" pitchFamily="2" charset="-122"/>
              </a:rPr>
              <a:t>5.6.2  </a:t>
            </a:r>
            <a:r>
              <a:rPr lang="zh-CN" altLang="en-US" sz="1800" dirty="0">
                <a:ea typeface="宋体" panose="02010600030101010101" pitchFamily="2" charset="-122"/>
              </a:rPr>
              <a:t>超时重传时间的选择</a:t>
            </a:r>
          </a:p>
          <a:p>
            <a:pPr eaLnBrk="1" hangingPunct="1">
              <a:spcBef>
                <a:spcPts val="0"/>
              </a:spcBef>
              <a:buFont typeface="Wingdings" pitchFamily="2" charset="2"/>
              <a:buNone/>
              <a:defRPr/>
            </a:pPr>
            <a:r>
              <a:rPr lang="zh-CN" altLang="en-US" sz="1800" dirty="0">
                <a:ea typeface="宋体" panose="02010600030101010101" pitchFamily="2" charset="-122"/>
              </a:rPr>
              <a:t>        </a:t>
            </a:r>
            <a:r>
              <a:rPr lang="en-US" altLang="zh-CN" sz="1800" dirty="0">
                <a:ea typeface="宋体" panose="02010600030101010101" pitchFamily="2" charset="-122"/>
              </a:rPr>
              <a:t>5.6.3  </a:t>
            </a:r>
            <a:r>
              <a:rPr lang="zh-CN" altLang="en-US" sz="1800" dirty="0">
                <a:ea typeface="宋体" panose="02010600030101010101" pitchFamily="2" charset="-122"/>
              </a:rPr>
              <a:t>选择确认 </a:t>
            </a:r>
            <a:r>
              <a:rPr lang="en-US" altLang="zh-CN" sz="1800" dirty="0">
                <a:ea typeface="宋体" panose="02010600030101010101" pitchFamily="2" charset="-122"/>
              </a:rPr>
              <a:t>SACK</a:t>
            </a:r>
          </a:p>
          <a:p>
            <a:pPr eaLnBrk="1" hangingPunct="1">
              <a:spcBef>
                <a:spcPts val="0"/>
              </a:spcBef>
              <a:buFont typeface="Wingdings" pitchFamily="2" charset="2"/>
              <a:buNone/>
              <a:defRPr/>
            </a:pPr>
            <a:r>
              <a:rPr lang="en-US" altLang="zh-CN" sz="2000" dirty="0">
                <a:ea typeface="宋体" panose="02010600030101010101" pitchFamily="2" charset="-122"/>
              </a:rPr>
              <a:t>5.7  TCP</a:t>
            </a:r>
            <a:r>
              <a:rPr lang="zh-CN" altLang="en-US" sz="2000" dirty="0">
                <a:ea typeface="宋体" panose="02010600030101010101" pitchFamily="2" charset="-122"/>
              </a:rPr>
              <a:t>的流量控制</a:t>
            </a:r>
          </a:p>
          <a:p>
            <a:pPr eaLnBrk="1" hangingPunct="1">
              <a:spcBef>
                <a:spcPts val="0"/>
              </a:spcBef>
              <a:buFont typeface="Wingdings" pitchFamily="2" charset="2"/>
              <a:buNone/>
              <a:defRPr/>
            </a:pPr>
            <a:r>
              <a:rPr lang="zh-CN" altLang="en-US" sz="1800" dirty="0">
                <a:ea typeface="宋体" panose="02010600030101010101" pitchFamily="2" charset="-122"/>
              </a:rPr>
              <a:t>        </a:t>
            </a:r>
            <a:r>
              <a:rPr lang="en-US" altLang="zh-CN" sz="1800" dirty="0">
                <a:ea typeface="宋体" panose="02010600030101010101" pitchFamily="2" charset="-122"/>
              </a:rPr>
              <a:t>5.7.1  </a:t>
            </a:r>
            <a:r>
              <a:rPr lang="zh-CN" altLang="en-US" sz="1800" dirty="0">
                <a:ea typeface="宋体" panose="02010600030101010101" pitchFamily="2" charset="-122"/>
              </a:rPr>
              <a:t>利用滑动窗口实现流量控制</a:t>
            </a:r>
          </a:p>
          <a:p>
            <a:pPr eaLnBrk="1" hangingPunct="1">
              <a:spcBef>
                <a:spcPts val="0"/>
              </a:spcBef>
              <a:buFont typeface="Wingdings" pitchFamily="2" charset="2"/>
              <a:buNone/>
              <a:defRPr/>
            </a:pPr>
            <a:r>
              <a:rPr lang="zh-CN" altLang="en-US" sz="1800" dirty="0">
                <a:ea typeface="宋体" panose="02010600030101010101" pitchFamily="2" charset="-122"/>
              </a:rPr>
              <a:t>        </a:t>
            </a:r>
            <a:r>
              <a:rPr lang="en-US" altLang="zh-CN" sz="1800" dirty="0">
                <a:ea typeface="宋体" panose="02010600030101010101" pitchFamily="2" charset="-122"/>
              </a:rPr>
              <a:t>5.7.1  </a:t>
            </a:r>
            <a:r>
              <a:rPr lang="zh-CN" altLang="en-US" sz="1800" dirty="0">
                <a:ea typeface="宋体" panose="02010600030101010101" pitchFamily="2" charset="-122"/>
              </a:rPr>
              <a:t>必须考虑传输效率</a:t>
            </a:r>
            <a:endParaRPr lang="en-US" altLang="zh-CN" sz="1800" dirty="0">
              <a:ea typeface="宋体" panose="02010600030101010101" pitchFamily="2" charset="-122"/>
            </a:endParaRPr>
          </a:p>
          <a:p>
            <a:pPr marL="400050" indent="-400050" eaLnBrk="1" hangingPunct="1">
              <a:spcBef>
                <a:spcPts val="0"/>
              </a:spcBef>
              <a:buNone/>
              <a:defRPr/>
            </a:pPr>
            <a:r>
              <a:rPr lang="en-US" altLang="zh-CN" sz="2000" dirty="0">
                <a:solidFill>
                  <a:srgbClr val="C00000"/>
                </a:solidFill>
                <a:ea typeface="宋体" panose="02010600030101010101" pitchFamily="2" charset="-122"/>
              </a:rPr>
              <a:t>5.8  TCP </a:t>
            </a:r>
            <a:r>
              <a:rPr lang="zh-CN" altLang="en-US" sz="2000" dirty="0">
                <a:solidFill>
                  <a:srgbClr val="C00000"/>
                </a:solidFill>
                <a:ea typeface="宋体" panose="02010600030101010101" pitchFamily="2" charset="-122"/>
              </a:rPr>
              <a:t>的拥塞控制</a:t>
            </a:r>
          </a:p>
          <a:p>
            <a:pPr marL="400050" indent="-400050" eaLnBrk="1" hangingPunct="1">
              <a:spcBef>
                <a:spcPts val="0"/>
              </a:spcBef>
              <a:buNone/>
              <a:defRPr/>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5.8.1  </a:t>
            </a:r>
            <a:r>
              <a:rPr lang="zh-CN" altLang="en-US" sz="1800" dirty="0">
                <a:solidFill>
                  <a:srgbClr val="C00000"/>
                </a:solidFill>
                <a:ea typeface="宋体" panose="02010600030101010101" pitchFamily="2" charset="-122"/>
              </a:rPr>
              <a:t>拥塞控制的一般原理</a:t>
            </a:r>
          </a:p>
          <a:p>
            <a:pPr marL="400050" indent="-400050" eaLnBrk="1" hangingPunct="1">
              <a:spcBef>
                <a:spcPts val="0"/>
              </a:spcBef>
              <a:buNone/>
              <a:defRPr/>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5.8.2  </a:t>
            </a:r>
            <a:r>
              <a:rPr lang="zh-CN" altLang="en-US" sz="1800" dirty="0">
                <a:solidFill>
                  <a:srgbClr val="C00000"/>
                </a:solidFill>
                <a:ea typeface="宋体" panose="02010600030101010101" pitchFamily="2" charset="-122"/>
              </a:rPr>
              <a:t>几种拥塞控制方法</a:t>
            </a:r>
          </a:p>
          <a:p>
            <a:pPr marL="400050" indent="-400050" eaLnBrk="1" hangingPunct="1">
              <a:spcBef>
                <a:spcPts val="0"/>
              </a:spcBef>
              <a:buNone/>
              <a:defRPr/>
            </a:pPr>
            <a:r>
              <a:rPr lang="zh-CN" altLang="en-US" sz="1800" dirty="0">
                <a:solidFill>
                  <a:srgbClr val="C00000"/>
                </a:solidFill>
                <a:ea typeface="宋体" panose="02010600030101010101" pitchFamily="2" charset="-122"/>
              </a:rPr>
              <a:t>	 </a:t>
            </a:r>
            <a:r>
              <a:rPr lang="en-US" altLang="zh-CN" sz="1800" dirty="0">
                <a:solidFill>
                  <a:srgbClr val="C00000"/>
                </a:solidFill>
                <a:ea typeface="宋体" panose="02010600030101010101" pitchFamily="2" charset="-122"/>
              </a:rPr>
              <a:t>5.8.3  </a:t>
            </a:r>
            <a:r>
              <a:rPr lang="zh-CN" altLang="en-US" sz="1800" dirty="0">
                <a:solidFill>
                  <a:srgbClr val="C00000"/>
                </a:solidFill>
                <a:ea typeface="宋体" panose="02010600030101010101" pitchFamily="2" charset="-122"/>
              </a:rPr>
              <a:t>随机早期检测 </a:t>
            </a:r>
            <a:r>
              <a:rPr lang="en-US" altLang="zh-CN" sz="1800" dirty="0">
                <a:solidFill>
                  <a:srgbClr val="C00000"/>
                </a:solidFill>
                <a:ea typeface="宋体" panose="02010600030101010101" pitchFamily="2" charset="-122"/>
              </a:rPr>
              <a:t>RED</a:t>
            </a:r>
          </a:p>
          <a:p>
            <a:pPr marL="400050" indent="-400050" eaLnBrk="1" hangingPunct="1">
              <a:spcBef>
                <a:spcPts val="0"/>
              </a:spcBef>
              <a:buNone/>
              <a:defRPr/>
            </a:pPr>
            <a:r>
              <a:rPr lang="en-US" altLang="zh-CN" sz="2000" dirty="0">
                <a:ea typeface="宋体" panose="02010600030101010101" pitchFamily="2" charset="-122"/>
              </a:rPr>
              <a:t>5.9  TCP </a:t>
            </a:r>
            <a:r>
              <a:rPr lang="zh-CN" altLang="en-US" sz="2000" dirty="0">
                <a:ea typeface="宋体" panose="02010600030101010101" pitchFamily="2" charset="-122"/>
              </a:rPr>
              <a:t>的运输连接管理</a:t>
            </a:r>
          </a:p>
          <a:p>
            <a:pPr marL="400050" indent="-400050" eaLnBrk="1" hangingPunct="1">
              <a:spcBef>
                <a:spcPts val="0"/>
              </a:spcBef>
              <a:buNone/>
              <a:defRPr/>
            </a:pPr>
            <a:r>
              <a:rPr lang="zh-CN" altLang="en-US" sz="1800" dirty="0">
                <a:ea typeface="宋体" panose="02010600030101010101" pitchFamily="2" charset="-122"/>
              </a:rPr>
              <a:t>        </a:t>
            </a:r>
            <a:r>
              <a:rPr lang="en-US" altLang="zh-CN" sz="1800" dirty="0">
                <a:ea typeface="宋体" panose="02010600030101010101" pitchFamily="2" charset="-122"/>
              </a:rPr>
              <a:t>5.9.1  TCP </a:t>
            </a:r>
            <a:r>
              <a:rPr lang="zh-CN" altLang="en-US" sz="1800" dirty="0">
                <a:ea typeface="宋体" panose="02010600030101010101" pitchFamily="2" charset="-122"/>
              </a:rPr>
              <a:t>的连接建立</a:t>
            </a:r>
          </a:p>
          <a:p>
            <a:pPr marL="400050" indent="-400050" eaLnBrk="1" hangingPunct="1">
              <a:spcBef>
                <a:spcPts val="0"/>
              </a:spcBef>
              <a:buNone/>
              <a:defRPr/>
            </a:pPr>
            <a:r>
              <a:rPr lang="zh-CN" altLang="en-US" sz="1800" dirty="0">
                <a:ea typeface="宋体" panose="02010600030101010101" pitchFamily="2" charset="-122"/>
              </a:rPr>
              <a:t>        </a:t>
            </a:r>
            <a:r>
              <a:rPr lang="en-US" altLang="zh-CN" sz="1800" dirty="0">
                <a:ea typeface="宋体" panose="02010600030101010101" pitchFamily="2" charset="-122"/>
              </a:rPr>
              <a:t>5.9.2  TCP </a:t>
            </a:r>
            <a:r>
              <a:rPr lang="zh-CN" altLang="en-US" sz="1800" dirty="0">
                <a:ea typeface="宋体" panose="02010600030101010101" pitchFamily="2" charset="-122"/>
              </a:rPr>
              <a:t>的连接释放</a:t>
            </a:r>
          </a:p>
        </p:txBody>
      </p:sp>
      <p:sp>
        <p:nvSpPr>
          <p:cNvPr id="2" name="幻灯片编号占位符 1">
            <a:extLst>
              <a:ext uri="{FF2B5EF4-FFF2-40B4-BE49-F238E27FC236}">
                <a16:creationId xmlns:a16="http://schemas.microsoft.com/office/drawing/2014/main" id="{CA674B5A-6FFE-B344-A267-9F0E7EED7C56}"/>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8DB4DCF2-3710-7A45-9267-BCD48D04B8BB}" type="slidenum">
              <a:rPr lang="en-US" altLang="zh-CN" sz="1050"/>
              <a:pPr>
                <a:defRPr/>
              </a:pPr>
              <a:t>3</a:t>
            </a:fld>
            <a:endParaRPr lang="en-US" altLang="zh-CN" sz="1050"/>
          </a:p>
        </p:txBody>
      </p:sp>
    </p:spTree>
    <p:extLst>
      <p:ext uri="{BB962C8B-B14F-4D97-AF65-F5344CB8AC3E}">
        <p14:creationId xmlns:p14="http://schemas.microsoft.com/office/powerpoint/2010/main" val="4204398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B6C40877-080A-BA46-9137-343BBB18F4A2}"/>
              </a:ext>
            </a:extLst>
          </p:cNvPr>
          <p:cNvSpPr>
            <a:spLocks noGrp="1" noChangeArrowheads="1"/>
          </p:cNvSpPr>
          <p:nvPr>
            <p:ph type="title"/>
          </p:nvPr>
        </p:nvSpPr>
        <p:spPr>
          <a:xfrm>
            <a:off x="160020" y="178357"/>
            <a:ext cx="6938963" cy="667464"/>
          </a:xfrm>
        </p:spPr>
        <p:txBody>
          <a:bodyPr/>
          <a:lstStyle/>
          <a:p>
            <a:pPr eaLnBrk="1" hangingPunct="1">
              <a:defRPr/>
            </a:pPr>
            <a:r>
              <a:rPr lang="en-US" altLang="zh-CN" sz="3000" dirty="0">
                <a:ea typeface="宋体" panose="02010600030101010101" pitchFamily="2" charset="-122"/>
              </a:rPr>
              <a:t>5.1 </a:t>
            </a:r>
            <a:r>
              <a:rPr lang="zh-CN" altLang="en-US" sz="3000" dirty="0">
                <a:ea typeface="宋体" panose="02010600030101010101" pitchFamily="2" charset="-122"/>
              </a:rPr>
              <a:t>运输层协议概述</a:t>
            </a:r>
          </a:p>
        </p:txBody>
      </p:sp>
      <p:sp>
        <p:nvSpPr>
          <p:cNvPr id="123907" name="Rectangle 3">
            <a:extLst>
              <a:ext uri="{FF2B5EF4-FFF2-40B4-BE49-F238E27FC236}">
                <a16:creationId xmlns:a16="http://schemas.microsoft.com/office/drawing/2014/main" id="{F62E48B6-33C0-0844-9505-10CCE75B20E3}"/>
              </a:ext>
            </a:extLst>
          </p:cNvPr>
          <p:cNvSpPr>
            <a:spLocks noGrp="1" noChangeArrowheads="1"/>
          </p:cNvSpPr>
          <p:nvPr>
            <p:ph type="body" idx="1"/>
          </p:nvPr>
        </p:nvSpPr>
        <p:spPr>
          <a:xfrm>
            <a:off x="160020" y="1565751"/>
            <a:ext cx="8709659" cy="3440430"/>
          </a:xfrm>
        </p:spPr>
        <p:txBody>
          <a:bodyPr/>
          <a:lstStyle/>
          <a:p>
            <a:pPr algn="just" eaLnBrk="1" hangingPunct="1">
              <a:lnSpc>
                <a:spcPct val="90000"/>
              </a:lnSpc>
              <a:defRPr/>
            </a:pPr>
            <a:r>
              <a:rPr lang="zh-CN" altLang="en-US" dirty="0">
                <a:latin typeface="Times New Roman" panose="02020603050405020304" pitchFamily="18" charset="0"/>
                <a:ea typeface="宋体" panose="02010600030101010101" pitchFamily="2" charset="-122"/>
              </a:rPr>
              <a:t>从通信和信息处理的角度看，</a:t>
            </a:r>
            <a:r>
              <a:rPr lang="zh-CN" altLang="en-US" dirty="0">
                <a:solidFill>
                  <a:schemeClr val="hlink"/>
                </a:solidFill>
                <a:latin typeface="Times New Roman" panose="02020603050405020304" pitchFamily="18" charset="0"/>
                <a:ea typeface="宋体" panose="02010600030101010101" pitchFamily="2" charset="-122"/>
              </a:rPr>
              <a:t>运输层向它上面的应用层提供通信服务</a:t>
            </a:r>
            <a:r>
              <a:rPr lang="zh-CN" altLang="en-US" dirty="0">
                <a:latin typeface="Times New Roman" panose="02020603050405020304" pitchFamily="18" charset="0"/>
                <a:ea typeface="宋体" panose="02010600030101010101" pitchFamily="2" charset="-122"/>
              </a:rPr>
              <a:t>，它属于面向通信部分的最高层，同时也是用户功能中的最低层。</a:t>
            </a:r>
          </a:p>
          <a:p>
            <a:pPr algn="just" eaLnBrk="1" hangingPunct="1">
              <a:defRPr/>
            </a:pPr>
            <a:r>
              <a:rPr lang="zh-CN" altLang="en-US" dirty="0">
                <a:latin typeface="Times New Roman" panose="02020603050405020304" pitchFamily="18" charset="0"/>
                <a:ea typeface="宋体" panose="02010600030101010101" pitchFamily="2" charset="-122"/>
              </a:rPr>
              <a:t>当网络的边缘部分中的两个主机使用网络的核心部分的功能进行端到端的通信时，只有位于网络边缘部分的主机的协议栈才有运输层，而网络核心部分中的路由器在转发分组时都只用到下三层的功能。 </a:t>
            </a:r>
          </a:p>
        </p:txBody>
      </p:sp>
      <p:sp>
        <p:nvSpPr>
          <p:cNvPr id="2" name="幻灯片编号占位符 1">
            <a:extLst>
              <a:ext uri="{FF2B5EF4-FFF2-40B4-BE49-F238E27FC236}">
                <a16:creationId xmlns:a16="http://schemas.microsoft.com/office/drawing/2014/main" id="{F711561B-50EA-9645-B5B3-37FDEFF8D573}"/>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44F4782-8B1B-444F-B0F7-43D74AF11329}" type="slidenum">
              <a:rPr lang="en-US" altLang="zh-CN" sz="1050"/>
              <a:pPr>
                <a:defRPr/>
              </a:pPr>
              <a:t>4</a:t>
            </a:fld>
            <a:endParaRPr lang="en-US" altLang="zh-CN" sz="1050"/>
          </a:p>
        </p:txBody>
      </p:sp>
      <p:sp>
        <p:nvSpPr>
          <p:cNvPr id="3" name="矩形 2">
            <a:extLst>
              <a:ext uri="{FF2B5EF4-FFF2-40B4-BE49-F238E27FC236}">
                <a16:creationId xmlns:a16="http://schemas.microsoft.com/office/drawing/2014/main" id="{3D22917A-970C-C54B-B6E1-3C9679F58E6A}"/>
              </a:ext>
            </a:extLst>
          </p:cNvPr>
          <p:cNvSpPr/>
          <p:nvPr/>
        </p:nvSpPr>
        <p:spPr>
          <a:xfrm>
            <a:off x="160020" y="1043613"/>
            <a:ext cx="4572000" cy="461665"/>
          </a:xfrm>
          <a:prstGeom prst="rect">
            <a:avLst/>
          </a:prstGeom>
        </p:spPr>
        <p:txBody>
          <a:bodyPr>
            <a:spAutoFit/>
          </a:bodyPr>
          <a:lstStyle/>
          <a:p>
            <a:r>
              <a:rPr lang="en-US" altLang="zh-CN" sz="2400" dirty="0"/>
              <a:t>5.1.1  </a:t>
            </a:r>
            <a:r>
              <a:rPr lang="zh-CN" altLang="en-US" sz="2400" dirty="0"/>
              <a:t>进程之间的通信</a:t>
            </a:r>
          </a:p>
        </p:txBody>
      </p:sp>
    </p:spTree>
    <p:extLst>
      <p:ext uri="{BB962C8B-B14F-4D97-AF65-F5344CB8AC3E}">
        <p14:creationId xmlns:p14="http://schemas.microsoft.com/office/powerpoint/2010/main" val="3035510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290" name="Rectangle 314">
            <a:extLst>
              <a:ext uri="{FF2B5EF4-FFF2-40B4-BE49-F238E27FC236}">
                <a16:creationId xmlns:a16="http://schemas.microsoft.com/office/drawing/2014/main" id="{0CF7955C-AD51-6E4D-B417-681E25F17F32}"/>
              </a:ext>
            </a:extLst>
          </p:cNvPr>
          <p:cNvSpPr>
            <a:spLocks noChangeArrowheads="1"/>
          </p:cNvSpPr>
          <p:nvPr/>
        </p:nvSpPr>
        <p:spPr bwMode="auto">
          <a:xfrm>
            <a:off x="1255871" y="1200149"/>
            <a:ext cx="1087041" cy="1903810"/>
          </a:xfrm>
          <a:prstGeom prst="rect">
            <a:avLst/>
          </a:prstGeom>
          <a:solidFill>
            <a:srgbClr val="FFFF99"/>
          </a:solidFill>
          <a:ln w="12700">
            <a:solidFill>
              <a:srgbClr val="333399"/>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00" name="Rectangle 324">
            <a:extLst>
              <a:ext uri="{FF2B5EF4-FFF2-40B4-BE49-F238E27FC236}">
                <a16:creationId xmlns:a16="http://schemas.microsoft.com/office/drawing/2014/main" id="{B98CF121-535F-EC41-9592-30B5063DD0A3}"/>
              </a:ext>
            </a:extLst>
          </p:cNvPr>
          <p:cNvSpPr>
            <a:spLocks noChangeArrowheads="1"/>
          </p:cNvSpPr>
          <p:nvPr/>
        </p:nvSpPr>
        <p:spPr bwMode="auto">
          <a:xfrm>
            <a:off x="6692266" y="1200149"/>
            <a:ext cx="1089422" cy="1903810"/>
          </a:xfrm>
          <a:prstGeom prst="rect">
            <a:avLst/>
          </a:prstGeom>
          <a:solidFill>
            <a:srgbClr val="FFFF99"/>
          </a:solidFill>
          <a:ln w="12700">
            <a:solidFill>
              <a:srgbClr val="333399"/>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289" name="Rectangle 313">
            <a:extLst>
              <a:ext uri="{FF2B5EF4-FFF2-40B4-BE49-F238E27FC236}">
                <a16:creationId xmlns:a16="http://schemas.microsoft.com/office/drawing/2014/main" id="{B265384D-9235-EC47-ADA4-CDFA201F16E4}"/>
              </a:ext>
            </a:extLst>
          </p:cNvPr>
          <p:cNvSpPr>
            <a:spLocks noChangeArrowheads="1"/>
          </p:cNvSpPr>
          <p:nvPr/>
        </p:nvSpPr>
        <p:spPr bwMode="auto">
          <a:xfrm>
            <a:off x="1268969" y="2032396"/>
            <a:ext cx="6516290" cy="352425"/>
          </a:xfrm>
          <a:prstGeom prst="rect">
            <a:avLst/>
          </a:prstGeom>
          <a:solidFill>
            <a:srgbClr val="CCECFF">
              <a:alpha val="67999"/>
            </a:srgbClr>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126978" name="Rectangle 2">
            <a:extLst>
              <a:ext uri="{FF2B5EF4-FFF2-40B4-BE49-F238E27FC236}">
                <a16:creationId xmlns:a16="http://schemas.microsoft.com/office/drawing/2014/main" id="{94BC77D7-1089-8147-98CE-09F23760D181}"/>
              </a:ext>
            </a:extLst>
          </p:cNvPr>
          <p:cNvSpPr>
            <a:spLocks noGrp="1" noChangeArrowheads="1"/>
          </p:cNvSpPr>
          <p:nvPr>
            <p:ph type="title"/>
          </p:nvPr>
        </p:nvSpPr>
        <p:spPr>
          <a:xfrm>
            <a:off x="171450" y="258366"/>
            <a:ext cx="7943850" cy="585787"/>
          </a:xfrm>
        </p:spPr>
        <p:txBody>
          <a:bodyPr/>
          <a:lstStyle/>
          <a:p>
            <a:pPr eaLnBrk="1" hangingPunct="1">
              <a:defRPr/>
            </a:pPr>
            <a:r>
              <a:rPr lang="zh-CN" altLang="en-US" sz="2800" dirty="0">
                <a:ea typeface="宋体" panose="02010600030101010101" pitchFamily="2" charset="-122"/>
              </a:rPr>
              <a:t>运输层为相互通信的应用进程提供了逻辑通信 </a:t>
            </a:r>
          </a:p>
        </p:txBody>
      </p:sp>
      <p:sp>
        <p:nvSpPr>
          <p:cNvPr id="127291" name="Line 315">
            <a:extLst>
              <a:ext uri="{FF2B5EF4-FFF2-40B4-BE49-F238E27FC236}">
                <a16:creationId xmlns:a16="http://schemas.microsoft.com/office/drawing/2014/main" id="{71ED5098-55B4-0F47-BB25-CD7415CB9AA1}"/>
              </a:ext>
            </a:extLst>
          </p:cNvPr>
          <p:cNvSpPr>
            <a:spLocks noChangeShapeType="1"/>
          </p:cNvSpPr>
          <p:nvPr/>
        </p:nvSpPr>
        <p:spPr bwMode="auto">
          <a:xfrm>
            <a:off x="2335769" y="4044552"/>
            <a:ext cx="4342209" cy="0"/>
          </a:xfrm>
          <a:prstGeom prst="line">
            <a:avLst/>
          </a:prstGeom>
          <a:noFill/>
          <a:ln w="57150">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292" name="Line 316">
            <a:extLst>
              <a:ext uri="{FF2B5EF4-FFF2-40B4-BE49-F238E27FC236}">
                <a16:creationId xmlns:a16="http://schemas.microsoft.com/office/drawing/2014/main" id="{6176A509-D61B-964A-85BC-6C098F374054}"/>
              </a:ext>
            </a:extLst>
          </p:cNvPr>
          <p:cNvSpPr>
            <a:spLocks noChangeShapeType="1"/>
          </p:cNvSpPr>
          <p:nvPr/>
        </p:nvSpPr>
        <p:spPr bwMode="auto">
          <a:xfrm>
            <a:off x="1255871" y="2389583"/>
            <a:ext cx="1085850"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293" name="Line 317">
            <a:extLst>
              <a:ext uri="{FF2B5EF4-FFF2-40B4-BE49-F238E27FC236}">
                <a16:creationId xmlns:a16="http://schemas.microsoft.com/office/drawing/2014/main" id="{BE75EC0C-93C3-274A-B050-7E31D2957C42}"/>
              </a:ext>
            </a:extLst>
          </p:cNvPr>
          <p:cNvSpPr>
            <a:spLocks noChangeShapeType="1"/>
          </p:cNvSpPr>
          <p:nvPr/>
        </p:nvSpPr>
        <p:spPr bwMode="auto">
          <a:xfrm>
            <a:off x="1255871" y="2749152"/>
            <a:ext cx="1085850"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294" name="Rectangle 318">
            <a:extLst>
              <a:ext uri="{FF2B5EF4-FFF2-40B4-BE49-F238E27FC236}">
                <a16:creationId xmlns:a16="http://schemas.microsoft.com/office/drawing/2014/main" id="{AA5FD26E-8F6D-0F43-A217-93545CD5068A}"/>
              </a:ext>
            </a:extLst>
          </p:cNvPr>
          <p:cNvSpPr>
            <a:spLocks noChangeArrowheads="1"/>
          </p:cNvSpPr>
          <p:nvPr/>
        </p:nvSpPr>
        <p:spPr bwMode="auto">
          <a:xfrm>
            <a:off x="1260634" y="1696640"/>
            <a:ext cx="1079897" cy="335756"/>
          </a:xfrm>
          <a:prstGeom prst="rect">
            <a:avLst/>
          </a:prstGeom>
          <a:solidFill>
            <a:srgbClr val="99FF66"/>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295" name="Rectangle 319">
            <a:extLst>
              <a:ext uri="{FF2B5EF4-FFF2-40B4-BE49-F238E27FC236}">
                <a16:creationId xmlns:a16="http://schemas.microsoft.com/office/drawing/2014/main" id="{11337741-D535-D345-B495-6A0576844C6D}"/>
              </a:ext>
            </a:extLst>
          </p:cNvPr>
          <p:cNvSpPr>
            <a:spLocks noChangeArrowheads="1"/>
          </p:cNvSpPr>
          <p:nvPr/>
        </p:nvSpPr>
        <p:spPr bwMode="auto">
          <a:xfrm>
            <a:off x="1229678" y="1290636"/>
            <a:ext cx="244459" cy="1755738"/>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150000"/>
              </a:lnSpc>
              <a:defRPr/>
            </a:pPr>
            <a:r>
              <a:rPr kumimoji="1" lang="en-US" altLang="zh-CN" sz="1500">
                <a:solidFill>
                  <a:srgbClr val="333399"/>
                </a:solidFill>
                <a:ea typeface="黑体" charset="-122"/>
              </a:rPr>
              <a:t>5</a:t>
            </a:r>
          </a:p>
          <a:p>
            <a:pPr>
              <a:lnSpc>
                <a:spcPct val="150000"/>
              </a:lnSpc>
              <a:defRPr/>
            </a:pPr>
            <a:r>
              <a:rPr kumimoji="1" lang="en-US" altLang="zh-CN" sz="1500">
                <a:solidFill>
                  <a:srgbClr val="333399"/>
                </a:solidFill>
                <a:ea typeface="黑体" charset="-122"/>
              </a:rPr>
              <a:t>4</a:t>
            </a:r>
          </a:p>
          <a:p>
            <a:pPr>
              <a:lnSpc>
                <a:spcPct val="150000"/>
              </a:lnSpc>
              <a:defRPr/>
            </a:pPr>
            <a:r>
              <a:rPr kumimoji="1" lang="en-US" altLang="zh-CN" sz="1500">
                <a:solidFill>
                  <a:srgbClr val="333399"/>
                </a:solidFill>
                <a:ea typeface="黑体" charset="-122"/>
              </a:rPr>
              <a:t>3</a:t>
            </a:r>
          </a:p>
          <a:p>
            <a:pPr>
              <a:lnSpc>
                <a:spcPct val="150000"/>
              </a:lnSpc>
              <a:defRPr/>
            </a:pPr>
            <a:r>
              <a:rPr kumimoji="1" lang="en-US" altLang="zh-CN" sz="1500">
                <a:solidFill>
                  <a:srgbClr val="333399"/>
                </a:solidFill>
                <a:ea typeface="黑体" charset="-122"/>
              </a:rPr>
              <a:t>2</a:t>
            </a:r>
          </a:p>
          <a:p>
            <a:pPr>
              <a:lnSpc>
                <a:spcPct val="150000"/>
              </a:lnSpc>
              <a:defRPr/>
            </a:pPr>
            <a:r>
              <a:rPr kumimoji="1" lang="en-US" altLang="zh-CN" sz="1500">
                <a:solidFill>
                  <a:srgbClr val="333399"/>
                </a:solidFill>
                <a:ea typeface="黑体" charset="-122"/>
              </a:rPr>
              <a:t>1</a:t>
            </a:r>
          </a:p>
        </p:txBody>
      </p:sp>
      <p:grpSp>
        <p:nvGrpSpPr>
          <p:cNvPr id="25610" name="Group 320">
            <a:extLst>
              <a:ext uri="{FF2B5EF4-FFF2-40B4-BE49-F238E27FC236}">
                <a16:creationId xmlns:a16="http://schemas.microsoft.com/office/drawing/2014/main" id="{F64E0B95-B6FC-984B-8D3E-2386C210BEAD}"/>
              </a:ext>
            </a:extLst>
          </p:cNvPr>
          <p:cNvGrpSpPr>
            <a:grpSpLocks/>
          </p:cNvGrpSpPr>
          <p:nvPr/>
        </p:nvGrpSpPr>
        <p:grpSpPr bwMode="auto">
          <a:xfrm>
            <a:off x="3290650" y="2039540"/>
            <a:ext cx="796528" cy="1064419"/>
            <a:chOff x="2017" y="1543"/>
            <a:chExt cx="619" cy="922"/>
          </a:xfrm>
        </p:grpSpPr>
        <p:sp>
          <p:nvSpPr>
            <p:cNvPr id="127297" name="Rectangle 321">
              <a:extLst>
                <a:ext uri="{FF2B5EF4-FFF2-40B4-BE49-F238E27FC236}">
                  <a16:creationId xmlns:a16="http://schemas.microsoft.com/office/drawing/2014/main" id="{A6E65CF8-FC3C-4B41-9350-32D186C98760}"/>
                </a:ext>
              </a:extLst>
            </p:cNvPr>
            <p:cNvSpPr>
              <a:spLocks noChangeArrowheads="1"/>
            </p:cNvSpPr>
            <p:nvPr/>
          </p:nvSpPr>
          <p:spPr bwMode="auto">
            <a:xfrm>
              <a:off x="2017" y="1543"/>
              <a:ext cx="619" cy="922"/>
            </a:xfrm>
            <a:prstGeom prst="rect">
              <a:avLst/>
            </a:prstGeom>
            <a:solidFill>
              <a:srgbClr val="CCCCFF"/>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298" name="Line 322">
              <a:extLst>
                <a:ext uri="{FF2B5EF4-FFF2-40B4-BE49-F238E27FC236}">
                  <a16:creationId xmlns:a16="http://schemas.microsoft.com/office/drawing/2014/main" id="{DDA0FFFD-55D9-4C4D-B180-45EF13965429}"/>
                </a:ext>
              </a:extLst>
            </p:cNvPr>
            <p:cNvSpPr>
              <a:spLocks noChangeShapeType="1"/>
            </p:cNvSpPr>
            <p:nvPr/>
          </p:nvSpPr>
          <p:spPr bwMode="auto">
            <a:xfrm>
              <a:off x="2017" y="1845"/>
              <a:ext cx="619"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299" name="Line 323">
              <a:extLst>
                <a:ext uri="{FF2B5EF4-FFF2-40B4-BE49-F238E27FC236}">
                  <a16:creationId xmlns:a16="http://schemas.microsoft.com/office/drawing/2014/main" id="{42025BD9-94C1-0446-A482-DE17CAE42874}"/>
                </a:ext>
              </a:extLst>
            </p:cNvPr>
            <p:cNvSpPr>
              <a:spLocks noChangeShapeType="1"/>
            </p:cNvSpPr>
            <p:nvPr/>
          </p:nvSpPr>
          <p:spPr bwMode="auto">
            <a:xfrm>
              <a:off x="2017" y="2157"/>
              <a:ext cx="619"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sp>
        <p:nvSpPr>
          <p:cNvPr id="127301" name="Line 325">
            <a:extLst>
              <a:ext uri="{FF2B5EF4-FFF2-40B4-BE49-F238E27FC236}">
                <a16:creationId xmlns:a16="http://schemas.microsoft.com/office/drawing/2014/main" id="{B6ABC851-490A-0048-BC75-CAC7164B0092}"/>
              </a:ext>
            </a:extLst>
          </p:cNvPr>
          <p:cNvSpPr>
            <a:spLocks noChangeShapeType="1"/>
          </p:cNvSpPr>
          <p:nvPr/>
        </p:nvSpPr>
        <p:spPr bwMode="auto">
          <a:xfrm>
            <a:off x="6692266" y="2389583"/>
            <a:ext cx="10882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02" name="Line 326">
            <a:extLst>
              <a:ext uri="{FF2B5EF4-FFF2-40B4-BE49-F238E27FC236}">
                <a16:creationId xmlns:a16="http://schemas.microsoft.com/office/drawing/2014/main" id="{8DC81039-09B4-5940-940C-E697221A5C91}"/>
              </a:ext>
            </a:extLst>
          </p:cNvPr>
          <p:cNvSpPr>
            <a:spLocks noChangeShapeType="1"/>
          </p:cNvSpPr>
          <p:nvPr/>
        </p:nvSpPr>
        <p:spPr bwMode="auto">
          <a:xfrm>
            <a:off x="6692266" y="2749152"/>
            <a:ext cx="10882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03" name="Rectangle 327">
            <a:extLst>
              <a:ext uri="{FF2B5EF4-FFF2-40B4-BE49-F238E27FC236}">
                <a16:creationId xmlns:a16="http://schemas.microsoft.com/office/drawing/2014/main" id="{D6058B30-F070-5B42-B0F9-6302792B8C25}"/>
              </a:ext>
            </a:extLst>
          </p:cNvPr>
          <p:cNvSpPr>
            <a:spLocks noChangeArrowheads="1"/>
          </p:cNvSpPr>
          <p:nvPr/>
        </p:nvSpPr>
        <p:spPr bwMode="auto">
          <a:xfrm>
            <a:off x="6695837" y="1696640"/>
            <a:ext cx="1085850" cy="335756"/>
          </a:xfrm>
          <a:prstGeom prst="rect">
            <a:avLst/>
          </a:prstGeom>
          <a:solidFill>
            <a:srgbClr val="99FF66"/>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grpSp>
        <p:nvGrpSpPr>
          <p:cNvPr id="25614" name="Group 328">
            <a:extLst>
              <a:ext uri="{FF2B5EF4-FFF2-40B4-BE49-F238E27FC236}">
                <a16:creationId xmlns:a16="http://schemas.microsoft.com/office/drawing/2014/main" id="{9A22961D-065D-F644-9C2F-7A0816FDC549}"/>
              </a:ext>
            </a:extLst>
          </p:cNvPr>
          <p:cNvGrpSpPr>
            <a:grpSpLocks/>
          </p:cNvGrpSpPr>
          <p:nvPr/>
        </p:nvGrpSpPr>
        <p:grpSpPr bwMode="auto">
          <a:xfrm>
            <a:off x="4936094" y="2039540"/>
            <a:ext cx="796528" cy="1064419"/>
            <a:chOff x="3295" y="1543"/>
            <a:chExt cx="619" cy="922"/>
          </a:xfrm>
        </p:grpSpPr>
        <p:sp>
          <p:nvSpPr>
            <p:cNvPr id="127305" name="Rectangle 329">
              <a:extLst>
                <a:ext uri="{FF2B5EF4-FFF2-40B4-BE49-F238E27FC236}">
                  <a16:creationId xmlns:a16="http://schemas.microsoft.com/office/drawing/2014/main" id="{19851338-FBAC-CD4B-A900-FBC17F5EA4DF}"/>
                </a:ext>
              </a:extLst>
            </p:cNvPr>
            <p:cNvSpPr>
              <a:spLocks noChangeArrowheads="1"/>
            </p:cNvSpPr>
            <p:nvPr/>
          </p:nvSpPr>
          <p:spPr bwMode="auto">
            <a:xfrm>
              <a:off x="3295" y="1543"/>
              <a:ext cx="619" cy="922"/>
            </a:xfrm>
            <a:prstGeom prst="rect">
              <a:avLst/>
            </a:prstGeom>
            <a:solidFill>
              <a:srgbClr val="CCCCFF"/>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06" name="Line 330">
              <a:extLst>
                <a:ext uri="{FF2B5EF4-FFF2-40B4-BE49-F238E27FC236}">
                  <a16:creationId xmlns:a16="http://schemas.microsoft.com/office/drawing/2014/main" id="{9378204E-B964-9C4F-9CA5-1C81FA6601B8}"/>
                </a:ext>
              </a:extLst>
            </p:cNvPr>
            <p:cNvSpPr>
              <a:spLocks noChangeShapeType="1"/>
            </p:cNvSpPr>
            <p:nvPr/>
          </p:nvSpPr>
          <p:spPr bwMode="auto">
            <a:xfrm>
              <a:off x="3295" y="1845"/>
              <a:ext cx="619"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07" name="Line 331">
              <a:extLst>
                <a:ext uri="{FF2B5EF4-FFF2-40B4-BE49-F238E27FC236}">
                  <a16:creationId xmlns:a16="http://schemas.microsoft.com/office/drawing/2014/main" id="{EE2B9E8C-57F3-324D-B9D8-543264E2681E}"/>
                </a:ext>
              </a:extLst>
            </p:cNvPr>
            <p:cNvSpPr>
              <a:spLocks noChangeShapeType="1"/>
            </p:cNvSpPr>
            <p:nvPr/>
          </p:nvSpPr>
          <p:spPr bwMode="auto">
            <a:xfrm>
              <a:off x="3295" y="2157"/>
              <a:ext cx="619"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sp>
        <p:nvSpPr>
          <p:cNvPr id="127308" name="Rectangle 332">
            <a:extLst>
              <a:ext uri="{FF2B5EF4-FFF2-40B4-BE49-F238E27FC236}">
                <a16:creationId xmlns:a16="http://schemas.microsoft.com/office/drawing/2014/main" id="{0956C079-7736-AD4E-A1D8-2F1E6FE84ABD}"/>
              </a:ext>
            </a:extLst>
          </p:cNvPr>
          <p:cNvSpPr>
            <a:spLocks noChangeArrowheads="1"/>
          </p:cNvSpPr>
          <p:nvPr/>
        </p:nvSpPr>
        <p:spPr bwMode="auto">
          <a:xfrm>
            <a:off x="2994184" y="1438274"/>
            <a:ext cx="306705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运输层提供应用进程</a:t>
            </a:r>
            <a:r>
              <a:rPr kumimoji="1" lang="zh-CN" altLang="zh-CN" sz="1500">
                <a:solidFill>
                  <a:srgbClr val="333399"/>
                </a:solidFill>
                <a:latin typeface="Arial" panose="020B0604020202020204" pitchFamily="34" charset="0"/>
              </a:rPr>
              <a:t>间的逻辑</a:t>
            </a:r>
            <a:r>
              <a:rPr kumimoji="1" lang="zh-CN" altLang="en-US" sz="1500">
                <a:solidFill>
                  <a:srgbClr val="333399"/>
                </a:solidFill>
                <a:latin typeface="Arial" panose="020B0604020202020204" pitchFamily="34" charset="0"/>
              </a:rPr>
              <a:t>通信</a:t>
            </a:r>
          </a:p>
        </p:txBody>
      </p:sp>
      <p:sp>
        <p:nvSpPr>
          <p:cNvPr id="127309" name="Rectangle 333">
            <a:extLst>
              <a:ext uri="{FF2B5EF4-FFF2-40B4-BE49-F238E27FC236}">
                <a16:creationId xmlns:a16="http://schemas.microsoft.com/office/drawing/2014/main" id="{7A9F6586-ECB8-0443-9011-5D75FD89CB18}"/>
              </a:ext>
            </a:extLst>
          </p:cNvPr>
          <p:cNvSpPr>
            <a:spLocks noChangeArrowheads="1"/>
          </p:cNvSpPr>
          <p:nvPr/>
        </p:nvSpPr>
        <p:spPr bwMode="auto">
          <a:xfrm>
            <a:off x="1255871" y="3693317"/>
            <a:ext cx="1085850" cy="664369"/>
          </a:xfrm>
          <a:prstGeom prst="rect">
            <a:avLst/>
          </a:prstGeom>
          <a:solidFill>
            <a:srgbClr val="FFFF99"/>
          </a:solidFill>
          <a:ln w="19050">
            <a:solidFill>
              <a:srgbClr val="333399"/>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27310" name="Freeform 334">
            <a:extLst>
              <a:ext uri="{FF2B5EF4-FFF2-40B4-BE49-F238E27FC236}">
                <a16:creationId xmlns:a16="http://schemas.microsoft.com/office/drawing/2014/main" id="{C2E390A7-93ED-4249-B719-D3A5AC1E1AC5}"/>
              </a:ext>
            </a:extLst>
          </p:cNvPr>
          <p:cNvSpPr>
            <a:spLocks/>
          </p:cNvSpPr>
          <p:nvPr/>
        </p:nvSpPr>
        <p:spPr bwMode="auto">
          <a:xfrm>
            <a:off x="1852375" y="3913583"/>
            <a:ext cx="491728" cy="123825"/>
          </a:xfrm>
          <a:custGeom>
            <a:avLst/>
            <a:gdLst>
              <a:gd name="T0" fmla="*/ 0 w 382"/>
              <a:gd name="T1" fmla="*/ 0 h 277"/>
              <a:gd name="T2" fmla="*/ 15447 w 382"/>
              <a:gd name="T3" fmla="*/ 0 h 277"/>
              <a:gd name="T4" fmla="*/ 30894 w 382"/>
              <a:gd name="T5" fmla="*/ 3576 h 277"/>
              <a:gd name="T6" fmla="*/ 46341 w 382"/>
              <a:gd name="T7" fmla="*/ 3576 h 277"/>
              <a:gd name="T8" fmla="*/ 61788 w 382"/>
              <a:gd name="T9" fmla="*/ 5364 h 277"/>
              <a:gd name="T10" fmla="*/ 82384 w 382"/>
              <a:gd name="T11" fmla="*/ 7152 h 277"/>
              <a:gd name="T12" fmla="*/ 97831 w 382"/>
              <a:gd name="T13" fmla="*/ 8940 h 277"/>
              <a:gd name="T14" fmla="*/ 113278 w 382"/>
              <a:gd name="T15" fmla="*/ 10729 h 277"/>
              <a:gd name="T16" fmla="*/ 128725 w 382"/>
              <a:gd name="T17" fmla="*/ 12517 h 277"/>
              <a:gd name="T18" fmla="*/ 144171 w 382"/>
              <a:gd name="T19" fmla="*/ 14305 h 277"/>
              <a:gd name="T20" fmla="*/ 159618 w 382"/>
              <a:gd name="T21" fmla="*/ 17881 h 277"/>
              <a:gd name="T22" fmla="*/ 175065 w 382"/>
              <a:gd name="T23" fmla="*/ 19669 h 277"/>
              <a:gd name="T24" fmla="*/ 190512 w 382"/>
              <a:gd name="T25" fmla="*/ 21457 h 277"/>
              <a:gd name="T26" fmla="*/ 205959 w 382"/>
              <a:gd name="T27" fmla="*/ 25033 h 277"/>
              <a:gd name="T28" fmla="*/ 226555 w 382"/>
              <a:gd name="T29" fmla="*/ 26821 h 277"/>
              <a:gd name="T30" fmla="*/ 247151 w 382"/>
              <a:gd name="T31" fmla="*/ 32186 h 277"/>
              <a:gd name="T32" fmla="*/ 262598 w 382"/>
              <a:gd name="T33" fmla="*/ 33974 h 277"/>
              <a:gd name="T34" fmla="*/ 278045 w 382"/>
              <a:gd name="T35" fmla="*/ 39338 h 277"/>
              <a:gd name="T36" fmla="*/ 293492 w 382"/>
              <a:gd name="T37" fmla="*/ 39338 h 277"/>
              <a:gd name="T38" fmla="*/ 308939 w 382"/>
              <a:gd name="T39" fmla="*/ 42914 h 277"/>
              <a:gd name="T40" fmla="*/ 329535 w 382"/>
              <a:gd name="T41" fmla="*/ 46490 h 277"/>
              <a:gd name="T42" fmla="*/ 365578 w 382"/>
              <a:gd name="T43" fmla="*/ 50066 h 277"/>
              <a:gd name="T44" fmla="*/ 386174 w 382"/>
              <a:gd name="T45" fmla="*/ 53643 h 277"/>
              <a:gd name="T46" fmla="*/ 401621 w 382"/>
              <a:gd name="T47" fmla="*/ 57219 h 277"/>
              <a:gd name="T48" fmla="*/ 417068 w 382"/>
              <a:gd name="T49" fmla="*/ 62583 h 277"/>
              <a:gd name="T50" fmla="*/ 432514 w 382"/>
              <a:gd name="T51" fmla="*/ 66159 h 277"/>
              <a:gd name="T52" fmla="*/ 447961 w 382"/>
              <a:gd name="T53" fmla="*/ 69735 h 277"/>
              <a:gd name="T54" fmla="*/ 458259 w 382"/>
              <a:gd name="T55" fmla="*/ 75100 h 277"/>
              <a:gd name="T56" fmla="*/ 473706 w 382"/>
              <a:gd name="T57" fmla="*/ 78676 h 277"/>
              <a:gd name="T58" fmla="*/ 489153 w 382"/>
              <a:gd name="T59" fmla="*/ 82252 h 277"/>
              <a:gd name="T60" fmla="*/ 504600 w 382"/>
              <a:gd name="T61" fmla="*/ 85828 h 277"/>
              <a:gd name="T62" fmla="*/ 514898 w 382"/>
              <a:gd name="T63" fmla="*/ 91192 h 277"/>
              <a:gd name="T64" fmla="*/ 520047 w 382"/>
              <a:gd name="T65" fmla="*/ 96557 h 277"/>
              <a:gd name="T66" fmla="*/ 535494 w 382"/>
              <a:gd name="T67" fmla="*/ 100133 h 277"/>
              <a:gd name="T68" fmla="*/ 550941 w 382"/>
              <a:gd name="T69" fmla="*/ 105497 h 277"/>
              <a:gd name="T70" fmla="*/ 571537 w 382"/>
              <a:gd name="T71" fmla="*/ 110861 h 277"/>
              <a:gd name="T72" fmla="*/ 592133 w 382"/>
              <a:gd name="T73" fmla="*/ 116226 h 277"/>
              <a:gd name="T74" fmla="*/ 597282 w 382"/>
              <a:gd name="T75" fmla="*/ 121590 h 277"/>
              <a:gd name="T76" fmla="*/ 612729 w 382"/>
              <a:gd name="T77" fmla="*/ 125166 h 277"/>
              <a:gd name="T78" fmla="*/ 617878 w 382"/>
              <a:gd name="T79" fmla="*/ 130530 h 277"/>
              <a:gd name="T80" fmla="*/ 628176 w 382"/>
              <a:gd name="T81" fmla="*/ 135895 h 277"/>
              <a:gd name="T82" fmla="*/ 633325 w 382"/>
              <a:gd name="T83" fmla="*/ 141259 h 277"/>
              <a:gd name="T84" fmla="*/ 638474 w 382"/>
              <a:gd name="T85" fmla="*/ 146623 h 277"/>
              <a:gd name="T86" fmla="*/ 638474 w 382"/>
              <a:gd name="T87" fmla="*/ 153775 h 277"/>
              <a:gd name="T88" fmla="*/ 648772 w 382"/>
              <a:gd name="T89" fmla="*/ 159140 h 277"/>
              <a:gd name="T90" fmla="*/ 653921 w 382"/>
              <a:gd name="T91" fmla="*/ 164504 h 27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2700" cap="rnd" cmpd="sng">
            <a:solidFill>
              <a:schemeClr val="tx1"/>
            </a:solidFill>
            <a:prstDash val="solid"/>
            <a:round/>
            <a:headEnd type="none" w="med" len="med"/>
            <a:tailEnd type="none" w="med" len="med"/>
          </a:ln>
          <a:effectLst/>
        </p:spPr>
        <p:txBody>
          <a:bodyPr/>
          <a:lstStyle/>
          <a:p>
            <a:pPr>
              <a:defRPr/>
            </a:pPr>
            <a:endParaRPr lang="zh-CN" altLang="en-US"/>
          </a:p>
        </p:txBody>
      </p:sp>
      <p:sp>
        <p:nvSpPr>
          <p:cNvPr id="127311" name="Freeform 335">
            <a:extLst>
              <a:ext uri="{FF2B5EF4-FFF2-40B4-BE49-F238E27FC236}">
                <a16:creationId xmlns:a16="http://schemas.microsoft.com/office/drawing/2014/main" id="{644963D5-B485-6544-8FE1-09F4B8704C8E}"/>
              </a:ext>
            </a:extLst>
          </p:cNvPr>
          <p:cNvSpPr>
            <a:spLocks/>
          </p:cNvSpPr>
          <p:nvPr/>
        </p:nvSpPr>
        <p:spPr bwMode="auto">
          <a:xfrm>
            <a:off x="1805940" y="4054077"/>
            <a:ext cx="534591" cy="138113"/>
          </a:xfrm>
          <a:custGeom>
            <a:avLst/>
            <a:gdLst>
              <a:gd name="T0" fmla="*/ 0 w 334"/>
              <a:gd name="T1" fmla="*/ 183395 h 244"/>
              <a:gd name="T2" fmla="*/ 25609 w 334"/>
              <a:gd name="T3" fmla="*/ 183395 h 244"/>
              <a:gd name="T4" fmla="*/ 66157 w 334"/>
              <a:gd name="T5" fmla="*/ 178867 h 244"/>
              <a:gd name="T6" fmla="*/ 85364 w 334"/>
              <a:gd name="T7" fmla="*/ 176603 h 244"/>
              <a:gd name="T8" fmla="*/ 104571 w 334"/>
              <a:gd name="T9" fmla="*/ 174339 h 244"/>
              <a:gd name="T10" fmla="*/ 125912 w 334"/>
              <a:gd name="T11" fmla="*/ 169810 h 244"/>
              <a:gd name="T12" fmla="*/ 151521 w 334"/>
              <a:gd name="T13" fmla="*/ 167546 h 244"/>
              <a:gd name="T14" fmla="*/ 170728 w 334"/>
              <a:gd name="T15" fmla="*/ 163018 h 244"/>
              <a:gd name="T16" fmla="*/ 189935 w 334"/>
              <a:gd name="T17" fmla="*/ 158490 h 244"/>
              <a:gd name="T18" fmla="*/ 211275 w 334"/>
              <a:gd name="T19" fmla="*/ 153961 h 244"/>
              <a:gd name="T20" fmla="*/ 230482 w 334"/>
              <a:gd name="T21" fmla="*/ 149433 h 244"/>
              <a:gd name="T22" fmla="*/ 249689 w 334"/>
              <a:gd name="T23" fmla="*/ 147169 h 244"/>
              <a:gd name="T24" fmla="*/ 268896 w 334"/>
              <a:gd name="T25" fmla="*/ 142641 h 244"/>
              <a:gd name="T26" fmla="*/ 290237 w 334"/>
              <a:gd name="T27" fmla="*/ 138113 h 244"/>
              <a:gd name="T28" fmla="*/ 309444 w 334"/>
              <a:gd name="T29" fmla="*/ 133584 h 244"/>
              <a:gd name="T30" fmla="*/ 328651 w 334"/>
              <a:gd name="T31" fmla="*/ 131320 h 244"/>
              <a:gd name="T32" fmla="*/ 347858 w 334"/>
              <a:gd name="T33" fmla="*/ 129056 h 244"/>
              <a:gd name="T34" fmla="*/ 369199 w 334"/>
              <a:gd name="T35" fmla="*/ 124528 h 244"/>
              <a:gd name="T36" fmla="*/ 388405 w 334"/>
              <a:gd name="T37" fmla="*/ 122264 h 244"/>
              <a:gd name="T38" fmla="*/ 414015 w 334"/>
              <a:gd name="T39" fmla="*/ 117735 h 244"/>
              <a:gd name="T40" fmla="*/ 441758 w 334"/>
              <a:gd name="T41" fmla="*/ 113207 h 244"/>
              <a:gd name="T42" fmla="*/ 454562 w 334"/>
              <a:gd name="T43" fmla="*/ 106415 h 244"/>
              <a:gd name="T44" fmla="*/ 473769 w 334"/>
              <a:gd name="T45" fmla="*/ 104150 h 244"/>
              <a:gd name="T46" fmla="*/ 492976 w 334"/>
              <a:gd name="T47" fmla="*/ 97358 h 244"/>
              <a:gd name="T48" fmla="*/ 514317 w 334"/>
              <a:gd name="T49" fmla="*/ 90566 h 244"/>
              <a:gd name="T50" fmla="*/ 527122 w 334"/>
              <a:gd name="T51" fmla="*/ 83773 h 244"/>
              <a:gd name="T52" fmla="*/ 546329 w 334"/>
              <a:gd name="T53" fmla="*/ 76981 h 244"/>
              <a:gd name="T54" fmla="*/ 552731 w 334"/>
              <a:gd name="T55" fmla="*/ 70188 h 244"/>
              <a:gd name="T56" fmla="*/ 571938 w 334"/>
              <a:gd name="T57" fmla="*/ 65660 h 244"/>
              <a:gd name="T58" fmla="*/ 578340 w 334"/>
              <a:gd name="T59" fmla="*/ 58868 h 244"/>
              <a:gd name="T60" fmla="*/ 593279 w 334"/>
              <a:gd name="T61" fmla="*/ 52075 h 244"/>
              <a:gd name="T62" fmla="*/ 606083 w 334"/>
              <a:gd name="T63" fmla="*/ 45283 h 244"/>
              <a:gd name="T64" fmla="*/ 618888 w 334"/>
              <a:gd name="T65" fmla="*/ 38490 h 244"/>
              <a:gd name="T66" fmla="*/ 625290 w 334"/>
              <a:gd name="T67" fmla="*/ 31698 h 244"/>
              <a:gd name="T68" fmla="*/ 638095 w 334"/>
              <a:gd name="T69" fmla="*/ 24906 h 244"/>
              <a:gd name="T70" fmla="*/ 657302 w 334"/>
              <a:gd name="T71" fmla="*/ 20377 h 244"/>
              <a:gd name="T72" fmla="*/ 663704 w 334"/>
              <a:gd name="T73" fmla="*/ 13585 h 244"/>
              <a:gd name="T74" fmla="*/ 685045 w 334"/>
              <a:gd name="T75" fmla="*/ 11321 h 244"/>
              <a:gd name="T76" fmla="*/ 691447 w 334"/>
              <a:gd name="T77" fmla="*/ 4528 h 244"/>
              <a:gd name="T78" fmla="*/ 710654 w 334"/>
              <a:gd name="T79" fmla="*/ 0 h 24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2700" cap="rnd" cmpd="sng">
            <a:solidFill>
              <a:schemeClr val="tx1"/>
            </a:solidFill>
            <a:prstDash val="solid"/>
            <a:round/>
            <a:headEnd type="none" w="med" len="med"/>
            <a:tailEnd type="none" w="med" len="med"/>
          </a:ln>
          <a:effectLst/>
        </p:spPr>
        <p:txBody>
          <a:bodyPr/>
          <a:lstStyle/>
          <a:p>
            <a:pPr>
              <a:defRPr/>
            </a:pPr>
            <a:endParaRPr lang="zh-CN" altLang="en-US"/>
          </a:p>
        </p:txBody>
      </p:sp>
      <p:sp>
        <p:nvSpPr>
          <p:cNvPr id="127312" name="Rectangle 336">
            <a:extLst>
              <a:ext uri="{FF2B5EF4-FFF2-40B4-BE49-F238E27FC236}">
                <a16:creationId xmlns:a16="http://schemas.microsoft.com/office/drawing/2014/main" id="{0F7D2674-9510-AC4B-8131-74614096CA37}"/>
              </a:ext>
            </a:extLst>
          </p:cNvPr>
          <p:cNvSpPr>
            <a:spLocks noChangeArrowheads="1"/>
          </p:cNvSpPr>
          <p:nvPr/>
        </p:nvSpPr>
        <p:spPr bwMode="auto">
          <a:xfrm>
            <a:off x="1428512" y="3418283"/>
            <a:ext cx="692274"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主机 </a:t>
            </a:r>
            <a:r>
              <a:rPr kumimoji="1" lang="en-US" altLang="zh-CN" sz="1500">
                <a:solidFill>
                  <a:srgbClr val="333399"/>
                </a:solidFill>
                <a:latin typeface="Arial" panose="020B0604020202020204" pitchFamily="34" charset="0"/>
              </a:rPr>
              <a:t>A</a:t>
            </a:r>
          </a:p>
        </p:txBody>
      </p:sp>
      <p:sp>
        <p:nvSpPr>
          <p:cNvPr id="127313" name="Rectangle 337">
            <a:extLst>
              <a:ext uri="{FF2B5EF4-FFF2-40B4-BE49-F238E27FC236}">
                <a16:creationId xmlns:a16="http://schemas.microsoft.com/office/drawing/2014/main" id="{B629F17C-DE13-134E-8915-0CE58C496DEB}"/>
              </a:ext>
            </a:extLst>
          </p:cNvPr>
          <p:cNvSpPr>
            <a:spLocks noChangeArrowheads="1"/>
          </p:cNvSpPr>
          <p:nvPr/>
        </p:nvSpPr>
        <p:spPr bwMode="auto">
          <a:xfrm>
            <a:off x="6861334" y="3418283"/>
            <a:ext cx="702918"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主机 </a:t>
            </a:r>
            <a:r>
              <a:rPr kumimoji="1" lang="en-US" altLang="zh-CN" sz="1500">
                <a:solidFill>
                  <a:srgbClr val="333399"/>
                </a:solidFill>
                <a:latin typeface="Arial" panose="020B0604020202020204" pitchFamily="34" charset="0"/>
              </a:rPr>
              <a:t>B</a:t>
            </a:r>
          </a:p>
        </p:txBody>
      </p:sp>
      <p:sp>
        <p:nvSpPr>
          <p:cNvPr id="127314" name="Freeform 338">
            <a:extLst>
              <a:ext uri="{FF2B5EF4-FFF2-40B4-BE49-F238E27FC236}">
                <a16:creationId xmlns:a16="http://schemas.microsoft.com/office/drawing/2014/main" id="{CCCE7D01-E988-6D43-9D72-DA54CCC03F07}"/>
              </a:ext>
            </a:extLst>
          </p:cNvPr>
          <p:cNvSpPr>
            <a:spLocks/>
          </p:cNvSpPr>
          <p:nvPr/>
        </p:nvSpPr>
        <p:spPr bwMode="auto">
          <a:xfrm>
            <a:off x="1774984" y="2032396"/>
            <a:ext cx="5499497" cy="1313259"/>
          </a:xfrm>
          <a:custGeom>
            <a:avLst/>
            <a:gdLst>
              <a:gd name="T0" fmla="*/ 0 w 4272"/>
              <a:gd name="T1" fmla="*/ 0 h 1138"/>
              <a:gd name="T2" fmla="*/ 0 w 4272"/>
              <a:gd name="T3" fmla="*/ 1532520 h 1138"/>
              <a:gd name="T4" fmla="*/ 15448 w 4272"/>
              <a:gd name="T5" fmla="*/ 1624841 h 1138"/>
              <a:gd name="T6" fmla="*/ 61792 w 4272"/>
              <a:gd name="T7" fmla="*/ 1683310 h 1138"/>
              <a:gd name="T8" fmla="*/ 128734 w 4272"/>
              <a:gd name="T9" fmla="*/ 1707929 h 1138"/>
              <a:gd name="T10" fmla="*/ 217989 w 4272"/>
              <a:gd name="T11" fmla="*/ 1717161 h 1138"/>
              <a:gd name="T12" fmla="*/ 2078618 w 4272"/>
              <a:gd name="T13" fmla="*/ 1717161 h 1138"/>
              <a:gd name="T14" fmla="*/ 2145559 w 4272"/>
              <a:gd name="T15" fmla="*/ 1717161 h 1138"/>
              <a:gd name="T16" fmla="*/ 2209068 w 4272"/>
              <a:gd name="T17" fmla="*/ 1692542 h 1138"/>
              <a:gd name="T18" fmla="*/ 2239964 w 4272"/>
              <a:gd name="T19" fmla="*/ 1624841 h 1138"/>
              <a:gd name="T20" fmla="*/ 2245113 w 4272"/>
              <a:gd name="T21" fmla="*/ 1572526 h 1138"/>
              <a:gd name="T22" fmla="*/ 2245113 w 4272"/>
              <a:gd name="T23" fmla="*/ 472373 h 1138"/>
              <a:gd name="T24" fmla="*/ 2250262 w 4272"/>
              <a:gd name="T25" fmla="*/ 401594 h 1138"/>
              <a:gd name="T26" fmla="*/ 2361832 w 4272"/>
              <a:gd name="T27" fmla="*/ 293887 h 1138"/>
              <a:gd name="T28" fmla="*/ 2780645 w 4272"/>
              <a:gd name="T29" fmla="*/ 293887 h 1138"/>
              <a:gd name="T30" fmla="*/ 2876766 w 4272"/>
              <a:gd name="T31" fmla="*/ 387746 h 1138"/>
              <a:gd name="T32" fmla="*/ 2883632 w 4272"/>
              <a:gd name="T33" fmla="*/ 430829 h 1138"/>
              <a:gd name="T34" fmla="*/ 2883632 w 4272"/>
              <a:gd name="T35" fmla="*/ 1560216 h 1138"/>
              <a:gd name="T36" fmla="*/ 2888781 w 4272"/>
              <a:gd name="T37" fmla="*/ 1610993 h 1138"/>
              <a:gd name="T38" fmla="*/ 2919677 w 4272"/>
              <a:gd name="T39" fmla="*/ 1692542 h 1138"/>
              <a:gd name="T40" fmla="*/ 3012365 w 4272"/>
              <a:gd name="T41" fmla="*/ 1717161 h 1138"/>
              <a:gd name="T42" fmla="*/ 3103337 w 4272"/>
              <a:gd name="T43" fmla="*/ 1717161 h 1138"/>
              <a:gd name="T44" fmla="*/ 4267088 w 4272"/>
              <a:gd name="T45" fmla="*/ 1717161 h 1138"/>
              <a:gd name="T46" fmla="*/ 4400971 w 4272"/>
              <a:gd name="T47" fmla="*/ 1717161 h 1138"/>
              <a:gd name="T48" fmla="*/ 4462763 w 4272"/>
              <a:gd name="T49" fmla="*/ 1678694 h 1138"/>
              <a:gd name="T50" fmla="*/ 4476495 w 4272"/>
              <a:gd name="T51" fmla="*/ 1537136 h 1138"/>
              <a:gd name="T52" fmla="*/ 4476495 w 4272"/>
              <a:gd name="T53" fmla="*/ 406210 h 1138"/>
              <a:gd name="T54" fmla="*/ 4490226 w 4272"/>
              <a:gd name="T55" fmla="*/ 349279 h 1138"/>
              <a:gd name="T56" fmla="*/ 4593213 w 4272"/>
              <a:gd name="T57" fmla="*/ 293887 h 1138"/>
              <a:gd name="T58" fmla="*/ 4922771 w 4272"/>
              <a:gd name="T59" fmla="*/ 300042 h 1138"/>
              <a:gd name="T60" fmla="*/ 5025758 w 4272"/>
              <a:gd name="T61" fmla="*/ 386207 h 1138"/>
              <a:gd name="T62" fmla="*/ 5025758 w 4272"/>
              <a:gd name="T63" fmla="*/ 430829 h 1138"/>
              <a:gd name="T64" fmla="*/ 5025758 w 4272"/>
              <a:gd name="T65" fmla="*/ 1541752 h 1138"/>
              <a:gd name="T66" fmla="*/ 5053221 w 4272"/>
              <a:gd name="T67" fmla="*/ 1672540 h 1138"/>
              <a:gd name="T68" fmla="*/ 5173372 w 4272"/>
              <a:gd name="T69" fmla="*/ 1717161 h 1138"/>
              <a:gd name="T70" fmla="*/ 5271210 w 4272"/>
              <a:gd name="T71" fmla="*/ 1717161 h 1138"/>
              <a:gd name="T72" fmla="*/ 7066614 w 4272"/>
              <a:gd name="T73" fmla="*/ 1717161 h 1138"/>
              <a:gd name="T74" fmla="*/ 7191914 w 4272"/>
              <a:gd name="T75" fmla="*/ 1717161 h 1138"/>
              <a:gd name="T76" fmla="*/ 7296618 w 4272"/>
              <a:gd name="T77" fmla="*/ 1687926 h 1138"/>
              <a:gd name="T78" fmla="*/ 7327514 w 4272"/>
              <a:gd name="T79" fmla="*/ 1606377 h 1138"/>
              <a:gd name="T80" fmla="*/ 7330947 w 4272"/>
              <a:gd name="T81" fmla="*/ 1529443 h 1138"/>
              <a:gd name="T82" fmla="*/ 7332663 w 4272"/>
              <a:gd name="T83" fmla="*/ 0 h 113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4272" h="1138">
                <a:moveTo>
                  <a:pt x="0" y="0"/>
                </a:moveTo>
                <a:lnTo>
                  <a:pt x="0" y="996"/>
                </a:lnTo>
                <a:lnTo>
                  <a:pt x="9" y="1056"/>
                </a:lnTo>
                <a:lnTo>
                  <a:pt x="36" y="1094"/>
                </a:lnTo>
                <a:lnTo>
                  <a:pt x="75" y="1110"/>
                </a:lnTo>
                <a:lnTo>
                  <a:pt x="127" y="1116"/>
                </a:lnTo>
                <a:lnTo>
                  <a:pt x="1211" y="1116"/>
                </a:lnTo>
                <a:lnTo>
                  <a:pt x="1250" y="1116"/>
                </a:lnTo>
                <a:lnTo>
                  <a:pt x="1287" y="1100"/>
                </a:lnTo>
                <a:lnTo>
                  <a:pt x="1305" y="1056"/>
                </a:lnTo>
                <a:lnTo>
                  <a:pt x="1308" y="1022"/>
                </a:lnTo>
                <a:lnTo>
                  <a:pt x="1308" y="307"/>
                </a:lnTo>
                <a:lnTo>
                  <a:pt x="1311" y="261"/>
                </a:lnTo>
                <a:cubicBezTo>
                  <a:pt x="1322" y="241"/>
                  <a:pt x="1325" y="202"/>
                  <a:pt x="1376" y="191"/>
                </a:cubicBezTo>
                <a:cubicBezTo>
                  <a:pt x="1430" y="181"/>
                  <a:pt x="1567" y="182"/>
                  <a:pt x="1620" y="191"/>
                </a:cubicBezTo>
                <a:cubicBezTo>
                  <a:pt x="1673" y="200"/>
                  <a:pt x="1669" y="238"/>
                  <a:pt x="1676" y="252"/>
                </a:cubicBezTo>
                <a:lnTo>
                  <a:pt x="1680" y="280"/>
                </a:lnTo>
                <a:lnTo>
                  <a:pt x="1680" y="1014"/>
                </a:lnTo>
                <a:lnTo>
                  <a:pt x="1683" y="1047"/>
                </a:lnTo>
                <a:lnTo>
                  <a:pt x="1701" y="1100"/>
                </a:lnTo>
                <a:lnTo>
                  <a:pt x="1755" y="1116"/>
                </a:lnTo>
                <a:lnTo>
                  <a:pt x="1808" y="1116"/>
                </a:lnTo>
                <a:lnTo>
                  <a:pt x="2486" y="1116"/>
                </a:lnTo>
                <a:lnTo>
                  <a:pt x="2564" y="1116"/>
                </a:lnTo>
                <a:cubicBezTo>
                  <a:pt x="2583" y="1112"/>
                  <a:pt x="2593" y="1111"/>
                  <a:pt x="2600" y="1091"/>
                </a:cubicBezTo>
                <a:cubicBezTo>
                  <a:pt x="2607" y="1072"/>
                  <a:pt x="2610" y="1138"/>
                  <a:pt x="2608" y="999"/>
                </a:cubicBezTo>
                <a:lnTo>
                  <a:pt x="2608" y="264"/>
                </a:lnTo>
                <a:lnTo>
                  <a:pt x="2616" y="227"/>
                </a:lnTo>
                <a:cubicBezTo>
                  <a:pt x="2627" y="215"/>
                  <a:pt x="2634" y="196"/>
                  <a:pt x="2676" y="191"/>
                </a:cubicBezTo>
                <a:cubicBezTo>
                  <a:pt x="2721" y="184"/>
                  <a:pt x="2824" y="187"/>
                  <a:pt x="2868" y="195"/>
                </a:cubicBezTo>
                <a:cubicBezTo>
                  <a:pt x="2912" y="203"/>
                  <a:pt x="2925" y="238"/>
                  <a:pt x="2928" y="251"/>
                </a:cubicBezTo>
                <a:lnTo>
                  <a:pt x="2928" y="280"/>
                </a:lnTo>
                <a:cubicBezTo>
                  <a:pt x="2928" y="280"/>
                  <a:pt x="2925" y="867"/>
                  <a:pt x="2928" y="1002"/>
                </a:cubicBezTo>
                <a:cubicBezTo>
                  <a:pt x="2930" y="1136"/>
                  <a:pt x="2930" y="1068"/>
                  <a:pt x="2944" y="1087"/>
                </a:cubicBezTo>
                <a:cubicBezTo>
                  <a:pt x="2958" y="1107"/>
                  <a:pt x="2995" y="1113"/>
                  <a:pt x="3014" y="1116"/>
                </a:cubicBezTo>
                <a:lnTo>
                  <a:pt x="3071" y="1116"/>
                </a:lnTo>
                <a:lnTo>
                  <a:pt x="4117" y="1116"/>
                </a:lnTo>
                <a:lnTo>
                  <a:pt x="4190" y="1116"/>
                </a:lnTo>
                <a:lnTo>
                  <a:pt x="4251" y="1097"/>
                </a:lnTo>
                <a:lnTo>
                  <a:pt x="4269" y="1044"/>
                </a:lnTo>
                <a:lnTo>
                  <a:pt x="4271" y="994"/>
                </a:lnTo>
                <a:lnTo>
                  <a:pt x="4272" y="0"/>
                </a:lnTo>
              </a:path>
            </a:pathLst>
          </a:custGeom>
          <a:noFill/>
          <a:ln w="76200" cap="flat" cmpd="sng">
            <a:solidFill>
              <a:srgbClr val="FF0000"/>
            </a:solidFill>
            <a:prstDash val="sysDot"/>
            <a:round/>
            <a:headEnd type="none" w="med" len="lg"/>
            <a:tailEnd type="none" w="med" len="lg"/>
          </a:ln>
          <a:effectLst/>
        </p:spPr>
        <p:txBody>
          <a:bodyPr/>
          <a:lstStyle/>
          <a:p>
            <a:pPr>
              <a:defRPr/>
            </a:pPr>
            <a:endParaRPr lang="zh-CN" altLang="en-US"/>
          </a:p>
        </p:txBody>
      </p:sp>
      <p:sp>
        <p:nvSpPr>
          <p:cNvPr id="127315" name="Rectangle 339">
            <a:extLst>
              <a:ext uri="{FF2B5EF4-FFF2-40B4-BE49-F238E27FC236}">
                <a16:creationId xmlns:a16="http://schemas.microsoft.com/office/drawing/2014/main" id="{0F5097EC-B152-4E4B-9A31-1E817E6A385C}"/>
              </a:ext>
            </a:extLst>
          </p:cNvPr>
          <p:cNvSpPr>
            <a:spLocks noChangeArrowheads="1"/>
          </p:cNvSpPr>
          <p:nvPr/>
        </p:nvSpPr>
        <p:spPr bwMode="auto">
          <a:xfrm>
            <a:off x="2485788" y="1089421"/>
            <a:ext cx="906499"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应用进程</a:t>
            </a:r>
          </a:p>
        </p:txBody>
      </p:sp>
      <p:sp>
        <p:nvSpPr>
          <p:cNvPr id="127316" name="Freeform 340">
            <a:extLst>
              <a:ext uri="{FF2B5EF4-FFF2-40B4-BE49-F238E27FC236}">
                <a16:creationId xmlns:a16="http://schemas.microsoft.com/office/drawing/2014/main" id="{B55A3CA0-A979-A54F-9BC6-4C9ACC1C15E6}"/>
              </a:ext>
            </a:extLst>
          </p:cNvPr>
          <p:cNvSpPr>
            <a:spLocks/>
          </p:cNvSpPr>
          <p:nvPr/>
        </p:nvSpPr>
        <p:spPr bwMode="auto">
          <a:xfrm>
            <a:off x="6379131" y="1307305"/>
            <a:ext cx="403622" cy="121444"/>
          </a:xfrm>
          <a:custGeom>
            <a:avLst/>
            <a:gdLst>
              <a:gd name="T0" fmla="*/ 0 w 297"/>
              <a:gd name="T1" fmla="*/ 0 h 105"/>
              <a:gd name="T2" fmla="*/ 538162 w 297"/>
              <a:gd name="T3" fmla="*/ 161925 h 105"/>
              <a:gd name="T4" fmla="*/ 0 60000 65536"/>
              <a:gd name="T5" fmla="*/ 0 60000 65536"/>
            </a:gdLst>
            <a:ahLst/>
            <a:cxnLst>
              <a:cxn ang="T4">
                <a:pos x="T0" y="T1"/>
              </a:cxn>
              <a:cxn ang="T5">
                <a:pos x="T2" y="T3"/>
              </a:cxn>
            </a:cxnLst>
            <a:rect l="0" t="0" r="r" b="b"/>
            <a:pathLst>
              <a:path w="297" h="105">
                <a:moveTo>
                  <a:pt x="0" y="0"/>
                </a:moveTo>
                <a:lnTo>
                  <a:pt x="297" y="105"/>
                </a:lnTo>
              </a:path>
            </a:pathLst>
          </a:custGeom>
          <a:noFill/>
          <a:ln w="28575" cmpd="sng">
            <a:solidFill>
              <a:srgbClr val="333399"/>
            </a:solidFill>
            <a:round/>
            <a:headEnd/>
            <a:tailEnd type="triangle" w="med" len="lg"/>
          </a:ln>
          <a:effectLst/>
        </p:spPr>
        <p:txBody>
          <a:bodyPr wrap="none" anchor="ctr"/>
          <a:lstStyle/>
          <a:p>
            <a:pPr>
              <a:defRPr/>
            </a:pPr>
            <a:endParaRPr lang="zh-CN" altLang="en-US"/>
          </a:p>
        </p:txBody>
      </p:sp>
      <p:sp>
        <p:nvSpPr>
          <p:cNvPr id="127317" name="Rectangle 341">
            <a:extLst>
              <a:ext uri="{FF2B5EF4-FFF2-40B4-BE49-F238E27FC236}">
                <a16:creationId xmlns:a16="http://schemas.microsoft.com/office/drawing/2014/main" id="{39DAAE3B-B884-3042-9E46-B724818F43E3}"/>
              </a:ext>
            </a:extLst>
          </p:cNvPr>
          <p:cNvSpPr>
            <a:spLocks noChangeArrowheads="1"/>
          </p:cNvSpPr>
          <p:nvPr/>
        </p:nvSpPr>
        <p:spPr bwMode="auto">
          <a:xfrm>
            <a:off x="5567125" y="1089421"/>
            <a:ext cx="906499"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应用进程</a:t>
            </a:r>
          </a:p>
        </p:txBody>
      </p:sp>
      <p:sp>
        <p:nvSpPr>
          <p:cNvPr id="127318" name="AutoShape 342">
            <a:extLst>
              <a:ext uri="{FF2B5EF4-FFF2-40B4-BE49-F238E27FC236}">
                <a16:creationId xmlns:a16="http://schemas.microsoft.com/office/drawing/2014/main" id="{E3A7AD13-C2E0-B841-AA04-6A500CED9B01}"/>
              </a:ext>
            </a:extLst>
          </p:cNvPr>
          <p:cNvSpPr>
            <a:spLocks noChangeArrowheads="1"/>
          </p:cNvSpPr>
          <p:nvPr/>
        </p:nvSpPr>
        <p:spPr bwMode="auto">
          <a:xfrm>
            <a:off x="2327434" y="1700211"/>
            <a:ext cx="4361260" cy="276225"/>
          </a:xfrm>
          <a:prstGeom prst="leftRightArrow">
            <a:avLst>
              <a:gd name="adj1" fmla="val 59167"/>
              <a:gd name="adj2" fmla="val 215634"/>
            </a:avLst>
          </a:prstGeom>
          <a:solidFill>
            <a:srgbClr val="99FF66"/>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19" name="Rectangle 343">
            <a:extLst>
              <a:ext uri="{FF2B5EF4-FFF2-40B4-BE49-F238E27FC236}">
                <a16:creationId xmlns:a16="http://schemas.microsoft.com/office/drawing/2014/main" id="{B7F6F5FC-AFC6-A14D-AF42-94B73078A9E8}"/>
              </a:ext>
            </a:extLst>
          </p:cNvPr>
          <p:cNvSpPr>
            <a:spLocks noChangeArrowheads="1"/>
          </p:cNvSpPr>
          <p:nvPr/>
        </p:nvSpPr>
        <p:spPr bwMode="auto">
          <a:xfrm>
            <a:off x="3331131" y="3627833"/>
            <a:ext cx="874439"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路由器 </a:t>
            </a:r>
            <a:r>
              <a:rPr kumimoji="1" lang="en-US" altLang="zh-CN" sz="1500">
                <a:solidFill>
                  <a:srgbClr val="333399"/>
                </a:solidFill>
                <a:latin typeface="Arial" panose="020B0604020202020204" pitchFamily="34" charset="0"/>
              </a:rPr>
              <a:t>1</a:t>
            </a:r>
          </a:p>
        </p:txBody>
      </p:sp>
      <p:pic>
        <p:nvPicPr>
          <p:cNvPr id="127320" name="Picture 344">
            <a:extLst>
              <a:ext uri="{FF2B5EF4-FFF2-40B4-BE49-F238E27FC236}">
                <a16:creationId xmlns:a16="http://schemas.microsoft.com/office/drawing/2014/main" id="{763753D5-F105-9940-A96B-FFDD66854067}"/>
              </a:ext>
            </a:extLst>
          </p:cNvPr>
          <p:cNvPicPr>
            <a:picLocks noChangeArrowheads="1"/>
          </p:cNvPicPr>
          <p:nvPr/>
        </p:nvPicPr>
        <p:blipFill>
          <a:blip r:embed="rId3"/>
          <a:srcRect/>
          <a:stretch>
            <a:fillRect/>
          </a:stretch>
        </p:blipFill>
        <p:spPr bwMode="auto">
          <a:xfrm>
            <a:off x="3389471" y="3888580"/>
            <a:ext cx="542925" cy="322660"/>
          </a:xfrm>
          <a:prstGeom prst="rect">
            <a:avLst/>
          </a:prstGeom>
          <a:noFill/>
          <a:ln>
            <a:noFill/>
          </a:ln>
          <a:effectLst/>
        </p:spPr>
      </p:pic>
      <p:sp>
        <p:nvSpPr>
          <p:cNvPr id="127321" name="Rectangle 345">
            <a:extLst>
              <a:ext uri="{FF2B5EF4-FFF2-40B4-BE49-F238E27FC236}">
                <a16:creationId xmlns:a16="http://schemas.microsoft.com/office/drawing/2014/main" id="{19171E78-C6C2-5543-9938-024FA1B103C0}"/>
              </a:ext>
            </a:extLst>
          </p:cNvPr>
          <p:cNvSpPr>
            <a:spLocks noChangeArrowheads="1"/>
          </p:cNvSpPr>
          <p:nvPr/>
        </p:nvSpPr>
        <p:spPr bwMode="auto">
          <a:xfrm>
            <a:off x="4986100" y="3627833"/>
            <a:ext cx="874439"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路由器 </a:t>
            </a:r>
            <a:r>
              <a:rPr kumimoji="1" lang="en-US" altLang="zh-CN" sz="1500">
                <a:solidFill>
                  <a:srgbClr val="333399"/>
                </a:solidFill>
                <a:latin typeface="Arial" panose="020B0604020202020204" pitchFamily="34" charset="0"/>
              </a:rPr>
              <a:t>2</a:t>
            </a:r>
          </a:p>
        </p:txBody>
      </p:sp>
      <p:sp>
        <p:nvSpPr>
          <p:cNvPr id="127322" name="Oval 346">
            <a:extLst>
              <a:ext uri="{FF2B5EF4-FFF2-40B4-BE49-F238E27FC236}">
                <a16:creationId xmlns:a16="http://schemas.microsoft.com/office/drawing/2014/main" id="{C4D04F56-A1D3-4B42-9950-A04A817F6E66}"/>
              </a:ext>
            </a:extLst>
          </p:cNvPr>
          <p:cNvSpPr>
            <a:spLocks noChangeArrowheads="1"/>
          </p:cNvSpPr>
          <p:nvPr/>
        </p:nvSpPr>
        <p:spPr bwMode="auto">
          <a:xfrm>
            <a:off x="1446372" y="3775471"/>
            <a:ext cx="473869" cy="235744"/>
          </a:xfrm>
          <a:prstGeom prst="ellipse">
            <a:avLst/>
          </a:prstGeom>
          <a:solidFill>
            <a:srgbClr val="FFCCFF"/>
          </a:solid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23" name="Rectangle 347">
            <a:extLst>
              <a:ext uri="{FF2B5EF4-FFF2-40B4-BE49-F238E27FC236}">
                <a16:creationId xmlns:a16="http://schemas.microsoft.com/office/drawing/2014/main" id="{4D2A5F33-7EE3-004D-95C8-9A5D391AEC88}"/>
              </a:ext>
            </a:extLst>
          </p:cNvPr>
          <p:cNvSpPr>
            <a:spLocks noChangeArrowheads="1"/>
          </p:cNvSpPr>
          <p:nvPr/>
        </p:nvSpPr>
        <p:spPr bwMode="auto">
          <a:xfrm>
            <a:off x="1479709" y="3737371"/>
            <a:ext cx="464070"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AP</a:t>
            </a:r>
            <a:r>
              <a:rPr kumimoji="1" lang="en-US" altLang="zh-CN" sz="1500" baseline="-25000">
                <a:solidFill>
                  <a:srgbClr val="333399"/>
                </a:solidFill>
                <a:latin typeface="Arial" panose="020B0604020202020204" pitchFamily="34" charset="0"/>
              </a:rPr>
              <a:t>1</a:t>
            </a:r>
            <a:endParaRPr kumimoji="1" lang="en-US" altLang="zh-CN" sz="1500">
              <a:solidFill>
                <a:srgbClr val="333399"/>
              </a:solidFill>
              <a:latin typeface="Arial" panose="020B0604020202020204" pitchFamily="34" charset="0"/>
            </a:endParaRPr>
          </a:p>
        </p:txBody>
      </p:sp>
      <p:sp>
        <p:nvSpPr>
          <p:cNvPr id="127324" name="Oval 348">
            <a:extLst>
              <a:ext uri="{FF2B5EF4-FFF2-40B4-BE49-F238E27FC236}">
                <a16:creationId xmlns:a16="http://schemas.microsoft.com/office/drawing/2014/main" id="{D85E14F4-01AE-EF4A-B8D6-0987983C2D75}"/>
              </a:ext>
            </a:extLst>
          </p:cNvPr>
          <p:cNvSpPr>
            <a:spLocks noChangeArrowheads="1"/>
          </p:cNvSpPr>
          <p:nvPr/>
        </p:nvSpPr>
        <p:spPr bwMode="auto">
          <a:xfrm>
            <a:off x="7216140" y="1220389"/>
            <a:ext cx="473869" cy="266700"/>
          </a:xfrm>
          <a:prstGeom prst="ellipse">
            <a:avLst/>
          </a:prstGeom>
          <a:solidFill>
            <a:srgbClr val="FFCCFF"/>
          </a:solid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25" name="Line 349">
            <a:extLst>
              <a:ext uri="{FF2B5EF4-FFF2-40B4-BE49-F238E27FC236}">
                <a16:creationId xmlns:a16="http://schemas.microsoft.com/office/drawing/2014/main" id="{35AE7C74-5642-E64D-A28E-60EB270A24EE}"/>
              </a:ext>
            </a:extLst>
          </p:cNvPr>
          <p:cNvSpPr>
            <a:spLocks noChangeShapeType="1"/>
          </p:cNvSpPr>
          <p:nvPr/>
        </p:nvSpPr>
        <p:spPr bwMode="auto">
          <a:xfrm rot="5400000">
            <a:off x="3326368" y="2745580"/>
            <a:ext cx="709613"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26" name="Line 350">
            <a:extLst>
              <a:ext uri="{FF2B5EF4-FFF2-40B4-BE49-F238E27FC236}">
                <a16:creationId xmlns:a16="http://schemas.microsoft.com/office/drawing/2014/main" id="{C9B2C461-633D-0944-BE8F-071C12B0E27E}"/>
              </a:ext>
            </a:extLst>
          </p:cNvPr>
          <p:cNvSpPr>
            <a:spLocks noChangeShapeType="1"/>
          </p:cNvSpPr>
          <p:nvPr/>
        </p:nvSpPr>
        <p:spPr bwMode="auto">
          <a:xfrm rot="5400000">
            <a:off x="4968835" y="2743794"/>
            <a:ext cx="717947"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pic>
        <p:nvPicPr>
          <p:cNvPr id="127327" name="Picture 351">
            <a:extLst>
              <a:ext uri="{FF2B5EF4-FFF2-40B4-BE49-F238E27FC236}">
                <a16:creationId xmlns:a16="http://schemas.microsoft.com/office/drawing/2014/main" id="{DBD07FBC-A978-B148-803D-02B4963CDF94}"/>
              </a:ext>
            </a:extLst>
          </p:cNvPr>
          <p:cNvPicPr>
            <a:picLocks noChangeArrowheads="1"/>
          </p:cNvPicPr>
          <p:nvPr/>
        </p:nvPicPr>
        <p:blipFill>
          <a:blip r:embed="rId4"/>
          <a:srcRect/>
          <a:stretch>
            <a:fillRect/>
          </a:stretch>
        </p:blipFill>
        <p:spPr bwMode="auto">
          <a:xfrm>
            <a:off x="5823109" y="3823096"/>
            <a:ext cx="678656" cy="407194"/>
          </a:xfrm>
          <a:prstGeom prst="rect">
            <a:avLst/>
          </a:prstGeom>
          <a:noFill/>
          <a:ln>
            <a:noFill/>
          </a:ln>
          <a:effectLst/>
        </p:spPr>
      </p:pic>
      <p:sp>
        <p:nvSpPr>
          <p:cNvPr id="127328" name="Rectangle 352">
            <a:extLst>
              <a:ext uri="{FF2B5EF4-FFF2-40B4-BE49-F238E27FC236}">
                <a16:creationId xmlns:a16="http://schemas.microsoft.com/office/drawing/2014/main" id="{CA126218-22BD-6642-BA15-8138A73314DB}"/>
              </a:ext>
            </a:extLst>
          </p:cNvPr>
          <p:cNvSpPr>
            <a:spLocks noChangeArrowheads="1"/>
          </p:cNvSpPr>
          <p:nvPr/>
        </p:nvSpPr>
        <p:spPr bwMode="auto">
          <a:xfrm>
            <a:off x="5875496" y="3883817"/>
            <a:ext cx="582692"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LAN</a:t>
            </a:r>
            <a:r>
              <a:rPr kumimoji="1" lang="en-US" altLang="zh-CN" sz="1500" baseline="-25000">
                <a:solidFill>
                  <a:srgbClr val="333399"/>
                </a:solidFill>
                <a:latin typeface="Arial" panose="020B0604020202020204" pitchFamily="34" charset="0"/>
              </a:rPr>
              <a:t>2</a:t>
            </a:r>
            <a:endParaRPr kumimoji="1" lang="en-US" altLang="zh-CN" sz="1500">
              <a:solidFill>
                <a:srgbClr val="333399"/>
              </a:solidFill>
              <a:latin typeface="Arial" panose="020B0604020202020204" pitchFamily="34" charset="0"/>
            </a:endParaRPr>
          </a:p>
        </p:txBody>
      </p:sp>
      <p:pic>
        <p:nvPicPr>
          <p:cNvPr id="127329" name="Picture 353">
            <a:extLst>
              <a:ext uri="{FF2B5EF4-FFF2-40B4-BE49-F238E27FC236}">
                <a16:creationId xmlns:a16="http://schemas.microsoft.com/office/drawing/2014/main" id="{8AF5F134-1929-EF40-9207-9D180C421AD3}"/>
              </a:ext>
            </a:extLst>
          </p:cNvPr>
          <p:cNvPicPr>
            <a:picLocks noChangeArrowheads="1"/>
          </p:cNvPicPr>
          <p:nvPr/>
        </p:nvPicPr>
        <p:blipFill>
          <a:blip r:embed="rId4"/>
          <a:srcRect/>
          <a:stretch>
            <a:fillRect/>
          </a:stretch>
        </p:blipFill>
        <p:spPr bwMode="auto">
          <a:xfrm>
            <a:off x="4153853" y="3823096"/>
            <a:ext cx="741760" cy="407194"/>
          </a:xfrm>
          <a:prstGeom prst="rect">
            <a:avLst/>
          </a:prstGeom>
          <a:noFill/>
          <a:ln>
            <a:noFill/>
          </a:ln>
          <a:effectLst/>
        </p:spPr>
      </p:pic>
      <p:sp>
        <p:nvSpPr>
          <p:cNvPr id="127330" name="Rectangle 354">
            <a:extLst>
              <a:ext uri="{FF2B5EF4-FFF2-40B4-BE49-F238E27FC236}">
                <a16:creationId xmlns:a16="http://schemas.microsoft.com/office/drawing/2014/main" id="{A3AA7F63-906D-594E-9500-804BDF71567B}"/>
              </a:ext>
            </a:extLst>
          </p:cNvPr>
          <p:cNvSpPr>
            <a:spLocks noChangeArrowheads="1"/>
          </p:cNvSpPr>
          <p:nvPr/>
        </p:nvSpPr>
        <p:spPr bwMode="auto">
          <a:xfrm>
            <a:off x="4239578" y="3892152"/>
            <a:ext cx="578782" cy="29816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rgbClr val="333399"/>
                </a:solidFill>
                <a:ea typeface="黑体" charset="-122"/>
              </a:rPr>
              <a:t>WAN</a:t>
            </a:r>
          </a:p>
        </p:txBody>
      </p:sp>
      <p:sp>
        <p:nvSpPr>
          <p:cNvPr id="127331" name="Oval 355">
            <a:extLst>
              <a:ext uri="{FF2B5EF4-FFF2-40B4-BE49-F238E27FC236}">
                <a16:creationId xmlns:a16="http://schemas.microsoft.com/office/drawing/2014/main" id="{ACFF0D2C-882A-9A46-A8DA-9047FE74B74E}"/>
              </a:ext>
            </a:extLst>
          </p:cNvPr>
          <p:cNvSpPr>
            <a:spLocks noChangeArrowheads="1"/>
          </p:cNvSpPr>
          <p:nvPr/>
        </p:nvSpPr>
        <p:spPr bwMode="auto">
          <a:xfrm>
            <a:off x="2284571" y="3988592"/>
            <a:ext cx="115491" cy="103585"/>
          </a:xfrm>
          <a:prstGeom prst="ellipse">
            <a:avLst/>
          </a:prstGeom>
          <a:solidFill>
            <a:schemeClr val="bg1"/>
          </a:solid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32" name="Oval 356">
            <a:extLst>
              <a:ext uri="{FF2B5EF4-FFF2-40B4-BE49-F238E27FC236}">
                <a16:creationId xmlns:a16="http://schemas.microsoft.com/office/drawing/2014/main" id="{8435884D-51AC-1F41-B146-8AC667742A4F}"/>
              </a:ext>
            </a:extLst>
          </p:cNvPr>
          <p:cNvSpPr>
            <a:spLocks noChangeArrowheads="1"/>
          </p:cNvSpPr>
          <p:nvPr/>
        </p:nvSpPr>
        <p:spPr bwMode="auto">
          <a:xfrm>
            <a:off x="1434465" y="4052886"/>
            <a:ext cx="475060" cy="235744"/>
          </a:xfrm>
          <a:prstGeom prst="ellipse">
            <a:avLst/>
          </a:prstGeom>
          <a:solidFill>
            <a:srgbClr val="FFCCFF"/>
          </a:solid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33" name="Rectangle 357">
            <a:extLst>
              <a:ext uri="{FF2B5EF4-FFF2-40B4-BE49-F238E27FC236}">
                <a16:creationId xmlns:a16="http://schemas.microsoft.com/office/drawing/2014/main" id="{D29669B6-142B-5C4F-8811-10EC3F88A0ED}"/>
              </a:ext>
            </a:extLst>
          </p:cNvPr>
          <p:cNvSpPr>
            <a:spLocks noChangeArrowheads="1"/>
          </p:cNvSpPr>
          <p:nvPr/>
        </p:nvSpPr>
        <p:spPr bwMode="auto">
          <a:xfrm>
            <a:off x="1448753" y="4014786"/>
            <a:ext cx="464070"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AP</a:t>
            </a:r>
            <a:r>
              <a:rPr kumimoji="1" lang="en-US" altLang="zh-CN" sz="1500" baseline="-25000">
                <a:solidFill>
                  <a:srgbClr val="333399"/>
                </a:solidFill>
                <a:latin typeface="Arial" panose="020B0604020202020204" pitchFamily="34" charset="0"/>
              </a:rPr>
              <a:t>2</a:t>
            </a:r>
            <a:endParaRPr kumimoji="1" lang="en-US" altLang="zh-CN" sz="1500">
              <a:solidFill>
                <a:srgbClr val="333399"/>
              </a:solidFill>
              <a:latin typeface="Arial" panose="020B0604020202020204" pitchFamily="34" charset="0"/>
            </a:endParaRPr>
          </a:p>
        </p:txBody>
      </p:sp>
      <p:sp>
        <p:nvSpPr>
          <p:cNvPr id="127334" name="Rectangle 358">
            <a:extLst>
              <a:ext uri="{FF2B5EF4-FFF2-40B4-BE49-F238E27FC236}">
                <a16:creationId xmlns:a16="http://schemas.microsoft.com/office/drawing/2014/main" id="{E0196B09-EE93-D54D-91BD-CA88710D5A22}"/>
              </a:ext>
            </a:extLst>
          </p:cNvPr>
          <p:cNvSpPr>
            <a:spLocks noChangeArrowheads="1"/>
          </p:cNvSpPr>
          <p:nvPr/>
        </p:nvSpPr>
        <p:spPr bwMode="auto">
          <a:xfrm flipH="1">
            <a:off x="6688694" y="3693317"/>
            <a:ext cx="1085850" cy="664369"/>
          </a:xfrm>
          <a:prstGeom prst="rect">
            <a:avLst/>
          </a:prstGeom>
          <a:solidFill>
            <a:srgbClr val="FFFF99"/>
          </a:solidFill>
          <a:ln w="19050">
            <a:solidFill>
              <a:srgbClr val="333399"/>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127335" name="Freeform 359">
            <a:extLst>
              <a:ext uri="{FF2B5EF4-FFF2-40B4-BE49-F238E27FC236}">
                <a16:creationId xmlns:a16="http://schemas.microsoft.com/office/drawing/2014/main" id="{AA550042-6003-1D43-A678-259B533CA9E8}"/>
              </a:ext>
            </a:extLst>
          </p:cNvPr>
          <p:cNvSpPr>
            <a:spLocks/>
          </p:cNvSpPr>
          <p:nvPr/>
        </p:nvSpPr>
        <p:spPr bwMode="auto">
          <a:xfrm flipH="1">
            <a:off x="6688694" y="3913583"/>
            <a:ext cx="491728" cy="123825"/>
          </a:xfrm>
          <a:custGeom>
            <a:avLst/>
            <a:gdLst>
              <a:gd name="T0" fmla="*/ 0 w 382"/>
              <a:gd name="T1" fmla="*/ 0 h 277"/>
              <a:gd name="T2" fmla="*/ 15447 w 382"/>
              <a:gd name="T3" fmla="*/ 0 h 277"/>
              <a:gd name="T4" fmla="*/ 30894 w 382"/>
              <a:gd name="T5" fmla="*/ 3576 h 277"/>
              <a:gd name="T6" fmla="*/ 46341 w 382"/>
              <a:gd name="T7" fmla="*/ 3576 h 277"/>
              <a:gd name="T8" fmla="*/ 61788 w 382"/>
              <a:gd name="T9" fmla="*/ 5364 h 277"/>
              <a:gd name="T10" fmla="*/ 82384 w 382"/>
              <a:gd name="T11" fmla="*/ 7152 h 277"/>
              <a:gd name="T12" fmla="*/ 97831 w 382"/>
              <a:gd name="T13" fmla="*/ 8940 h 277"/>
              <a:gd name="T14" fmla="*/ 113278 w 382"/>
              <a:gd name="T15" fmla="*/ 10729 h 277"/>
              <a:gd name="T16" fmla="*/ 128725 w 382"/>
              <a:gd name="T17" fmla="*/ 12517 h 277"/>
              <a:gd name="T18" fmla="*/ 144171 w 382"/>
              <a:gd name="T19" fmla="*/ 14305 h 277"/>
              <a:gd name="T20" fmla="*/ 159618 w 382"/>
              <a:gd name="T21" fmla="*/ 17881 h 277"/>
              <a:gd name="T22" fmla="*/ 175065 w 382"/>
              <a:gd name="T23" fmla="*/ 19669 h 277"/>
              <a:gd name="T24" fmla="*/ 190512 w 382"/>
              <a:gd name="T25" fmla="*/ 21457 h 277"/>
              <a:gd name="T26" fmla="*/ 205959 w 382"/>
              <a:gd name="T27" fmla="*/ 25033 h 277"/>
              <a:gd name="T28" fmla="*/ 226555 w 382"/>
              <a:gd name="T29" fmla="*/ 26821 h 277"/>
              <a:gd name="T30" fmla="*/ 247151 w 382"/>
              <a:gd name="T31" fmla="*/ 32186 h 277"/>
              <a:gd name="T32" fmla="*/ 262598 w 382"/>
              <a:gd name="T33" fmla="*/ 33974 h 277"/>
              <a:gd name="T34" fmla="*/ 278045 w 382"/>
              <a:gd name="T35" fmla="*/ 39338 h 277"/>
              <a:gd name="T36" fmla="*/ 293492 w 382"/>
              <a:gd name="T37" fmla="*/ 39338 h 277"/>
              <a:gd name="T38" fmla="*/ 308939 w 382"/>
              <a:gd name="T39" fmla="*/ 42914 h 277"/>
              <a:gd name="T40" fmla="*/ 329535 w 382"/>
              <a:gd name="T41" fmla="*/ 46490 h 277"/>
              <a:gd name="T42" fmla="*/ 365578 w 382"/>
              <a:gd name="T43" fmla="*/ 50066 h 277"/>
              <a:gd name="T44" fmla="*/ 386174 w 382"/>
              <a:gd name="T45" fmla="*/ 53643 h 277"/>
              <a:gd name="T46" fmla="*/ 401621 w 382"/>
              <a:gd name="T47" fmla="*/ 57219 h 277"/>
              <a:gd name="T48" fmla="*/ 417068 w 382"/>
              <a:gd name="T49" fmla="*/ 62583 h 277"/>
              <a:gd name="T50" fmla="*/ 432514 w 382"/>
              <a:gd name="T51" fmla="*/ 66159 h 277"/>
              <a:gd name="T52" fmla="*/ 447961 w 382"/>
              <a:gd name="T53" fmla="*/ 69735 h 277"/>
              <a:gd name="T54" fmla="*/ 458259 w 382"/>
              <a:gd name="T55" fmla="*/ 75100 h 277"/>
              <a:gd name="T56" fmla="*/ 473706 w 382"/>
              <a:gd name="T57" fmla="*/ 78676 h 277"/>
              <a:gd name="T58" fmla="*/ 489153 w 382"/>
              <a:gd name="T59" fmla="*/ 82252 h 277"/>
              <a:gd name="T60" fmla="*/ 504600 w 382"/>
              <a:gd name="T61" fmla="*/ 85828 h 277"/>
              <a:gd name="T62" fmla="*/ 514898 w 382"/>
              <a:gd name="T63" fmla="*/ 91192 h 277"/>
              <a:gd name="T64" fmla="*/ 520047 w 382"/>
              <a:gd name="T65" fmla="*/ 96557 h 277"/>
              <a:gd name="T66" fmla="*/ 535494 w 382"/>
              <a:gd name="T67" fmla="*/ 100133 h 277"/>
              <a:gd name="T68" fmla="*/ 550941 w 382"/>
              <a:gd name="T69" fmla="*/ 105497 h 277"/>
              <a:gd name="T70" fmla="*/ 571537 w 382"/>
              <a:gd name="T71" fmla="*/ 110861 h 277"/>
              <a:gd name="T72" fmla="*/ 592133 w 382"/>
              <a:gd name="T73" fmla="*/ 116226 h 277"/>
              <a:gd name="T74" fmla="*/ 597282 w 382"/>
              <a:gd name="T75" fmla="*/ 121590 h 277"/>
              <a:gd name="T76" fmla="*/ 612729 w 382"/>
              <a:gd name="T77" fmla="*/ 125166 h 277"/>
              <a:gd name="T78" fmla="*/ 617878 w 382"/>
              <a:gd name="T79" fmla="*/ 130530 h 277"/>
              <a:gd name="T80" fmla="*/ 628176 w 382"/>
              <a:gd name="T81" fmla="*/ 135895 h 277"/>
              <a:gd name="T82" fmla="*/ 633325 w 382"/>
              <a:gd name="T83" fmla="*/ 141259 h 277"/>
              <a:gd name="T84" fmla="*/ 638474 w 382"/>
              <a:gd name="T85" fmla="*/ 146623 h 277"/>
              <a:gd name="T86" fmla="*/ 638474 w 382"/>
              <a:gd name="T87" fmla="*/ 153775 h 277"/>
              <a:gd name="T88" fmla="*/ 648772 w 382"/>
              <a:gd name="T89" fmla="*/ 159140 h 277"/>
              <a:gd name="T90" fmla="*/ 653921 w 382"/>
              <a:gd name="T91" fmla="*/ 164504 h 27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2700" cap="rnd" cmpd="sng">
            <a:solidFill>
              <a:schemeClr val="tx1"/>
            </a:solidFill>
            <a:prstDash val="solid"/>
            <a:round/>
            <a:headEnd type="none" w="med" len="med"/>
            <a:tailEnd type="none" w="med" len="med"/>
          </a:ln>
          <a:effectLst/>
        </p:spPr>
        <p:txBody>
          <a:bodyPr/>
          <a:lstStyle/>
          <a:p>
            <a:pPr>
              <a:defRPr/>
            </a:pPr>
            <a:endParaRPr lang="zh-CN" altLang="en-US"/>
          </a:p>
        </p:txBody>
      </p:sp>
      <p:sp>
        <p:nvSpPr>
          <p:cNvPr id="127336" name="Freeform 360">
            <a:extLst>
              <a:ext uri="{FF2B5EF4-FFF2-40B4-BE49-F238E27FC236}">
                <a16:creationId xmlns:a16="http://schemas.microsoft.com/office/drawing/2014/main" id="{A5F7379D-1D20-9349-A67E-A83612190E89}"/>
              </a:ext>
            </a:extLst>
          </p:cNvPr>
          <p:cNvSpPr>
            <a:spLocks/>
          </p:cNvSpPr>
          <p:nvPr/>
        </p:nvSpPr>
        <p:spPr bwMode="auto">
          <a:xfrm flipH="1">
            <a:off x="6688694" y="4054077"/>
            <a:ext cx="533400" cy="138113"/>
          </a:xfrm>
          <a:custGeom>
            <a:avLst/>
            <a:gdLst>
              <a:gd name="T0" fmla="*/ 0 w 334"/>
              <a:gd name="T1" fmla="*/ 183395 h 244"/>
              <a:gd name="T2" fmla="*/ 25552 w 334"/>
              <a:gd name="T3" fmla="*/ 183395 h 244"/>
              <a:gd name="T4" fmla="*/ 66010 w 334"/>
              <a:gd name="T5" fmla="*/ 178867 h 244"/>
              <a:gd name="T6" fmla="*/ 85174 w 334"/>
              <a:gd name="T7" fmla="*/ 176603 h 244"/>
              <a:gd name="T8" fmla="*/ 104338 w 334"/>
              <a:gd name="T9" fmla="*/ 174339 h 244"/>
              <a:gd name="T10" fmla="*/ 125631 w 334"/>
              <a:gd name="T11" fmla="*/ 169810 h 244"/>
              <a:gd name="T12" fmla="*/ 151183 w 334"/>
              <a:gd name="T13" fmla="*/ 167546 h 244"/>
              <a:gd name="T14" fmla="*/ 170347 w 334"/>
              <a:gd name="T15" fmla="*/ 163018 h 244"/>
              <a:gd name="T16" fmla="*/ 189511 w 334"/>
              <a:gd name="T17" fmla="*/ 158490 h 244"/>
              <a:gd name="T18" fmla="*/ 210805 w 334"/>
              <a:gd name="T19" fmla="*/ 153961 h 244"/>
              <a:gd name="T20" fmla="*/ 229969 w 334"/>
              <a:gd name="T21" fmla="*/ 149433 h 244"/>
              <a:gd name="T22" fmla="*/ 249133 w 334"/>
              <a:gd name="T23" fmla="*/ 147169 h 244"/>
              <a:gd name="T24" fmla="*/ 268297 w 334"/>
              <a:gd name="T25" fmla="*/ 142641 h 244"/>
              <a:gd name="T26" fmla="*/ 289590 w 334"/>
              <a:gd name="T27" fmla="*/ 138113 h 244"/>
              <a:gd name="T28" fmla="*/ 308754 w 334"/>
              <a:gd name="T29" fmla="*/ 133584 h 244"/>
              <a:gd name="T30" fmla="*/ 327919 w 334"/>
              <a:gd name="T31" fmla="*/ 131320 h 244"/>
              <a:gd name="T32" fmla="*/ 347083 w 334"/>
              <a:gd name="T33" fmla="*/ 129056 h 244"/>
              <a:gd name="T34" fmla="*/ 368376 w 334"/>
              <a:gd name="T35" fmla="*/ 124528 h 244"/>
              <a:gd name="T36" fmla="*/ 387540 w 334"/>
              <a:gd name="T37" fmla="*/ 122264 h 244"/>
              <a:gd name="T38" fmla="*/ 413092 w 334"/>
              <a:gd name="T39" fmla="*/ 117735 h 244"/>
              <a:gd name="T40" fmla="*/ 440774 w 334"/>
              <a:gd name="T41" fmla="*/ 113207 h 244"/>
              <a:gd name="T42" fmla="*/ 453550 w 334"/>
              <a:gd name="T43" fmla="*/ 106415 h 244"/>
              <a:gd name="T44" fmla="*/ 472714 w 334"/>
              <a:gd name="T45" fmla="*/ 104150 h 244"/>
              <a:gd name="T46" fmla="*/ 491878 w 334"/>
              <a:gd name="T47" fmla="*/ 97358 h 244"/>
              <a:gd name="T48" fmla="*/ 513171 w 334"/>
              <a:gd name="T49" fmla="*/ 90566 h 244"/>
              <a:gd name="T50" fmla="*/ 525947 w 334"/>
              <a:gd name="T51" fmla="*/ 83773 h 244"/>
              <a:gd name="T52" fmla="*/ 545111 w 334"/>
              <a:gd name="T53" fmla="*/ 76981 h 244"/>
              <a:gd name="T54" fmla="*/ 551499 w 334"/>
              <a:gd name="T55" fmla="*/ 70188 h 244"/>
              <a:gd name="T56" fmla="*/ 570663 w 334"/>
              <a:gd name="T57" fmla="*/ 65660 h 244"/>
              <a:gd name="T58" fmla="*/ 577051 w 334"/>
              <a:gd name="T59" fmla="*/ 58868 h 244"/>
              <a:gd name="T60" fmla="*/ 591957 w 334"/>
              <a:gd name="T61" fmla="*/ 52075 h 244"/>
              <a:gd name="T62" fmla="*/ 604733 w 334"/>
              <a:gd name="T63" fmla="*/ 45283 h 244"/>
              <a:gd name="T64" fmla="*/ 617509 w 334"/>
              <a:gd name="T65" fmla="*/ 38490 h 244"/>
              <a:gd name="T66" fmla="*/ 623897 w 334"/>
              <a:gd name="T67" fmla="*/ 31698 h 244"/>
              <a:gd name="T68" fmla="*/ 636673 w 334"/>
              <a:gd name="T69" fmla="*/ 24906 h 244"/>
              <a:gd name="T70" fmla="*/ 655837 w 334"/>
              <a:gd name="T71" fmla="*/ 20377 h 244"/>
              <a:gd name="T72" fmla="*/ 662225 w 334"/>
              <a:gd name="T73" fmla="*/ 13585 h 244"/>
              <a:gd name="T74" fmla="*/ 683519 w 334"/>
              <a:gd name="T75" fmla="*/ 11321 h 244"/>
              <a:gd name="T76" fmla="*/ 689907 w 334"/>
              <a:gd name="T77" fmla="*/ 4528 h 244"/>
              <a:gd name="T78" fmla="*/ 709071 w 334"/>
              <a:gd name="T79" fmla="*/ 0 h 24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2700" cap="rnd" cmpd="sng">
            <a:solidFill>
              <a:schemeClr val="tx1"/>
            </a:solidFill>
            <a:prstDash val="solid"/>
            <a:round/>
            <a:headEnd type="none" w="med" len="med"/>
            <a:tailEnd type="none" w="med" len="med"/>
          </a:ln>
          <a:effectLst/>
        </p:spPr>
        <p:txBody>
          <a:bodyPr/>
          <a:lstStyle/>
          <a:p>
            <a:pPr>
              <a:defRPr/>
            </a:pPr>
            <a:endParaRPr lang="zh-CN" altLang="en-US"/>
          </a:p>
        </p:txBody>
      </p:sp>
      <p:sp>
        <p:nvSpPr>
          <p:cNvPr id="127337" name="Oval 361">
            <a:extLst>
              <a:ext uri="{FF2B5EF4-FFF2-40B4-BE49-F238E27FC236}">
                <a16:creationId xmlns:a16="http://schemas.microsoft.com/office/drawing/2014/main" id="{FA6781D8-6E04-054E-9CB2-56901F7019DF}"/>
              </a:ext>
            </a:extLst>
          </p:cNvPr>
          <p:cNvSpPr>
            <a:spLocks noChangeArrowheads="1"/>
          </p:cNvSpPr>
          <p:nvPr/>
        </p:nvSpPr>
        <p:spPr bwMode="auto">
          <a:xfrm flipH="1">
            <a:off x="7031594" y="3775471"/>
            <a:ext cx="473869" cy="235744"/>
          </a:xfrm>
          <a:prstGeom prst="ellipse">
            <a:avLst/>
          </a:prstGeom>
          <a:solidFill>
            <a:srgbClr val="FFCCFF"/>
          </a:solid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38" name="Rectangle 362">
            <a:extLst>
              <a:ext uri="{FF2B5EF4-FFF2-40B4-BE49-F238E27FC236}">
                <a16:creationId xmlns:a16="http://schemas.microsoft.com/office/drawing/2014/main" id="{E010EFE8-9ED5-1547-AAD1-4467A4F576D7}"/>
              </a:ext>
            </a:extLst>
          </p:cNvPr>
          <p:cNvSpPr>
            <a:spLocks noChangeArrowheads="1"/>
          </p:cNvSpPr>
          <p:nvPr/>
        </p:nvSpPr>
        <p:spPr bwMode="auto">
          <a:xfrm flipH="1">
            <a:off x="7039928" y="3737371"/>
            <a:ext cx="464070"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AP</a:t>
            </a:r>
            <a:r>
              <a:rPr kumimoji="1" lang="en-US" altLang="zh-CN" sz="1500" baseline="-25000">
                <a:solidFill>
                  <a:srgbClr val="333399"/>
                </a:solidFill>
                <a:latin typeface="Arial" panose="020B0604020202020204" pitchFamily="34" charset="0"/>
              </a:rPr>
              <a:t>3</a:t>
            </a:r>
            <a:endParaRPr kumimoji="1" lang="en-US" altLang="zh-CN" sz="1500">
              <a:solidFill>
                <a:srgbClr val="333399"/>
              </a:solidFill>
              <a:latin typeface="Arial" panose="020B0604020202020204" pitchFamily="34" charset="0"/>
            </a:endParaRPr>
          </a:p>
        </p:txBody>
      </p:sp>
      <p:sp>
        <p:nvSpPr>
          <p:cNvPr id="127340" name="Oval 364">
            <a:extLst>
              <a:ext uri="{FF2B5EF4-FFF2-40B4-BE49-F238E27FC236}">
                <a16:creationId xmlns:a16="http://schemas.microsoft.com/office/drawing/2014/main" id="{202A9C7F-A460-C747-A0E4-1423F66666BB}"/>
              </a:ext>
            </a:extLst>
          </p:cNvPr>
          <p:cNvSpPr>
            <a:spLocks noChangeArrowheads="1"/>
          </p:cNvSpPr>
          <p:nvPr/>
        </p:nvSpPr>
        <p:spPr bwMode="auto">
          <a:xfrm flipH="1">
            <a:off x="7020878" y="4052886"/>
            <a:ext cx="473869" cy="235744"/>
          </a:xfrm>
          <a:prstGeom prst="ellipse">
            <a:avLst/>
          </a:prstGeom>
          <a:solidFill>
            <a:srgbClr val="FFCCFF"/>
          </a:solid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41" name="Rectangle 365">
            <a:extLst>
              <a:ext uri="{FF2B5EF4-FFF2-40B4-BE49-F238E27FC236}">
                <a16:creationId xmlns:a16="http://schemas.microsoft.com/office/drawing/2014/main" id="{33CA499C-8C0D-A447-88C5-789CFE8A6B6D}"/>
              </a:ext>
            </a:extLst>
          </p:cNvPr>
          <p:cNvSpPr>
            <a:spLocks noChangeArrowheads="1"/>
          </p:cNvSpPr>
          <p:nvPr/>
        </p:nvSpPr>
        <p:spPr bwMode="auto">
          <a:xfrm flipH="1">
            <a:off x="7039928" y="4025502"/>
            <a:ext cx="464070"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AP</a:t>
            </a:r>
            <a:r>
              <a:rPr kumimoji="1" lang="en-US" altLang="zh-CN" sz="1500" baseline="-25000">
                <a:solidFill>
                  <a:srgbClr val="333399"/>
                </a:solidFill>
                <a:latin typeface="Arial" panose="020B0604020202020204" pitchFamily="34" charset="0"/>
              </a:rPr>
              <a:t>4</a:t>
            </a:r>
            <a:endParaRPr kumimoji="1" lang="en-US" altLang="zh-CN" sz="1500">
              <a:solidFill>
                <a:srgbClr val="333399"/>
              </a:solidFill>
              <a:latin typeface="Arial" panose="020B0604020202020204" pitchFamily="34" charset="0"/>
            </a:endParaRPr>
          </a:p>
        </p:txBody>
      </p:sp>
      <p:sp>
        <p:nvSpPr>
          <p:cNvPr id="127342" name="Rectangle 366">
            <a:extLst>
              <a:ext uri="{FF2B5EF4-FFF2-40B4-BE49-F238E27FC236}">
                <a16:creationId xmlns:a16="http://schemas.microsoft.com/office/drawing/2014/main" id="{C4684684-0BE8-B14B-8976-4153BC620452}"/>
              </a:ext>
            </a:extLst>
          </p:cNvPr>
          <p:cNvSpPr>
            <a:spLocks noChangeArrowheads="1"/>
          </p:cNvSpPr>
          <p:nvPr/>
        </p:nvSpPr>
        <p:spPr bwMode="auto">
          <a:xfrm>
            <a:off x="4249103" y="2064542"/>
            <a:ext cx="559994"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层</a:t>
            </a:r>
          </a:p>
        </p:txBody>
      </p:sp>
      <p:pic>
        <p:nvPicPr>
          <p:cNvPr id="127343" name="Picture 367">
            <a:extLst>
              <a:ext uri="{FF2B5EF4-FFF2-40B4-BE49-F238E27FC236}">
                <a16:creationId xmlns:a16="http://schemas.microsoft.com/office/drawing/2014/main" id="{81C26BFE-578C-004E-90F4-3EE42023A36F}"/>
              </a:ext>
            </a:extLst>
          </p:cNvPr>
          <p:cNvPicPr>
            <a:picLocks noChangeArrowheads="1"/>
          </p:cNvPicPr>
          <p:nvPr/>
        </p:nvPicPr>
        <p:blipFill>
          <a:blip r:embed="rId4"/>
          <a:srcRect/>
          <a:stretch>
            <a:fillRect/>
          </a:stretch>
        </p:blipFill>
        <p:spPr bwMode="auto">
          <a:xfrm>
            <a:off x="2485787" y="3823096"/>
            <a:ext cx="679847" cy="407194"/>
          </a:xfrm>
          <a:prstGeom prst="rect">
            <a:avLst/>
          </a:prstGeom>
          <a:noFill/>
          <a:ln>
            <a:noFill/>
          </a:ln>
          <a:effectLst/>
        </p:spPr>
      </p:pic>
      <p:sp>
        <p:nvSpPr>
          <p:cNvPr id="127344" name="Rectangle 368">
            <a:extLst>
              <a:ext uri="{FF2B5EF4-FFF2-40B4-BE49-F238E27FC236}">
                <a16:creationId xmlns:a16="http://schemas.microsoft.com/office/drawing/2014/main" id="{61E099CC-8DD7-2241-B129-2F6752C9F04D}"/>
              </a:ext>
            </a:extLst>
          </p:cNvPr>
          <p:cNvSpPr>
            <a:spLocks noChangeArrowheads="1"/>
          </p:cNvSpPr>
          <p:nvPr/>
        </p:nvSpPr>
        <p:spPr bwMode="auto">
          <a:xfrm>
            <a:off x="2584609" y="3882627"/>
            <a:ext cx="582692"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LAN</a:t>
            </a:r>
            <a:r>
              <a:rPr kumimoji="1" lang="en-US" altLang="zh-CN" sz="1500" baseline="-25000">
                <a:solidFill>
                  <a:srgbClr val="333399"/>
                </a:solidFill>
                <a:latin typeface="Arial" panose="020B0604020202020204" pitchFamily="34" charset="0"/>
              </a:rPr>
              <a:t>1</a:t>
            </a:r>
            <a:endParaRPr kumimoji="1" lang="en-US" altLang="zh-CN" sz="1500">
              <a:solidFill>
                <a:srgbClr val="333399"/>
              </a:solidFill>
              <a:latin typeface="Arial" panose="020B0604020202020204" pitchFamily="34" charset="0"/>
            </a:endParaRPr>
          </a:p>
        </p:txBody>
      </p:sp>
      <p:sp>
        <p:nvSpPr>
          <p:cNvPr id="127346" name="Freeform 370">
            <a:extLst>
              <a:ext uri="{FF2B5EF4-FFF2-40B4-BE49-F238E27FC236}">
                <a16:creationId xmlns:a16="http://schemas.microsoft.com/office/drawing/2014/main" id="{3ED2B7EB-8115-2140-9376-047846A03341}"/>
              </a:ext>
            </a:extLst>
          </p:cNvPr>
          <p:cNvSpPr>
            <a:spLocks/>
          </p:cNvSpPr>
          <p:nvPr/>
        </p:nvSpPr>
        <p:spPr bwMode="auto">
          <a:xfrm>
            <a:off x="2279809" y="1318021"/>
            <a:ext cx="245269" cy="96440"/>
          </a:xfrm>
          <a:custGeom>
            <a:avLst/>
            <a:gdLst>
              <a:gd name="T0" fmla="*/ 327025 w 174"/>
              <a:gd name="T1" fmla="*/ 0 h 84"/>
              <a:gd name="T2" fmla="*/ 0 w 174"/>
              <a:gd name="T3" fmla="*/ 128587 h 84"/>
              <a:gd name="T4" fmla="*/ 0 60000 65536"/>
              <a:gd name="T5" fmla="*/ 0 60000 65536"/>
            </a:gdLst>
            <a:ahLst/>
            <a:cxnLst>
              <a:cxn ang="T4">
                <a:pos x="T0" y="T1"/>
              </a:cxn>
              <a:cxn ang="T5">
                <a:pos x="T2" y="T3"/>
              </a:cxn>
            </a:cxnLst>
            <a:rect l="0" t="0" r="r" b="b"/>
            <a:pathLst>
              <a:path w="174" h="84">
                <a:moveTo>
                  <a:pt x="174" y="0"/>
                </a:moveTo>
                <a:lnTo>
                  <a:pt x="0" y="84"/>
                </a:lnTo>
              </a:path>
            </a:pathLst>
          </a:custGeom>
          <a:noFill/>
          <a:ln w="28575" cmpd="sng">
            <a:solidFill>
              <a:srgbClr val="333399"/>
            </a:solidFill>
            <a:round/>
            <a:headEnd/>
            <a:tailEnd type="triangle" w="med" len="lg"/>
          </a:ln>
          <a:effectLst/>
        </p:spPr>
        <p:txBody>
          <a:bodyPr wrap="none" anchor="ctr"/>
          <a:lstStyle/>
          <a:p>
            <a:pPr>
              <a:defRPr/>
            </a:pPr>
            <a:endParaRPr lang="zh-CN" altLang="en-US"/>
          </a:p>
        </p:txBody>
      </p:sp>
      <p:sp>
        <p:nvSpPr>
          <p:cNvPr id="127360" name="Oval 384">
            <a:extLst>
              <a:ext uri="{FF2B5EF4-FFF2-40B4-BE49-F238E27FC236}">
                <a16:creationId xmlns:a16="http://schemas.microsoft.com/office/drawing/2014/main" id="{2DDBB5C2-6580-734B-AAF3-FFA55BA3DE21}"/>
              </a:ext>
            </a:extLst>
          </p:cNvPr>
          <p:cNvSpPr>
            <a:spLocks noChangeArrowheads="1"/>
          </p:cNvSpPr>
          <p:nvPr/>
        </p:nvSpPr>
        <p:spPr bwMode="auto">
          <a:xfrm>
            <a:off x="1313022" y="1218008"/>
            <a:ext cx="475060" cy="265509"/>
          </a:xfrm>
          <a:prstGeom prst="ellipse">
            <a:avLst/>
          </a:prstGeom>
          <a:solidFill>
            <a:srgbClr val="FFCCFF"/>
          </a:solid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61" name="Rectangle 385">
            <a:extLst>
              <a:ext uri="{FF2B5EF4-FFF2-40B4-BE49-F238E27FC236}">
                <a16:creationId xmlns:a16="http://schemas.microsoft.com/office/drawing/2014/main" id="{C038F9A5-FBDF-844F-9657-72827B8724B9}"/>
              </a:ext>
            </a:extLst>
          </p:cNvPr>
          <p:cNvSpPr>
            <a:spLocks noChangeArrowheads="1"/>
          </p:cNvSpPr>
          <p:nvPr/>
        </p:nvSpPr>
        <p:spPr bwMode="auto">
          <a:xfrm>
            <a:off x="1348740" y="1188242"/>
            <a:ext cx="464070"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AP</a:t>
            </a:r>
            <a:r>
              <a:rPr kumimoji="1" lang="en-US" altLang="zh-CN" sz="1500" baseline="-25000">
                <a:solidFill>
                  <a:srgbClr val="333399"/>
                </a:solidFill>
                <a:latin typeface="Arial" panose="020B0604020202020204" pitchFamily="34" charset="0"/>
              </a:rPr>
              <a:t>1</a:t>
            </a:r>
            <a:endParaRPr kumimoji="1" lang="en-US" altLang="zh-CN" sz="1500">
              <a:solidFill>
                <a:srgbClr val="333399"/>
              </a:solidFill>
              <a:latin typeface="Arial" panose="020B0604020202020204" pitchFamily="34" charset="0"/>
            </a:endParaRPr>
          </a:p>
        </p:txBody>
      </p:sp>
      <p:sp>
        <p:nvSpPr>
          <p:cNvPr id="127363" name="Oval 387">
            <a:extLst>
              <a:ext uri="{FF2B5EF4-FFF2-40B4-BE49-F238E27FC236}">
                <a16:creationId xmlns:a16="http://schemas.microsoft.com/office/drawing/2014/main" id="{B034EE90-FFFC-244D-8498-C800AA74C097}"/>
              </a:ext>
            </a:extLst>
          </p:cNvPr>
          <p:cNvSpPr>
            <a:spLocks noChangeArrowheads="1"/>
          </p:cNvSpPr>
          <p:nvPr/>
        </p:nvSpPr>
        <p:spPr bwMode="auto">
          <a:xfrm>
            <a:off x="1824990" y="1273967"/>
            <a:ext cx="475060" cy="282179"/>
          </a:xfrm>
          <a:prstGeom prst="ellipse">
            <a:avLst/>
          </a:prstGeom>
          <a:solidFill>
            <a:srgbClr val="FFCCFF"/>
          </a:solid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64" name="Rectangle 388">
            <a:extLst>
              <a:ext uri="{FF2B5EF4-FFF2-40B4-BE49-F238E27FC236}">
                <a16:creationId xmlns:a16="http://schemas.microsoft.com/office/drawing/2014/main" id="{BD0B1732-46DD-FD47-810C-C4F6B1866C22}"/>
              </a:ext>
            </a:extLst>
          </p:cNvPr>
          <p:cNvSpPr>
            <a:spLocks noChangeArrowheads="1"/>
          </p:cNvSpPr>
          <p:nvPr/>
        </p:nvSpPr>
        <p:spPr bwMode="auto">
          <a:xfrm>
            <a:off x="1847612" y="1254917"/>
            <a:ext cx="464070"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AP</a:t>
            </a:r>
            <a:r>
              <a:rPr kumimoji="1" lang="en-US" altLang="zh-CN" sz="1500" baseline="-25000">
                <a:solidFill>
                  <a:srgbClr val="333399"/>
                </a:solidFill>
                <a:latin typeface="Arial" panose="020B0604020202020204" pitchFamily="34" charset="0"/>
              </a:rPr>
              <a:t>2</a:t>
            </a:r>
            <a:endParaRPr kumimoji="1" lang="en-US" altLang="zh-CN" sz="1500">
              <a:solidFill>
                <a:srgbClr val="333399"/>
              </a:solidFill>
              <a:latin typeface="Arial" panose="020B0604020202020204" pitchFamily="34" charset="0"/>
            </a:endParaRPr>
          </a:p>
        </p:txBody>
      </p:sp>
      <p:sp>
        <p:nvSpPr>
          <p:cNvPr id="127365" name="Oval 389">
            <a:extLst>
              <a:ext uri="{FF2B5EF4-FFF2-40B4-BE49-F238E27FC236}">
                <a16:creationId xmlns:a16="http://schemas.microsoft.com/office/drawing/2014/main" id="{FC61CF72-C42B-D743-99DF-31B176BA6C05}"/>
              </a:ext>
            </a:extLst>
          </p:cNvPr>
          <p:cNvSpPr>
            <a:spLocks noChangeArrowheads="1"/>
          </p:cNvSpPr>
          <p:nvPr/>
        </p:nvSpPr>
        <p:spPr bwMode="auto">
          <a:xfrm>
            <a:off x="1713071" y="1984771"/>
            <a:ext cx="115491" cy="102394"/>
          </a:xfrm>
          <a:prstGeom prst="ellipse">
            <a:avLst/>
          </a:prstGeom>
          <a:solidFill>
            <a:schemeClr val="bg1"/>
          </a:solidFill>
          <a:ln w="2857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68" name="Rectangle 392">
            <a:extLst>
              <a:ext uri="{FF2B5EF4-FFF2-40B4-BE49-F238E27FC236}">
                <a16:creationId xmlns:a16="http://schemas.microsoft.com/office/drawing/2014/main" id="{A0382379-8C71-E04A-B2C6-A89A5ABCF589}"/>
              </a:ext>
            </a:extLst>
          </p:cNvPr>
          <p:cNvSpPr>
            <a:spLocks noChangeArrowheads="1"/>
          </p:cNvSpPr>
          <p:nvPr/>
        </p:nvSpPr>
        <p:spPr bwMode="auto">
          <a:xfrm>
            <a:off x="7247096" y="1183480"/>
            <a:ext cx="464070"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AP</a:t>
            </a:r>
            <a:r>
              <a:rPr kumimoji="1" lang="en-US" altLang="zh-CN" sz="1500" baseline="-25000">
                <a:solidFill>
                  <a:srgbClr val="333399"/>
                </a:solidFill>
                <a:latin typeface="Arial" panose="020B0604020202020204" pitchFamily="34" charset="0"/>
              </a:rPr>
              <a:t>4</a:t>
            </a:r>
            <a:endParaRPr kumimoji="1" lang="en-US" altLang="zh-CN" sz="1500">
              <a:solidFill>
                <a:srgbClr val="333399"/>
              </a:solidFill>
              <a:latin typeface="Arial" panose="020B0604020202020204" pitchFamily="34" charset="0"/>
            </a:endParaRPr>
          </a:p>
        </p:txBody>
      </p:sp>
      <p:sp>
        <p:nvSpPr>
          <p:cNvPr id="127369" name="Oval 393">
            <a:extLst>
              <a:ext uri="{FF2B5EF4-FFF2-40B4-BE49-F238E27FC236}">
                <a16:creationId xmlns:a16="http://schemas.microsoft.com/office/drawing/2014/main" id="{CDC4B33A-BCFC-944D-B2C5-6D1B6756F24F}"/>
              </a:ext>
            </a:extLst>
          </p:cNvPr>
          <p:cNvSpPr>
            <a:spLocks noChangeArrowheads="1"/>
          </p:cNvSpPr>
          <p:nvPr/>
        </p:nvSpPr>
        <p:spPr bwMode="auto">
          <a:xfrm>
            <a:off x="7210187" y="1984771"/>
            <a:ext cx="113109" cy="102394"/>
          </a:xfrm>
          <a:prstGeom prst="ellipse">
            <a:avLst/>
          </a:prstGeom>
          <a:solidFill>
            <a:schemeClr val="bg1"/>
          </a:solidFill>
          <a:ln w="2857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72" name="Rectangle 396">
            <a:extLst>
              <a:ext uri="{FF2B5EF4-FFF2-40B4-BE49-F238E27FC236}">
                <a16:creationId xmlns:a16="http://schemas.microsoft.com/office/drawing/2014/main" id="{8861CD9C-116F-1246-904B-1573C2629263}"/>
              </a:ext>
            </a:extLst>
          </p:cNvPr>
          <p:cNvSpPr>
            <a:spLocks noChangeArrowheads="1"/>
          </p:cNvSpPr>
          <p:nvPr/>
        </p:nvSpPr>
        <p:spPr bwMode="auto">
          <a:xfrm>
            <a:off x="2485787" y="1434702"/>
            <a:ext cx="521778"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端口</a:t>
            </a:r>
          </a:p>
        </p:txBody>
      </p:sp>
      <p:sp>
        <p:nvSpPr>
          <p:cNvPr id="127373" name="Rectangle 397">
            <a:extLst>
              <a:ext uri="{FF2B5EF4-FFF2-40B4-BE49-F238E27FC236}">
                <a16:creationId xmlns:a16="http://schemas.microsoft.com/office/drawing/2014/main" id="{19BD1F23-A005-A444-8315-7F7B7175EA68}"/>
              </a:ext>
            </a:extLst>
          </p:cNvPr>
          <p:cNvSpPr>
            <a:spLocks noChangeArrowheads="1"/>
          </p:cNvSpPr>
          <p:nvPr/>
        </p:nvSpPr>
        <p:spPr bwMode="auto">
          <a:xfrm>
            <a:off x="6046946" y="1366836"/>
            <a:ext cx="521778"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端口</a:t>
            </a:r>
          </a:p>
        </p:txBody>
      </p:sp>
      <p:sp>
        <p:nvSpPr>
          <p:cNvPr id="127374" name="Line 398">
            <a:extLst>
              <a:ext uri="{FF2B5EF4-FFF2-40B4-BE49-F238E27FC236}">
                <a16:creationId xmlns:a16="http://schemas.microsoft.com/office/drawing/2014/main" id="{27A4092E-4239-5F4E-BD39-19283A6D4DBA}"/>
              </a:ext>
            </a:extLst>
          </p:cNvPr>
          <p:cNvSpPr>
            <a:spLocks noChangeShapeType="1"/>
          </p:cNvSpPr>
          <p:nvPr/>
        </p:nvSpPr>
        <p:spPr bwMode="auto">
          <a:xfrm>
            <a:off x="6472000" y="1549002"/>
            <a:ext cx="433388" cy="102394"/>
          </a:xfrm>
          <a:prstGeom prst="line">
            <a:avLst/>
          </a:prstGeom>
          <a:noFill/>
          <a:ln w="28575">
            <a:solidFill>
              <a:srgbClr val="333399"/>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27375" name="Line 399">
            <a:extLst>
              <a:ext uri="{FF2B5EF4-FFF2-40B4-BE49-F238E27FC236}">
                <a16:creationId xmlns:a16="http://schemas.microsoft.com/office/drawing/2014/main" id="{39C77DFF-02B8-5D44-BC86-47F773B56BE0}"/>
              </a:ext>
            </a:extLst>
          </p:cNvPr>
          <p:cNvSpPr>
            <a:spLocks noChangeShapeType="1"/>
          </p:cNvSpPr>
          <p:nvPr/>
        </p:nvSpPr>
        <p:spPr bwMode="auto">
          <a:xfrm flipH="1">
            <a:off x="2100025" y="1559717"/>
            <a:ext cx="408384" cy="91679"/>
          </a:xfrm>
          <a:prstGeom prst="line">
            <a:avLst/>
          </a:prstGeom>
          <a:noFill/>
          <a:ln w="28575">
            <a:solidFill>
              <a:srgbClr val="333399"/>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27376" name="Rectangle 400">
            <a:extLst>
              <a:ext uri="{FF2B5EF4-FFF2-40B4-BE49-F238E27FC236}">
                <a16:creationId xmlns:a16="http://schemas.microsoft.com/office/drawing/2014/main" id="{F3D99BBB-7AFE-4449-BFD3-586347FC8F09}"/>
              </a:ext>
            </a:extLst>
          </p:cNvPr>
          <p:cNvSpPr>
            <a:spLocks noChangeArrowheads="1"/>
          </p:cNvSpPr>
          <p:nvPr/>
        </p:nvSpPr>
        <p:spPr bwMode="auto">
          <a:xfrm>
            <a:off x="7550706" y="1278730"/>
            <a:ext cx="244459" cy="1755738"/>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150000"/>
              </a:lnSpc>
              <a:defRPr/>
            </a:pPr>
            <a:r>
              <a:rPr kumimoji="1" lang="en-US" altLang="zh-CN" sz="1500">
                <a:solidFill>
                  <a:srgbClr val="333399"/>
                </a:solidFill>
                <a:ea typeface="黑体" charset="-122"/>
              </a:rPr>
              <a:t>5</a:t>
            </a:r>
          </a:p>
          <a:p>
            <a:pPr>
              <a:lnSpc>
                <a:spcPct val="150000"/>
              </a:lnSpc>
              <a:defRPr/>
            </a:pPr>
            <a:r>
              <a:rPr kumimoji="1" lang="en-US" altLang="zh-CN" sz="1500">
                <a:solidFill>
                  <a:srgbClr val="333399"/>
                </a:solidFill>
                <a:ea typeface="黑体" charset="-122"/>
              </a:rPr>
              <a:t>4</a:t>
            </a:r>
          </a:p>
          <a:p>
            <a:pPr>
              <a:lnSpc>
                <a:spcPct val="150000"/>
              </a:lnSpc>
              <a:defRPr/>
            </a:pPr>
            <a:r>
              <a:rPr kumimoji="1" lang="en-US" altLang="zh-CN" sz="1500">
                <a:solidFill>
                  <a:srgbClr val="333399"/>
                </a:solidFill>
                <a:ea typeface="黑体" charset="-122"/>
              </a:rPr>
              <a:t>3</a:t>
            </a:r>
          </a:p>
          <a:p>
            <a:pPr>
              <a:lnSpc>
                <a:spcPct val="150000"/>
              </a:lnSpc>
              <a:defRPr/>
            </a:pPr>
            <a:r>
              <a:rPr kumimoji="1" lang="en-US" altLang="zh-CN" sz="1500">
                <a:solidFill>
                  <a:srgbClr val="333399"/>
                </a:solidFill>
                <a:ea typeface="黑体" charset="-122"/>
              </a:rPr>
              <a:t>2</a:t>
            </a:r>
          </a:p>
          <a:p>
            <a:pPr>
              <a:lnSpc>
                <a:spcPct val="150000"/>
              </a:lnSpc>
              <a:defRPr/>
            </a:pPr>
            <a:r>
              <a:rPr kumimoji="1" lang="en-US" altLang="zh-CN" sz="1500">
                <a:solidFill>
                  <a:srgbClr val="333399"/>
                </a:solidFill>
                <a:ea typeface="黑体" charset="-122"/>
              </a:rPr>
              <a:t>1</a:t>
            </a:r>
          </a:p>
        </p:txBody>
      </p:sp>
      <p:sp>
        <p:nvSpPr>
          <p:cNvPr id="127377" name="Line 401">
            <a:extLst>
              <a:ext uri="{FF2B5EF4-FFF2-40B4-BE49-F238E27FC236}">
                <a16:creationId xmlns:a16="http://schemas.microsoft.com/office/drawing/2014/main" id="{F40B1450-804B-F344-A364-B9A9EE5D2AA1}"/>
              </a:ext>
            </a:extLst>
          </p:cNvPr>
          <p:cNvSpPr>
            <a:spLocks noChangeShapeType="1"/>
          </p:cNvSpPr>
          <p:nvPr/>
        </p:nvSpPr>
        <p:spPr bwMode="auto">
          <a:xfrm>
            <a:off x="2361962" y="4507705"/>
            <a:ext cx="4324350" cy="0"/>
          </a:xfrm>
          <a:prstGeom prst="line">
            <a:avLst/>
          </a:prstGeom>
          <a:noFill/>
          <a:ln w="28575">
            <a:solidFill>
              <a:srgbClr val="333399"/>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27378" name="Line 402">
            <a:extLst>
              <a:ext uri="{FF2B5EF4-FFF2-40B4-BE49-F238E27FC236}">
                <a16:creationId xmlns:a16="http://schemas.microsoft.com/office/drawing/2014/main" id="{2D89E184-A73F-4B4F-A831-C135F301BC24}"/>
              </a:ext>
            </a:extLst>
          </p:cNvPr>
          <p:cNvSpPr>
            <a:spLocks noChangeShapeType="1"/>
          </p:cNvSpPr>
          <p:nvPr/>
        </p:nvSpPr>
        <p:spPr bwMode="auto">
          <a:xfrm flipH="1">
            <a:off x="2361962" y="4414836"/>
            <a:ext cx="0" cy="225029"/>
          </a:xfrm>
          <a:prstGeom prst="line">
            <a:avLst/>
          </a:prstGeom>
          <a:noFill/>
          <a:ln w="12700">
            <a:solidFill>
              <a:schemeClr val="tx1"/>
            </a:solidFill>
            <a:prstDash val="dash"/>
            <a:round/>
            <a:headEnd type="none" w="sm" len="me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127379" name="Line 403">
            <a:extLst>
              <a:ext uri="{FF2B5EF4-FFF2-40B4-BE49-F238E27FC236}">
                <a16:creationId xmlns:a16="http://schemas.microsoft.com/office/drawing/2014/main" id="{C412FBDF-16F1-6D4E-BB82-F63C969BC26A}"/>
              </a:ext>
            </a:extLst>
          </p:cNvPr>
          <p:cNvSpPr>
            <a:spLocks noChangeShapeType="1"/>
          </p:cNvSpPr>
          <p:nvPr/>
        </p:nvSpPr>
        <p:spPr bwMode="auto">
          <a:xfrm>
            <a:off x="6688694" y="4414836"/>
            <a:ext cx="5953" cy="171450"/>
          </a:xfrm>
          <a:prstGeom prst="line">
            <a:avLst/>
          </a:prstGeom>
          <a:noFill/>
          <a:ln w="12700">
            <a:solidFill>
              <a:schemeClr val="tx1"/>
            </a:solidFill>
            <a:prstDash val="dash"/>
            <a:round/>
            <a:headEnd type="none" w="sm" len="me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127380" name="Rectangle 404">
            <a:extLst>
              <a:ext uri="{FF2B5EF4-FFF2-40B4-BE49-F238E27FC236}">
                <a16:creationId xmlns:a16="http://schemas.microsoft.com/office/drawing/2014/main" id="{9342F0DB-011A-CC40-9476-6D59BD3F34C0}"/>
              </a:ext>
            </a:extLst>
          </p:cNvPr>
          <p:cNvSpPr>
            <a:spLocks noChangeArrowheads="1"/>
          </p:cNvSpPr>
          <p:nvPr/>
        </p:nvSpPr>
        <p:spPr bwMode="auto">
          <a:xfrm>
            <a:off x="3659743" y="4355305"/>
            <a:ext cx="1714156" cy="298160"/>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协议的作用范围</a:t>
            </a:r>
          </a:p>
        </p:txBody>
      </p:sp>
      <p:sp>
        <p:nvSpPr>
          <p:cNvPr id="127381" name="Line 405">
            <a:extLst>
              <a:ext uri="{FF2B5EF4-FFF2-40B4-BE49-F238E27FC236}">
                <a16:creationId xmlns:a16="http://schemas.microsoft.com/office/drawing/2014/main" id="{4CFBAAC0-8DBB-0348-A63E-B1884632D409}"/>
              </a:ext>
            </a:extLst>
          </p:cNvPr>
          <p:cNvSpPr>
            <a:spLocks noChangeShapeType="1"/>
          </p:cNvSpPr>
          <p:nvPr/>
        </p:nvSpPr>
        <p:spPr bwMode="auto">
          <a:xfrm>
            <a:off x="1620203" y="4302917"/>
            <a:ext cx="0" cy="636985"/>
          </a:xfrm>
          <a:prstGeom prst="line">
            <a:avLst/>
          </a:prstGeom>
          <a:noFill/>
          <a:ln w="12700">
            <a:solidFill>
              <a:schemeClr val="tx1"/>
            </a:solidFill>
            <a:prstDash val="dash"/>
            <a:round/>
            <a:headEnd type="none" w="sm" len="me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127382" name="Line 406">
            <a:extLst>
              <a:ext uri="{FF2B5EF4-FFF2-40B4-BE49-F238E27FC236}">
                <a16:creationId xmlns:a16="http://schemas.microsoft.com/office/drawing/2014/main" id="{C1D1ECF4-71EA-5640-9821-9957EC58D4CF}"/>
              </a:ext>
            </a:extLst>
          </p:cNvPr>
          <p:cNvSpPr>
            <a:spLocks noChangeShapeType="1"/>
          </p:cNvSpPr>
          <p:nvPr/>
        </p:nvSpPr>
        <p:spPr bwMode="auto">
          <a:xfrm>
            <a:off x="7243525" y="4248149"/>
            <a:ext cx="0" cy="678656"/>
          </a:xfrm>
          <a:prstGeom prst="line">
            <a:avLst/>
          </a:prstGeom>
          <a:noFill/>
          <a:ln w="12700">
            <a:solidFill>
              <a:schemeClr val="tx1"/>
            </a:solidFill>
            <a:prstDash val="dash"/>
            <a:round/>
            <a:headEnd type="none" w="sm" len="me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127383" name="Line 407">
            <a:extLst>
              <a:ext uri="{FF2B5EF4-FFF2-40B4-BE49-F238E27FC236}">
                <a16:creationId xmlns:a16="http://schemas.microsoft.com/office/drawing/2014/main" id="{BC7F77D8-1D79-2343-BE97-78831F04A889}"/>
              </a:ext>
            </a:extLst>
          </p:cNvPr>
          <p:cNvSpPr>
            <a:spLocks noChangeShapeType="1"/>
          </p:cNvSpPr>
          <p:nvPr/>
        </p:nvSpPr>
        <p:spPr bwMode="auto">
          <a:xfrm>
            <a:off x="1620203" y="4807742"/>
            <a:ext cx="5623322" cy="0"/>
          </a:xfrm>
          <a:prstGeom prst="line">
            <a:avLst/>
          </a:prstGeom>
          <a:noFill/>
          <a:ln w="28575">
            <a:solidFill>
              <a:srgbClr val="333399"/>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127384" name="Rectangle 408">
            <a:extLst>
              <a:ext uri="{FF2B5EF4-FFF2-40B4-BE49-F238E27FC236}">
                <a16:creationId xmlns:a16="http://schemas.microsoft.com/office/drawing/2014/main" id="{89F7AC32-07D5-F046-937E-9D0C7A7C1CB7}"/>
              </a:ext>
            </a:extLst>
          </p:cNvPr>
          <p:cNvSpPr>
            <a:spLocks noChangeArrowheads="1"/>
          </p:cNvSpPr>
          <p:nvPr/>
        </p:nvSpPr>
        <p:spPr bwMode="auto">
          <a:xfrm>
            <a:off x="2856071" y="4650580"/>
            <a:ext cx="3246114" cy="298160"/>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运输层协议 </a:t>
            </a:r>
            <a:r>
              <a:rPr kumimoji="1" lang="en-US" altLang="zh-CN" sz="1500">
                <a:solidFill>
                  <a:srgbClr val="333399"/>
                </a:solidFill>
                <a:latin typeface="Arial" panose="020B0604020202020204" pitchFamily="34" charset="0"/>
              </a:rPr>
              <a:t>TCP </a:t>
            </a:r>
            <a:r>
              <a:rPr kumimoji="1" lang="zh-CN" altLang="en-US" sz="1500">
                <a:solidFill>
                  <a:srgbClr val="333399"/>
                </a:solidFill>
                <a:latin typeface="Arial" panose="020B0604020202020204" pitchFamily="34" charset="0"/>
              </a:rPr>
              <a:t>和 </a:t>
            </a:r>
            <a:r>
              <a:rPr kumimoji="1" lang="en-US" altLang="zh-CN" sz="1500">
                <a:solidFill>
                  <a:srgbClr val="333399"/>
                </a:solidFill>
                <a:latin typeface="Arial" panose="020B0604020202020204" pitchFamily="34" charset="0"/>
              </a:rPr>
              <a:t>UDP </a:t>
            </a:r>
            <a:r>
              <a:rPr kumimoji="1" lang="zh-CN" altLang="en-US" sz="1500">
                <a:solidFill>
                  <a:srgbClr val="333399"/>
                </a:solidFill>
                <a:latin typeface="Arial" panose="020B0604020202020204" pitchFamily="34" charset="0"/>
              </a:rPr>
              <a:t>的作用范围</a:t>
            </a:r>
          </a:p>
        </p:txBody>
      </p:sp>
      <p:pic>
        <p:nvPicPr>
          <p:cNvPr id="127385" name="Picture 409">
            <a:extLst>
              <a:ext uri="{FF2B5EF4-FFF2-40B4-BE49-F238E27FC236}">
                <a16:creationId xmlns:a16="http://schemas.microsoft.com/office/drawing/2014/main" id="{9C3C7CFD-FF1C-0E4D-B9D6-F77A9279C3DE}"/>
              </a:ext>
            </a:extLst>
          </p:cNvPr>
          <p:cNvPicPr>
            <a:picLocks noChangeArrowheads="1"/>
          </p:cNvPicPr>
          <p:nvPr/>
        </p:nvPicPr>
        <p:blipFill>
          <a:blip r:embed="rId3"/>
          <a:srcRect/>
          <a:stretch>
            <a:fillRect/>
          </a:stretch>
        </p:blipFill>
        <p:spPr bwMode="auto">
          <a:xfrm>
            <a:off x="5075396" y="3888580"/>
            <a:ext cx="542925" cy="322660"/>
          </a:xfrm>
          <a:prstGeom prst="rect">
            <a:avLst/>
          </a:prstGeom>
          <a:noFill/>
          <a:ln>
            <a:noFill/>
          </a:ln>
          <a:effectLst/>
        </p:spPr>
      </p:pic>
      <p:sp>
        <p:nvSpPr>
          <p:cNvPr id="127387" name="Rectangle 411">
            <a:extLst>
              <a:ext uri="{FF2B5EF4-FFF2-40B4-BE49-F238E27FC236}">
                <a16:creationId xmlns:a16="http://schemas.microsoft.com/office/drawing/2014/main" id="{4BF6B944-B3CF-6E42-B536-860724CFC28A}"/>
              </a:ext>
            </a:extLst>
          </p:cNvPr>
          <p:cNvSpPr>
            <a:spLocks noChangeArrowheads="1"/>
          </p:cNvSpPr>
          <p:nvPr/>
        </p:nvSpPr>
        <p:spPr bwMode="auto">
          <a:xfrm>
            <a:off x="1503521" y="1606152"/>
            <a:ext cx="161925" cy="161925"/>
          </a:xfrm>
          <a:prstGeom prst="rect">
            <a:avLst/>
          </a:prstGeom>
          <a:noFill/>
          <a:ln w="38100">
            <a:solidFill>
              <a:srgbClr val="CC33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88" name="Rectangle 412">
            <a:extLst>
              <a:ext uri="{FF2B5EF4-FFF2-40B4-BE49-F238E27FC236}">
                <a16:creationId xmlns:a16="http://schemas.microsoft.com/office/drawing/2014/main" id="{3B919135-2B9C-194B-905F-5624532C642A}"/>
              </a:ext>
            </a:extLst>
          </p:cNvPr>
          <p:cNvSpPr>
            <a:spLocks noChangeArrowheads="1"/>
          </p:cNvSpPr>
          <p:nvPr/>
        </p:nvSpPr>
        <p:spPr bwMode="auto">
          <a:xfrm>
            <a:off x="1941671" y="1606152"/>
            <a:ext cx="161925" cy="161925"/>
          </a:xfrm>
          <a:prstGeom prst="rect">
            <a:avLst/>
          </a:prstGeom>
          <a:noFill/>
          <a:ln w="38100">
            <a:solidFill>
              <a:srgbClr val="CC33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89" name="Rectangle 413">
            <a:extLst>
              <a:ext uri="{FF2B5EF4-FFF2-40B4-BE49-F238E27FC236}">
                <a16:creationId xmlns:a16="http://schemas.microsoft.com/office/drawing/2014/main" id="{F05D4C1D-CB02-BE48-A02F-DED12FEC6F67}"/>
              </a:ext>
            </a:extLst>
          </p:cNvPr>
          <p:cNvSpPr>
            <a:spLocks noChangeArrowheads="1"/>
          </p:cNvSpPr>
          <p:nvPr/>
        </p:nvSpPr>
        <p:spPr bwMode="auto">
          <a:xfrm>
            <a:off x="6885146" y="1615677"/>
            <a:ext cx="161925" cy="161925"/>
          </a:xfrm>
          <a:prstGeom prst="rect">
            <a:avLst/>
          </a:prstGeom>
          <a:noFill/>
          <a:ln w="38100">
            <a:solidFill>
              <a:srgbClr val="CC33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90" name="Rectangle 414">
            <a:extLst>
              <a:ext uri="{FF2B5EF4-FFF2-40B4-BE49-F238E27FC236}">
                <a16:creationId xmlns:a16="http://schemas.microsoft.com/office/drawing/2014/main" id="{8F6C90A4-2CFD-6B4F-A51D-1C63C31B7310}"/>
              </a:ext>
            </a:extLst>
          </p:cNvPr>
          <p:cNvSpPr>
            <a:spLocks noChangeArrowheads="1"/>
          </p:cNvSpPr>
          <p:nvPr/>
        </p:nvSpPr>
        <p:spPr bwMode="auto">
          <a:xfrm>
            <a:off x="7437596" y="1615677"/>
            <a:ext cx="161925" cy="161925"/>
          </a:xfrm>
          <a:prstGeom prst="rect">
            <a:avLst/>
          </a:prstGeom>
          <a:noFill/>
          <a:ln w="38100">
            <a:solidFill>
              <a:srgbClr val="CC33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66" name="Freeform 390">
            <a:extLst>
              <a:ext uri="{FF2B5EF4-FFF2-40B4-BE49-F238E27FC236}">
                <a16:creationId xmlns:a16="http://schemas.microsoft.com/office/drawing/2014/main" id="{327F72FF-98AD-9E45-8A6B-41F7E759BBAA}"/>
              </a:ext>
            </a:extLst>
          </p:cNvPr>
          <p:cNvSpPr>
            <a:spLocks/>
          </p:cNvSpPr>
          <p:nvPr/>
        </p:nvSpPr>
        <p:spPr bwMode="auto">
          <a:xfrm>
            <a:off x="6968490" y="1488280"/>
            <a:ext cx="248841" cy="521494"/>
          </a:xfrm>
          <a:custGeom>
            <a:avLst/>
            <a:gdLst>
              <a:gd name="T0" fmla="*/ 6876 w 193"/>
              <a:gd name="T1" fmla="*/ 0 h 453"/>
              <a:gd name="T2" fmla="*/ 22348 w 193"/>
              <a:gd name="T3" fmla="*/ 469690 h 453"/>
              <a:gd name="T4" fmla="*/ 146124 w 193"/>
              <a:gd name="T5" fmla="*/ 612439 h 453"/>
              <a:gd name="T6" fmla="*/ 269900 w 193"/>
              <a:gd name="T7" fmla="*/ 681511 h 453"/>
              <a:gd name="T8" fmla="*/ 331788 w 193"/>
              <a:gd name="T9" fmla="*/ 695325 h 4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3" h="453">
                <a:moveTo>
                  <a:pt x="4" y="0"/>
                </a:moveTo>
                <a:cubicBezTo>
                  <a:pt x="6" y="51"/>
                  <a:pt x="0" y="240"/>
                  <a:pt x="13" y="306"/>
                </a:cubicBezTo>
                <a:cubicBezTo>
                  <a:pt x="26" y="372"/>
                  <a:pt x="61" y="376"/>
                  <a:pt x="85" y="399"/>
                </a:cubicBezTo>
                <a:cubicBezTo>
                  <a:pt x="109" y="422"/>
                  <a:pt x="139" y="435"/>
                  <a:pt x="157" y="444"/>
                </a:cubicBezTo>
                <a:cubicBezTo>
                  <a:pt x="175" y="453"/>
                  <a:pt x="186" y="451"/>
                  <a:pt x="193" y="453"/>
                </a:cubicBezTo>
              </a:path>
            </a:pathLst>
          </a:custGeom>
          <a:noFill/>
          <a:ln w="28575" cap="flat" cmpd="sng">
            <a:solidFill>
              <a:srgbClr val="333399"/>
            </a:solidFill>
            <a:prstDash val="solid"/>
            <a:round/>
            <a:headEnd type="none" w="med" len="med"/>
            <a:tailEnd type="none" w="med" len="med"/>
          </a:ln>
          <a:effectLst/>
        </p:spPr>
        <p:txBody>
          <a:bodyPr wrap="none" anchor="ctr"/>
          <a:lstStyle/>
          <a:p>
            <a:pPr>
              <a:defRPr/>
            </a:pPr>
            <a:endParaRPr lang="zh-CN" altLang="en-US"/>
          </a:p>
        </p:txBody>
      </p:sp>
      <p:sp>
        <p:nvSpPr>
          <p:cNvPr id="127367" name="Freeform 391">
            <a:extLst>
              <a:ext uri="{FF2B5EF4-FFF2-40B4-BE49-F238E27FC236}">
                <a16:creationId xmlns:a16="http://schemas.microsoft.com/office/drawing/2014/main" id="{3F889B21-414D-C146-BE85-16146179B1C7}"/>
              </a:ext>
            </a:extLst>
          </p:cNvPr>
          <p:cNvSpPr>
            <a:spLocks/>
          </p:cNvSpPr>
          <p:nvPr/>
        </p:nvSpPr>
        <p:spPr bwMode="auto">
          <a:xfrm>
            <a:off x="7306628" y="1490661"/>
            <a:ext cx="219075" cy="516731"/>
          </a:xfrm>
          <a:custGeom>
            <a:avLst/>
            <a:gdLst>
              <a:gd name="T0" fmla="*/ 290392 w 171"/>
              <a:gd name="T1" fmla="*/ 0 h 447"/>
              <a:gd name="T2" fmla="*/ 281851 w 171"/>
              <a:gd name="T3" fmla="*/ 406911 h 447"/>
              <a:gd name="T4" fmla="*/ 230605 w 171"/>
              <a:gd name="T5" fmla="*/ 541007 h 447"/>
              <a:gd name="T6" fmla="*/ 138363 w 171"/>
              <a:gd name="T7" fmla="*/ 633487 h 447"/>
              <a:gd name="T8" fmla="*/ 0 w 171"/>
              <a:gd name="T9" fmla="*/ 688975 h 4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1" h="447">
                <a:moveTo>
                  <a:pt x="170" y="0"/>
                </a:moveTo>
                <a:cubicBezTo>
                  <a:pt x="169" y="44"/>
                  <a:pt x="171" y="206"/>
                  <a:pt x="165" y="264"/>
                </a:cubicBezTo>
                <a:cubicBezTo>
                  <a:pt x="159" y="322"/>
                  <a:pt x="149" y="326"/>
                  <a:pt x="135" y="351"/>
                </a:cubicBezTo>
                <a:cubicBezTo>
                  <a:pt x="121" y="376"/>
                  <a:pt x="103" y="395"/>
                  <a:pt x="81" y="411"/>
                </a:cubicBezTo>
                <a:cubicBezTo>
                  <a:pt x="59" y="427"/>
                  <a:pt x="17" y="440"/>
                  <a:pt x="0" y="447"/>
                </a:cubicBezTo>
              </a:path>
            </a:pathLst>
          </a:custGeom>
          <a:noFill/>
          <a:ln w="28575" cap="flat" cmpd="sng">
            <a:solidFill>
              <a:srgbClr val="333399"/>
            </a:solidFill>
            <a:prstDash val="solid"/>
            <a:round/>
            <a:headEnd type="none" w="med" len="med"/>
            <a:tailEnd type="none" w="med" len="med"/>
          </a:ln>
          <a:effectLst/>
        </p:spPr>
        <p:txBody>
          <a:bodyPr wrap="none" anchor="ctr"/>
          <a:lstStyle/>
          <a:p>
            <a:pPr>
              <a:defRPr/>
            </a:pPr>
            <a:endParaRPr lang="zh-CN" altLang="en-US"/>
          </a:p>
        </p:txBody>
      </p:sp>
      <p:sp>
        <p:nvSpPr>
          <p:cNvPr id="127370" name="Oval 394">
            <a:extLst>
              <a:ext uri="{FF2B5EF4-FFF2-40B4-BE49-F238E27FC236}">
                <a16:creationId xmlns:a16="http://schemas.microsoft.com/office/drawing/2014/main" id="{0F19ACF7-946F-1240-B368-F6D0E36364F7}"/>
              </a:ext>
            </a:extLst>
          </p:cNvPr>
          <p:cNvSpPr>
            <a:spLocks noChangeArrowheads="1"/>
          </p:cNvSpPr>
          <p:nvPr/>
        </p:nvSpPr>
        <p:spPr bwMode="auto">
          <a:xfrm>
            <a:off x="6747034" y="1321592"/>
            <a:ext cx="472679" cy="264319"/>
          </a:xfrm>
          <a:prstGeom prst="ellipse">
            <a:avLst/>
          </a:prstGeom>
          <a:solidFill>
            <a:srgbClr val="FFCCFF"/>
          </a:solid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127371" name="Rectangle 395">
            <a:extLst>
              <a:ext uri="{FF2B5EF4-FFF2-40B4-BE49-F238E27FC236}">
                <a16:creationId xmlns:a16="http://schemas.microsoft.com/office/drawing/2014/main" id="{8C1970EE-0AFF-DD47-AF66-8EA672E4D3A8}"/>
              </a:ext>
            </a:extLst>
          </p:cNvPr>
          <p:cNvSpPr>
            <a:spLocks noChangeArrowheads="1"/>
          </p:cNvSpPr>
          <p:nvPr/>
        </p:nvSpPr>
        <p:spPr bwMode="auto">
          <a:xfrm>
            <a:off x="6766084" y="1285874"/>
            <a:ext cx="464070"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a:solidFill>
                  <a:srgbClr val="333399"/>
                </a:solidFill>
                <a:latin typeface="Arial" panose="020B0604020202020204" pitchFamily="34" charset="0"/>
              </a:rPr>
              <a:t>AP</a:t>
            </a:r>
            <a:r>
              <a:rPr kumimoji="1" lang="en-US" altLang="zh-CN" sz="1500" baseline="-25000">
                <a:solidFill>
                  <a:srgbClr val="333399"/>
                </a:solidFill>
                <a:latin typeface="Arial" panose="020B0604020202020204" pitchFamily="34" charset="0"/>
              </a:rPr>
              <a:t>3</a:t>
            </a:r>
            <a:endParaRPr kumimoji="1" lang="en-US" altLang="zh-CN" sz="1500">
              <a:solidFill>
                <a:srgbClr val="333399"/>
              </a:solidFill>
              <a:latin typeface="Arial" panose="020B0604020202020204" pitchFamily="34" charset="0"/>
            </a:endParaRPr>
          </a:p>
        </p:txBody>
      </p:sp>
      <p:sp>
        <p:nvSpPr>
          <p:cNvPr id="127362" name="Freeform 386">
            <a:extLst>
              <a:ext uri="{FF2B5EF4-FFF2-40B4-BE49-F238E27FC236}">
                <a16:creationId xmlns:a16="http://schemas.microsoft.com/office/drawing/2014/main" id="{5D8ADD8B-9421-6046-A6CE-BC187A1985B7}"/>
              </a:ext>
            </a:extLst>
          </p:cNvPr>
          <p:cNvSpPr>
            <a:spLocks/>
          </p:cNvSpPr>
          <p:nvPr/>
        </p:nvSpPr>
        <p:spPr bwMode="auto">
          <a:xfrm>
            <a:off x="1829753" y="1535904"/>
            <a:ext cx="203597" cy="471488"/>
          </a:xfrm>
          <a:custGeom>
            <a:avLst/>
            <a:gdLst>
              <a:gd name="T0" fmla="*/ 266341 w 159"/>
              <a:gd name="T1" fmla="*/ 0 h 408"/>
              <a:gd name="T2" fmla="*/ 250975 w 159"/>
              <a:gd name="T3" fmla="*/ 429886 h 408"/>
              <a:gd name="T4" fmla="*/ 138292 w 159"/>
              <a:gd name="T5" fmla="*/ 573181 h 408"/>
              <a:gd name="T6" fmla="*/ 0 w 159"/>
              <a:gd name="T7" fmla="*/ 628650 h 40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9" h="408">
                <a:moveTo>
                  <a:pt x="156" y="0"/>
                </a:moveTo>
                <a:cubicBezTo>
                  <a:pt x="155" y="46"/>
                  <a:pt x="159" y="217"/>
                  <a:pt x="147" y="279"/>
                </a:cubicBezTo>
                <a:cubicBezTo>
                  <a:pt x="135" y="341"/>
                  <a:pt x="105" y="351"/>
                  <a:pt x="81" y="372"/>
                </a:cubicBezTo>
                <a:cubicBezTo>
                  <a:pt x="57" y="393"/>
                  <a:pt x="17" y="401"/>
                  <a:pt x="0" y="408"/>
                </a:cubicBezTo>
              </a:path>
            </a:pathLst>
          </a:custGeom>
          <a:noFill/>
          <a:ln w="28575" cap="flat" cmpd="sng">
            <a:solidFill>
              <a:srgbClr val="333399"/>
            </a:solidFill>
            <a:prstDash val="solid"/>
            <a:round/>
            <a:headEnd type="none" w="med" len="med"/>
            <a:tailEnd type="none" w="med" len="med"/>
          </a:ln>
          <a:effectLst/>
        </p:spPr>
        <p:txBody>
          <a:bodyPr wrap="none" anchor="ctr"/>
          <a:lstStyle/>
          <a:p>
            <a:pPr>
              <a:defRPr/>
            </a:pPr>
            <a:endParaRPr lang="zh-CN" altLang="en-US"/>
          </a:p>
        </p:txBody>
      </p:sp>
      <p:sp>
        <p:nvSpPr>
          <p:cNvPr id="127359" name="Freeform 383">
            <a:extLst>
              <a:ext uri="{FF2B5EF4-FFF2-40B4-BE49-F238E27FC236}">
                <a16:creationId xmlns:a16="http://schemas.microsoft.com/office/drawing/2014/main" id="{BACA6F17-4666-794E-BBF3-1908C245E1A7}"/>
              </a:ext>
            </a:extLst>
          </p:cNvPr>
          <p:cNvSpPr>
            <a:spLocks/>
          </p:cNvSpPr>
          <p:nvPr/>
        </p:nvSpPr>
        <p:spPr bwMode="auto">
          <a:xfrm>
            <a:off x="1571388" y="1470421"/>
            <a:ext cx="191690" cy="567928"/>
          </a:xfrm>
          <a:custGeom>
            <a:avLst/>
            <a:gdLst>
              <a:gd name="T0" fmla="*/ 13723 w 149"/>
              <a:gd name="T1" fmla="*/ 0 h 492"/>
              <a:gd name="T2" fmla="*/ 8577 w 149"/>
              <a:gd name="T3" fmla="*/ 438643 h 492"/>
              <a:gd name="T4" fmla="*/ 65183 w 149"/>
              <a:gd name="T5" fmla="*/ 637187 h 492"/>
              <a:gd name="T6" fmla="*/ 255587 w 149"/>
              <a:gd name="T7" fmla="*/ 757237 h 4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49" h="492">
                <a:moveTo>
                  <a:pt x="8" y="0"/>
                </a:moveTo>
                <a:cubicBezTo>
                  <a:pt x="8" y="47"/>
                  <a:pt x="0" y="216"/>
                  <a:pt x="5" y="285"/>
                </a:cubicBezTo>
                <a:cubicBezTo>
                  <a:pt x="10" y="354"/>
                  <a:pt x="14" y="380"/>
                  <a:pt x="38" y="414"/>
                </a:cubicBezTo>
                <a:cubicBezTo>
                  <a:pt x="62" y="448"/>
                  <a:pt x="126" y="476"/>
                  <a:pt x="149" y="492"/>
                </a:cubicBezTo>
              </a:path>
            </a:pathLst>
          </a:custGeom>
          <a:noFill/>
          <a:ln w="28575" cap="flat" cmpd="sng">
            <a:solidFill>
              <a:srgbClr val="333399"/>
            </a:solidFill>
            <a:prstDash val="solid"/>
            <a:round/>
            <a:headEnd type="none" w="med" len="med"/>
            <a:tailEnd type="none" w="med" len="med"/>
          </a:ln>
          <a:effectLst/>
        </p:spPr>
        <p:txBody>
          <a:bodyPr wrap="none" anchor="ctr"/>
          <a:lstStyle/>
          <a:p>
            <a:pPr>
              <a:defRPr/>
            </a:pPr>
            <a:endParaRPr lang="zh-CN" altLang="en-US"/>
          </a:p>
        </p:txBody>
      </p:sp>
      <p:sp>
        <p:nvSpPr>
          <p:cNvPr id="127339" name="Oval 363">
            <a:extLst>
              <a:ext uri="{FF2B5EF4-FFF2-40B4-BE49-F238E27FC236}">
                <a16:creationId xmlns:a16="http://schemas.microsoft.com/office/drawing/2014/main" id="{FE225A58-D64E-954A-9AC3-E547415DD5A3}"/>
              </a:ext>
            </a:extLst>
          </p:cNvPr>
          <p:cNvSpPr>
            <a:spLocks noChangeArrowheads="1"/>
          </p:cNvSpPr>
          <p:nvPr/>
        </p:nvSpPr>
        <p:spPr bwMode="auto">
          <a:xfrm flipH="1">
            <a:off x="6626781" y="3988592"/>
            <a:ext cx="114300" cy="103585"/>
          </a:xfrm>
          <a:prstGeom prst="ellipse">
            <a:avLst/>
          </a:prstGeom>
          <a:solidFill>
            <a:schemeClr val="bg1"/>
          </a:solid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AEE4BE6D-A402-BB4E-A2EC-296842FEC555}"/>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C864E13-D309-A14B-A55A-1718EFE5CAFE}" type="slidenum">
              <a:rPr lang="en-US" altLang="zh-CN" sz="1050"/>
              <a:pPr>
                <a:defRPr/>
              </a:pPr>
              <a:t>5</a:t>
            </a:fld>
            <a:endParaRPr lang="en-US" altLang="zh-CN" sz="1050"/>
          </a:p>
        </p:txBody>
      </p:sp>
    </p:spTree>
    <p:extLst>
      <p:ext uri="{BB962C8B-B14F-4D97-AF65-F5344CB8AC3E}">
        <p14:creationId xmlns:p14="http://schemas.microsoft.com/office/powerpoint/2010/main" val="54037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5CC07BCC-E0D3-C04D-AE53-ED573D4E4E85}"/>
              </a:ext>
            </a:extLst>
          </p:cNvPr>
          <p:cNvSpPr>
            <a:spLocks noGrp="1" noChangeArrowheads="1"/>
          </p:cNvSpPr>
          <p:nvPr>
            <p:ph type="title"/>
          </p:nvPr>
        </p:nvSpPr>
        <p:spPr>
          <a:xfrm>
            <a:off x="172165" y="280750"/>
            <a:ext cx="5142309" cy="576263"/>
          </a:xfrm>
        </p:spPr>
        <p:txBody>
          <a:bodyPr/>
          <a:lstStyle/>
          <a:p>
            <a:pPr eaLnBrk="1" hangingPunct="1">
              <a:defRPr/>
            </a:pPr>
            <a:r>
              <a:rPr lang="zh-CN" altLang="en-US" dirty="0">
                <a:latin typeface="Times New Roman" panose="02020603050405020304" pitchFamily="18" charset="0"/>
                <a:ea typeface="宋体" panose="02010600030101010101" pitchFamily="2" charset="-122"/>
              </a:rPr>
              <a:t>应用进程之间的通信</a:t>
            </a:r>
          </a:p>
        </p:txBody>
      </p:sp>
      <p:sp>
        <p:nvSpPr>
          <p:cNvPr id="131136" name="Rectangle 64">
            <a:extLst>
              <a:ext uri="{FF2B5EF4-FFF2-40B4-BE49-F238E27FC236}">
                <a16:creationId xmlns:a16="http://schemas.microsoft.com/office/drawing/2014/main" id="{C24A0876-E411-4D43-8C43-827CF6AD589F}"/>
              </a:ext>
            </a:extLst>
          </p:cNvPr>
          <p:cNvSpPr>
            <a:spLocks noGrp="1" noChangeArrowheads="1"/>
          </p:cNvSpPr>
          <p:nvPr>
            <p:ph type="body" idx="1"/>
          </p:nvPr>
        </p:nvSpPr>
        <p:spPr>
          <a:xfrm>
            <a:off x="172166" y="1059657"/>
            <a:ext cx="8754664" cy="4083844"/>
          </a:xfrm>
        </p:spPr>
        <p:txBody>
          <a:bodyPr/>
          <a:lstStyle/>
          <a:p>
            <a:pPr algn="just" eaLnBrk="1" hangingPunct="1">
              <a:defRPr/>
            </a:pPr>
            <a:r>
              <a:rPr lang="zh-CN" altLang="en-US" sz="2100" dirty="0">
                <a:ea typeface="宋体" panose="02010600030101010101" pitchFamily="2" charset="-122"/>
              </a:rPr>
              <a:t>两个主机进行通信实际上就是两个主机中的</a:t>
            </a:r>
            <a:r>
              <a:rPr lang="zh-CN" altLang="en-US" sz="2100" dirty="0">
                <a:solidFill>
                  <a:schemeClr val="hlink"/>
                </a:solidFill>
                <a:ea typeface="宋体" panose="02010600030101010101" pitchFamily="2" charset="-122"/>
              </a:rPr>
              <a:t>应用进程互相通信</a:t>
            </a:r>
            <a:r>
              <a:rPr lang="zh-CN" altLang="en-US" sz="2100" dirty="0">
                <a:ea typeface="宋体" panose="02010600030101010101" pitchFamily="2" charset="-122"/>
              </a:rPr>
              <a:t>。 </a:t>
            </a:r>
          </a:p>
          <a:p>
            <a:pPr algn="just" eaLnBrk="1" hangingPunct="1">
              <a:defRPr/>
            </a:pPr>
            <a:r>
              <a:rPr lang="zh-CN" altLang="en-US" sz="2100" dirty="0">
                <a:ea typeface="宋体" panose="02010600030101010101" pitchFamily="2" charset="-122"/>
              </a:rPr>
              <a:t>应用进程之间的通信又称为</a:t>
            </a:r>
            <a:r>
              <a:rPr lang="zh-CN" altLang="en-US" sz="2100" dirty="0">
                <a:solidFill>
                  <a:schemeClr val="hlink"/>
                </a:solidFill>
                <a:ea typeface="宋体" panose="02010600030101010101" pitchFamily="2" charset="-122"/>
              </a:rPr>
              <a:t>端到端的通信</a:t>
            </a:r>
            <a:r>
              <a:rPr lang="zh-CN" altLang="en-US" sz="2100" dirty="0">
                <a:ea typeface="宋体" panose="02010600030101010101" pitchFamily="2" charset="-122"/>
              </a:rPr>
              <a:t>。 </a:t>
            </a:r>
          </a:p>
          <a:p>
            <a:pPr algn="just" eaLnBrk="1" hangingPunct="1">
              <a:defRPr/>
            </a:pPr>
            <a:r>
              <a:rPr lang="zh-CN" altLang="en-US" sz="2100" dirty="0">
                <a:ea typeface="宋体" panose="02010600030101010101" pitchFamily="2" charset="-122"/>
              </a:rPr>
              <a:t>运输层的一个很重要的功能就是</a:t>
            </a:r>
            <a:r>
              <a:rPr lang="zh-CN" altLang="en-US" sz="2100" dirty="0">
                <a:solidFill>
                  <a:schemeClr val="hlink"/>
                </a:solidFill>
                <a:ea typeface="宋体" panose="02010600030101010101" pitchFamily="2" charset="-122"/>
              </a:rPr>
              <a:t>复用</a:t>
            </a:r>
            <a:r>
              <a:rPr lang="zh-CN" altLang="en-US" sz="2100" dirty="0">
                <a:ea typeface="宋体" panose="02010600030101010101" pitchFamily="2" charset="-122"/>
              </a:rPr>
              <a:t>和</a:t>
            </a:r>
            <a:r>
              <a:rPr lang="zh-CN" altLang="en-US" sz="2100" dirty="0">
                <a:solidFill>
                  <a:schemeClr val="hlink"/>
                </a:solidFill>
                <a:ea typeface="宋体" panose="02010600030101010101" pitchFamily="2" charset="-122"/>
              </a:rPr>
              <a:t>分用</a:t>
            </a:r>
            <a:r>
              <a:rPr lang="zh-CN" altLang="en-US" sz="2100" dirty="0">
                <a:ea typeface="宋体" panose="02010600030101010101" pitchFamily="2" charset="-122"/>
              </a:rPr>
              <a:t>。应用层不同进程的报文通过不同的端口向下交到运输层，再往下就共用网络层提供的服务。</a:t>
            </a:r>
          </a:p>
          <a:p>
            <a:pPr algn="just" eaLnBrk="1" hangingPunct="1">
              <a:defRPr/>
            </a:pPr>
            <a:r>
              <a:rPr lang="zh-CN" altLang="en-US" sz="2100" dirty="0">
                <a:ea typeface="宋体" panose="02010600030101010101" pitchFamily="2" charset="-122"/>
              </a:rPr>
              <a:t>“</a:t>
            </a:r>
            <a:r>
              <a:rPr lang="zh-CN" altLang="en-US" sz="2100" dirty="0">
                <a:solidFill>
                  <a:schemeClr val="hlink"/>
                </a:solidFill>
                <a:ea typeface="宋体" panose="02010600030101010101" pitchFamily="2" charset="-122"/>
              </a:rPr>
              <a:t>运输层提供应用进程间的逻辑通信</a:t>
            </a:r>
            <a:r>
              <a:rPr lang="zh-CN" altLang="en-US" sz="2100" dirty="0">
                <a:ea typeface="宋体" panose="02010600030101010101" pitchFamily="2" charset="-122"/>
              </a:rPr>
              <a:t>”。“逻辑通信”的意思是：运输层之间的通信</a:t>
            </a:r>
            <a:r>
              <a:rPr lang="zh-CN" altLang="en-US" sz="2100" dirty="0">
                <a:solidFill>
                  <a:schemeClr val="hlink"/>
                </a:solidFill>
                <a:ea typeface="宋体" panose="02010600030101010101" pitchFamily="2" charset="-122"/>
              </a:rPr>
              <a:t>好像</a:t>
            </a:r>
            <a:r>
              <a:rPr lang="zh-CN" altLang="en-US" sz="2100" dirty="0">
                <a:ea typeface="宋体" panose="02010600030101010101" pitchFamily="2" charset="-122"/>
              </a:rPr>
              <a:t>是沿水平方向传送数据。但事实上这两个运输层之间并没有一条水平方向的物理连接。</a:t>
            </a:r>
          </a:p>
        </p:txBody>
      </p:sp>
      <p:sp>
        <p:nvSpPr>
          <p:cNvPr id="2" name="幻灯片编号占位符 1">
            <a:extLst>
              <a:ext uri="{FF2B5EF4-FFF2-40B4-BE49-F238E27FC236}">
                <a16:creationId xmlns:a16="http://schemas.microsoft.com/office/drawing/2014/main" id="{1B048391-FD6C-AD47-AD15-8090B88F0F99}"/>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4662C2B-938D-5746-9096-7158D57D5484}" type="slidenum">
              <a:rPr lang="en-US" altLang="zh-CN" sz="1050"/>
              <a:pPr>
                <a:defRPr/>
              </a:pPr>
              <a:t>6</a:t>
            </a:fld>
            <a:endParaRPr lang="en-US" altLang="zh-CN" sz="1050"/>
          </a:p>
        </p:txBody>
      </p:sp>
    </p:spTree>
    <p:extLst>
      <p:ext uri="{BB962C8B-B14F-4D97-AF65-F5344CB8AC3E}">
        <p14:creationId xmlns:p14="http://schemas.microsoft.com/office/powerpoint/2010/main" val="5158482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1136">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1136">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113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13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217" name="Line 41">
            <a:extLst>
              <a:ext uri="{FF2B5EF4-FFF2-40B4-BE49-F238E27FC236}">
                <a16:creationId xmlns:a16="http://schemas.microsoft.com/office/drawing/2014/main" id="{CE5EEF70-2808-BE4E-95F1-51A2AAED8317}"/>
              </a:ext>
            </a:extLst>
          </p:cNvPr>
          <p:cNvSpPr>
            <a:spLocks noChangeShapeType="1"/>
          </p:cNvSpPr>
          <p:nvPr/>
        </p:nvSpPr>
        <p:spPr bwMode="auto">
          <a:xfrm>
            <a:off x="2806304" y="3057525"/>
            <a:ext cx="3694509" cy="0"/>
          </a:xfrm>
          <a:prstGeom prst="line">
            <a:avLst/>
          </a:prstGeom>
          <a:noFill/>
          <a:ln w="38100">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434206" name="Rectangle 30">
            <a:extLst>
              <a:ext uri="{FF2B5EF4-FFF2-40B4-BE49-F238E27FC236}">
                <a16:creationId xmlns:a16="http://schemas.microsoft.com/office/drawing/2014/main" id="{E09102A5-D2E7-3441-B346-6590004FC456}"/>
              </a:ext>
            </a:extLst>
          </p:cNvPr>
          <p:cNvSpPr>
            <a:spLocks noChangeArrowheads="1"/>
          </p:cNvSpPr>
          <p:nvPr/>
        </p:nvSpPr>
        <p:spPr bwMode="auto">
          <a:xfrm>
            <a:off x="2047876" y="1784747"/>
            <a:ext cx="1335881" cy="775097"/>
          </a:xfrm>
          <a:prstGeom prst="rect">
            <a:avLst/>
          </a:prstGeom>
          <a:solidFill>
            <a:srgbClr val="CCECFF"/>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34212" name="Rectangle 36">
            <a:extLst>
              <a:ext uri="{FF2B5EF4-FFF2-40B4-BE49-F238E27FC236}">
                <a16:creationId xmlns:a16="http://schemas.microsoft.com/office/drawing/2014/main" id="{32104EC1-DF14-1245-A7C6-8754490F4D65}"/>
              </a:ext>
            </a:extLst>
          </p:cNvPr>
          <p:cNvSpPr>
            <a:spLocks noChangeArrowheads="1"/>
          </p:cNvSpPr>
          <p:nvPr/>
        </p:nvSpPr>
        <p:spPr bwMode="auto">
          <a:xfrm>
            <a:off x="5869782" y="1784747"/>
            <a:ext cx="1335881" cy="775097"/>
          </a:xfrm>
          <a:prstGeom prst="rect">
            <a:avLst/>
          </a:prstGeom>
          <a:solidFill>
            <a:srgbClr val="CCECFF"/>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34178" name="Rectangle 2">
            <a:extLst>
              <a:ext uri="{FF2B5EF4-FFF2-40B4-BE49-F238E27FC236}">
                <a16:creationId xmlns:a16="http://schemas.microsoft.com/office/drawing/2014/main" id="{62A6F590-4CE2-A041-814A-F3460A5C0CE6}"/>
              </a:ext>
            </a:extLst>
          </p:cNvPr>
          <p:cNvSpPr>
            <a:spLocks noGrp="1" noChangeArrowheads="1"/>
          </p:cNvSpPr>
          <p:nvPr>
            <p:ph type="title"/>
          </p:nvPr>
        </p:nvSpPr>
        <p:spPr>
          <a:xfrm>
            <a:off x="160020" y="250031"/>
            <a:ext cx="7840980" cy="576263"/>
          </a:xfrm>
        </p:spPr>
        <p:txBody>
          <a:bodyPr/>
          <a:lstStyle/>
          <a:p>
            <a:pPr eaLnBrk="1" hangingPunct="1">
              <a:defRPr/>
            </a:pPr>
            <a:r>
              <a:rPr lang="zh-CN" altLang="en-US" dirty="0">
                <a:latin typeface="Times New Roman" panose="02020603050405020304" pitchFamily="18" charset="0"/>
                <a:ea typeface="宋体" panose="02010600030101010101" pitchFamily="2" charset="-122"/>
              </a:rPr>
              <a:t>运输层协议和网络层协议的主要区别 </a:t>
            </a:r>
          </a:p>
        </p:txBody>
      </p:sp>
      <p:sp>
        <p:nvSpPr>
          <p:cNvPr id="434205" name="Text Box 29">
            <a:extLst>
              <a:ext uri="{FF2B5EF4-FFF2-40B4-BE49-F238E27FC236}">
                <a16:creationId xmlns:a16="http://schemas.microsoft.com/office/drawing/2014/main" id="{F360EBA9-363E-4440-A74D-8DA5ACCE8CCA}"/>
              </a:ext>
            </a:extLst>
          </p:cNvPr>
          <p:cNvSpPr txBox="1">
            <a:spLocks noChangeArrowheads="1"/>
          </p:cNvSpPr>
          <p:nvPr/>
        </p:nvSpPr>
        <p:spPr bwMode="auto">
          <a:xfrm>
            <a:off x="2047875" y="1707356"/>
            <a:ext cx="668773" cy="923330"/>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5400">
                <a:solidFill>
                  <a:srgbClr val="333399"/>
                </a:solidFill>
                <a:latin typeface="Arial" panose="020B0604020202020204" pitchFamily="34" charset="0"/>
                <a:sym typeface="Wingdings" pitchFamily="2" charset="2"/>
              </a:rPr>
              <a:t></a:t>
            </a:r>
            <a:endParaRPr kumimoji="1" lang="en-US" altLang="zh-CN" sz="5400">
              <a:solidFill>
                <a:srgbClr val="333399"/>
              </a:solidFill>
              <a:latin typeface="Arial" panose="020B0604020202020204" pitchFamily="34" charset="0"/>
            </a:endParaRPr>
          </a:p>
        </p:txBody>
      </p:sp>
      <p:sp>
        <p:nvSpPr>
          <p:cNvPr id="434207" name="Rectangle 31">
            <a:extLst>
              <a:ext uri="{FF2B5EF4-FFF2-40B4-BE49-F238E27FC236}">
                <a16:creationId xmlns:a16="http://schemas.microsoft.com/office/drawing/2014/main" id="{7E57CEC4-FFE5-6042-AE48-8AFE3DD87AE2}"/>
              </a:ext>
            </a:extLst>
          </p:cNvPr>
          <p:cNvSpPr>
            <a:spLocks noChangeArrowheads="1"/>
          </p:cNvSpPr>
          <p:nvPr/>
        </p:nvSpPr>
        <p:spPr bwMode="auto">
          <a:xfrm>
            <a:off x="2250282" y="1443038"/>
            <a:ext cx="1060387" cy="34432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800">
                <a:solidFill>
                  <a:srgbClr val="333399"/>
                </a:solidFill>
                <a:latin typeface="Arial" panose="020B0604020202020204" pitchFamily="34" charset="0"/>
              </a:rPr>
              <a:t>应用进程</a:t>
            </a:r>
          </a:p>
        </p:txBody>
      </p:sp>
      <p:sp>
        <p:nvSpPr>
          <p:cNvPr id="434208" name="Rectangle 32">
            <a:extLst>
              <a:ext uri="{FF2B5EF4-FFF2-40B4-BE49-F238E27FC236}">
                <a16:creationId xmlns:a16="http://schemas.microsoft.com/office/drawing/2014/main" id="{894BA756-402E-6C44-B40C-E1D0380E36B0}"/>
              </a:ext>
            </a:extLst>
          </p:cNvPr>
          <p:cNvSpPr>
            <a:spLocks noChangeArrowheads="1"/>
          </p:cNvSpPr>
          <p:nvPr/>
        </p:nvSpPr>
        <p:spPr bwMode="auto">
          <a:xfrm>
            <a:off x="2559844" y="2137173"/>
            <a:ext cx="329418"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b="1">
                <a:solidFill>
                  <a:srgbClr val="333399"/>
                </a:solidFill>
                <a:latin typeface="Arial" panose="020B0604020202020204" pitchFamily="34" charset="0"/>
              </a:rPr>
              <a:t>…</a:t>
            </a:r>
          </a:p>
        </p:txBody>
      </p:sp>
      <p:sp>
        <p:nvSpPr>
          <p:cNvPr id="434209" name="Text Box 33">
            <a:extLst>
              <a:ext uri="{FF2B5EF4-FFF2-40B4-BE49-F238E27FC236}">
                <a16:creationId xmlns:a16="http://schemas.microsoft.com/office/drawing/2014/main" id="{8F317989-7DB0-4B49-997F-514EFA46831F}"/>
              </a:ext>
            </a:extLst>
          </p:cNvPr>
          <p:cNvSpPr txBox="1">
            <a:spLocks noChangeArrowheads="1"/>
          </p:cNvSpPr>
          <p:nvPr/>
        </p:nvSpPr>
        <p:spPr bwMode="auto">
          <a:xfrm>
            <a:off x="2782491" y="1707356"/>
            <a:ext cx="668773" cy="923330"/>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5400">
                <a:solidFill>
                  <a:srgbClr val="333399"/>
                </a:solidFill>
                <a:latin typeface="Arial" panose="020B0604020202020204" pitchFamily="34" charset="0"/>
                <a:sym typeface="Wingdings" pitchFamily="2" charset="2"/>
              </a:rPr>
              <a:t></a:t>
            </a:r>
            <a:endParaRPr kumimoji="1" lang="en-US" altLang="zh-CN" sz="5400">
              <a:solidFill>
                <a:srgbClr val="333399"/>
              </a:solidFill>
              <a:latin typeface="Arial" panose="020B0604020202020204" pitchFamily="34" charset="0"/>
            </a:endParaRPr>
          </a:p>
        </p:txBody>
      </p:sp>
      <p:sp>
        <p:nvSpPr>
          <p:cNvPr id="434211" name="Text Box 35">
            <a:extLst>
              <a:ext uri="{FF2B5EF4-FFF2-40B4-BE49-F238E27FC236}">
                <a16:creationId xmlns:a16="http://schemas.microsoft.com/office/drawing/2014/main" id="{8DC94BF5-AF25-8644-880D-AAEF64E94A74}"/>
              </a:ext>
            </a:extLst>
          </p:cNvPr>
          <p:cNvSpPr txBox="1">
            <a:spLocks noChangeArrowheads="1"/>
          </p:cNvSpPr>
          <p:nvPr/>
        </p:nvSpPr>
        <p:spPr bwMode="auto">
          <a:xfrm>
            <a:off x="5869782" y="1707356"/>
            <a:ext cx="668773" cy="923330"/>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5400">
                <a:solidFill>
                  <a:srgbClr val="333399"/>
                </a:solidFill>
                <a:latin typeface="Arial" panose="020B0604020202020204" pitchFamily="34" charset="0"/>
                <a:sym typeface="Wingdings" pitchFamily="2" charset="2"/>
              </a:rPr>
              <a:t></a:t>
            </a:r>
            <a:endParaRPr kumimoji="1" lang="en-US" altLang="zh-CN" sz="5400">
              <a:solidFill>
                <a:srgbClr val="333399"/>
              </a:solidFill>
              <a:latin typeface="Arial" panose="020B0604020202020204" pitchFamily="34" charset="0"/>
            </a:endParaRPr>
          </a:p>
        </p:txBody>
      </p:sp>
      <p:sp>
        <p:nvSpPr>
          <p:cNvPr id="434213" name="Rectangle 37">
            <a:extLst>
              <a:ext uri="{FF2B5EF4-FFF2-40B4-BE49-F238E27FC236}">
                <a16:creationId xmlns:a16="http://schemas.microsoft.com/office/drawing/2014/main" id="{1FDA99BF-5143-C64F-9401-F866D7784E26}"/>
              </a:ext>
            </a:extLst>
          </p:cNvPr>
          <p:cNvSpPr>
            <a:spLocks noChangeArrowheads="1"/>
          </p:cNvSpPr>
          <p:nvPr/>
        </p:nvSpPr>
        <p:spPr bwMode="auto">
          <a:xfrm>
            <a:off x="6072188" y="1443038"/>
            <a:ext cx="1060387" cy="34432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800">
                <a:solidFill>
                  <a:srgbClr val="333399"/>
                </a:solidFill>
                <a:latin typeface="Arial" panose="020B0604020202020204" pitchFamily="34" charset="0"/>
              </a:rPr>
              <a:t>应用进程</a:t>
            </a:r>
          </a:p>
        </p:txBody>
      </p:sp>
      <p:sp>
        <p:nvSpPr>
          <p:cNvPr id="434214" name="Rectangle 38">
            <a:extLst>
              <a:ext uri="{FF2B5EF4-FFF2-40B4-BE49-F238E27FC236}">
                <a16:creationId xmlns:a16="http://schemas.microsoft.com/office/drawing/2014/main" id="{DE39A5F0-6CF8-B04A-AEF9-E38DA120FB7B}"/>
              </a:ext>
            </a:extLst>
          </p:cNvPr>
          <p:cNvSpPr>
            <a:spLocks noChangeArrowheads="1"/>
          </p:cNvSpPr>
          <p:nvPr/>
        </p:nvSpPr>
        <p:spPr bwMode="auto">
          <a:xfrm>
            <a:off x="6381750" y="2137173"/>
            <a:ext cx="329418"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500" b="1">
                <a:solidFill>
                  <a:srgbClr val="333399"/>
                </a:solidFill>
                <a:latin typeface="Arial" panose="020B0604020202020204" pitchFamily="34" charset="0"/>
              </a:rPr>
              <a:t>…</a:t>
            </a:r>
          </a:p>
        </p:txBody>
      </p:sp>
      <p:sp>
        <p:nvSpPr>
          <p:cNvPr id="434215" name="Text Box 39">
            <a:extLst>
              <a:ext uri="{FF2B5EF4-FFF2-40B4-BE49-F238E27FC236}">
                <a16:creationId xmlns:a16="http://schemas.microsoft.com/office/drawing/2014/main" id="{1C7B3303-63C2-D347-8B78-C8A69523D6D3}"/>
              </a:ext>
            </a:extLst>
          </p:cNvPr>
          <p:cNvSpPr txBox="1">
            <a:spLocks noChangeArrowheads="1"/>
          </p:cNvSpPr>
          <p:nvPr/>
        </p:nvSpPr>
        <p:spPr bwMode="auto">
          <a:xfrm>
            <a:off x="6604398" y="1707356"/>
            <a:ext cx="668773" cy="923330"/>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5400">
                <a:solidFill>
                  <a:srgbClr val="333399"/>
                </a:solidFill>
                <a:latin typeface="Arial" panose="020B0604020202020204" pitchFamily="34" charset="0"/>
                <a:sym typeface="Wingdings" pitchFamily="2" charset="2"/>
              </a:rPr>
              <a:t></a:t>
            </a:r>
            <a:endParaRPr kumimoji="1" lang="en-US" altLang="zh-CN" sz="5400">
              <a:solidFill>
                <a:srgbClr val="333399"/>
              </a:solidFill>
              <a:latin typeface="Arial" panose="020B0604020202020204" pitchFamily="34" charset="0"/>
            </a:endParaRPr>
          </a:p>
        </p:txBody>
      </p:sp>
      <p:pic>
        <p:nvPicPr>
          <p:cNvPr id="434216" name="Picture 40">
            <a:extLst>
              <a:ext uri="{FF2B5EF4-FFF2-40B4-BE49-F238E27FC236}">
                <a16:creationId xmlns:a16="http://schemas.microsoft.com/office/drawing/2014/main" id="{E0D3BEF4-B8C7-2A49-910D-E63DC1F92777}"/>
              </a:ext>
            </a:extLst>
          </p:cNvPr>
          <p:cNvPicPr>
            <a:picLocks noChangeArrowheads="1"/>
          </p:cNvPicPr>
          <p:nvPr/>
        </p:nvPicPr>
        <p:blipFill>
          <a:blip r:embed="rId4"/>
          <a:srcRect/>
          <a:stretch>
            <a:fillRect/>
          </a:stretch>
        </p:blipFill>
        <p:spPr bwMode="auto">
          <a:xfrm>
            <a:off x="2538413" y="2738437"/>
            <a:ext cx="400050" cy="404813"/>
          </a:xfrm>
          <a:prstGeom prst="rect">
            <a:avLst/>
          </a:prstGeom>
          <a:noFill/>
          <a:ln>
            <a:noFill/>
          </a:ln>
          <a:effectLst/>
        </p:spPr>
      </p:pic>
      <p:pic>
        <p:nvPicPr>
          <p:cNvPr id="434218" name="Picture 42">
            <a:extLst>
              <a:ext uri="{FF2B5EF4-FFF2-40B4-BE49-F238E27FC236}">
                <a16:creationId xmlns:a16="http://schemas.microsoft.com/office/drawing/2014/main" id="{8593E76A-A674-D449-8BC7-882D5B03EB63}"/>
              </a:ext>
            </a:extLst>
          </p:cNvPr>
          <p:cNvPicPr>
            <a:picLocks noChangeArrowheads="1"/>
          </p:cNvPicPr>
          <p:nvPr/>
        </p:nvPicPr>
        <p:blipFill>
          <a:blip r:embed="rId4"/>
          <a:srcRect/>
          <a:stretch>
            <a:fillRect/>
          </a:stretch>
        </p:blipFill>
        <p:spPr bwMode="auto">
          <a:xfrm>
            <a:off x="6366273" y="2738437"/>
            <a:ext cx="401240" cy="404813"/>
          </a:xfrm>
          <a:prstGeom prst="rect">
            <a:avLst/>
          </a:prstGeom>
          <a:noFill/>
          <a:ln>
            <a:noFill/>
          </a:ln>
          <a:effectLst/>
        </p:spPr>
      </p:pic>
      <p:sp>
        <p:nvSpPr>
          <p:cNvPr id="434219" name="AutoShape 43">
            <a:extLst>
              <a:ext uri="{FF2B5EF4-FFF2-40B4-BE49-F238E27FC236}">
                <a16:creationId xmlns:a16="http://schemas.microsoft.com/office/drawing/2014/main" id="{CEAF8833-151F-E640-B60C-750F388A3852}"/>
              </a:ext>
            </a:extLst>
          </p:cNvPr>
          <p:cNvSpPr>
            <a:spLocks noChangeArrowheads="1"/>
          </p:cNvSpPr>
          <p:nvPr/>
        </p:nvSpPr>
        <p:spPr bwMode="auto">
          <a:xfrm>
            <a:off x="6448425" y="2446735"/>
            <a:ext cx="191691" cy="429815"/>
          </a:xfrm>
          <a:prstGeom prst="upDownArrow">
            <a:avLst>
              <a:gd name="adj1" fmla="val 50000"/>
              <a:gd name="adj2" fmla="val 44845"/>
            </a:avLst>
          </a:prstGeom>
          <a:solidFill>
            <a:schemeClr val="accent1"/>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34220" name="Line 44">
            <a:extLst>
              <a:ext uri="{FF2B5EF4-FFF2-40B4-BE49-F238E27FC236}">
                <a16:creationId xmlns:a16="http://schemas.microsoft.com/office/drawing/2014/main" id="{1E526B96-04D3-5040-92F4-4E0EFCABEFB0}"/>
              </a:ext>
            </a:extLst>
          </p:cNvPr>
          <p:cNvSpPr>
            <a:spLocks noChangeShapeType="1"/>
          </p:cNvSpPr>
          <p:nvPr/>
        </p:nvSpPr>
        <p:spPr bwMode="auto">
          <a:xfrm>
            <a:off x="2742010" y="3120628"/>
            <a:ext cx="0" cy="832247"/>
          </a:xfrm>
          <a:prstGeom prst="line">
            <a:avLst/>
          </a:prstGeom>
          <a:noFill/>
          <a:ln w="9525">
            <a:solidFill>
              <a:schemeClr val="tx1"/>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434221" name="Line 45">
            <a:extLst>
              <a:ext uri="{FF2B5EF4-FFF2-40B4-BE49-F238E27FC236}">
                <a16:creationId xmlns:a16="http://schemas.microsoft.com/office/drawing/2014/main" id="{C766CB27-6E21-B146-9AC6-8B83422A1500}"/>
              </a:ext>
            </a:extLst>
          </p:cNvPr>
          <p:cNvSpPr>
            <a:spLocks noChangeShapeType="1"/>
          </p:cNvSpPr>
          <p:nvPr/>
        </p:nvSpPr>
        <p:spPr bwMode="auto">
          <a:xfrm>
            <a:off x="6565106" y="3120628"/>
            <a:ext cx="0" cy="832247"/>
          </a:xfrm>
          <a:prstGeom prst="line">
            <a:avLst/>
          </a:prstGeom>
          <a:noFill/>
          <a:ln w="9525">
            <a:solidFill>
              <a:schemeClr val="tx1"/>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434222" name="Line 46">
            <a:extLst>
              <a:ext uri="{FF2B5EF4-FFF2-40B4-BE49-F238E27FC236}">
                <a16:creationId xmlns:a16="http://schemas.microsoft.com/office/drawing/2014/main" id="{7D72357A-66FE-A945-8FD0-75A8EED3C874}"/>
              </a:ext>
            </a:extLst>
          </p:cNvPr>
          <p:cNvSpPr>
            <a:spLocks noChangeShapeType="1"/>
          </p:cNvSpPr>
          <p:nvPr/>
        </p:nvSpPr>
        <p:spPr bwMode="auto">
          <a:xfrm>
            <a:off x="2742010" y="3761185"/>
            <a:ext cx="3823097" cy="0"/>
          </a:xfrm>
          <a:prstGeom prst="line">
            <a:avLst/>
          </a:prstGeom>
          <a:noFill/>
          <a:ln w="28575">
            <a:solidFill>
              <a:srgbClr val="333399"/>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434223" name="Rectangle 47">
            <a:extLst>
              <a:ext uri="{FF2B5EF4-FFF2-40B4-BE49-F238E27FC236}">
                <a16:creationId xmlns:a16="http://schemas.microsoft.com/office/drawing/2014/main" id="{D7176128-73AE-8C4B-93D0-61BD82CCADD5}"/>
              </a:ext>
            </a:extLst>
          </p:cNvPr>
          <p:cNvSpPr>
            <a:spLocks noChangeArrowheads="1"/>
          </p:cNvSpPr>
          <p:nvPr/>
        </p:nvSpPr>
        <p:spPr bwMode="auto">
          <a:xfrm>
            <a:off x="3081642" y="3418285"/>
            <a:ext cx="3137880" cy="6213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800">
                <a:solidFill>
                  <a:srgbClr val="333399"/>
                </a:solidFill>
                <a:latin typeface="Arial" panose="020B0604020202020204" pitchFamily="34" charset="0"/>
              </a:rPr>
              <a:t>IP </a:t>
            </a:r>
            <a:r>
              <a:rPr kumimoji="1" lang="zh-CN" altLang="en-US" sz="1800">
                <a:solidFill>
                  <a:srgbClr val="333399"/>
                </a:solidFill>
                <a:latin typeface="Arial" panose="020B0604020202020204" pitchFamily="34" charset="0"/>
              </a:rPr>
              <a:t>协议的作用范围</a:t>
            </a:r>
          </a:p>
          <a:p>
            <a:pPr algn="ctr">
              <a:defRPr/>
            </a:pPr>
            <a:r>
              <a:rPr kumimoji="1" lang="zh-CN" altLang="en-US" sz="1800">
                <a:solidFill>
                  <a:srgbClr val="333399"/>
                </a:solidFill>
                <a:latin typeface="Arial" panose="020B0604020202020204" pitchFamily="34" charset="0"/>
              </a:rPr>
              <a:t>（提供主机之间的逻辑通信）</a:t>
            </a:r>
          </a:p>
        </p:txBody>
      </p:sp>
      <p:sp>
        <p:nvSpPr>
          <p:cNvPr id="434224" name="Line 48">
            <a:extLst>
              <a:ext uri="{FF2B5EF4-FFF2-40B4-BE49-F238E27FC236}">
                <a16:creationId xmlns:a16="http://schemas.microsoft.com/office/drawing/2014/main" id="{DFFAE309-326D-084B-9720-06CCA5D21D3F}"/>
              </a:ext>
            </a:extLst>
          </p:cNvPr>
          <p:cNvSpPr>
            <a:spLocks noChangeShapeType="1"/>
          </p:cNvSpPr>
          <p:nvPr/>
        </p:nvSpPr>
        <p:spPr bwMode="auto">
          <a:xfrm>
            <a:off x="2294335" y="2446735"/>
            <a:ext cx="2381" cy="2146697"/>
          </a:xfrm>
          <a:prstGeom prst="line">
            <a:avLst/>
          </a:prstGeom>
          <a:noFill/>
          <a:ln w="9525">
            <a:solidFill>
              <a:schemeClr val="tx1"/>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434225" name="Line 49">
            <a:extLst>
              <a:ext uri="{FF2B5EF4-FFF2-40B4-BE49-F238E27FC236}">
                <a16:creationId xmlns:a16="http://schemas.microsoft.com/office/drawing/2014/main" id="{CAB3197E-07F1-4E49-96D4-570AA45111C7}"/>
              </a:ext>
            </a:extLst>
          </p:cNvPr>
          <p:cNvSpPr>
            <a:spLocks noChangeShapeType="1"/>
          </p:cNvSpPr>
          <p:nvPr/>
        </p:nvSpPr>
        <p:spPr bwMode="auto">
          <a:xfrm>
            <a:off x="6992541" y="2481263"/>
            <a:ext cx="4763" cy="2077641"/>
          </a:xfrm>
          <a:prstGeom prst="line">
            <a:avLst/>
          </a:prstGeom>
          <a:noFill/>
          <a:ln w="9525">
            <a:solidFill>
              <a:schemeClr val="tx1"/>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434226" name="Line 50">
            <a:extLst>
              <a:ext uri="{FF2B5EF4-FFF2-40B4-BE49-F238E27FC236}">
                <a16:creationId xmlns:a16="http://schemas.microsoft.com/office/drawing/2014/main" id="{328C957B-432F-7748-83E6-0262A77E76FE}"/>
              </a:ext>
            </a:extLst>
          </p:cNvPr>
          <p:cNvSpPr>
            <a:spLocks noChangeShapeType="1"/>
          </p:cNvSpPr>
          <p:nvPr/>
        </p:nvSpPr>
        <p:spPr bwMode="auto">
          <a:xfrm>
            <a:off x="2296716" y="4336256"/>
            <a:ext cx="4713684" cy="0"/>
          </a:xfrm>
          <a:prstGeom prst="line">
            <a:avLst/>
          </a:prstGeom>
          <a:noFill/>
          <a:ln w="28575">
            <a:solidFill>
              <a:srgbClr val="333399"/>
            </a:solidFill>
            <a:round/>
            <a:headEnd type="triangle" w="med" len="lg"/>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434227" name="Rectangle 51">
            <a:extLst>
              <a:ext uri="{FF2B5EF4-FFF2-40B4-BE49-F238E27FC236}">
                <a16:creationId xmlns:a16="http://schemas.microsoft.com/office/drawing/2014/main" id="{825B7B0E-3B9F-EB45-8EA2-D4B87B74AFCB}"/>
              </a:ext>
            </a:extLst>
          </p:cNvPr>
          <p:cNvSpPr>
            <a:spLocks noChangeArrowheads="1"/>
          </p:cNvSpPr>
          <p:nvPr/>
        </p:nvSpPr>
        <p:spPr bwMode="auto">
          <a:xfrm>
            <a:off x="3141173" y="4063603"/>
            <a:ext cx="3137880" cy="6213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800">
                <a:solidFill>
                  <a:srgbClr val="333399"/>
                </a:solidFill>
                <a:latin typeface="Arial" panose="020B0604020202020204" pitchFamily="34" charset="0"/>
              </a:rPr>
              <a:t>TCP </a:t>
            </a:r>
            <a:r>
              <a:rPr kumimoji="1" lang="zh-CN" altLang="en-US" sz="1800">
                <a:solidFill>
                  <a:srgbClr val="333399"/>
                </a:solidFill>
                <a:latin typeface="Arial" panose="020B0604020202020204" pitchFamily="34" charset="0"/>
              </a:rPr>
              <a:t>和 </a:t>
            </a:r>
            <a:r>
              <a:rPr kumimoji="1" lang="en-US" altLang="zh-CN" sz="1800">
                <a:solidFill>
                  <a:srgbClr val="333399"/>
                </a:solidFill>
                <a:latin typeface="Arial" panose="020B0604020202020204" pitchFamily="34" charset="0"/>
              </a:rPr>
              <a:t>UDP </a:t>
            </a:r>
            <a:r>
              <a:rPr kumimoji="1" lang="zh-CN" altLang="en-US" sz="1800">
                <a:solidFill>
                  <a:srgbClr val="333399"/>
                </a:solidFill>
                <a:latin typeface="Arial" panose="020B0604020202020204" pitchFamily="34" charset="0"/>
              </a:rPr>
              <a:t>协议的作用范围</a:t>
            </a:r>
          </a:p>
          <a:p>
            <a:pPr algn="ctr">
              <a:defRPr/>
            </a:pPr>
            <a:r>
              <a:rPr kumimoji="1" lang="zh-CN" altLang="en-US" sz="1800">
                <a:solidFill>
                  <a:srgbClr val="333399"/>
                </a:solidFill>
                <a:latin typeface="Arial" panose="020B0604020202020204" pitchFamily="34" charset="0"/>
              </a:rPr>
              <a:t>（提供进程之间的逻辑通信）</a:t>
            </a:r>
          </a:p>
        </p:txBody>
      </p:sp>
      <p:sp>
        <p:nvSpPr>
          <p:cNvPr id="434228" name="AutoShape 52">
            <a:extLst>
              <a:ext uri="{FF2B5EF4-FFF2-40B4-BE49-F238E27FC236}">
                <a16:creationId xmlns:a16="http://schemas.microsoft.com/office/drawing/2014/main" id="{F2F1C47C-9C73-614B-9C40-5299526625E1}"/>
              </a:ext>
            </a:extLst>
          </p:cNvPr>
          <p:cNvSpPr>
            <a:spLocks noChangeArrowheads="1"/>
          </p:cNvSpPr>
          <p:nvPr/>
        </p:nvSpPr>
        <p:spPr bwMode="auto">
          <a:xfrm>
            <a:off x="2631281" y="2459831"/>
            <a:ext cx="191691" cy="429816"/>
          </a:xfrm>
          <a:prstGeom prst="upDownArrow">
            <a:avLst>
              <a:gd name="adj1" fmla="val 50000"/>
              <a:gd name="adj2" fmla="val 44845"/>
            </a:avLst>
          </a:prstGeom>
          <a:solidFill>
            <a:schemeClr val="accent1"/>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graphicFrame>
        <p:nvGraphicFramePr>
          <p:cNvPr id="29721" name="Object 53">
            <a:extLst>
              <a:ext uri="{FF2B5EF4-FFF2-40B4-BE49-F238E27FC236}">
                <a16:creationId xmlns:a16="http://schemas.microsoft.com/office/drawing/2014/main" id="{229A44F0-7D90-1943-B417-CDF819512331}"/>
              </a:ext>
            </a:extLst>
          </p:cNvPr>
          <p:cNvGraphicFramePr>
            <a:graphicFrameLocks noChangeAspect="1"/>
          </p:cNvGraphicFramePr>
          <p:nvPr/>
        </p:nvGraphicFramePr>
        <p:xfrm>
          <a:off x="3420666" y="2311004"/>
          <a:ext cx="2400300" cy="1144190"/>
        </p:xfrm>
        <a:graphic>
          <a:graphicData uri="http://schemas.openxmlformats.org/presentationml/2006/ole">
            <mc:AlternateContent xmlns:mc="http://schemas.openxmlformats.org/markup-compatibility/2006">
              <mc:Choice xmlns:v="urn:schemas-microsoft-com:vml" Requires="v">
                <p:oleObj spid="_x0000_s16393" name="VISIO" r:id="rId5" imgW="3378200" imgH="1930400" progId="Visio.Drawing.6">
                  <p:embed/>
                </p:oleObj>
              </mc:Choice>
              <mc:Fallback>
                <p:oleObj name="VISIO" r:id="rId5" imgW="3378200" imgH="1930400" progId="Visio.Drawing.6">
                  <p:embed/>
                  <p:pic>
                    <p:nvPicPr>
                      <p:cNvPr id="29721" name="Object 53">
                        <a:extLst>
                          <a:ext uri="{FF2B5EF4-FFF2-40B4-BE49-F238E27FC236}">
                            <a16:creationId xmlns:a16="http://schemas.microsoft.com/office/drawing/2014/main" id="{229A44F0-7D90-1943-B417-CDF81951233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0666" y="2311004"/>
                        <a:ext cx="2400300" cy="1144190"/>
                      </a:xfrm>
                      <a:prstGeom prst="rect">
                        <a:avLst/>
                      </a:prstGeom>
                      <a:noFill/>
                      <a:ln>
                        <a:noFill/>
                      </a:ln>
                      <a:effectLst>
                        <a:outerShdw dist="25400" dir="5400000" algn="ctr" rotWithShape="0">
                          <a:schemeClr val="bg2">
                            <a:alpha val="74997"/>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434230" name="Rectangle 54">
            <a:extLst>
              <a:ext uri="{FF2B5EF4-FFF2-40B4-BE49-F238E27FC236}">
                <a16:creationId xmlns:a16="http://schemas.microsoft.com/office/drawing/2014/main" id="{0DF28491-CE07-1A45-9379-4BB75D9E226D}"/>
              </a:ext>
            </a:extLst>
          </p:cNvPr>
          <p:cNvSpPr>
            <a:spLocks noChangeArrowheads="1"/>
          </p:cNvSpPr>
          <p:nvPr/>
        </p:nvSpPr>
        <p:spPr bwMode="auto">
          <a:xfrm>
            <a:off x="4031457" y="2695575"/>
            <a:ext cx="1246336" cy="390493"/>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2100">
                <a:solidFill>
                  <a:srgbClr val="333399"/>
                </a:solidFill>
                <a:latin typeface="Arial" panose="020B0604020202020204" pitchFamily="34" charset="0"/>
              </a:rPr>
              <a:t>因  特  网</a:t>
            </a:r>
          </a:p>
        </p:txBody>
      </p:sp>
      <p:sp>
        <p:nvSpPr>
          <p:cNvPr id="2" name="幻灯片编号占位符 1">
            <a:extLst>
              <a:ext uri="{FF2B5EF4-FFF2-40B4-BE49-F238E27FC236}">
                <a16:creationId xmlns:a16="http://schemas.microsoft.com/office/drawing/2014/main" id="{6A2ED4A6-A031-8540-BDAE-37CDDD1EB69E}"/>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D9EB6640-AC30-1642-BFC4-8561AAFCBFFB}" type="slidenum">
              <a:rPr lang="en-US" altLang="zh-CN" sz="1050"/>
              <a:pPr>
                <a:defRPr/>
              </a:pPr>
              <a:t>7</a:t>
            </a:fld>
            <a:endParaRPr lang="en-US" altLang="zh-CN" sz="1050"/>
          </a:p>
        </p:txBody>
      </p:sp>
    </p:spTree>
    <p:extLst>
      <p:ext uri="{BB962C8B-B14F-4D97-AF65-F5344CB8AC3E}">
        <p14:creationId xmlns:p14="http://schemas.microsoft.com/office/powerpoint/2010/main" val="2505253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Rectangle 2">
            <a:extLst>
              <a:ext uri="{FF2B5EF4-FFF2-40B4-BE49-F238E27FC236}">
                <a16:creationId xmlns:a16="http://schemas.microsoft.com/office/drawing/2014/main" id="{6EB2EF9A-C5F7-864F-9615-EB978E60A396}"/>
              </a:ext>
            </a:extLst>
          </p:cNvPr>
          <p:cNvSpPr>
            <a:spLocks noGrp="1" noChangeArrowheads="1"/>
          </p:cNvSpPr>
          <p:nvPr>
            <p:ph type="title"/>
          </p:nvPr>
        </p:nvSpPr>
        <p:spPr>
          <a:xfrm>
            <a:off x="148591" y="303610"/>
            <a:ext cx="6271260" cy="576263"/>
          </a:xfrm>
        </p:spPr>
        <p:txBody>
          <a:bodyPr/>
          <a:lstStyle/>
          <a:p>
            <a:pPr eaLnBrk="1" hangingPunct="1">
              <a:defRPr/>
            </a:pPr>
            <a:r>
              <a:rPr lang="zh-CN" altLang="en-US" dirty="0">
                <a:latin typeface="Times New Roman" panose="02020603050405020304" pitchFamily="18" charset="0"/>
                <a:ea typeface="宋体" panose="02010600030101010101" pitchFamily="2" charset="-122"/>
              </a:rPr>
              <a:t>运输层的主要功能 </a:t>
            </a:r>
          </a:p>
        </p:txBody>
      </p:sp>
      <p:sp>
        <p:nvSpPr>
          <p:cNvPr id="435203" name="Rectangle 3">
            <a:extLst>
              <a:ext uri="{FF2B5EF4-FFF2-40B4-BE49-F238E27FC236}">
                <a16:creationId xmlns:a16="http://schemas.microsoft.com/office/drawing/2014/main" id="{1D490E25-8FD4-354F-87F3-082D2DEA79C2}"/>
              </a:ext>
            </a:extLst>
          </p:cNvPr>
          <p:cNvSpPr>
            <a:spLocks noGrp="1" noChangeArrowheads="1"/>
          </p:cNvSpPr>
          <p:nvPr>
            <p:ph type="body" idx="1"/>
          </p:nvPr>
        </p:nvSpPr>
        <p:spPr>
          <a:xfrm>
            <a:off x="148591" y="1059656"/>
            <a:ext cx="8692989" cy="3780234"/>
          </a:xfrm>
        </p:spPr>
        <p:txBody>
          <a:bodyPr/>
          <a:lstStyle/>
          <a:p>
            <a:pPr algn="just" eaLnBrk="1" hangingPunct="1">
              <a:defRPr/>
            </a:pPr>
            <a:r>
              <a:rPr lang="zh-CN" altLang="en-US" dirty="0">
                <a:ea typeface="宋体" panose="02010600030101010101" pitchFamily="2" charset="-122"/>
              </a:rPr>
              <a:t>运输层为</a:t>
            </a:r>
            <a:r>
              <a:rPr lang="zh-CN" altLang="en-US" dirty="0">
                <a:solidFill>
                  <a:schemeClr val="hlink"/>
                </a:solidFill>
                <a:ea typeface="宋体" panose="02010600030101010101" pitchFamily="2" charset="-122"/>
              </a:rPr>
              <a:t>应用进程之间</a:t>
            </a:r>
            <a:r>
              <a:rPr lang="zh-CN" altLang="en-US" dirty="0">
                <a:ea typeface="宋体" panose="02010600030101010101" pitchFamily="2" charset="-122"/>
              </a:rPr>
              <a:t>提供</a:t>
            </a:r>
            <a:r>
              <a:rPr lang="zh-CN" altLang="en-US" dirty="0">
                <a:solidFill>
                  <a:schemeClr val="hlink"/>
                </a:solidFill>
                <a:ea typeface="宋体" panose="02010600030101010101" pitchFamily="2" charset="-122"/>
              </a:rPr>
              <a:t>端到端的</a:t>
            </a:r>
            <a:r>
              <a:rPr lang="zh-CN" altLang="en-US" dirty="0">
                <a:ea typeface="宋体" panose="02010600030101010101" pitchFamily="2" charset="-122"/>
              </a:rPr>
              <a:t>逻辑通信（但网络层是为</a:t>
            </a:r>
            <a:r>
              <a:rPr lang="zh-CN" altLang="en-US" dirty="0">
                <a:solidFill>
                  <a:schemeClr val="hlink"/>
                </a:solidFill>
                <a:ea typeface="宋体" panose="02010600030101010101" pitchFamily="2" charset="-122"/>
              </a:rPr>
              <a:t>主机之间</a:t>
            </a:r>
            <a:r>
              <a:rPr lang="zh-CN" altLang="en-US" dirty="0">
                <a:ea typeface="宋体" panose="02010600030101010101" pitchFamily="2" charset="-122"/>
              </a:rPr>
              <a:t>提供逻辑通信）。</a:t>
            </a:r>
          </a:p>
          <a:p>
            <a:pPr algn="just" eaLnBrk="1" hangingPunct="1">
              <a:defRPr/>
            </a:pPr>
            <a:r>
              <a:rPr lang="zh-CN" altLang="en-US" dirty="0">
                <a:ea typeface="宋体" panose="02010600030101010101" pitchFamily="2" charset="-122"/>
              </a:rPr>
              <a:t>运输层还要对收到的报文进行差错检测。</a:t>
            </a:r>
          </a:p>
          <a:p>
            <a:pPr algn="just" eaLnBrk="1" hangingPunct="1">
              <a:defRPr/>
            </a:pPr>
            <a:r>
              <a:rPr lang="zh-CN" altLang="en-US" dirty="0">
                <a:ea typeface="宋体" panose="02010600030101010101" pitchFamily="2" charset="-122"/>
              </a:rPr>
              <a:t>运输层需要有两种不同的运输协议，即面向连接的 </a:t>
            </a:r>
            <a:r>
              <a:rPr lang="en-US" altLang="zh-CN" dirty="0">
                <a:ea typeface="宋体" panose="02010600030101010101" pitchFamily="2" charset="-122"/>
              </a:rPr>
              <a:t>TCP </a:t>
            </a:r>
            <a:r>
              <a:rPr lang="zh-CN" altLang="en-US" dirty="0">
                <a:ea typeface="宋体" panose="02010600030101010101" pitchFamily="2" charset="-122"/>
              </a:rPr>
              <a:t>和无连接的 </a:t>
            </a:r>
            <a:r>
              <a:rPr lang="en-US" altLang="zh-CN" dirty="0">
                <a:ea typeface="宋体" panose="02010600030101010101" pitchFamily="2" charset="-122"/>
              </a:rPr>
              <a:t>UDP</a:t>
            </a:r>
            <a:r>
              <a:rPr lang="zh-CN" altLang="en-US" dirty="0">
                <a:ea typeface="宋体" panose="02010600030101010101" pitchFamily="2" charset="-122"/>
              </a:rPr>
              <a:t>。</a:t>
            </a:r>
            <a:r>
              <a:rPr lang="zh-CN" altLang="en-US" sz="2800" dirty="0">
                <a:latin typeface="Times New Roman" panose="02020603050405020304" pitchFamily="18" charset="0"/>
                <a:ea typeface="宋体" panose="02010600030101010101" pitchFamily="2" charset="-122"/>
              </a:rPr>
              <a:t>  </a:t>
            </a:r>
            <a:r>
              <a:rPr lang="zh-CN" altLang="en-US" dirty="0">
                <a:ea typeface="宋体" panose="02010600030101010101" pitchFamily="2" charset="-122"/>
              </a:rPr>
              <a:t> </a:t>
            </a:r>
          </a:p>
        </p:txBody>
      </p:sp>
      <p:sp>
        <p:nvSpPr>
          <p:cNvPr id="2" name="幻灯片编号占位符 1">
            <a:extLst>
              <a:ext uri="{FF2B5EF4-FFF2-40B4-BE49-F238E27FC236}">
                <a16:creationId xmlns:a16="http://schemas.microsoft.com/office/drawing/2014/main" id="{0D7CE430-DB01-2041-9B99-AF138B86B517}"/>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1E83D16-7513-0247-B178-680903A8D063}" type="slidenum">
              <a:rPr lang="en-US" altLang="zh-CN" sz="1050"/>
              <a:pPr>
                <a:defRPr/>
              </a:pPr>
              <a:t>8</a:t>
            </a:fld>
            <a:endParaRPr lang="en-US" altLang="zh-CN" sz="1050"/>
          </a:p>
        </p:txBody>
      </p:sp>
    </p:spTree>
    <p:extLst>
      <p:ext uri="{BB962C8B-B14F-4D97-AF65-F5344CB8AC3E}">
        <p14:creationId xmlns:p14="http://schemas.microsoft.com/office/powerpoint/2010/main" val="39341756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520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520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520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674" name="Rectangle 2">
            <a:extLst>
              <a:ext uri="{FF2B5EF4-FFF2-40B4-BE49-F238E27FC236}">
                <a16:creationId xmlns:a16="http://schemas.microsoft.com/office/drawing/2014/main" id="{FAB2815D-32A6-5843-A68A-E37D724033B1}"/>
              </a:ext>
            </a:extLst>
          </p:cNvPr>
          <p:cNvSpPr>
            <a:spLocks noGrp="1" noChangeArrowheads="1"/>
          </p:cNvSpPr>
          <p:nvPr>
            <p:ph type="title"/>
          </p:nvPr>
        </p:nvSpPr>
        <p:spPr/>
        <p:txBody>
          <a:bodyPr/>
          <a:lstStyle/>
          <a:p>
            <a:pPr eaLnBrk="1" hangingPunct="1">
              <a:defRPr/>
            </a:pPr>
            <a:r>
              <a:rPr lang="zh-CN" altLang="en-US" sz="3000" dirty="0">
                <a:ea typeface="宋体" panose="02010600030101010101" pitchFamily="2" charset="-122"/>
              </a:rPr>
              <a:t>两种不同的运输协议</a:t>
            </a:r>
          </a:p>
        </p:txBody>
      </p:sp>
      <p:sp>
        <p:nvSpPr>
          <p:cNvPr id="668675" name="Rectangle 3">
            <a:extLst>
              <a:ext uri="{FF2B5EF4-FFF2-40B4-BE49-F238E27FC236}">
                <a16:creationId xmlns:a16="http://schemas.microsoft.com/office/drawing/2014/main" id="{53F549EB-4733-9E41-B3DC-D2C6A32EE49B}"/>
              </a:ext>
            </a:extLst>
          </p:cNvPr>
          <p:cNvSpPr>
            <a:spLocks noGrp="1" noChangeArrowheads="1"/>
          </p:cNvSpPr>
          <p:nvPr>
            <p:ph type="body" idx="1"/>
          </p:nvPr>
        </p:nvSpPr>
        <p:spPr>
          <a:xfrm>
            <a:off x="217170" y="1059657"/>
            <a:ext cx="8698486" cy="3780235"/>
          </a:xfrm>
        </p:spPr>
        <p:txBody>
          <a:bodyPr/>
          <a:lstStyle/>
          <a:p>
            <a:pPr eaLnBrk="1" hangingPunct="1">
              <a:defRPr/>
            </a:pPr>
            <a:r>
              <a:rPr lang="zh-CN" altLang="en-US" sz="2100" dirty="0">
                <a:ea typeface="宋体" panose="02010600030101010101" pitchFamily="2" charset="-122"/>
              </a:rPr>
              <a:t>运输层向高层用户</a:t>
            </a:r>
            <a:r>
              <a:rPr lang="zh-CN" altLang="en-US" sz="2100" dirty="0">
                <a:solidFill>
                  <a:schemeClr val="hlink"/>
                </a:solidFill>
                <a:ea typeface="宋体" panose="02010600030101010101" pitchFamily="2" charset="-122"/>
              </a:rPr>
              <a:t>屏蔽</a:t>
            </a:r>
            <a:r>
              <a:rPr lang="zh-CN" altLang="en-US" sz="2100" dirty="0">
                <a:ea typeface="宋体" panose="02010600030101010101" pitchFamily="2" charset="-122"/>
              </a:rPr>
              <a:t>了下面网络核心的细节（如网络拓扑、所采用的路由选择协议等），它使应用进程看见的就是好像在两个运输层实体之间有一条端到端的逻辑通信信道。</a:t>
            </a:r>
          </a:p>
          <a:p>
            <a:pPr eaLnBrk="1" hangingPunct="1">
              <a:defRPr/>
            </a:pPr>
            <a:r>
              <a:rPr lang="zh-CN" altLang="en-US" sz="2100" dirty="0">
                <a:ea typeface="宋体" panose="02010600030101010101" pitchFamily="2" charset="-122"/>
              </a:rPr>
              <a:t>当运输层采用面向连接的 </a:t>
            </a:r>
            <a:r>
              <a:rPr lang="en-US" altLang="zh-CN" sz="2100" dirty="0">
                <a:ea typeface="宋体" panose="02010600030101010101" pitchFamily="2" charset="-122"/>
              </a:rPr>
              <a:t>TCP </a:t>
            </a:r>
            <a:r>
              <a:rPr lang="zh-CN" altLang="en-US" sz="2100" dirty="0">
                <a:ea typeface="宋体" panose="02010600030101010101" pitchFamily="2" charset="-122"/>
              </a:rPr>
              <a:t>协议时，尽管下面的网络是不可靠的（只提供尽最大努力服务），但这种逻辑通信信道就相当于一条全双工的</a:t>
            </a:r>
            <a:r>
              <a:rPr lang="zh-CN" altLang="en-US" sz="2100" dirty="0">
                <a:solidFill>
                  <a:schemeClr val="hlink"/>
                </a:solidFill>
                <a:ea typeface="宋体" panose="02010600030101010101" pitchFamily="2" charset="-122"/>
              </a:rPr>
              <a:t>可靠信道</a:t>
            </a:r>
            <a:r>
              <a:rPr lang="zh-CN" altLang="en-US" sz="2100" dirty="0">
                <a:ea typeface="宋体" panose="02010600030101010101" pitchFamily="2" charset="-122"/>
              </a:rPr>
              <a:t>。</a:t>
            </a:r>
          </a:p>
          <a:p>
            <a:pPr eaLnBrk="1" hangingPunct="1">
              <a:defRPr/>
            </a:pPr>
            <a:r>
              <a:rPr lang="zh-CN" altLang="en-US" sz="2100" dirty="0">
                <a:ea typeface="宋体" panose="02010600030101010101" pitchFamily="2" charset="-122"/>
              </a:rPr>
              <a:t>当运输层采用无连接的 </a:t>
            </a:r>
            <a:r>
              <a:rPr lang="en-US" altLang="zh-CN" sz="2100" dirty="0">
                <a:ea typeface="宋体" panose="02010600030101010101" pitchFamily="2" charset="-122"/>
              </a:rPr>
              <a:t>UDP</a:t>
            </a:r>
            <a:r>
              <a:rPr lang="en-US" altLang="zh-CN" sz="2100" b="1" dirty="0">
                <a:ea typeface="宋体" panose="02010600030101010101" pitchFamily="2" charset="-122"/>
              </a:rPr>
              <a:t> </a:t>
            </a:r>
            <a:r>
              <a:rPr lang="zh-CN" altLang="en-US" sz="2100" dirty="0">
                <a:ea typeface="宋体" panose="02010600030101010101" pitchFamily="2" charset="-122"/>
              </a:rPr>
              <a:t>协议时，这种逻辑通信信道是一条</a:t>
            </a:r>
            <a:r>
              <a:rPr lang="zh-CN" altLang="en-US" sz="2100" dirty="0">
                <a:solidFill>
                  <a:schemeClr val="hlink"/>
                </a:solidFill>
                <a:ea typeface="宋体" panose="02010600030101010101" pitchFamily="2" charset="-122"/>
              </a:rPr>
              <a:t>不可靠信道</a:t>
            </a:r>
            <a:r>
              <a:rPr lang="zh-CN" altLang="en-US" sz="2100" dirty="0">
                <a:ea typeface="宋体" panose="02010600030101010101" pitchFamily="2" charset="-122"/>
              </a:rPr>
              <a:t>。 </a:t>
            </a:r>
          </a:p>
        </p:txBody>
      </p:sp>
      <p:sp>
        <p:nvSpPr>
          <p:cNvPr id="2" name="幻灯片编号占位符 1">
            <a:extLst>
              <a:ext uri="{FF2B5EF4-FFF2-40B4-BE49-F238E27FC236}">
                <a16:creationId xmlns:a16="http://schemas.microsoft.com/office/drawing/2014/main" id="{10E57259-3BE0-CE42-92ED-8253752A5C16}"/>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1F68FED-C757-8346-BCF2-CA6DB58BCF59}" type="slidenum">
              <a:rPr lang="en-US" altLang="zh-CN" sz="1050"/>
              <a:pPr>
                <a:defRPr/>
              </a:pPr>
              <a:t>9</a:t>
            </a:fld>
            <a:endParaRPr lang="en-US" altLang="zh-CN" sz="1050"/>
          </a:p>
        </p:txBody>
      </p:sp>
    </p:spTree>
    <p:extLst>
      <p:ext uri="{BB962C8B-B14F-4D97-AF65-F5344CB8AC3E}">
        <p14:creationId xmlns:p14="http://schemas.microsoft.com/office/powerpoint/2010/main" val="1546292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1" name="Rectangle 3">
            <a:extLst>
              <a:ext uri="{FF2B5EF4-FFF2-40B4-BE49-F238E27FC236}">
                <a16:creationId xmlns:a16="http://schemas.microsoft.com/office/drawing/2014/main" id="{76F643FD-F45B-9644-A231-EF0A942C5019}"/>
              </a:ext>
            </a:extLst>
          </p:cNvPr>
          <p:cNvSpPr>
            <a:spLocks noGrp="1" noChangeArrowheads="1"/>
          </p:cNvSpPr>
          <p:nvPr>
            <p:ph type="body" idx="1"/>
          </p:nvPr>
        </p:nvSpPr>
        <p:spPr>
          <a:xfrm>
            <a:off x="217170" y="1059657"/>
            <a:ext cx="8721346" cy="3780235"/>
          </a:xfrm>
        </p:spPr>
        <p:txBody>
          <a:bodyPr/>
          <a:lstStyle/>
          <a:p>
            <a:pPr eaLnBrk="1" hangingPunct="1">
              <a:lnSpc>
                <a:spcPct val="90000"/>
              </a:lnSpc>
              <a:buFont typeface="Wingdings" pitchFamily="2" charset="2"/>
              <a:buNone/>
              <a:defRPr/>
            </a:pPr>
            <a:r>
              <a:rPr lang="en-US" altLang="zh-CN" sz="2700" dirty="0">
                <a:ea typeface="宋体" panose="02010600030101010101" pitchFamily="2" charset="-122"/>
              </a:rPr>
              <a:t>TCP/IP </a:t>
            </a:r>
            <a:r>
              <a:rPr lang="zh-CN" altLang="en-US" sz="2700" dirty="0">
                <a:ea typeface="宋体" panose="02010600030101010101" pitchFamily="2" charset="-122"/>
              </a:rPr>
              <a:t>的运输层有两个不同的协议：</a:t>
            </a:r>
          </a:p>
          <a:p>
            <a:pPr eaLnBrk="1" hangingPunct="1">
              <a:lnSpc>
                <a:spcPct val="90000"/>
              </a:lnSpc>
              <a:buFont typeface="Wingdings" pitchFamily="2" charset="2"/>
              <a:buNone/>
              <a:defRPr/>
            </a:pPr>
            <a:r>
              <a:rPr lang="en-US" altLang="zh-CN" dirty="0">
                <a:ea typeface="宋体" panose="02010600030101010101" pitchFamily="2" charset="-122"/>
              </a:rPr>
              <a:t>(1) </a:t>
            </a:r>
            <a:r>
              <a:rPr lang="zh-CN" altLang="en-US" dirty="0">
                <a:ea typeface="宋体" panose="02010600030101010101" pitchFamily="2" charset="-122"/>
              </a:rPr>
              <a:t>用户数据报协议 </a:t>
            </a:r>
            <a:r>
              <a:rPr lang="en-US" altLang="zh-CN" dirty="0">
                <a:solidFill>
                  <a:srgbClr val="C00000"/>
                </a:solidFill>
                <a:ea typeface="宋体" panose="02010600030101010101" pitchFamily="2" charset="-122"/>
              </a:rPr>
              <a:t>UDP</a:t>
            </a:r>
            <a:r>
              <a:rPr lang="en-US" altLang="zh-CN" dirty="0">
                <a:ea typeface="宋体" panose="02010600030101010101" pitchFamily="2" charset="-122"/>
              </a:rPr>
              <a:t>  (User Datagram Protocol)</a:t>
            </a:r>
          </a:p>
          <a:p>
            <a:pPr eaLnBrk="1" hangingPunct="1">
              <a:lnSpc>
                <a:spcPct val="90000"/>
              </a:lnSpc>
              <a:buFont typeface="Wingdings" pitchFamily="2" charset="2"/>
              <a:buNone/>
              <a:defRPr/>
            </a:pPr>
            <a:r>
              <a:rPr lang="en-US" altLang="zh-CN" dirty="0">
                <a:ea typeface="宋体" panose="02010600030101010101" pitchFamily="2" charset="-122"/>
              </a:rPr>
              <a:t>(2) </a:t>
            </a:r>
            <a:r>
              <a:rPr lang="zh-CN" altLang="en-US" dirty="0">
                <a:ea typeface="宋体" panose="02010600030101010101" pitchFamily="2" charset="-122"/>
              </a:rPr>
              <a:t>传输控制协议 </a:t>
            </a:r>
            <a:r>
              <a:rPr lang="en-US" altLang="zh-CN" dirty="0">
                <a:solidFill>
                  <a:srgbClr val="C00000"/>
                </a:solidFill>
                <a:ea typeface="宋体" panose="02010600030101010101" pitchFamily="2" charset="-122"/>
              </a:rPr>
              <a:t>TCP</a:t>
            </a:r>
            <a:r>
              <a:rPr lang="en-US" altLang="zh-CN" dirty="0">
                <a:ea typeface="宋体" panose="02010600030101010101" pitchFamily="2" charset="-122"/>
              </a:rPr>
              <a:t> (Transmission Control Protocol)</a:t>
            </a:r>
          </a:p>
        </p:txBody>
      </p:sp>
      <p:sp>
        <p:nvSpPr>
          <p:cNvPr id="140290" name="Rectangle 2">
            <a:extLst>
              <a:ext uri="{FF2B5EF4-FFF2-40B4-BE49-F238E27FC236}">
                <a16:creationId xmlns:a16="http://schemas.microsoft.com/office/drawing/2014/main" id="{1C11D119-FAEA-0240-83D4-500E2907BF22}"/>
              </a:ext>
            </a:extLst>
          </p:cNvPr>
          <p:cNvSpPr>
            <a:spLocks noGrp="1" noChangeArrowheads="1"/>
          </p:cNvSpPr>
          <p:nvPr>
            <p:ph type="title"/>
          </p:nvPr>
        </p:nvSpPr>
        <p:spPr/>
        <p:txBody>
          <a:bodyPr/>
          <a:lstStyle/>
          <a:p>
            <a:pPr eaLnBrk="1" hangingPunct="1">
              <a:defRPr/>
            </a:pPr>
            <a:r>
              <a:rPr lang="en-US" altLang="zh-CN" dirty="0">
                <a:latin typeface="Times New Roman" panose="02020603050405020304" pitchFamily="18" charset="0"/>
                <a:ea typeface="宋体" panose="02010600030101010101" pitchFamily="2" charset="-122"/>
              </a:rPr>
              <a:t>5.1.2 </a:t>
            </a:r>
            <a:r>
              <a:rPr lang="zh-CN" altLang="en-US" dirty="0">
                <a:latin typeface="Times New Roman" panose="02020603050405020304" pitchFamily="18" charset="0"/>
                <a:ea typeface="宋体" panose="02010600030101010101" pitchFamily="2" charset="-122"/>
              </a:rPr>
              <a:t>运输层的两个主要协议 </a:t>
            </a:r>
          </a:p>
        </p:txBody>
      </p:sp>
      <p:sp>
        <p:nvSpPr>
          <p:cNvPr id="2" name="幻灯片编号占位符 1">
            <a:extLst>
              <a:ext uri="{FF2B5EF4-FFF2-40B4-BE49-F238E27FC236}">
                <a16:creationId xmlns:a16="http://schemas.microsoft.com/office/drawing/2014/main" id="{56FD6CE4-CF74-5242-8151-51D28001559D}"/>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A649BF8-0503-3742-AB38-F338C3400510}" type="slidenum">
              <a:rPr lang="en-US" altLang="zh-CN" sz="1050"/>
              <a:pPr>
                <a:defRPr/>
              </a:pPr>
              <a:t>10</a:t>
            </a:fld>
            <a:endParaRPr lang="en-US" altLang="zh-CN" sz="1050"/>
          </a:p>
        </p:txBody>
      </p:sp>
    </p:spTree>
    <p:extLst>
      <p:ext uri="{BB962C8B-B14F-4D97-AF65-F5344CB8AC3E}">
        <p14:creationId xmlns:p14="http://schemas.microsoft.com/office/powerpoint/2010/main" val="1869507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a:extLst>
              <a:ext uri="{FF2B5EF4-FFF2-40B4-BE49-F238E27FC236}">
                <a16:creationId xmlns:a16="http://schemas.microsoft.com/office/drawing/2014/main" id="{B91C48FF-5C3A-124A-9F4C-1AAAC7D688AF}"/>
              </a:ext>
            </a:extLst>
          </p:cNvPr>
          <p:cNvSpPr>
            <a:spLocks noGrp="1" noChangeArrowheads="1"/>
          </p:cNvSpPr>
          <p:nvPr>
            <p:ph type="body" idx="1"/>
          </p:nvPr>
        </p:nvSpPr>
        <p:spPr>
          <a:xfrm>
            <a:off x="133563" y="1059657"/>
            <a:ext cx="8804953" cy="3780235"/>
          </a:xfrm>
        </p:spPr>
        <p:txBody>
          <a:bodyPr/>
          <a:lstStyle/>
          <a:p>
            <a:pPr eaLnBrk="1" hangingPunct="1">
              <a:lnSpc>
                <a:spcPct val="120000"/>
              </a:lnSpc>
              <a:defRPr/>
            </a:pPr>
            <a:r>
              <a:rPr lang="zh-CN" altLang="en-US" dirty="0">
                <a:latin typeface="Times New Roman" panose="02020603050405020304" pitchFamily="18" charset="0"/>
                <a:ea typeface="宋体" panose="02010600030101010101" pitchFamily="2" charset="-122"/>
              </a:rPr>
              <a:t>两个对等运输实体在通信时传送的数据单位叫作</a:t>
            </a:r>
            <a:r>
              <a:rPr lang="zh-CN" altLang="en-US" dirty="0">
                <a:solidFill>
                  <a:srgbClr val="FF0000"/>
                </a:solidFill>
                <a:latin typeface="Times New Roman" panose="02020603050405020304" pitchFamily="18" charset="0"/>
                <a:ea typeface="宋体" panose="02010600030101010101" pitchFamily="2" charset="-122"/>
              </a:rPr>
              <a:t>运输协议数据单元</a:t>
            </a: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TPDU (Transport Protocol Data Unit)</a:t>
            </a:r>
            <a:r>
              <a:rPr lang="zh-CN" altLang="en-US" dirty="0">
                <a:latin typeface="Times New Roman" panose="02020603050405020304" pitchFamily="18" charset="0"/>
                <a:ea typeface="宋体" panose="02010600030101010101" pitchFamily="2" charset="-122"/>
              </a:rPr>
              <a:t>。</a:t>
            </a:r>
          </a:p>
          <a:p>
            <a:pPr eaLnBrk="1" hangingPunct="1">
              <a:lnSpc>
                <a:spcPct val="120000"/>
              </a:lnSpc>
              <a:defRPr/>
            </a:pP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传送的数据单位协议是 </a:t>
            </a:r>
            <a:r>
              <a:rPr lang="en-US" altLang="zh-CN" dirty="0">
                <a:solidFill>
                  <a:srgbClr val="FF0000"/>
                </a:solidFill>
                <a:latin typeface="Times New Roman" panose="02020603050405020304" pitchFamily="18" charset="0"/>
                <a:ea typeface="宋体" panose="02010600030101010101" pitchFamily="2" charset="-122"/>
              </a:rPr>
              <a:t>TCP </a:t>
            </a:r>
            <a:r>
              <a:rPr lang="zh-CN" altLang="en-US" dirty="0">
                <a:solidFill>
                  <a:srgbClr val="FF0000"/>
                </a:solidFill>
                <a:latin typeface="Times New Roman" panose="02020603050405020304" pitchFamily="18" charset="0"/>
                <a:ea typeface="宋体" panose="02010600030101010101" pitchFamily="2" charset="-122"/>
              </a:rPr>
              <a:t>报文段</a:t>
            </a:r>
            <a:r>
              <a:rPr lang="en-US" altLang="zh-CN" dirty="0">
                <a:latin typeface="Times New Roman" panose="02020603050405020304" pitchFamily="18" charset="0"/>
                <a:ea typeface="宋体" panose="02010600030101010101" pitchFamily="2" charset="-122"/>
              </a:rPr>
              <a:t>(segment)</a:t>
            </a:r>
          </a:p>
          <a:p>
            <a:pPr eaLnBrk="1" hangingPunct="1">
              <a:lnSpc>
                <a:spcPct val="120000"/>
              </a:lnSpc>
              <a:defRPr/>
            </a:pP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传送的数据单位协议是 </a:t>
            </a:r>
            <a:r>
              <a:rPr lang="en-US" altLang="zh-CN" dirty="0">
                <a:solidFill>
                  <a:srgbClr val="FF0000"/>
                </a:solidFill>
                <a:latin typeface="Times New Roman" panose="02020603050405020304" pitchFamily="18" charset="0"/>
                <a:ea typeface="宋体" panose="02010600030101010101" pitchFamily="2" charset="-122"/>
              </a:rPr>
              <a:t>UDP </a:t>
            </a:r>
            <a:r>
              <a:rPr lang="zh-CN" altLang="en-US" dirty="0">
                <a:solidFill>
                  <a:srgbClr val="FF0000"/>
                </a:solidFill>
                <a:latin typeface="Times New Roman" panose="02020603050405020304" pitchFamily="18" charset="0"/>
                <a:ea typeface="宋体" panose="02010600030101010101" pitchFamily="2" charset="-122"/>
              </a:rPr>
              <a:t>报文</a:t>
            </a:r>
            <a:r>
              <a:rPr lang="zh-CN" altLang="en-US" dirty="0">
                <a:latin typeface="Times New Roman" panose="02020603050405020304" pitchFamily="18" charset="0"/>
                <a:ea typeface="宋体" panose="02010600030101010101" pitchFamily="2" charset="-122"/>
              </a:rPr>
              <a:t>或</a:t>
            </a:r>
            <a:r>
              <a:rPr lang="zh-CN" altLang="en-US" dirty="0">
                <a:solidFill>
                  <a:srgbClr val="FF0000"/>
                </a:solidFill>
                <a:latin typeface="Times New Roman" panose="02020603050405020304" pitchFamily="18" charset="0"/>
                <a:ea typeface="宋体" panose="02010600030101010101" pitchFamily="2" charset="-122"/>
              </a:rPr>
              <a:t>用户数据报</a:t>
            </a:r>
            <a:r>
              <a:rPr lang="zh-CN" altLang="en-US" dirty="0">
                <a:latin typeface="Times New Roman" panose="02020603050405020304" pitchFamily="18" charset="0"/>
                <a:ea typeface="宋体" panose="02010600030101010101" pitchFamily="2" charset="-122"/>
              </a:rPr>
              <a:t>。 </a:t>
            </a:r>
          </a:p>
        </p:txBody>
      </p:sp>
      <p:sp>
        <p:nvSpPr>
          <p:cNvPr id="351235" name="Rectangle 3">
            <a:extLst>
              <a:ext uri="{FF2B5EF4-FFF2-40B4-BE49-F238E27FC236}">
                <a16:creationId xmlns:a16="http://schemas.microsoft.com/office/drawing/2014/main" id="{DDF90B6A-B89F-0A4B-A2F3-F8E34B4A3F9F}"/>
              </a:ext>
            </a:extLst>
          </p:cNvPr>
          <p:cNvSpPr>
            <a:spLocks noGrp="1" noChangeArrowheads="1"/>
          </p:cNvSpPr>
          <p:nvPr>
            <p:ph type="title"/>
          </p:nvPr>
        </p:nvSpPr>
        <p:spPr/>
        <p:txBody>
          <a:bodyPr/>
          <a:lstStyle/>
          <a:p>
            <a:pPr eaLnBrk="1" hangingPunct="1">
              <a:defRPr/>
            </a:pP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与 </a:t>
            </a:r>
            <a:r>
              <a:rPr lang="en-US" altLang="zh-CN" dirty="0">
                <a:latin typeface="Times New Roman" panose="02020603050405020304" pitchFamily="18" charset="0"/>
                <a:ea typeface="宋体" panose="02010600030101010101" pitchFamily="2" charset="-122"/>
              </a:rPr>
              <a:t>UDP </a:t>
            </a:r>
          </a:p>
        </p:txBody>
      </p:sp>
      <p:sp>
        <p:nvSpPr>
          <p:cNvPr id="2" name="幻灯片编号占位符 1">
            <a:extLst>
              <a:ext uri="{FF2B5EF4-FFF2-40B4-BE49-F238E27FC236}">
                <a16:creationId xmlns:a16="http://schemas.microsoft.com/office/drawing/2014/main" id="{57CEA959-1C5E-FE4C-9221-3EA635E02D5B}"/>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4C2C803-6F30-7046-8C72-18E5AE5D3DCD}" type="slidenum">
              <a:rPr lang="en-US" altLang="zh-CN" sz="1050"/>
              <a:pPr>
                <a:defRPr/>
              </a:pPr>
              <a:t>11</a:t>
            </a:fld>
            <a:endParaRPr lang="en-US" altLang="zh-CN" sz="1050"/>
          </a:p>
        </p:txBody>
      </p:sp>
    </p:spTree>
    <p:extLst>
      <p:ext uri="{BB962C8B-B14F-4D97-AF65-F5344CB8AC3E}">
        <p14:creationId xmlns:p14="http://schemas.microsoft.com/office/powerpoint/2010/main" val="13321714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1234">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123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34"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9" name="Rectangle 3">
            <a:extLst>
              <a:ext uri="{FF2B5EF4-FFF2-40B4-BE49-F238E27FC236}">
                <a16:creationId xmlns:a16="http://schemas.microsoft.com/office/drawing/2014/main" id="{69A233B1-0745-8441-89D4-03FF17545752}"/>
              </a:ext>
            </a:extLst>
          </p:cNvPr>
          <p:cNvSpPr>
            <a:spLocks noGrp="1" noChangeArrowheads="1"/>
          </p:cNvSpPr>
          <p:nvPr>
            <p:ph type="title"/>
          </p:nvPr>
        </p:nvSpPr>
        <p:spPr/>
        <p:txBody>
          <a:bodyPr/>
          <a:lstStyle/>
          <a:p>
            <a:pPr eaLnBrk="1" hangingPunct="1">
              <a:defRPr/>
            </a:pPr>
            <a:r>
              <a:rPr lang="en-US" altLang="zh-CN" dirty="0">
                <a:latin typeface="Times New Roman" panose="02020603050405020304" pitchFamily="18" charset="0"/>
                <a:ea typeface="宋体" panose="02010600030101010101" pitchFamily="2" charset="-122"/>
              </a:rPr>
              <a:t>TCP/IP </a:t>
            </a:r>
            <a:r>
              <a:rPr lang="zh-CN" altLang="en-US" dirty="0">
                <a:latin typeface="Times New Roman" panose="02020603050405020304" pitchFamily="18" charset="0"/>
                <a:ea typeface="宋体" panose="02010600030101010101" pitchFamily="2" charset="-122"/>
              </a:rPr>
              <a:t>体系中的运输层协议 </a:t>
            </a:r>
          </a:p>
        </p:txBody>
      </p:sp>
      <p:sp>
        <p:nvSpPr>
          <p:cNvPr id="352261" name="Rectangle 5">
            <a:extLst>
              <a:ext uri="{FF2B5EF4-FFF2-40B4-BE49-F238E27FC236}">
                <a16:creationId xmlns:a16="http://schemas.microsoft.com/office/drawing/2014/main" id="{AE26BBE4-6CB6-974B-957B-358B4C2FB11D}"/>
              </a:ext>
            </a:extLst>
          </p:cNvPr>
          <p:cNvSpPr>
            <a:spLocks noChangeArrowheads="1"/>
          </p:cNvSpPr>
          <p:nvPr/>
        </p:nvSpPr>
        <p:spPr bwMode="auto">
          <a:xfrm>
            <a:off x="3436144" y="1647826"/>
            <a:ext cx="2265760" cy="1813322"/>
          </a:xfrm>
          <a:prstGeom prst="rect">
            <a:avLst/>
          </a:prstGeom>
          <a:solidFill>
            <a:schemeClr val="bg1"/>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52262" name="Line 6">
            <a:extLst>
              <a:ext uri="{FF2B5EF4-FFF2-40B4-BE49-F238E27FC236}">
                <a16:creationId xmlns:a16="http://schemas.microsoft.com/office/drawing/2014/main" id="{4B45758D-D730-EB43-80E6-38FBF066C31A}"/>
              </a:ext>
            </a:extLst>
          </p:cNvPr>
          <p:cNvSpPr>
            <a:spLocks noChangeShapeType="1"/>
          </p:cNvSpPr>
          <p:nvPr/>
        </p:nvSpPr>
        <p:spPr bwMode="auto">
          <a:xfrm>
            <a:off x="3434954" y="2030016"/>
            <a:ext cx="2263378"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52263" name="Line 7">
            <a:extLst>
              <a:ext uri="{FF2B5EF4-FFF2-40B4-BE49-F238E27FC236}">
                <a16:creationId xmlns:a16="http://schemas.microsoft.com/office/drawing/2014/main" id="{15B9C500-10E2-DD49-A9E4-856EBA6FBCF0}"/>
              </a:ext>
            </a:extLst>
          </p:cNvPr>
          <p:cNvSpPr>
            <a:spLocks noChangeShapeType="1"/>
          </p:cNvSpPr>
          <p:nvPr/>
        </p:nvSpPr>
        <p:spPr bwMode="auto">
          <a:xfrm>
            <a:off x="3434953" y="2419350"/>
            <a:ext cx="2271713"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52264" name="Rectangle 8">
            <a:extLst>
              <a:ext uri="{FF2B5EF4-FFF2-40B4-BE49-F238E27FC236}">
                <a16:creationId xmlns:a16="http://schemas.microsoft.com/office/drawing/2014/main" id="{7DCDF92A-66AA-5943-A90A-4142A210F388}"/>
              </a:ext>
            </a:extLst>
          </p:cNvPr>
          <p:cNvSpPr>
            <a:spLocks noChangeArrowheads="1"/>
          </p:cNvSpPr>
          <p:nvPr/>
        </p:nvSpPr>
        <p:spPr bwMode="auto">
          <a:xfrm>
            <a:off x="3454004" y="1668066"/>
            <a:ext cx="2239565" cy="346472"/>
          </a:xfrm>
          <a:prstGeom prst="rect">
            <a:avLst/>
          </a:prstGeom>
          <a:solidFill>
            <a:srgbClr val="CCE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352265" name="Rectangle 9">
            <a:extLst>
              <a:ext uri="{FF2B5EF4-FFF2-40B4-BE49-F238E27FC236}">
                <a16:creationId xmlns:a16="http://schemas.microsoft.com/office/drawing/2014/main" id="{5BF62CE5-2300-D944-B161-1DA0BDBC2400}"/>
              </a:ext>
            </a:extLst>
          </p:cNvPr>
          <p:cNvSpPr>
            <a:spLocks noChangeArrowheads="1"/>
          </p:cNvSpPr>
          <p:nvPr/>
        </p:nvSpPr>
        <p:spPr bwMode="auto">
          <a:xfrm>
            <a:off x="3454003" y="2433638"/>
            <a:ext cx="2233613" cy="1009650"/>
          </a:xfrm>
          <a:prstGeom prst="rect">
            <a:avLst/>
          </a:prstGeom>
          <a:solidFill>
            <a:srgbClr val="CCE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352266" name="Line 10">
            <a:extLst>
              <a:ext uri="{FF2B5EF4-FFF2-40B4-BE49-F238E27FC236}">
                <a16:creationId xmlns:a16="http://schemas.microsoft.com/office/drawing/2014/main" id="{12122317-3E5E-DF43-B529-39D326AE4FF2}"/>
              </a:ext>
            </a:extLst>
          </p:cNvPr>
          <p:cNvSpPr>
            <a:spLocks noChangeShapeType="1"/>
          </p:cNvSpPr>
          <p:nvPr/>
        </p:nvSpPr>
        <p:spPr bwMode="auto">
          <a:xfrm>
            <a:off x="4558904" y="2033588"/>
            <a:ext cx="0" cy="38100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52267" name="Rectangle 11">
            <a:extLst>
              <a:ext uri="{FF2B5EF4-FFF2-40B4-BE49-F238E27FC236}">
                <a16:creationId xmlns:a16="http://schemas.microsoft.com/office/drawing/2014/main" id="{C7EAA2FF-EB52-4049-A64C-14BF77BD7E9D}"/>
              </a:ext>
            </a:extLst>
          </p:cNvPr>
          <p:cNvSpPr>
            <a:spLocks noChangeArrowheads="1"/>
          </p:cNvSpPr>
          <p:nvPr/>
        </p:nvSpPr>
        <p:spPr bwMode="auto">
          <a:xfrm>
            <a:off x="4787504" y="2031206"/>
            <a:ext cx="598722" cy="34432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a:solidFill>
                  <a:srgbClr val="333399"/>
                </a:solidFill>
                <a:ea typeface="黑体" charset="-122"/>
                <a:cs typeface="+mn-cs"/>
              </a:rPr>
              <a:t>TCP</a:t>
            </a:r>
          </a:p>
        </p:txBody>
      </p:sp>
      <p:sp>
        <p:nvSpPr>
          <p:cNvPr id="352268" name="Rectangle 12">
            <a:extLst>
              <a:ext uri="{FF2B5EF4-FFF2-40B4-BE49-F238E27FC236}">
                <a16:creationId xmlns:a16="http://schemas.microsoft.com/office/drawing/2014/main" id="{5BB6DAD3-7F3B-B847-AACA-B5E24E57A393}"/>
              </a:ext>
            </a:extLst>
          </p:cNvPr>
          <p:cNvSpPr>
            <a:spLocks noChangeArrowheads="1"/>
          </p:cNvSpPr>
          <p:nvPr/>
        </p:nvSpPr>
        <p:spPr bwMode="auto">
          <a:xfrm>
            <a:off x="3654028" y="2031206"/>
            <a:ext cx="624370" cy="34432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a:solidFill>
                  <a:srgbClr val="333399"/>
                </a:solidFill>
                <a:ea typeface="黑体" charset="-122"/>
                <a:cs typeface="+mn-cs"/>
              </a:rPr>
              <a:t>UDP</a:t>
            </a:r>
          </a:p>
        </p:txBody>
      </p:sp>
      <p:sp>
        <p:nvSpPr>
          <p:cNvPr id="352271" name="Rectangle 15">
            <a:extLst>
              <a:ext uri="{FF2B5EF4-FFF2-40B4-BE49-F238E27FC236}">
                <a16:creationId xmlns:a16="http://schemas.microsoft.com/office/drawing/2014/main" id="{32DEB17E-1761-8A42-A628-0B48357B726F}"/>
              </a:ext>
            </a:extLst>
          </p:cNvPr>
          <p:cNvSpPr>
            <a:spLocks noChangeArrowheads="1"/>
          </p:cNvSpPr>
          <p:nvPr/>
        </p:nvSpPr>
        <p:spPr bwMode="auto">
          <a:xfrm>
            <a:off x="4380310" y="2445544"/>
            <a:ext cx="355066" cy="344326"/>
          </a:xfrm>
          <a:prstGeom prst="rect">
            <a:avLst/>
          </a:prstGeom>
          <a:solidFill>
            <a:srgbClr val="CCECFF"/>
          </a:solid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a:solidFill>
                  <a:srgbClr val="333399"/>
                </a:solidFill>
                <a:ea typeface="黑体" charset="-122"/>
              </a:rPr>
              <a:t>IP</a:t>
            </a:r>
          </a:p>
        </p:txBody>
      </p:sp>
      <p:sp>
        <p:nvSpPr>
          <p:cNvPr id="352274" name="Rectangle 18">
            <a:extLst>
              <a:ext uri="{FF2B5EF4-FFF2-40B4-BE49-F238E27FC236}">
                <a16:creationId xmlns:a16="http://schemas.microsoft.com/office/drawing/2014/main" id="{0C064EB3-7F7A-DD46-8330-C0CB488A5563}"/>
              </a:ext>
            </a:extLst>
          </p:cNvPr>
          <p:cNvSpPr>
            <a:spLocks noChangeArrowheads="1"/>
          </p:cNvSpPr>
          <p:nvPr/>
        </p:nvSpPr>
        <p:spPr bwMode="auto">
          <a:xfrm>
            <a:off x="4086225" y="1653778"/>
            <a:ext cx="944971" cy="390493"/>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2100">
                <a:solidFill>
                  <a:srgbClr val="333399"/>
                </a:solidFill>
                <a:latin typeface="Arial" panose="020B0604020202020204" pitchFamily="34" charset="0"/>
              </a:rPr>
              <a:t>应用层</a:t>
            </a:r>
          </a:p>
        </p:txBody>
      </p:sp>
      <p:sp>
        <p:nvSpPr>
          <p:cNvPr id="352275" name="Rectangle 19">
            <a:extLst>
              <a:ext uri="{FF2B5EF4-FFF2-40B4-BE49-F238E27FC236}">
                <a16:creationId xmlns:a16="http://schemas.microsoft.com/office/drawing/2014/main" id="{988F2A50-CD46-924B-9673-35B90D3694EB}"/>
              </a:ext>
            </a:extLst>
          </p:cNvPr>
          <p:cNvSpPr>
            <a:spLocks noChangeArrowheads="1"/>
          </p:cNvSpPr>
          <p:nvPr/>
        </p:nvSpPr>
        <p:spPr bwMode="auto">
          <a:xfrm>
            <a:off x="3654029" y="2949179"/>
            <a:ext cx="1834753" cy="344326"/>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800">
                <a:solidFill>
                  <a:srgbClr val="333399"/>
                </a:solidFill>
                <a:latin typeface="Arial" panose="020B0604020202020204" pitchFamily="34" charset="0"/>
              </a:rPr>
              <a:t>与各种网络接口</a:t>
            </a:r>
          </a:p>
        </p:txBody>
      </p:sp>
      <p:sp>
        <p:nvSpPr>
          <p:cNvPr id="352276" name="Line 20">
            <a:extLst>
              <a:ext uri="{FF2B5EF4-FFF2-40B4-BE49-F238E27FC236}">
                <a16:creationId xmlns:a16="http://schemas.microsoft.com/office/drawing/2014/main" id="{57719F20-99BE-0A4D-B101-C015BE893709}"/>
              </a:ext>
            </a:extLst>
          </p:cNvPr>
          <p:cNvSpPr>
            <a:spLocks noChangeShapeType="1"/>
          </p:cNvSpPr>
          <p:nvPr/>
        </p:nvSpPr>
        <p:spPr bwMode="auto">
          <a:xfrm>
            <a:off x="3434954" y="2794397"/>
            <a:ext cx="2263378" cy="0"/>
          </a:xfrm>
          <a:prstGeom prst="line">
            <a:avLst/>
          </a:prstGeom>
          <a:noFill/>
          <a:ln w="12700">
            <a:solidFill>
              <a:schemeClr val="tx1"/>
            </a:solidFill>
            <a:round/>
            <a:headEnd/>
            <a:tailEnd/>
          </a:ln>
          <a:effectLst/>
        </p:spPr>
        <p:txBody>
          <a:bodyPr wrap="none" anchor="ctr"/>
          <a:lstStyle/>
          <a:p>
            <a:pPr eaLnBrk="1" hangingPunct="1">
              <a:defRPr/>
            </a:pPr>
            <a:endParaRPr lang="zh-CN" altLang="en-US" sz="2400">
              <a:latin typeface="Tahoma" charset="0"/>
              <a:ea typeface="宋体" charset="-122"/>
            </a:endParaRPr>
          </a:p>
        </p:txBody>
      </p:sp>
      <p:sp>
        <p:nvSpPr>
          <p:cNvPr id="352278" name="Text Box 22">
            <a:extLst>
              <a:ext uri="{FF2B5EF4-FFF2-40B4-BE49-F238E27FC236}">
                <a16:creationId xmlns:a16="http://schemas.microsoft.com/office/drawing/2014/main" id="{D0526E7F-8B43-034E-90EE-36BDC09CCDEC}"/>
              </a:ext>
            </a:extLst>
          </p:cNvPr>
          <p:cNvSpPr txBox="1">
            <a:spLocks noChangeArrowheads="1"/>
          </p:cNvSpPr>
          <p:nvPr/>
        </p:nvSpPr>
        <p:spPr bwMode="auto">
          <a:xfrm>
            <a:off x="2132410" y="2044303"/>
            <a:ext cx="992579" cy="415498"/>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rPr>
              <a:t>运输层</a:t>
            </a:r>
          </a:p>
        </p:txBody>
      </p:sp>
      <p:sp>
        <p:nvSpPr>
          <p:cNvPr id="2" name="幻灯片编号占位符 1">
            <a:extLst>
              <a:ext uri="{FF2B5EF4-FFF2-40B4-BE49-F238E27FC236}">
                <a16:creationId xmlns:a16="http://schemas.microsoft.com/office/drawing/2014/main" id="{F374EE0E-32DD-5848-B842-6FCF66861943}"/>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0F3CE62-E2FD-084D-9D76-E230F33B683D}" type="slidenum">
              <a:rPr lang="en-US" altLang="zh-CN" sz="1050"/>
              <a:pPr>
                <a:defRPr/>
              </a:pPr>
              <a:t>12</a:t>
            </a:fld>
            <a:endParaRPr lang="en-US" altLang="zh-CN" sz="1050"/>
          </a:p>
        </p:txBody>
      </p:sp>
    </p:spTree>
    <p:extLst>
      <p:ext uri="{BB962C8B-B14F-4D97-AF65-F5344CB8AC3E}">
        <p14:creationId xmlns:p14="http://schemas.microsoft.com/office/powerpoint/2010/main" val="2870132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3" name="Rectangle 3">
            <a:extLst>
              <a:ext uri="{FF2B5EF4-FFF2-40B4-BE49-F238E27FC236}">
                <a16:creationId xmlns:a16="http://schemas.microsoft.com/office/drawing/2014/main" id="{248E50F8-F0F9-DC46-AC6B-AF2A67239B4A}"/>
              </a:ext>
            </a:extLst>
          </p:cNvPr>
          <p:cNvSpPr>
            <a:spLocks noGrp="1" noChangeArrowheads="1"/>
          </p:cNvSpPr>
          <p:nvPr>
            <p:ph type="title"/>
          </p:nvPr>
        </p:nvSpPr>
        <p:spPr/>
        <p:txBody>
          <a:bodyPr/>
          <a:lstStyle/>
          <a:p>
            <a:pPr eaLnBrk="1" hangingPunct="1">
              <a:defRPr/>
            </a:pP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与 </a:t>
            </a:r>
            <a:r>
              <a:rPr lang="en-US" altLang="zh-CN" dirty="0">
                <a:latin typeface="Times New Roman" panose="02020603050405020304" pitchFamily="18" charset="0"/>
                <a:ea typeface="宋体" panose="02010600030101010101" pitchFamily="2" charset="-122"/>
              </a:rPr>
              <a:t>UDP </a:t>
            </a:r>
          </a:p>
        </p:txBody>
      </p:sp>
      <p:sp>
        <p:nvSpPr>
          <p:cNvPr id="353295" name="Rectangle 15">
            <a:extLst>
              <a:ext uri="{FF2B5EF4-FFF2-40B4-BE49-F238E27FC236}">
                <a16:creationId xmlns:a16="http://schemas.microsoft.com/office/drawing/2014/main" id="{9A26904F-EB69-2342-AC17-EB06CA131AF3}"/>
              </a:ext>
            </a:extLst>
          </p:cNvPr>
          <p:cNvSpPr>
            <a:spLocks noGrp="1" noChangeArrowheads="1"/>
          </p:cNvSpPr>
          <p:nvPr>
            <p:ph type="body" idx="1"/>
          </p:nvPr>
        </p:nvSpPr>
        <p:spPr>
          <a:xfrm>
            <a:off x="133563" y="1059656"/>
            <a:ext cx="8804952" cy="3833813"/>
          </a:xfrm>
        </p:spPr>
        <p:txBody>
          <a:bodyPr/>
          <a:lstStyle/>
          <a:p>
            <a:pPr algn="just" eaLnBrk="1" hangingPunct="1">
              <a:lnSpc>
                <a:spcPct val="105000"/>
              </a:lnSpc>
              <a:defRPr/>
            </a:pPr>
            <a:r>
              <a:rPr lang="en-US" altLang="zh-CN" sz="2100" dirty="0">
                <a:ea typeface="宋体" panose="02010600030101010101" pitchFamily="2" charset="-122"/>
              </a:rPr>
              <a:t>UDP </a:t>
            </a:r>
            <a:r>
              <a:rPr lang="zh-CN" altLang="en-US" sz="2100" dirty="0">
                <a:ea typeface="宋体" panose="02010600030101010101" pitchFamily="2" charset="-122"/>
              </a:rPr>
              <a:t>在传送数据之前不需要先建立连接。对方的运输层在收到 </a:t>
            </a:r>
            <a:r>
              <a:rPr lang="en-US" altLang="zh-CN" sz="2100" dirty="0">
                <a:ea typeface="宋体" panose="02010600030101010101" pitchFamily="2" charset="-122"/>
              </a:rPr>
              <a:t>UDP </a:t>
            </a:r>
            <a:r>
              <a:rPr lang="zh-CN" altLang="en-US" sz="2100" dirty="0">
                <a:ea typeface="宋体" panose="02010600030101010101" pitchFamily="2" charset="-122"/>
              </a:rPr>
              <a:t>报文后，不需要给出任何确认。虽然 </a:t>
            </a:r>
            <a:r>
              <a:rPr lang="en-US" altLang="zh-CN" sz="2100" dirty="0">
                <a:ea typeface="宋体" panose="02010600030101010101" pitchFamily="2" charset="-122"/>
              </a:rPr>
              <a:t>UDP </a:t>
            </a:r>
            <a:r>
              <a:rPr lang="zh-CN" altLang="en-US" sz="2100" dirty="0">
                <a:ea typeface="宋体" panose="02010600030101010101" pitchFamily="2" charset="-122"/>
              </a:rPr>
              <a:t>不提供可靠交付，但在某些情况下 </a:t>
            </a:r>
            <a:r>
              <a:rPr lang="en-US" altLang="zh-CN" sz="2100" dirty="0">
                <a:ea typeface="宋体" panose="02010600030101010101" pitchFamily="2" charset="-122"/>
              </a:rPr>
              <a:t>UDP </a:t>
            </a:r>
            <a:r>
              <a:rPr lang="zh-CN" altLang="en-US" sz="2100" dirty="0">
                <a:ea typeface="宋体" panose="02010600030101010101" pitchFamily="2" charset="-122"/>
              </a:rPr>
              <a:t>是一种最有效的工作方式。</a:t>
            </a:r>
          </a:p>
          <a:p>
            <a:pPr algn="just" eaLnBrk="1" hangingPunct="1">
              <a:lnSpc>
                <a:spcPct val="105000"/>
              </a:lnSpc>
              <a:defRPr/>
            </a:pPr>
            <a:r>
              <a:rPr lang="en-US" altLang="zh-CN" sz="2100" dirty="0">
                <a:ea typeface="宋体" panose="02010600030101010101" pitchFamily="2" charset="-122"/>
              </a:rPr>
              <a:t>TCP </a:t>
            </a:r>
            <a:r>
              <a:rPr lang="zh-CN" altLang="en-US" sz="2100" dirty="0">
                <a:ea typeface="宋体" panose="02010600030101010101" pitchFamily="2" charset="-122"/>
              </a:rPr>
              <a:t>则提供面向连接的服务。</a:t>
            </a:r>
            <a:r>
              <a:rPr lang="en-US" altLang="zh-CN" sz="2100" dirty="0">
                <a:ea typeface="宋体" panose="02010600030101010101" pitchFamily="2" charset="-122"/>
              </a:rPr>
              <a:t>TCP </a:t>
            </a:r>
            <a:r>
              <a:rPr lang="zh-CN" altLang="en-US" sz="2100" dirty="0">
                <a:ea typeface="宋体" panose="02010600030101010101" pitchFamily="2" charset="-122"/>
              </a:rPr>
              <a:t>不提供广播或多播服务。由于 </a:t>
            </a:r>
            <a:r>
              <a:rPr lang="en-US" altLang="zh-CN" sz="2100" dirty="0">
                <a:ea typeface="宋体" panose="02010600030101010101" pitchFamily="2" charset="-122"/>
              </a:rPr>
              <a:t>TCP </a:t>
            </a:r>
            <a:r>
              <a:rPr lang="zh-CN" altLang="en-US" sz="2100" dirty="0">
                <a:ea typeface="宋体" panose="02010600030101010101" pitchFamily="2" charset="-122"/>
              </a:rPr>
              <a:t>要提供可靠的、面向连接的运输服务，因此不可避免地增加了许多的开销。这不仅使协议数据单元的首部增大很多，还要占用许多的处理机资源。  </a:t>
            </a:r>
          </a:p>
        </p:txBody>
      </p:sp>
      <p:sp>
        <p:nvSpPr>
          <p:cNvPr id="2" name="幻灯片编号占位符 1">
            <a:extLst>
              <a:ext uri="{FF2B5EF4-FFF2-40B4-BE49-F238E27FC236}">
                <a16:creationId xmlns:a16="http://schemas.microsoft.com/office/drawing/2014/main" id="{BCC3C7D1-5F36-5C41-AD22-755AB358B77F}"/>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1F163704-A0DD-6746-B540-AA240B827ADD}" type="slidenum">
              <a:rPr lang="en-US" altLang="zh-CN" sz="1050"/>
              <a:pPr>
                <a:defRPr/>
              </a:pPr>
              <a:t>13</a:t>
            </a:fld>
            <a:endParaRPr lang="en-US" altLang="zh-CN" sz="1050"/>
          </a:p>
        </p:txBody>
      </p:sp>
    </p:spTree>
    <p:extLst>
      <p:ext uri="{BB962C8B-B14F-4D97-AF65-F5344CB8AC3E}">
        <p14:creationId xmlns:p14="http://schemas.microsoft.com/office/powerpoint/2010/main" val="15326281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5329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Rectangle 2">
            <a:extLst>
              <a:ext uri="{FF2B5EF4-FFF2-40B4-BE49-F238E27FC236}">
                <a16:creationId xmlns:a16="http://schemas.microsoft.com/office/drawing/2014/main" id="{A3CCB4AE-F2A0-854B-9311-E447B18E14E2}"/>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还要强调两点 </a:t>
            </a:r>
          </a:p>
        </p:txBody>
      </p:sp>
      <p:sp>
        <p:nvSpPr>
          <p:cNvPr id="355339" name="Rectangle 11">
            <a:extLst>
              <a:ext uri="{FF2B5EF4-FFF2-40B4-BE49-F238E27FC236}">
                <a16:creationId xmlns:a16="http://schemas.microsoft.com/office/drawing/2014/main" id="{7D89256B-3BD5-5A4D-B6BD-55C02DEA4662}"/>
              </a:ext>
            </a:extLst>
          </p:cNvPr>
          <p:cNvSpPr>
            <a:spLocks noGrp="1" noChangeArrowheads="1"/>
          </p:cNvSpPr>
          <p:nvPr>
            <p:ph type="body" idx="1"/>
          </p:nvPr>
        </p:nvSpPr>
        <p:spPr>
          <a:xfrm>
            <a:off x="133562" y="1059657"/>
            <a:ext cx="8724687" cy="3726656"/>
          </a:xfrm>
        </p:spPr>
        <p:txBody>
          <a:bodyPr/>
          <a:lstStyle/>
          <a:p>
            <a:pPr algn="just" eaLnBrk="1" hangingPunct="1">
              <a:lnSpc>
                <a:spcPct val="110000"/>
              </a:lnSpc>
              <a:defRPr/>
            </a:pPr>
            <a:r>
              <a:rPr lang="zh-CN" altLang="en-US" sz="2100" dirty="0">
                <a:ea typeface="宋体" panose="02010600030101010101" pitchFamily="2" charset="-122"/>
              </a:rPr>
              <a:t>运输层的</a:t>
            </a:r>
            <a:r>
              <a:rPr lang="zh-CN" altLang="en-US" sz="1050" dirty="0">
                <a:ea typeface="宋体" panose="02010600030101010101" pitchFamily="2" charset="-122"/>
              </a:rPr>
              <a:t> </a:t>
            </a:r>
            <a:r>
              <a:rPr lang="en-US" altLang="zh-CN" sz="2100" dirty="0">
                <a:ea typeface="宋体" panose="02010600030101010101" pitchFamily="2" charset="-122"/>
              </a:rPr>
              <a:t>UDP</a:t>
            </a:r>
            <a:r>
              <a:rPr lang="en-US" altLang="zh-CN" sz="525" dirty="0">
                <a:ea typeface="宋体" panose="02010600030101010101" pitchFamily="2" charset="-122"/>
              </a:rPr>
              <a:t> </a:t>
            </a:r>
            <a:r>
              <a:rPr lang="zh-CN" altLang="en-US" sz="2100" dirty="0">
                <a:ea typeface="宋体" panose="02010600030101010101" pitchFamily="2" charset="-122"/>
              </a:rPr>
              <a:t>用户数据报与网际层的</a:t>
            </a:r>
            <a:r>
              <a:rPr lang="en-US" altLang="zh-CN" sz="2100" dirty="0">
                <a:ea typeface="宋体" panose="02010600030101010101" pitchFamily="2" charset="-122"/>
              </a:rPr>
              <a:t>IP</a:t>
            </a:r>
            <a:r>
              <a:rPr lang="zh-CN" altLang="en-US" sz="2100" dirty="0">
                <a:ea typeface="宋体" panose="02010600030101010101" pitchFamily="2" charset="-122"/>
              </a:rPr>
              <a:t>数据报有很大区别。</a:t>
            </a:r>
            <a:r>
              <a:rPr lang="en-US" altLang="zh-CN" sz="2100" dirty="0">
                <a:ea typeface="宋体" panose="02010600030101010101" pitchFamily="2" charset="-122"/>
              </a:rPr>
              <a:t>IP</a:t>
            </a:r>
            <a:r>
              <a:rPr lang="en-US" altLang="zh-CN" sz="525" dirty="0">
                <a:ea typeface="宋体" panose="02010600030101010101" pitchFamily="2" charset="-122"/>
              </a:rPr>
              <a:t> </a:t>
            </a:r>
            <a:r>
              <a:rPr lang="zh-CN" altLang="en-US" sz="2100" dirty="0">
                <a:ea typeface="宋体" panose="02010600030101010101" pitchFamily="2" charset="-122"/>
              </a:rPr>
              <a:t>数据报要经过互连网中许多路由器的存储转发，但</a:t>
            </a:r>
            <a:r>
              <a:rPr lang="zh-CN" altLang="en-US" sz="675" dirty="0">
                <a:ea typeface="宋体" panose="02010600030101010101" pitchFamily="2" charset="-122"/>
              </a:rPr>
              <a:t> </a:t>
            </a:r>
            <a:r>
              <a:rPr lang="en-US" altLang="zh-CN" sz="2100" dirty="0">
                <a:ea typeface="宋体" panose="02010600030101010101" pitchFamily="2" charset="-122"/>
              </a:rPr>
              <a:t>UDP</a:t>
            </a:r>
            <a:r>
              <a:rPr lang="en-US" altLang="zh-CN" sz="750" dirty="0">
                <a:ea typeface="宋体" panose="02010600030101010101" pitchFamily="2" charset="-122"/>
              </a:rPr>
              <a:t> </a:t>
            </a:r>
            <a:r>
              <a:rPr lang="zh-CN" altLang="en-US" sz="2100" dirty="0">
                <a:ea typeface="宋体" panose="02010600030101010101" pitchFamily="2" charset="-122"/>
              </a:rPr>
              <a:t>用户数据报是在运输层的端到端抽象的逻辑信道中传送的。</a:t>
            </a:r>
          </a:p>
          <a:p>
            <a:pPr algn="just" eaLnBrk="1" hangingPunct="1">
              <a:lnSpc>
                <a:spcPct val="110000"/>
              </a:lnSpc>
              <a:defRPr/>
            </a:pPr>
            <a:r>
              <a:rPr lang="en-US" altLang="zh-CN" sz="2100" dirty="0">
                <a:ea typeface="宋体" panose="02010600030101010101" pitchFamily="2" charset="-122"/>
              </a:rPr>
              <a:t>TCP</a:t>
            </a:r>
            <a:r>
              <a:rPr lang="en-US" altLang="zh-CN" sz="1200" dirty="0">
                <a:ea typeface="宋体" panose="02010600030101010101" pitchFamily="2" charset="-122"/>
              </a:rPr>
              <a:t> </a:t>
            </a:r>
            <a:r>
              <a:rPr lang="zh-CN" altLang="en-US" sz="2100" dirty="0">
                <a:ea typeface="宋体" panose="02010600030101010101" pitchFamily="2" charset="-122"/>
              </a:rPr>
              <a:t>报文段是在运输层抽象的端到端逻辑信道中传送，这种信道是可靠的全双工信道。但这样的信道却不知道究竟经过了哪些路由器，而这些路由器也根本不知道上面的运输层是否建立了 </a:t>
            </a:r>
            <a:r>
              <a:rPr lang="en-US" altLang="zh-CN" sz="2100" dirty="0">
                <a:ea typeface="宋体" panose="02010600030101010101" pitchFamily="2" charset="-122"/>
              </a:rPr>
              <a:t>TCP </a:t>
            </a:r>
            <a:r>
              <a:rPr lang="zh-CN" altLang="en-US" sz="2100" dirty="0">
                <a:ea typeface="宋体" panose="02010600030101010101" pitchFamily="2" charset="-122"/>
              </a:rPr>
              <a:t>连接。 </a:t>
            </a:r>
          </a:p>
        </p:txBody>
      </p:sp>
      <p:sp>
        <p:nvSpPr>
          <p:cNvPr id="2" name="幻灯片编号占位符 1">
            <a:extLst>
              <a:ext uri="{FF2B5EF4-FFF2-40B4-BE49-F238E27FC236}">
                <a16:creationId xmlns:a16="http://schemas.microsoft.com/office/drawing/2014/main" id="{F48DB9F2-2069-7142-B920-A8AF04F8E897}"/>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CDE8202-AB54-074D-8E33-DEAE7421039B}" type="slidenum">
              <a:rPr lang="en-US" altLang="zh-CN" sz="1050"/>
              <a:pPr>
                <a:defRPr/>
              </a:pPr>
              <a:t>14</a:t>
            </a:fld>
            <a:endParaRPr lang="en-US" altLang="zh-CN" sz="1050"/>
          </a:p>
        </p:txBody>
      </p:sp>
    </p:spTree>
    <p:extLst>
      <p:ext uri="{BB962C8B-B14F-4D97-AF65-F5344CB8AC3E}">
        <p14:creationId xmlns:p14="http://schemas.microsoft.com/office/powerpoint/2010/main" val="55297485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5533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52551468-1859-D346-91D5-C45A38D12285}"/>
              </a:ext>
            </a:extLst>
          </p:cNvPr>
          <p:cNvSpPr>
            <a:spLocks noGrp="1" noChangeArrowheads="1"/>
          </p:cNvSpPr>
          <p:nvPr>
            <p:ph type="title"/>
          </p:nvPr>
        </p:nvSpPr>
        <p:spPr/>
        <p:txBody>
          <a:bodyPr/>
          <a:lstStyle/>
          <a:p>
            <a:pPr eaLnBrk="1" hangingPunct="1">
              <a:defRPr/>
            </a:pPr>
            <a:r>
              <a:rPr lang="en-US" altLang="zh-CN" dirty="0">
                <a:latin typeface="Times New Roman" panose="02020603050405020304" pitchFamily="18" charset="0"/>
                <a:ea typeface="宋体" panose="02010600030101010101" pitchFamily="2" charset="-122"/>
              </a:rPr>
              <a:t>5.1.3  </a:t>
            </a:r>
            <a:r>
              <a:rPr lang="zh-CN" altLang="en-US" dirty="0">
                <a:latin typeface="Times New Roman" panose="02020603050405020304" pitchFamily="18" charset="0"/>
                <a:ea typeface="宋体" panose="02010600030101010101" pitchFamily="2" charset="-122"/>
              </a:rPr>
              <a:t>运输层的端口 </a:t>
            </a:r>
          </a:p>
        </p:txBody>
      </p:sp>
      <p:sp>
        <p:nvSpPr>
          <p:cNvPr id="142339" name="Rectangle 3">
            <a:extLst>
              <a:ext uri="{FF2B5EF4-FFF2-40B4-BE49-F238E27FC236}">
                <a16:creationId xmlns:a16="http://schemas.microsoft.com/office/drawing/2014/main" id="{4133E05B-C0AA-EB46-93B8-7051A5F277B1}"/>
              </a:ext>
            </a:extLst>
          </p:cNvPr>
          <p:cNvSpPr>
            <a:spLocks noGrp="1" noChangeArrowheads="1"/>
          </p:cNvSpPr>
          <p:nvPr>
            <p:ph type="body" idx="1"/>
          </p:nvPr>
        </p:nvSpPr>
        <p:spPr>
          <a:xfrm>
            <a:off x="133564" y="1059657"/>
            <a:ext cx="8804952" cy="3942160"/>
          </a:xfrm>
        </p:spPr>
        <p:txBody>
          <a:bodyPr/>
          <a:lstStyle/>
          <a:p>
            <a:pPr eaLnBrk="1" hangingPunct="1">
              <a:defRPr/>
            </a:pPr>
            <a:r>
              <a:rPr lang="zh-CN" altLang="en-US" sz="2100" dirty="0">
                <a:ea typeface="宋体" panose="02010600030101010101" pitchFamily="2" charset="-122"/>
              </a:rPr>
              <a:t>运行在计算机中的进程是用</a:t>
            </a:r>
            <a:r>
              <a:rPr lang="zh-CN" altLang="en-US" sz="2100" dirty="0">
                <a:solidFill>
                  <a:schemeClr val="hlink"/>
                </a:solidFill>
                <a:ea typeface="宋体" panose="02010600030101010101" pitchFamily="2" charset="-122"/>
              </a:rPr>
              <a:t>进程标识符</a:t>
            </a:r>
            <a:r>
              <a:rPr lang="zh-CN" altLang="en-US" sz="2100" dirty="0">
                <a:ea typeface="宋体" panose="02010600030101010101" pitchFamily="2" charset="-122"/>
              </a:rPr>
              <a:t>来标志的。</a:t>
            </a:r>
          </a:p>
          <a:p>
            <a:pPr eaLnBrk="1" hangingPunct="1">
              <a:defRPr/>
            </a:pPr>
            <a:r>
              <a:rPr lang="zh-CN" altLang="en-US" sz="2100" dirty="0">
                <a:ea typeface="宋体" panose="02010600030101010101" pitchFamily="2" charset="-122"/>
              </a:rPr>
              <a:t>运行在应用层的各种应用进程却不应当让计算机操作系统指派它的进程标识符。这是因为在因特网上使用的计算机的操作系统种类很多，而不同的操作系统又使用不同格式的进程标识符。</a:t>
            </a:r>
          </a:p>
          <a:p>
            <a:pPr eaLnBrk="1" hangingPunct="1">
              <a:defRPr/>
            </a:pPr>
            <a:r>
              <a:rPr lang="zh-CN" altLang="en-US" sz="2100" dirty="0">
                <a:ea typeface="宋体" panose="02010600030101010101" pitchFamily="2" charset="-122"/>
              </a:rPr>
              <a:t>为了使运行不同操作系统的计算机的应用进程能够互相通信，就</a:t>
            </a:r>
            <a:r>
              <a:rPr lang="zh-CN" altLang="en-US" sz="2100" dirty="0">
                <a:solidFill>
                  <a:schemeClr val="hlink"/>
                </a:solidFill>
                <a:ea typeface="宋体" panose="02010600030101010101" pitchFamily="2" charset="-122"/>
              </a:rPr>
              <a:t>必须用统一的方法</a:t>
            </a:r>
            <a:r>
              <a:rPr lang="zh-CN" altLang="en-US" sz="2100" dirty="0">
                <a:ea typeface="宋体" panose="02010600030101010101" pitchFamily="2" charset="-122"/>
              </a:rPr>
              <a:t>对 </a:t>
            </a:r>
            <a:r>
              <a:rPr lang="en-US" altLang="zh-CN" sz="2100" dirty="0">
                <a:ea typeface="宋体" panose="02010600030101010101" pitchFamily="2" charset="-122"/>
              </a:rPr>
              <a:t>TCP/IP </a:t>
            </a:r>
            <a:r>
              <a:rPr lang="zh-CN" altLang="en-US" sz="2100" dirty="0">
                <a:ea typeface="宋体" panose="02010600030101010101" pitchFamily="2" charset="-122"/>
              </a:rPr>
              <a:t>体系的应用进程进行标志。 </a:t>
            </a:r>
          </a:p>
        </p:txBody>
      </p:sp>
      <p:sp>
        <p:nvSpPr>
          <p:cNvPr id="2" name="幻灯片编号占位符 1">
            <a:extLst>
              <a:ext uri="{FF2B5EF4-FFF2-40B4-BE49-F238E27FC236}">
                <a16:creationId xmlns:a16="http://schemas.microsoft.com/office/drawing/2014/main" id="{6DF694A1-7683-B343-92DD-442903F9D85A}"/>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8B5E1A8-40F4-8C47-A966-3E41BEC22DED}" type="slidenum">
              <a:rPr lang="en-US" altLang="zh-CN" sz="1050"/>
              <a:pPr>
                <a:defRPr/>
              </a:pPr>
              <a:t>15</a:t>
            </a:fld>
            <a:endParaRPr lang="en-US" altLang="zh-CN" sz="1050"/>
          </a:p>
        </p:txBody>
      </p:sp>
    </p:spTree>
    <p:extLst>
      <p:ext uri="{BB962C8B-B14F-4D97-AF65-F5344CB8AC3E}">
        <p14:creationId xmlns:p14="http://schemas.microsoft.com/office/powerpoint/2010/main" val="13406816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722" name="Rectangle 2">
            <a:extLst>
              <a:ext uri="{FF2B5EF4-FFF2-40B4-BE49-F238E27FC236}">
                <a16:creationId xmlns:a16="http://schemas.microsoft.com/office/drawing/2014/main" id="{09A99515-E02B-BD42-9C0A-41FA53CB86B4}"/>
              </a:ext>
            </a:extLst>
          </p:cNvPr>
          <p:cNvSpPr>
            <a:spLocks noGrp="1" noChangeArrowheads="1"/>
          </p:cNvSpPr>
          <p:nvPr>
            <p:ph type="title"/>
          </p:nvPr>
        </p:nvSpPr>
        <p:spPr>
          <a:xfrm>
            <a:off x="133564" y="330274"/>
            <a:ext cx="6923272" cy="548408"/>
          </a:xfrm>
        </p:spPr>
        <p:txBody>
          <a:bodyPr/>
          <a:lstStyle/>
          <a:p>
            <a:pPr eaLnBrk="1" hangingPunct="1">
              <a:defRPr/>
            </a:pPr>
            <a:r>
              <a:rPr lang="zh-CN" altLang="en-US" dirty="0">
                <a:latin typeface="Times New Roman" panose="02020603050405020304" pitchFamily="18" charset="0"/>
                <a:ea typeface="宋体" panose="02010600030101010101" pitchFamily="2" charset="-122"/>
              </a:rPr>
              <a:t>需要解决的问题 </a:t>
            </a:r>
          </a:p>
        </p:txBody>
      </p:sp>
      <p:sp>
        <p:nvSpPr>
          <p:cNvPr id="670723" name="Rectangle 3">
            <a:extLst>
              <a:ext uri="{FF2B5EF4-FFF2-40B4-BE49-F238E27FC236}">
                <a16:creationId xmlns:a16="http://schemas.microsoft.com/office/drawing/2014/main" id="{CCC8DB3B-3809-4E41-A6EB-FBCC46CFC8AB}"/>
              </a:ext>
            </a:extLst>
          </p:cNvPr>
          <p:cNvSpPr>
            <a:spLocks noGrp="1" noChangeArrowheads="1"/>
          </p:cNvSpPr>
          <p:nvPr>
            <p:ph type="body" idx="1"/>
          </p:nvPr>
        </p:nvSpPr>
        <p:spPr/>
        <p:txBody>
          <a:bodyPr/>
          <a:lstStyle/>
          <a:p>
            <a:pPr eaLnBrk="1" hangingPunct="1">
              <a:defRPr/>
            </a:pPr>
            <a:r>
              <a:rPr lang="zh-CN" altLang="en-US">
                <a:latin typeface="Times New Roman" panose="02020603050405020304" pitchFamily="18" charset="0"/>
                <a:ea typeface="宋体" panose="02010600030101010101" pitchFamily="2" charset="-122"/>
              </a:rPr>
              <a:t>由于进程的创建和撤销都是动态的，发送方几乎无法识别其他机器上的进程。</a:t>
            </a:r>
          </a:p>
          <a:p>
            <a:pPr eaLnBrk="1" hangingPunct="1">
              <a:defRPr/>
            </a:pPr>
            <a:r>
              <a:rPr lang="zh-CN" altLang="en-US">
                <a:latin typeface="Times New Roman" panose="02020603050405020304" pitchFamily="18" charset="0"/>
                <a:ea typeface="宋体" panose="02010600030101010101" pitchFamily="2" charset="-122"/>
              </a:rPr>
              <a:t>有时我们会改换接收报文的进程，但并不需要通知所有发送方。</a:t>
            </a:r>
          </a:p>
          <a:p>
            <a:pPr eaLnBrk="1" hangingPunct="1">
              <a:defRPr/>
            </a:pPr>
            <a:r>
              <a:rPr lang="zh-CN" altLang="en-US">
                <a:latin typeface="Times New Roman" panose="02020603050405020304" pitchFamily="18" charset="0"/>
                <a:ea typeface="宋体" panose="02010600030101010101" pitchFamily="2" charset="-122"/>
              </a:rPr>
              <a:t>我们往往需要利用目的主机提供的功能来识别终点，而不需要知道实现这个功能的进程。</a:t>
            </a:r>
          </a:p>
          <a:p>
            <a:pPr eaLnBrk="1" hangingPunct="1">
              <a:defRPr/>
            </a:pPr>
            <a:endParaRPr lang="zh-CN" altLang="en-US">
              <a:latin typeface="Times New Roman" panose="02020603050405020304" pitchFamily="18" charset="0"/>
              <a:ea typeface="宋体" panose="02010600030101010101" pitchFamily="2" charset="-122"/>
            </a:endParaRPr>
          </a:p>
        </p:txBody>
      </p:sp>
      <p:sp>
        <p:nvSpPr>
          <p:cNvPr id="2" name="幻灯片编号占位符 1">
            <a:extLst>
              <a:ext uri="{FF2B5EF4-FFF2-40B4-BE49-F238E27FC236}">
                <a16:creationId xmlns:a16="http://schemas.microsoft.com/office/drawing/2014/main" id="{25E47821-372B-EF42-940B-4F8A9CAA5275}"/>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973337C-15D2-4D40-AB8E-7218E1B675EA}" type="slidenum">
              <a:rPr lang="en-US" altLang="zh-CN" sz="1050"/>
              <a:pPr>
                <a:defRPr/>
              </a:pPr>
              <a:t>16</a:t>
            </a:fld>
            <a:endParaRPr lang="en-US" altLang="zh-CN" sz="1050"/>
          </a:p>
        </p:txBody>
      </p:sp>
    </p:spTree>
    <p:extLst>
      <p:ext uri="{BB962C8B-B14F-4D97-AF65-F5344CB8AC3E}">
        <p14:creationId xmlns:p14="http://schemas.microsoft.com/office/powerpoint/2010/main" val="24373931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1746" name="Rectangle 2">
            <a:extLst>
              <a:ext uri="{FF2B5EF4-FFF2-40B4-BE49-F238E27FC236}">
                <a16:creationId xmlns:a16="http://schemas.microsoft.com/office/drawing/2014/main" id="{D0AAC390-5FA6-6A4C-B3C4-9A7000646BED}"/>
              </a:ext>
            </a:extLst>
          </p:cNvPr>
          <p:cNvSpPr>
            <a:spLocks noGrp="1" noChangeArrowheads="1"/>
          </p:cNvSpPr>
          <p:nvPr>
            <p:ph type="title"/>
          </p:nvPr>
        </p:nvSpPr>
        <p:spPr>
          <a:xfrm>
            <a:off x="171450" y="250032"/>
            <a:ext cx="8549640" cy="584358"/>
          </a:xfrm>
        </p:spPr>
        <p:txBody>
          <a:bodyPr/>
          <a:lstStyle/>
          <a:p>
            <a:pPr eaLnBrk="1" hangingPunct="1">
              <a:defRPr/>
            </a:pPr>
            <a:r>
              <a:rPr lang="zh-CN" altLang="en-US" sz="3000" dirty="0">
                <a:ea typeface="宋体" panose="02010600030101010101" pitchFamily="2" charset="-122"/>
              </a:rPr>
              <a:t>端口号</a:t>
            </a:r>
            <a:r>
              <a:rPr lang="en-US" altLang="zh-CN" sz="3000" dirty="0">
                <a:ea typeface="宋体" panose="02010600030101010101" pitchFamily="2" charset="-122"/>
              </a:rPr>
              <a:t>(protocol port number)</a:t>
            </a:r>
            <a:r>
              <a:rPr lang="zh-CN" altLang="en-US" sz="3000" dirty="0">
                <a:ea typeface="宋体" panose="02010600030101010101" pitchFamily="2" charset="-122"/>
              </a:rPr>
              <a:t>，简称为端口</a:t>
            </a:r>
            <a:r>
              <a:rPr lang="en-US" altLang="zh-CN" sz="3000" dirty="0">
                <a:ea typeface="宋体" panose="02010600030101010101" pitchFamily="2" charset="-122"/>
              </a:rPr>
              <a:t>(port)</a:t>
            </a:r>
          </a:p>
        </p:txBody>
      </p:sp>
      <p:sp>
        <p:nvSpPr>
          <p:cNvPr id="671747" name="Rectangle 3">
            <a:extLst>
              <a:ext uri="{FF2B5EF4-FFF2-40B4-BE49-F238E27FC236}">
                <a16:creationId xmlns:a16="http://schemas.microsoft.com/office/drawing/2014/main" id="{98ED51A6-A052-1D4B-BFCB-8B928FD7D6D7}"/>
              </a:ext>
            </a:extLst>
          </p:cNvPr>
          <p:cNvSpPr>
            <a:spLocks noGrp="1" noChangeArrowheads="1"/>
          </p:cNvSpPr>
          <p:nvPr>
            <p:ph type="body" idx="1"/>
          </p:nvPr>
        </p:nvSpPr>
        <p:spPr>
          <a:xfrm>
            <a:off x="171450" y="1059657"/>
            <a:ext cx="8743950" cy="3456385"/>
          </a:xfrm>
        </p:spPr>
        <p:txBody>
          <a:bodyPr/>
          <a:lstStyle/>
          <a:p>
            <a:pPr eaLnBrk="1" hangingPunct="1">
              <a:defRPr/>
            </a:pPr>
            <a:r>
              <a:rPr lang="zh-CN" altLang="en-US" dirty="0">
                <a:ea typeface="宋体" panose="02010600030101010101" pitchFamily="2" charset="-122"/>
              </a:rPr>
              <a:t>解决这个问题的方法就是在运输层使用</a:t>
            </a:r>
            <a:r>
              <a:rPr lang="zh-CN" altLang="en-US" dirty="0">
                <a:solidFill>
                  <a:schemeClr val="hlink"/>
                </a:solidFill>
                <a:ea typeface="宋体" panose="02010600030101010101" pitchFamily="2" charset="-122"/>
              </a:rPr>
              <a:t>协议端口号</a:t>
            </a:r>
            <a:r>
              <a:rPr lang="en-US" altLang="zh-CN" dirty="0">
                <a:ea typeface="宋体" panose="02010600030101010101" pitchFamily="2" charset="-122"/>
              </a:rPr>
              <a:t>(protocol port number)</a:t>
            </a:r>
            <a:r>
              <a:rPr lang="zh-CN" altLang="en-US" dirty="0">
                <a:ea typeface="宋体" panose="02010600030101010101" pitchFamily="2" charset="-122"/>
              </a:rPr>
              <a:t>，或通常简称为</a:t>
            </a:r>
            <a:r>
              <a:rPr lang="zh-CN" altLang="en-US" dirty="0">
                <a:solidFill>
                  <a:schemeClr val="hlink"/>
                </a:solidFill>
                <a:ea typeface="宋体" panose="02010600030101010101" pitchFamily="2" charset="-122"/>
              </a:rPr>
              <a:t>端口</a:t>
            </a:r>
            <a:r>
              <a:rPr lang="en-US" altLang="zh-CN" dirty="0">
                <a:ea typeface="宋体" panose="02010600030101010101" pitchFamily="2" charset="-122"/>
              </a:rPr>
              <a:t>(port)</a:t>
            </a:r>
            <a:r>
              <a:rPr lang="zh-CN" altLang="en-US" dirty="0">
                <a:ea typeface="宋体" panose="02010600030101010101" pitchFamily="2" charset="-122"/>
              </a:rPr>
              <a:t>。</a:t>
            </a:r>
          </a:p>
          <a:p>
            <a:pPr eaLnBrk="1" hangingPunct="1">
              <a:defRPr/>
            </a:pPr>
            <a:r>
              <a:rPr lang="zh-CN" altLang="en-US" dirty="0">
                <a:ea typeface="宋体" panose="02010600030101010101" pitchFamily="2" charset="-122"/>
              </a:rPr>
              <a:t>虽然通信的终点是应用进程，但我们可以把端口想象是通信的终点，因为我们只要把要传送的报文交到目的主机的某一个合适的目的端口，剩下的工作（即最后交付目的进程）就由 </a:t>
            </a:r>
            <a:r>
              <a:rPr lang="en-US" altLang="zh-CN" dirty="0">
                <a:ea typeface="宋体" panose="02010600030101010101" pitchFamily="2" charset="-122"/>
              </a:rPr>
              <a:t>TCP </a:t>
            </a:r>
            <a:r>
              <a:rPr lang="zh-CN" altLang="en-US" dirty="0">
                <a:ea typeface="宋体" panose="02010600030101010101" pitchFamily="2" charset="-122"/>
              </a:rPr>
              <a:t>来完成。</a:t>
            </a:r>
          </a:p>
        </p:txBody>
      </p:sp>
      <p:sp>
        <p:nvSpPr>
          <p:cNvPr id="2" name="幻灯片编号占位符 1">
            <a:extLst>
              <a:ext uri="{FF2B5EF4-FFF2-40B4-BE49-F238E27FC236}">
                <a16:creationId xmlns:a16="http://schemas.microsoft.com/office/drawing/2014/main" id="{3A8112A4-FAB9-2B4B-98C8-4561576EAF2F}"/>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55AF25ED-4EEA-5049-AE8D-D29CBF9AD0EE}" type="slidenum">
              <a:rPr lang="en-US" altLang="zh-CN" sz="1050"/>
              <a:pPr>
                <a:defRPr/>
              </a:pPr>
              <a:t>17</a:t>
            </a:fld>
            <a:endParaRPr lang="en-US" altLang="zh-CN" sz="1050"/>
          </a:p>
        </p:txBody>
      </p:sp>
    </p:spTree>
    <p:extLst>
      <p:ext uri="{BB962C8B-B14F-4D97-AF65-F5344CB8AC3E}">
        <p14:creationId xmlns:p14="http://schemas.microsoft.com/office/powerpoint/2010/main" val="4279485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2770" name="Rectangle 2">
            <a:extLst>
              <a:ext uri="{FF2B5EF4-FFF2-40B4-BE49-F238E27FC236}">
                <a16:creationId xmlns:a16="http://schemas.microsoft.com/office/drawing/2014/main" id="{F703A4D7-4BFB-7F46-88BF-9A4BA14B3ECF}"/>
              </a:ext>
            </a:extLst>
          </p:cNvPr>
          <p:cNvSpPr>
            <a:spLocks noGrp="1" noChangeArrowheads="1"/>
          </p:cNvSpPr>
          <p:nvPr>
            <p:ph type="title"/>
          </p:nvPr>
        </p:nvSpPr>
        <p:spPr>
          <a:xfrm>
            <a:off x="179283" y="330274"/>
            <a:ext cx="7001590" cy="486252"/>
          </a:xfrm>
        </p:spPr>
        <p:txBody>
          <a:bodyPr/>
          <a:lstStyle/>
          <a:p>
            <a:pPr eaLnBrk="1" hangingPunct="1">
              <a:defRPr/>
            </a:pPr>
            <a:r>
              <a:rPr lang="zh-CN" altLang="en-US" dirty="0">
                <a:latin typeface="Times New Roman" panose="02020603050405020304" pitchFamily="18" charset="0"/>
                <a:ea typeface="宋体" panose="02010600030101010101" pitchFamily="2" charset="-122"/>
              </a:rPr>
              <a:t>软件端口与硬件端口</a:t>
            </a:r>
          </a:p>
        </p:txBody>
      </p:sp>
      <p:sp>
        <p:nvSpPr>
          <p:cNvPr id="672771" name="Rectangle 3">
            <a:extLst>
              <a:ext uri="{FF2B5EF4-FFF2-40B4-BE49-F238E27FC236}">
                <a16:creationId xmlns:a16="http://schemas.microsoft.com/office/drawing/2014/main" id="{2B794741-1B86-0841-98E8-12454021B821}"/>
              </a:ext>
            </a:extLst>
          </p:cNvPr>
          <p:cNvSpPr>
            <a:spLocks noGrp="1" noChangeArrowheads="1"/>
          </p:cNvSpPr>
          <p:nvPr>
            <p:ph type="body" idx="1"/>
          </p:nvPr>
        </p:nvSpPr>
        <p:spPr/>
        <p:txBody>
          <a:bodyPr/>
          <a:lstStyle/>
          <a:p>
            <a:pPr eaLnBrk="1" hangingPunct="1">
              <a:defRPr/>
            </a:pPr>
            <a:r>
              <a:rPr lang="zh-CN" altLang="en-US">
                <a:latin typeface="Times New Roman" panose="02020603050405020304" pitchFamily="18" charset="0"/>
                <a:ea typeface="宋体" panose="02010600030101010101" pitchFamily="2" charset="-122"/>
              </a:rPr>
              <a:t>在协议栈层间的抽象的协议端口是</a:t>
            </a:r>
            <a:r>
              <a:rPr lang="zh-CN" altLang="en-US">
                <a:solidFill>
                  <a:schemeClr val="hlink"/>
                </a:solidFill>
                <a:latin typeface="Times New Roman" panose="02020603050405020304" pitchFamily="18" charset="0"/>
                <a:ea typeface="宋体" panose="02010600030101010101" pitchFamily="2" charset="-122"/>
              </a:rPr>
              <a:t>软件端口</a:t>
            </a:r>
            <a:r>
              <a:rPr lang="zh-CN" altLang="en-US">
                <a:latin typeface="Times New Roman" panose="02020603050405020304" pitchFamily="18" charset="0"/>
                <a:ea typeface="宋体" panose="02010600030101010101" pitchFamily="2" charset="-122"/>
              </a:rPr>
              <a:t>。</a:t>
            </a:r>
          </a:p>
          <a:p>
            <a:pPr eaLnBrk="1" hangingPunct="1">
              <a:defRPr/>
            </a:pPr>
            <a:r>
              <a:rPr lang="zh-CN" altLang="en-US">
                <a:latin typeface="Times New Roman" panose="02020603050405020304" pitchFamily="18" charset="0"/>
                <a:ea typeface="宋体" panose="02010600030101010101" pitchFamily="2" charset="-122"/>
              </a:rPr>
              <a:t>路由器或交换机上的端口是</a:t>
            </a:r>
            <a:r>
              <a:rPr lang="zh-CN" altLang="en-US">
                <a:solidFill>
                  <a:schemeClr val="hlink"/>
                </a:solidFill>
                <a:latin typeface="Times New Roman" panose="02020603050405020304" pitchFamily="18" charset="0"/>
                <a:ea typeface="宋体" panose="02010600030101010101" pitchFamily="2" charset="-122"/>
              </a:rPr>
              <a:t>硬件端口</a:t>
            </a:r>
            <a:r>
              <a:rPr lang="zh-CN" altLang="en-US">
                <a:latin typeface="Times New Roman" panose="02020603050405020304" pitchFamily="18" charset="0"/>
                <a:ea typeface="宋体" panose="02010600030101010101" pitchFamily="2" charset="-122"/>
              </a:rPr>
              <a:t>。</a:t>
            </a:r>
          </a:p>
          <a:p>
            <a:pPr eaLnBrk="1" hangingPunct="1">
              <a:defRPr/>
            </a:pPr>
            <a:r>
              <a:rPr lang="zh-CN" altLang="en-US">
                <a:latin typeface="Times New Roman" panose="02020603050405020304" pitchFamily="18" charset="0"/>
                <a:ea typeface="宋体" panose="02010600030101010101" pitchFamily="2" charset="-122"/>
              </a:rPr>
              <a:t>硬件端口是不同硬件设备进行交互的接口，而软件端口是应用层的各种协议进程与运输实体进行层间交互的一种地址。 </a:t>
            </a:r>
          </a:p>
        </p:txBody>
      </p:sp>
      <p:sp>
        <p:nvSpPr>
          <p:cNvPr id="2" name="幻灯片编号占位符 1">
            <a:extLst>
              <a:ext uri="{FF2B5EF4-FFF2-40B4-BE49-F238E27FC236}">
                <a16:creationId xmlns:a16="http://schemas.microsoft.com/office/drawing/2014/main" id="{09B6C439-A588-0548-AF0D-88C6086CF64F}"/>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A20E507-5CC0-454C-A87F-65DEF50A05E6}" type="slidenum">
              <a:rPr lang="en-US" altLang="zh-CN" sz="1050"/>
              <a:pPr>
                <a:defRPr/>
              </a:pPr>
              <a:t>18</a:t>
            </a:fld>
            <a:endParaRPr lang="en-US" altLang="zh-CN" sz="1050"/>
          </a:p>
        </p:txBody>
      </p:sp>
    </p:spTree>
    <p:extLst>
      <p:ext uri="{BB962C8B-B14F-4D97-AF65-F5344CB8AC3E}">
        <p14:creationId xmlns:p14="http://schemas.microsoft.com/office/powerpoint/2010/main" val="7369720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a:extLst>
              <a:ext uri="{FF2B5EF4-FFF2-40B4-BE49-F238E27FC236}">
                <a16:creationId xmlns:a16="http://schemas.microsoft.com/office/drawing/2014/main" id="{E47226FC-5D8E-7E46-9033-88273632408F}"/>
              </a:ext>
            </a:extLst>
          </p:cNvPr>
          <p:cNvSpPr>
            <a:spLocks noGrp="1" noChangeArrowheads="1"/>
          </p:cNvSpPr>
          <p:nvPr>
            <p:ph type="title"/>
          </p:nvPr>
        </p:nvSpPr>
        <p:spPr>
          <a:xfrm>
            <a:off x="190738" y="318133"/>
            <a:ext cx="7567375" cy="527209"/>
          </a:xfrm>
        </p:spPr>
        <p:txBody>
          <a:bodyPr/>
          <a:lstStyle/>
          <a:p>
            <a:pPr eaLnBrk="1" hangingPunct="1">
              <a:defRPr/>
            </a:pP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的端口 </a:t>
            </a:r>
          </a:p>
        </p:txBody>
      </p:sp>
      <p:sp>
        <p:nvSpPr>
          <p:cNvPr id="141315" name="Rectangle 3">
            <a:extLst>
              <a:ext uri="{FF2B5EF4-FFF2-40B4-BE49-F238E27FC236}">
                <a16:creationId xmlns:a16="http://schemas.microsoft.com/office/drawing/2014/main" id="{6EFD7213-5F39-F049-B14E-1EC9D5C2FED0}"/>
              </a:ext>
            </a:extLst>
          </p:cNvPr>
          <p:cNvSpPr>
            <a:spLocks noGrp="1" noChangeArrowheads="1"/>
          </p:cNvSpPr>
          <p:nvPr>
            <p:ph type="body" idx="1"/>
          </p:nvPr>
        </p:nvSpPr>
        <p:spPr>
          <a:xfrm>
            <a:off x="190738" y="1059657"/>
            <a:ext cx="8633222" cy="3456385"/>
          </a:xfrm>
        </p:spPr>
        <p:txBody>
          <a:bodyPr/>
          <a:lstStyle/>
          <a:p>
            <a:pPr algn="just" eaLnBrk="1" hangingPunct="1">
              <a:defRPr/>
            </a:pPr>
            <a:r>
              <a:rPr lang="zh-CN" altLang="en-US" dirty="0">
                <a:latin typeface="Times New Roman" panose="02020603050405020304" pitchFamily="18" charset="0"/>
                <a:ea typeface="宋体" panose="02010600030101010101" pitchFamily="2" charset="-122"/>
              </a:rPr>
              <a:t>端口用一个 </a:t>
            </a:r>
            <a:r>
              <a:rPr lang="en-US" altLang="zh-CN" dirty="0">
                <a:latin typeface="Times New Roman" panose="02020603050405020304" pitchFamily="18" charset="0"/>
                <a:ea typeface="宋体" panose="02010600030101010101" pitchFamily="2" charset="-122"/>
              </a:rPr>
              <a:t>16 </a:t>
            </a:r>
            <a:r>
              <a:rPr lang="zh-CN" altLang="en-US" dirty="0">
                <a:latin typeface="Times New Roman" panose="02020603050405020304" pitchFamily="18" charset="0"/>
                <a:ea typeface="宋体" panose="02010600030101010101" pitchFamily="2" charset="-122"/>
              </a:rPr>
              <a:t>位端口号进行标志。</a:t>
            </a:r>
          </a:p>
          <a:p>
            <a:pPr algn="just" eaLnBrk="1" hangingPunct="1">
              <a:defRPr/>
            </a:pPr>
            <a:r>
              <a:rPr lang="zh-CN" altLang="en-US" dirty="0">
                <a:latin typeface="Times New Roman" panose="02020603050405020304" pitchFamily="18" charset="0"/>
                <a:ea typeface="宋体" panose="02010600030101010101" pitchFamily="2" charset="-122"/>
              </a:rPr>
              <a:t>端口号只具有</a:t>
            </a:r>
            <a:r>
              <a:rPr lang="zh-CN" altLang="en-US" dirty="0">
                <a:solidFill>
                  <a:schemeClr val="hlink"/>
                </a:solidFill>
                <a:latin typeface="Times New Roman" panose="02020603050405020304" pitchFamily="18" charset="0"/>
                <a:ea typeface="宋体" panose="02010600030101010101" pitchFamily="2" charset="-122"/>
              </a:rPr>
              <a:t>本地</a:t>
            </a:r>
            <a:r>
              <a:rPr lang="zh-CN" altLang="en-US" dirty="0">
                <a:latin typeface="Times New Roman" panose="02020603050405020304" pitchFamily="18" charset="0"/>
                <a:ea typeface="宋体" panose="02010600030101010101" pitchFamily="2" charset="-122"/>
              </a:rPr>
              <a:t>意义，即端口号只是为了标志本计算机应用层中的各进程。在因特网中不同计算机的相同端口号是没有联系的。</a:t>
            </a:r>
          </a:p>
          <a:p>
            <a:pPr algn="just" eaLnBrk="1" hangingPunct="1">
              <a:defRPr/>
            </a:pPr>
            <a:endParaRPr lang="zh-CN" altLang="en-US" dirty="0">
              <a:latin typeface="Times New Roman" panose="02020603050405020304" pitchFamily="18" charset="0"/>
              <a:ea typeface="宋体" panose="02010600030101010101" pitchFamily="2" charset="-122"/>
            </a:endParaRPr>
          </a:p>
        </p:txBody>
      </p:sp>
      <p:sp>
        <p:nvSpPr>
          <p:cNvPr id="2" name="幻灯片编号占位符 1">
            <a:extLst>
              <a:ext uri="{FF2B5EF4-FFF2-40B4-BE49-F238E27FC236}">
                <a16:creationId xmlns:a16="http://schemas.microsoft.com/office/drawing/2014/main" id="{E63CA74E-AAA1-5E46-B020-13C285E33E77}"/>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42641CF-90DD-F440-94FE-DDCAD15796E2}" type="slidenum">
              <a:rPr lang="en-US" altLang="zh-CN" sz="1050"/>
              <a:pPr>
                <a:defRPr/>
              </a:pPr>
              <a:t>19</a:t>
            </a:fld>
            <a:endParaRPr lang="en-US" altLang="zh-CN" sz="1050"/>
          </a:p>
        </p:txBody>
      </p:sp>
    </p:spTree>
    <p:extLst>
      <p:ext uri="{BB962C8B-B14F-4D97-AF65-F5344CB8AC3E}">
        <p14:creationId xmlns:p14="http://schemas.microsoft.com/office/powerpoint/2010/main" val="1915126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131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a:extLst>
              <a:ext uri="{FF2B5EF4-FFF2-40B4-BE49-F238E27FC236}">
                <a16:creationId xmlns:a16="http://schemas.microsoft.com/office/drawing/2014/main" id="{1642A44E-682B-C742-8405-90525C07C577}"/>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三类端口 </a:t>
            </a:r>
          </a:p>
        </p:txBody>
      </p:sp>
      <p:sp>
        <p:nvSpPr>
          <p:cNvPr id="143372" name="Rectangle 12">
            <a:extLst>
              <a:ext uri="{FF2B5EF4-FFF2-40B4-BE49-F238E27FC236}">
                <a16:creationId xmlns:a16="http://schemas.microsoft.com/office/drawing/2014/main" id="{884292B4-F941-254D-8832-0ADD1B57BC3F}"/>
              </a:ext>
            </a:extLst>
          </p:cNvPr>
          <p:cNvSpPr>
            <a:spLocks noGrp="1" noChangeArrowheads="1"/>
          </p:cNvSpPr>
          <p:nvPr>
            <p:ph type="body" idx="1"/>
          </p:nvPr>
        </p:nvSpPr>
        <p:spPr>
          <a:xfrm>
            <a:off x="237410" y="1071087"/>
            <a:ext cx="8701105" cy="3456385"/>
          </a:xfrm>
        </p:spPr>
        <p:txBody>
          <a:bodyPr/>
          <a:lstStyle/>
          <a:p>
            <a:pPr eaLnBrk="1" hangingPunct="1">
              <a:defRPr/>
            </a:pPr>
            <a:r>
              <a:rPr lang="zh-CN" altLang="en-US" dirty="0">
                <a:solidFill>
                  <a:schemeClr val="hlink"/>
                </a:solidFill>
                <a:ea typeface="宋体" panose="02010600030101010101" pitchFamily="2" charset="-122"/>
              </a:rPr>
              <a:t>熟知端口</a:t>
            </a:r>
            <a:r>
              <a:rPr lang="zh-CN" altLang="en-US" dirty="0">
                <a:ea typeface="宋体" panose="02010600030101010101" pitchFamily="2" charset="-122"/>
              </a:rPr>
              <a:t>，数值一般为 </a:t>
            </a:r>
            <a:r>
              <a:rPr lang="en-US" altLang="zh-CN" dirty="0">
                <a:solidFill>
                  <a:srgbClr val="C00000"/>
                </a:solidFill>
                <a:ea typeface="宋体" panose="02010600030101010101" pitchFamily="2" charset="-122"/>
              </a:rPr>
              <a:t>0~1023</a:t>
            </a:r>
            <a:r>
              <a:rPr lang="zh-CN" altLang="en-US" dirty="0">
                <a:ea typeface="宋体" panose="02010600030101010101" pitchFamily="2" charset="-122"/>
              </a:rPr>
              <a:t>。</a:t>
            </a:r>
          </a:p>
          <a:p>
            <a:pPr eaLnBrk="1" hangingPunct="1">
              <a:defRPr/>
            </a:pPr>
            <a:r>
              <a:rPr lang="zh-CN" altLang="en-US" dirty="0">
                <a:solidFill>
                  <a:schemeClr val="hlink"/>
                </a:solidFill>
                <a:ea typeface="宋体" panose="02010600030101010101" pitchFamily="2" charset="-122"/>
              </a:rPr>
              <a:t>登记端口号</a:t>
            </a:r>
            <a:r>
              <a:rPr lang="zh-CN" altLang="en-US" dirty="0">
                <a:ea typeface="宋体" panose="02010600030101010101" pitchFamily="2" charset="-122"/>
              </a:rPr>
              <a:t>，数值为</a:t>
            </a:r>
            <a:r>
              <a:rPr lang="en-US" altLang="zh-CN" dirty="0">
                <a:solidFill>
                  <a:srgbClr val="C00000"/>
                </a:solidFill>
                <a:ea typeface="宋体" panose="02010600030101010101" pitchFamily="2" charset="-122"/>
              </a:rPr>
              <a:t>1024~49151</a:t>
            </a:r>
            <a:r>
              <a:rPr lang="zh-CN" altLang="en-US" dirty="0">
                <a:ea typeface="宋体" panose="02010600030101010101" pitchFamily="2" charset="-122"/>
              </a:rPr>
              <a:t>，为没有熟知端口号的应用程序使用的。使用这个范围的端口号必须在 </a:t>
            </a:r>
            <a:r>
              <a:rPr lang="en-US" altLang="zh-CN" dirty="0">
                <a:ea typeface="宋体" panose="02010600030101010101" pitchFamily="2" charset="-122"/>
              </a:rPr>
              <a:t>IANA </a:t>
            </a:r>
            <a:r>
              <a:rPr lang="zh-CN" altLang="en-US" dirty="0">
                <a:ea typeface="宋体" panose="02010600030101010101" pitchFamily="2" charset="-122"/>
              </a:rPr>
              <a:t>登记，以防止重复。</a:t>
            </a:r>
          </a:p>
          <a:p>
            <a:pPr eaLnBrk="1" hangingPunct="1">
              <a:defRPr/>
            </a:pPr>
            <a:r>
              <a:rPr lang="zh-CN" altLang="en-US" dirty="0">
                <a:solidFill>
                  <a:schemeClr val="hlink"/>
                </a:solidFill>
                <a:ea typeface="宋体" panose="02010600030101010101" pitchFamily="2" charset="-122"/>
              </a:rPr>
              <a:t>客户端口号</a:t>
            </a:r>
            <a:r>
              <a:rPr lang="zh-CN" altLang="en-US" dirty="0">
                <a:ea typeface="宋体" panose="02010600030101010101" pitchFamily="2" charset="-122"/>
              </a:rPr>
              <a:t>或</a:t>
            </a:r>
            <a:r>
              <a:rPr lang="zh-CN" altLang="en-US" dirty="0">
                <a:solidFill>
                  <a:schemeClr val="hlink"/>
                </a:solidFill>
                <a:ea typeface="宋体" panose="02010600030101010101" pitchFamily="2" charset="-122"/>
              </a:rPr>
              <a:t>短暂端口号</a:t>
            </a:r>
            <a:r>
              <a:rPr lang="zh-CN" altLang="en-US" dirty="0">
                <a:ea typeface="宋体" panose="02010600030101010101" pitchFamily="2" charset="-122"/>
              </a:rPr>
              <a:t>，数值为</a:t>
            </a:r>
            <a:r>
              <a:rPr lang="en-US" altLang="zh-CN" dirty="0">
                <a:solidFill>
                  <a:srgbClr val="C00000"/>
                </a:solidFill>
                <a:ea typeface="宋体" panose="02010600030101010101" pitchFamily="2" charset="-122"/>
              </a:rPr>
              <a:t>49152~65535</a:t>
            </a:r>
            <a:r>
              <a:rPr lang="zh-CN" altLang="en-US" dirty="0">
                <a:ea typeface="宋体" panose="02010600030101010101" pitchFamily="2" charset="-122"/>
              </a:rPr>
              <a:t>，留给客户进程选择暂时使用。当服务器进程收到客户进程的报文时，就知道了客户进程所使用的动态端口号。通信结束后，这个端口号可供其他客户进程以后使用。 </a:t>
            </a:r>
          </a:p>
        </p:txBody>
      </p:sp>
      <p:sp>
        <p:nvSpPr>
          <p:cNvPr id="2" name="幻灯片编号占位符 1">
            <a:extLst>
              <a:ext uri="{FF2B5EF4-FFF2-40B4-BE49-F238E27FC236}">
                <a16:creationId xmlns:a16="http://schemas.microsoft.com/office/drawing/2014/main" id="{96BD0E30-2DD1-E64C-8EFF-4FB556442FA3}"/>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85BD7A86-E603-4844-A648-B34CC1BF856D}" type="slidenum">
              <a:rPr lang="en-US" altLang="zh-CN" sz="1050"/>
              <a:pPr>
                <a:defRPr/>
              </a:pPr>
              <a:t>20</a:t>
            </a:fld>
            <a:endParaRPr lang="en-US" altLang="zh-CN" sz="1050"/>
          </a:p>
        </p:txBody>
      </p:sp>
    </p:spTree>
    <p:extLst>
      <p:ext uri="{BB962C8B-B14F-4D97-AF65-F5344CB8AC3E}">
        <p14:creationId xmlns:p14="http://schemas.microsoft.com/office/powerpoint/2010/main" val="3861141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Rectangle 2">
            <a:extLst>
              <a:ext uri="{FF2B5EF4-FFF2-40B4-BE49-F238E27FC236}">
                <a16:creationId xmlns:a16="http://schemas.microsoft.com/office/drawing/2014/main" id="{7F60E89E-162C-EE43-8519-F99BB8BF0A12}"/>
              </a:ext>
            </a:extLst>
          </p:cNvPr>
          <p:cNvSpPr>
            <a:spLocks noGrp="1" noChangeArrowheads="1"/>
          </p:cNvSpPr>
          <p:nvPr>
            <p:ph type="title"/>
          </p:nvPr>
        </p:nvSpPr>
        <p:spPr>
          <a:xfrm>
            <a:off x="171451" y="303611"/>
            <a:ext cx="7804548" cy="542210"/>
          </a:xfrm>
        </p:spPr>
        <p:txBody>
          <a:bodyPr/>
          <a:lstStyle/>
          <a:p>
            <a:pPr eaLnBrk="1" hangingPunct="1">
              <a:defRPr/>
            </a:pPr>
            <a:r>
              <a:rPr lang="en-US" altLang="zh-CN" dirty="0">
                <a:latin typeface="Times New Roman" panose="02020603050405020304" pitchFamily="18" charset="0"/>
                <a:ea typeface="宋体" panose="02010600030101010101" pitchFamily="2" charset="-122"/>
              </a:rPr>
              <a:t>5.2  </a:t>
            </a:r>
            <a:r>
              <a:rPr lang="zh-CN" altLang="en-US" dirty="0">
                <a:latin typeface="Times New Roman" panose="02020603050405020304" pitchFamily="18" charset="0"/>
                <a:ea typeface="宋体" panose="02010600030101010101" pitchFamily="2" charset="-122"/>
              </a:rPr>
              <a:t>用户数据报协议</a:t>
            </a:r>
            <a:r>
              <a:rPr lang="en-US" altLang="zh-CN" dirty="0"/>
              <a:t>UDP </a:t>
            </a:r>
            <a:endParaRPr lang="zh-CN" altLang="en-US" dirty="0">
              <a:latin typeface="Times New Roman" panose="02020603050405020304" pitchFamily="18" charset="0"/>
              <a:ea typeface="宋体" panose="02010600030101010101" pitchFamily="2" charset="-122"/>
            </a:endParaRPr>
          </a:p>
        </p:txBody>
      </p:sp>
      <p:sp>
        <p:nvSpPr>
          <p:cNvPr id="444419" name="Rectangle 3">
            <a:extLst>
              <a:ext uri="{FF2B5EF4-FFF2-40B4-BE49-F238E27FC236}">
                <a16:creationId xmlns:a16="http://schemas.microsoft.com/office/drawing/2014/main" id="{79CC7DF2-8438-C24A-9E4C-23B815948D0D}"/>
              </a:ext>
            </a:extLst>
          </p:cNvPr>
          <p:cNvSpPr>
            <a:spLocks noGrp="1" noChangeArrowheads="1"/>
          </p:cNvSpPr>
          <p:nvPr>
            <p:ph type="body" idx="1"/>
          </p:nvPr>
        </p:nvSpPr>
        <p:spPr>
          <a:xfrm>
            <a:off x="171451" y="1581774"/>
            <a:ext cx="8709659" cy="3051334"/>
          </a:xfrm>
        </p:spPr>
        <p:txBody>
          <a:bodyPr/>
          <a:lstStyle/>
          <a:p>
            <a:pPr marL="457200" indent="-457200" algn="just" eaLnBrk="1" hangingPunct="1">
              <a:defRPr/>
            </a:pP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只在 </a:t>
            </a:r>
            <a:r>
              <a:rPr lang="en-US" altLang="zh-CN" dirty="0">
                <a:latin typeface="Times New Roman" panose="02020603050405020304" pitchFamily="18" charset="0"/>
                <a:ea typeface="宋体" panose="02010600030101010101" pitchFamily="2" charset="-122"/>
              </a:rPr>
              <a:t>IP </a:t>
            </a:r>
            <a:r>
              <a:rPr lang="zh-CN" altLang="en-US" dirty="0">
                <a:latin typeface="Times New Roman" panose="02020603050405020304" pitchFamily="18" charset="0"/>
                <a:ea typeface="宋体" panose="02010600030101010101" pitchFamily="2" charset="-122"/>
              </a:rPr>
              <a:t>的数据报服务之上增加了很少一点的功能，即端口的功能和差错检测的功能。</a:t>
            </a:r>
          </a:p>
          <a:p>
            <a:pPr marL="457200" indent="-457200" algn="just" eaLnBrk="1" hangingPunct="1">
              <a:defRPr/>
            </a:pPr>
            <a:r>
              <a:rPr lang="zh-CN" altLang="en-US" dirty="0">
                <a:latin typeface="Times New Roman" panose="02020603050405020304" pitchFamily="18" charset="0"/>
                <a:ea typeface="宋体" panose="02010600030101010101" pitchFamily="2" charset="-122"/>
              </a:rPr>
              <a:t>虽然 </a:t>
            </a: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用户数据报只能提供不可靠的交付，但 </a:t>
            </a: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在某些方面有其特殊的优点。</a:t>
            </a:r>
          </a:p>
        </p:txBody>
      </p:sp>
      <p:sp>
        <p:nvSpPr>
          <p:cNvPr id="2" name="幻灯片编号占位符 1">
            <a:extLst>
              <a:ext uri="{FF2B5EF4-FFF2-40B4-BE49-F238E27FC236}">
                <a16:creationId xmlns:a16="http://schemas.microsoft.com/office/drawing/2014/main" id="{5ACAEECD-C088-B341-9E2B-474771B68BE3}"/>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7B95F1E-69D7-BB41-A528-EE9A4356605E}" type="slidenum">
              <a:rPr lang="en-US" altLang="zh-CN" sz="1050"/>
              <a:pPr>
                <a:defRPr/>
              </a:pPr>
              <a:t>21</a:t>
            </a:fld>
            <a:endParaRPr lang="en-US" altLang="zh-CN" sz="1050"/>
          </a:p>
        </p:txBody>
      </p:sp>
      <p:sp>
        <p:nvSpPr>
          <p:cNvPr id="3" name="矩形 2">
            <a:extLst>
              <a:ext uri="{FF2B5EF4-FFF2-40B4-BE49-F238E27FC236}">
                <a16:creationId xmlns:a16="http://schemas.microsoft.com/office/drawing/2014/main" id="{A74E6CCB-CA2C-B845-9DFA-970D3766F7CD}"/>
              </a:ext>
            </a:extLst>
          </p:cNvPr>
          <p:cNvSpPr/>
          <p:nvPr/>
        </p:nvSpPr>
        <p:spPr>
          <a:xfrm>
            <a:off x="171451" y="1001405"/>
            <a:ext cx="4572000" cy="523220"/>
          </a:xfrm>
          <a:prstGeom prst="rect">
            <a:avLst/>
          </a:prstGeom>
        </p:spPr>
        <p:txBody>
          <a:bodyPr>
            <a:spAutoFit/>
          </a:bodyPr>
          <a:lstStyle/>
          <a:p>
            <a:r>
              <a:rPr lang="en-US" altLang="zh-CN" sz="2800" dirty="0"/>
              <a:t>5.2.1  UDP </a:t>
            </a:r>
            <a:r>
              <a:rPr lang="zh-CN" altLang="en-US" sz="2800" dirty="0"/>
              <a:t>概述</a:t>
            </a:r>
            <a:r>
              <a:rPr lang="zh-CN" altLang="en-US" sz="2800" dirty="0">
                <a:latin typeface="Times New Roman" panose="02020603050405020304" pitchFamily="18" charset="0"/>
              </a:rPr>
              <a:t> </a:t>
            </a:r>
            <a:endParaRPr lang="zh-CN" altLang="en-US" sz="2800" dirty="0"/>
          </a:p>
        </p:txBody>
      </p:sp>
    </p:spTree>
    <p:extLst>
      <p:ext uri="{BB962C8B-B14F-4D97-AF65-F5344CB8AC3E}">
        <p14:creationId xmlns:p14="http://schemas.microsoft.com/office/powerpoint/2010/main" val="38188942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441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4419"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2" name="Rectangle 2">
            <a:extLst>
              <a:ext uri="{FF2B5EF4-FFF2-40B4-BE49-F238E27FC236}">
                <a16:creationId xmlns:a16="http://schemas.microsoft.com/office/drawing/2014/main" id="{D94B1CBC-5755-8942-84B9-2B58BB06F9E1}"/>
              </a:ext>
            </a:extLst>
          </p:cNvPr>
          <p:cNvSpPr>
            <a:spLocks noGrp="1" noChangeArrowheads="1"/>
          </p:cNvSpPr>
          <p:nvPr>
            <p:ph type="title"/>
          </p:nvPr>
        </p:nvSpPr>
        <p:spPr>
          <a:xfrm>
            <a:off x="171450" y="342900"/>
            <a:ext cx="7304961" cy="444104"/>
          </a:xfrm>
        </p:spPr>
        <p:txBody>
          <a:bodyPr/>
          <a:lstStyle/>
          <a:p>
            <a:pPr eaLnBrk="1" hangingPunct="1">
              <a:defRPr/>
            </a:pP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的主要特点 </a:t>
            </a:r>
          </a:p>
        </p:txBody>
      </p:sp>
      <p:sp>
        <p:nvSpPr>
          <p:cNvPr id="680963" name="Rectangle 3">
            <a:extLst>
              <a:ext uri="{FF2B5EF4-FFF2-40B4-BE49-F238E27FC236}">
                <a16:creationId xmlns:a16="http://schemas.microsoft.com/office/drawing/2014/main" id="{AFF31A26-46F8-064A-A33C-86ED0D984AB8}"/>
              </a:ext>
            </a:extLst>
          </p:cNvPr>
          <p:cNvSpPr>
            <a:spLocks noGrp="1" noChangeArrowheads="1"/>
          </p:cNvSpPr>
          <p:nvPr>
            <p:ph type="body" idx="1"/>
          </p:nvPr>
        </p:nvSpPr>
        <p:spPr>
          <a:xfrm>
            <a:off x="262890" y="1059657"/>
            <a:ext cx="8629650" cy="3942160"/>
          </a:xfrm>
        </p:spPr>
        <p:txBody>
          <a:bodyPr/>
          <a:lstStyle/>
          <a:p>
            <a:pPr marL="457200" indent="-457200" eaLnBrk="1" hangingPunct="1">
              <a:lnSpc>
                <a:spcPct val="90000"/>
              </a:lnSpc>
              <a:defRPr/>
            </a:pP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是无连接的，即发送数据之前不需要建立连接。</a:t>
            </a:r>
          </a:p>
          <a:p>
            <a:pPr marL="457200" indent="-457200" eaLnBrk="1" hangingPunct="1">
              <a:lnSpc>
                <a:spcPct val="90000"/>
              </a:lnSpc>
              <a:defRPr/>
            </a:pP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使用尽最大努力交付，即不保证可靠交付，同时也不使用拥塞控制。</a:t>
            </a:r>
          </a:p>
          <a:p>
            <a:pPr marL="457200" indent="-457200" eaLnBrk="1" hangingPunct="1">
              <a:lnSpc>
                <a:spcPct val="90000"/>
              </a:lnSpc>
              <a:defRPr/>
            </a:pP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是面向报文的。</a:t>
            </a: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没有拥塞控制，很适合多媒体通信的要求。 </a:t>
            </a:r>
          </a:p>
          <a:p>
            <a:pPr marL="457200" indent="-457200" eaLnBrk="1" hangingPunct="1">
              <a:lnSpc>
                <a:spcPct val="90000"/>
              </a:lnSpc>
              <a:defRPr/>
            </a:pP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支持一对一、一对多、多对一和多对多的交互通信。</a:t>
            </a:r>
          </a:p>
          <a:p>
            <a:pPr marL="457200" indent="-457200" eaLnBrk="1" hangingPunct="1">
              <a:lnSpc>
                <a:spcPct val="90000"/>
              </a:lnSpc>
              <a:defRPr/>
            </a:pP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的首部开销小，只有 </a:t>
            </a:r>
            <a:r>
              <a:rPr lang="en-US" altLang="zh-CN" dirty="0">
                <a:latin typeface="Times New Roman" panose="02020603050405020304" pitchFamily="18" charset="0"/>
                <a:ea typeface="宋体" panose="02010600030101010101" pitchFamily="2" charset="-122"/>
              </a:rPr>
              <a:t>8 </a:t>
            </a:r>
            <a:r>
              <a:rPr lang="zh-CN" altLang="en-US" dirty="0">
                <a:latin typeface="Times New Roman" panose="02020603050405020304" pitchFamily="18" charset="0"/>
                <a:ea typeface="宋体" panose="02010600030101010101" pitchFamily="2" charset="-122"/>
              </a:rPr>
              <a:t>个字节。 </a:t>
            </a:r>
          </a:p>
        </p:txBody>
      </p:sp>
      <p:sp>
        <p:nvSpPr>
          <p:cNvPr id="2" name="幻灯片编号占位符 1">
            <a:extLst>
              <a:ext uri="{FF2B5EF4-FFF2-40B4-BE49-F238E27FC236}">
                <a16:creationId xmlns:a16="http://schemas.microsoft.com/office/drawing/2014/main" id="{1125758B-7F7F-D941-8ECE-FF638BD17C1E}"/>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3063B21-62F3-1748-A814-442B33A6A4C6}" type="slidenum">
              <a:rPr lang="en-US" altLang="zh-CN" sz="1050"/>
              <a:pPr>
                <a:defRPr/>
              </a:pPr>
              <a:t>22</a:t>
            </a:fld>
            <a:endParaRPr lang="en-US" altLang="zh-CN" sz="1050"/>
          </a:p>
        </p:txBody>
      </p:sp>
    </p:spTree>
    <p:extLst>
      <p:ext uri="{BB962C8B-B14F-4D97-AF65-F5344CB8AC3E}">
        <p14:creationId xmlns:p14="http://schemas.microsoft.com/office/powerpoint/2010/main" val="22171146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6" name="Rectangle 2">
            <a:extLst>
              <a:ext uri="{FF2B5EF4-FFF2-40B4-BE49-F238E27FC236}">
                <a16:creationId xmlns:a16="http://schemas.microsoft.com/office/drawing/2014/main" id="{5620A211-3196-BB4F-AFAB-3EB1C67EC091}"/>
              </a:ext>
            </a:extLst>
          </p:cNvPr>
          <p:cNvSpPr>
            <a:spLocks noGrp="1" noChangeArrowheads="1"/>
          </p:cNvSpPr>
          <p:nvPr>
            <p:ph type="title"/>
          </p:nvPr>
        </p:nvSpPr>
        <p:spPr>
          <a:xfrm>
            <a:off x="160020" y="250031"/>
            <a:ext cx="7031355" cy="584359"/>
          </a:xfrm>
        </p:spPr>
        <p:txBody>
          <a:bodyPr/>
          <a:lstStyle/>
          <a:p>
            <a:pPr eaLnBrk="1" hangingPunct="1">
              <a:defRPr/>
            </a:pPr>
            <a:r>
              <a:rPr lang="zh-CN" altLang="en-US" dirty="0">
                <a:latin typeface="Times New Roman" panose="02020603050405020304" pitchFamily="18" charset="0"/>
                <a:ea typeface="宋体" panose="02010600030101010101" pitchFamily="2" charset="-122"/>
              </a:rPr>
              <a:t>面向报文的 </a:t>
            </a:r>
            <a:r>
              <a:rPr lang="en-US" altLang="zh-CN" dirty="0">
                <a:latin typeface="Times New Roman" panose="02020603050405020304" pitchFamily="18" charset="0"/>
                <a:ea typeface="宋体" panose="02010600030101010101" pitchFamily="2" charset="-122"/>
              </a:rPr>
              <a:t>UDP</a:t>
            </a:r>
          </a:p>
        </p:txBody>
      </p:sp>
      <p:sp>
        <p:nvSpPr>
          <p:cNvPr id="681987" name="Rectangle 3">
            <a:extLst>
              <a:ext uri="{FF2B5EF4-FFF2-40B4-BE49-F238E27FC236}">
                <a16:creationId xmlns:a16="http://schemas.microsoft.com/office/drawing/2014/main" id="{F86DB4A1-15C2-0849-86F3-544E347811E7}"/>
              </a:ext>
            </a:extLst>
          </p:cNvPr>
          <p:cNvSpPr>
            <a:spLocks noGrp="1" noChangeArrowheads="1"/>
          </p:cNvSpPr>
          <p:nvPr>
            <p:ph type="body" idx="1"/>
          </p:nvPr>
        </p:nvSpPr>
        <p:spPr>
          <a:xfrm>
            <a:off x="160020" y="1059656"/>
            <a:ext cx="8732520" cy="3833813"/>
          </a:xfrm>
        </p:spPr>
        <p:txBody>
          <a:bodyPr/>
          <a:lstStyle/>
          <a:p>
            <a:pPr eaLnBrk="1" hangingPunct="1">
              <a:defRPr/>
            </a:pPr>
            <a:r>
              <a:rPr lang="zh-CN" altLang="en-US" sz="2100" dirty="0">
                <a:ea typeface="宋体" panose="02010600030101010101" pitchFamily="2" charset="-122"/>
              </a:rPr>
              <a:t>发送方 </a:t>
            </a:r>
            <a:r>
              <a:rPr lang="en-US" altLang="zh-CN" sz="2100" dirty="0">
                <a:ea typeface="宋体" panose="02010600030101010101" pitchFamily="2" charset="-122"/>
              </a:rPr>
              <a:t>UDP </a:t>
            </a:r>
            <a:r>
              <a:rPr lang="zh-CN" altLang="en-US" sz="2100" dirty="0">
                <a:ea typeface="宋体" panose="02010600030101010101" pitchFamily="2" charset="-122"/>
              </a:rPr>
              <a:t>对应用程序交下来的报文，在添加首部后就向下交付 </a:t>
            </a:r>
            <a:r>
              <a:rPr lang="en-US" altLang="zh-CN" sz="2100" dirty="0">
                <a:ea typeface="宋体" panose="02010600030101010101" pitchFamily="2" charset="-122"/>
              </a:rPr>
              <a:t>IP </a:t>
            </a:r>
            <a:r>
              <a:rPr lang="zh-CN" altLang="en-US" sz="2100" dirty="0">
                <a:ea typeface="宋体" panose="02010600030101010101" pitchFamily="2" charset="-122"/>
              </a:rPr>
              <a:t>层。</a:t>
            </a:r>
            <a:r>
              <a:rPr lang="en-US" altLang="zh-CN" sz="2100" dirty="0">
                <a:ea typeface="宋体" panose="02010600030101010101" pitchFamily="2" charset="-122"/>
              </a:rPr>
              <a:t>UDP </a:t>
            </a:r>
            <a:r>
              <a:rPr lang="zh-CN" altLang="en-US" sz="2100" dirty="0">
                <a:ea typeface="宋体" panose="02010600030101010101" pitchFamily="2" charset="-122"/>
              </a:rPr>
              <a:t>对应用层交下来的报文，既不合并，也不拆分，而是保留这些报文的边界。</a:t>
            </a:r>
          </a:p>
          <a:p>
            <a:pPr eaLnBrk="1" hangingPunct="1">
              <a:defRPr/>
            </a:pPr>
            <a:r>
              <a:rPr lang="zh-CN" altLang="en-US" sz="2100" dirty="0">
                <a:ea typeface="宋体" panose="02010600030101010101" pitchFamily="2" charset="-122"/>
              </a:rPr>
              <a:t>应用层交给 </a:t>
            </a:r>
            <a:r>
              <a:rPr lang="en-US" altLang="zh-CN" sz="2100" dirty="0">
                <a:ea typeface="宋体" panose="02010600030101010101" pitchFamily="2" charset="-122"/>
              </a:rPr>
              <a:t>UDP </a:t>
            </a:r>
            <a:r>
              <a:rPr lang="zh-CN" altLang="en-US" sz="2100" dirty="0">
                <a:ea typeface="宋体" panose="02010600030101010101" pitchFamily="2" charset="-122"/>
              </a:rPr>
              <a:t>多长的报文，</a:t>
            </a:r>
            <a:r>
              <a:rPr lang="en-US" altLang="zh-CN" sz="2100" dirty="0">
                <a:ea typeface="宋体" panose="02010600030101010101" pitchFamily="2" charset="-122"/>
              </a:rPr>
              <a:t>UDP </a:t>
            </a:r>
            <a:r>
              <a:rPr lang="zh-CN" altLang="en-US" sz="2100" dirty="0">
                <a:ea typeface="宋体" panose="02010600030101010101" pitchFamily="2" charset="-122"/>
              </a:rPr>
              <a:t>就照样发送，即一次发送一个报文。</a:t>
            </a:r>
          </a:p>
          <a:p>
            <a:pPr eaLnBrk="1" hangingPunct="1">
              <a:defRPr/>
            </a:pPr>
            <a:r>
              <a:rPr lang="zh-CN" altLang="en-US" sz="2100" dirty="0">
                <a:ea typeface="宋体" panose="02010600030101010101" pitchFamily="2" charset="-122"/>
              </a:rPr>
              <a:t>接收方 </a:t>
            </a:r>
            <a:r>
              <a:rPr lang="en-US" altLang="zh-CN" sz="2100" dirty="0">
                <a:ea typeface="宋体" panose="02010600030101010101" pitchFamily="2" charset="-122"/>
              </a:rPr>
              <a:t>UDP </a:t>
            </a:r>
            <a:r>
              <a:rPr lang="zh-CN" altLang="en-US" sz="2100" dirty="0">
                <a:ea typeface="宋体" panose="02010600030101010101" pitchFamily="2" charset="-122"/>
              </a:rPr>
              <a:t>对 </a:t>
            </a:r>
            <a:r>
              <a:rPr lang="en-US" altLang="zh-CN" sz="2100" dirty="0">
                <a:ea typeface="宋体" panose="02010600030101010101" pitchFamily="2" charset="-122"/>
              </a:rPr>
              <a:t>IP </a:t>
            </a:r>
            <a:r>
              <a:rPr lang="zh-CN" altLang="en-US" sz="2100" dirty="0">
                <a:ea typeface="宋体" panose="02010600030101010101" pitchFamily="2" charset="-122"/>
              </a:rPr>
              <a:t>层交上来的 </a:t>
            </a:r>
            <a:r>
              <a:rPr lang="en-US" altLang="zh-CN" sz="2100" dirty="0">
                <a:ea typeface="宋体" panose="02010600030101010101" pitchFamily="2" charset="-122"/>
              </a:rPr>
              <a:t>UDP </a:t>
            </a:r>
            <a:r>
              <a:rPr lang="zh-CN" altLang="en-US" sz="2100" dirty="0">
                <a:ea typeface="宋体" panose="02010600030101010101" pitchFamily="2" charset="-122"/>
              </a:rPr>
              <a:t>用户数据报，在去除首部后就原封不动地交付上层的应用进程，一次交付一个完整的报文。</a:t>
            </a:r>
          </a:p>
          <a:p>
            <a:pPr eaLnBrk="1" hangingPunct="1">
              <a:defRPr/>
            </a:pPr>
            <a:r>
              <a:rPr lang="zh-CN" altLang="en-US" sz="2100" dirty="0">
                <a:ea typeface="宋体" panose="02010600030101010101" pitchFamily="2" charset="-122"/>
              </a:rPr>
              <a:t>应用程序必须选择合适大小的报文。</a:t>
            </a:r>
          </a:p>
        </p:txBody>
      </p:sp>
      <p:sp>
        <p:nvSpPr>
          <p:cNvPr id="2" name="幻灯片编号占位符 1">
            <a:extLst>
              <a:ext uri="{FF2B5EF4-FFF2-40B4-BE49-F238E27FC236}">
                <a16:creationId xmlns:a16="http://schemas.microsoft.com/office/drawing/2014/main" id="{998C450C-9DE0-1641-99ED-88070ACE1C3E}"/>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836EDF4-C018-0A40-A6D6-D047B673FBEE}" type="slidenum">
              <a:rPr lang="en-US" altLang="zh-CN" sz="1050"/>
              <a:pPr>
                <a:defRPr/>
              </a:pPr>
              <a:t>23</a:t>
            </a:fld>
            <a:endParaRPr lang="en-US" altLang="zh-CN" sz="1050"/>
          </a:p>
        </p:txBody>
      </p:sp>
    </p:spTree>
    <p:extLst>
      <p:ext uri="{BB962C8B-B14F-4D97-AF65-F5344CB8AC3E}">
        <p14:creationId xmlns:p14="http://schemas.microsoft.com/office/powerpoint/2010/main" val="8535817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8" name="Rectangle 2">
            <a:extLst>
              <a:ext uri="{FF2B5EF4-FFF2-40B4-BE49-F238E27FC236}">
                <a16:creationId xmlns:a16="http://schemas.microsoft.com/office/drawing/2014/main" id="{055F3DC7-638C-934E-B914-FB0864C99A6F}"/>
              </a:ext>
            </a:extLst>
          </p:cNvPr>
          <p:cNvSpPr>
            <a:spLocks noGrp="1" noChangeArrowheads="1"/>
          </p:cNvSpPr>
          <p:nvPr>
            <p:ph type="title"/>
          </p:nvPr>
        </p:nvSpPr>
        <p:spPr/>
        <p:txBody>
          <a:bodyPr/>
          <a:lstStyle/>
          <a:p>
            <a:pPr eaLnBrk="1" hangingPunct="1">
              <a:defRPr/>
            </a:pPr>
            <a:r>
              <a:rPr lang="en-US" altLang="zh-CN" sz="3000" dirty="0">
                <a:ea typeface="宋体" panose="02010600030101010101" pitchFamily="2" charset="-122"/>
              </a:rPr>
              <a:t>UDP </a:t>
            </a:r>
            <a:r>
              <a:rPr lang="zh-CN" altLang="en-US" sz="3000" dirty="0">
                <a:ea typeface="宋体" panose="02010600030101010101" pitchFamily="2" charset="-122"/>
              </a:rPr>
              <a:t>是面向报文的 </a:t>
            </a:r>
          </a:p>
        </p:txBody>
      </p:sp>
      <p:sp>
        <p:nvSpPr>
          <p:cNvPr id="685060" name="AutoShape 4">
            <a:extLst>
              <a:ext uri="{FF2B5EF4-FFF2-40B4-BE49-F238E27FC236}">
                <a16:creationId xmlns:a16="http://schemas.microsoft.com/office/drawing/2014/main" id="{D5E9C4AD-4FD8-534F-8E08-CEBD8017C824}"/>
              </a:ext>
            </a:extLst>
          </p:cNvPr>
          <p:cNvSpPr>
            <a:spLocks noChangeArrowheads="1"/>
          </p:cNvSpPr>
          <p:nvPr/>
        </p:nvSpPr>
        <p:spPr bwMode="auto">
          <a:xfrm flipH="1">
            <a:off x="1143000" y="3856435"/>
            <a:ext cx="647700" cy="272653"/>
          </a:xfrm>
          <a:prstGeom prst="rightArrow">
            <a:avLst>
              <a:gd name="adj1" fmla="val 50000"/>
              <a:gd name="adj2" fmla="val 118788"/>
            </a:avLst>
          </a:prstGeom>
          <a:solidFill>
            <a:schemeClr val="hlink"/>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685061" name="Rectangle 5">
            <a:extLst>
              <a:ext uri="{FF2B5EF4-FFF2-40B4-BE49-F238E27FC236}">
                <a16:creationId xmlns:a16="http://schemas.microsoft.com/office/drawing/2014/main" id="{A99E0BC8-2E49-E24B-BAA7-F306D3EC54C6}"/>
              </a:ext>
            </a:extLst>
          </p:cNvPr>
          <p:cNvSpPr>
            <a:spLocks noChangeArrowheads="1"/>
          </p:cNvSpPr>
          <p:nvPr/>
        </p:nvSpPr>
        <p:spPr bwMode="auto">
          <a:xfrm>
            <a:off x="2627710" y="3219451"/>
            <a:ext cx="4436269" cy="517922"/>
          </a:xfrm>
          <a:prstGeom prst="rect">
            <a:avLst/>
          </a:prstGeom>
          <a:gradFill rotWithShape="1">
            <a:gsLst>
              <a:gs pos="0">
                <a:srgbClr val="66FF99"/>
              </a:gs>
              <a:gs pos="100000">
                <a:srgbClr val="66FF99">
                  <a:gamma/>
                  <a:shade val="69804"/>
                  <a:invGamma/>
                </a:srgbClr>
              </a:gs>
            </a:gsLst>
            <a:lin ang="5400000" scaled="1"/>
          </a:gra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685062" name="Rectangle 6">
            <a:extLst>
              <a:ext uri="{FF2B5EF4-FFF2-40B4-BE49-F238E27FC236}">
                <a16:creationId xmlns:a16="http://schemas.microsoft.com/office/drawing/2014/main" id="{383DFC49-2B53-B244-8982-B1B828025FE9}"/>
              </a:ext>
            </a:extLst>
          </p:cNvPr>
          <p:cNvSpPr>
            <a:spLocks noChangeArrowheads="1"/>
          </p:cNvSpPr>
          <p:nvPr/>
        </p:nvSpPr>
        <p:spPr bwMode="auto">
          <a:xfrm>
            <a:off x="3668317" y="2133600"/>
            <a:ext cx="3364706" cy="511969"/>
          </a:xfrm>
          <a:prstGeom prst="rect">
            <a:avLst/>
          </a:prstGeom>
          <a:gradFill rotWithShape="1">
            <a:gsLst>
              <a:gs pos="0">
                <a:srgbClr val="FFFFCC">
                  <a:gamma/>
                  <a:shade val="69804"/>
                  <a:invGamma/>
                </a:srgbClr>
              </a:gs>
              <a:gs pos="100000">
                <a:srgbClr val="FFFFCC"/>
              </a:gs>
            </a:gsLst>
            <a:lin ang="5400000" scaled="1"/>
          </a:gra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685063" name="Rectangle 7">
            <a:extLst>
              <a:ext uri="{FF2B5EF4-FFF2-40B4-BE49-F238E27FC236}">
                <a16:creationId xmlns:a16="http://schemas.microsoft.com/office/drawing/2014/main" id="{122E1042-123B-CD4C-90ED-A07CBD118D89}"/>
              </a:ext>
            </a:extLst>
          </p:cNvPr>
          <p:cNvSpPr>
            <a:spLocks noChangeArrowheads="1"/>
          </p:cNvSpPr>
          <p:nvPr/>
        </p:nvSpPr>
        <p:spPr bwMode="auto">
          <a:xfrm>
            <a:off x="2596754" y="2646760"/>
            <a:ext cx="4436269" cy="541734"/>
          </a:xfrm>
          <a:prstGeom prst="rect">
            <a:avLst/>
          </a:prstGeom>
          <a:solidFill>
            <a:schemeClr val="bg1"/>
          </a:solidFill>
          <a:ln w="28575">
            <a:solidFill>
              <a:schemeClr val="tx1"/>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685064" name="Rectangle 8">
            <a:extLst>
              <a:ext uri="{FF2B5EF4-FFF2-40B4-BE49-F238E27FC236}">
                <a16:creationId xmlns:a16="http://schemas.microsoft.com/office/drawing/2014/main" id="{31A60452-A4BE-AF44-BF03-B924D333BC62}"/>
              </a:ext>
            </a:extLst>
          </p:cNvPr>
          <p:cNvSpPr>
            <a:spLocks noChangeArrowheads="1"/>
          </p:cNvSpPr>
          <p:nvPr/>
        </p:nvSpPr>
        <p:spPr bwMode="auto">
          <a:xfrm>
            <a:off x="1754981" y="3738563"/>
            <a:ext cx="5278041" cy="561975"/>
          </a:xfrm>
          <a:prstGeom prst="rect">
            <a:avLst/>
          </a:prstGeom>
          <a:solidFill>
            <a:schemeClr val="bg1"/>
          </a:solidFill>
          <a:ln w="2857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685078" name="Rectangle 22">
            <a:extLst>
              <a:ext uri="{FF2B5EF4-FFF2-40B4-BE49-F238E27FC236}">
                <a16:creationId xmlns:a16="http://schemas.microsoft.com/office/drawing/2014/main" id="{B7F2EF8D-691A-C841-A08B-AF0ADDFDD94E}"/>
              </a:ext>
            </a:extLst>
          </p:cNvPr>
          <p:cNvSpPr>
            <a:spLocks noChangeArrowheads="1"/>
          </p:cNvSpPr>
          <p:nvPr/>
        </p:nvSpPr>
        <p:spPr bwMode="auto">
          <a:xfrm>
            <a:off x="2627710" y="3759994"/>
            <a:ext cx="4387453" cy="517922"/>
          </a:xfrm>
          <a:prstGeom prst="rect">
            <a:avLst/>
          </a:prstGeom>
          <a:solidFill>
            <a:srgbClr val="66FF99"/>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685065" name="Rectangle 9">
            <a:extLst>
              <a:ext uri="{FF2B5EF4-FFF2-40B4-BE49-F238E27FC236}">
                <a16:creationId xmlns:a16="http://schemas.microsoft.com/office/drawing/2014/main" id="{6076C049-2414-AF42-85DC-9EF780B3EED5}"/>
              </a:ext>
            </a:extLst>
          </p:cNvPr>
          <p:cNvSpPr>
            <a:spLocks noChangeArrowheads="1"/>
          </p:cNvSpPr>
          <p:nvPr/>
        </p:nvSpPr>
        <p:spPr bwMode="auto">
          <a:xfrm>
            <a:off x="3637360" y="3862388"/>
            <a:ext cx="2261678" cy="34432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800">
                <a:solidFill>
                  <a:schemeClr val="folHlink"/>
                </a:solidFill>
                <a:latin typeface="Arial" panose="020B0604020202020204" pitchFamily="34" charset="0"/>
              </a:rPr>
              <a:t>IP </a:t>
            </a:r>
            <a:r>
              <a:rPr kumimoji="1" lang="zh-CN" altLang="en-US" sz="1800">
                <a:solidFill>
                  <a:schemeClr val="folHlink"/>
                </a:solidFill>
                <a:latin typeface="Arial" panose="020B0604020202020204" pitchFamily="34" charset="0"/>
              </a:rPr>
              <a:t>数据报的数据部分</a:t>
            </a:r>
          </a:p>
        </p:txBody>
      </p:sp>
      <p:sp>
        <p:nvSpPr>
          <p:cNvPr id="685066" name="Rectangle 10">
            <a:extLst>
              <a:ext uri="{FF2B5EF4-FFF2-40B4-BE49-F238E27FC236}">
                <a16:creationId xmlns:a16="http://schemas.microsoft.com/office/drawing/2014/main" id="{8CFFFB88-36D8-3D4C-B8CE-176CDBA408BD}"/>
              </a:ext>
            </a:extLst>
          </p:cNvPr>
          <p:cNvSpPr>
            <a:spLocks noChangeArrowheads="1"/>
          </p:cNvSpPr>
          <p:nvPr/>
        </p:nvSpPr>
        <p:spPr bwMode="auto">
          <a:xfrm>
            <a:off x="1726407" y="3839767"/>
            <a:ext cx="876684" cy="34432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800">
                <a:solidFill>
                  <a:schemeClr val="folHlink"/>
                </a:solidFill>
                <a:latin typeface="Arial" panose="020B0604020202020204" pitchFamily="34" charset="0"/>
              </a:rPr>
              <a:t>IP </a:t>
            </a:r>
            <a:r>
              <a:rPr kumimoji="1" lang="zh-CN" altLang="en-US" sz="1800">
                <a:solidFill>
                  <a:schemeClr val="folHlink"/>
                </a:solidFill>
                <a:latin typeface="Arial" panose="020B0604020202020204" pitchFamily="34" charset="0"/>
              </a:rPr>
              <a:t>首部</a:t>
            </a:r>
          </a:p>
        </p:txBody>
      </p:sp>
      <p:sp>
        <p:nvSpPr>
          <p:cNvPr id="685067" name="Rectangle 11">
            <a:extLst>
              <a:ext uri="{FF2B5EF4-FFF2-40B4-BE49-F238E27FC236}">
                <a16:creationId xmlns:a16="http://schemas.microsoft.com/office/drawing/2014/main" id="{CB85CB75-2EA8-894A-86B3-727FB0151CA1}"/>
              </a:ext>
            </a:extLst>
          </p:cNvPr>
          <p:cNvSpPr>
            <a:spLocks noChangeArrowheads="1"/>
          </p:cNvSpPr>
          <p:nvPr/>
        </p:nvSpPr>
        <p:spPr bwMode="auto">
          <a:xfrm>
            <a:off x="7186613" y="3837385"/>
            <a:ext cx="645851" cy="34432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800">
                <a:solidFill>
                  <a:schemeClr val="folHlink"/>
                </a:solidFill>
                <a:latin typeface="Arial" panose="020B0604020202020204" pitchFamily="34" charset="0"/>
              </a:rPr>
              <a:t>IP </a:t>
            </a:r>
            <a:r>
              <a:rPr kumimoji="1" lang="zh-CN" altLang="en-US" sz="1800">
                <a:solidFill>
                  <a:schemeClr val="folHlink"/>
                </a:solidFill>
                <a:latin typeface="Arial" panose="020B0604020202020204" pitchFamily="34" charset="0"/>
              </a:rPr>
              <a:t>层</a:t>
            </a:r>
          </a:p>
        </p:txBody>
      </p:sp>
      <p:sp>
        <p:nvSpPr>
          <p:cNvPr id="685068" name="Line 12">
            <a:extLst>
              <a:ext uri="{FF2B5EF4-FFF2-40B4-BE49-F238E27FC236}">
                <a16:creationId xmlns:a16="http://schemas.microsoft.com/office/drawing/2014/main" id="{BA59C66F-0BEB-894C-BF18-65D981CCF1C9}"/>
              </a:ext>
            </a:extLst>
          </p:cNvPr>
          <p:cNvSpPr>
            <a:spLocks noChangeShapeType="1"/>
          </p:cNvSpPr>
          <p:nvPr/>
        </p:nvSpPr>
        <p:spPr bwMode="auto">
          <a:xfrm>
            <a:off x="3694510" y="2646760"/>
            <a:ext cx="0" cy="541734"/>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685069" name="AutoShape 13">
            <a:extLst>
              <a:ext uri="{FF2B5EF4-FFF2-40B4-BE49-F238E27FC236}">
                <a16:creationId xmlns:a16="http://schemas.microsoft.com/office/drawing/2014/main" id="{2469F42A-6466-B147-A71E-CB46E0E50DD3}"/>
              </a:ext>
            </a:extLst>
          </p:cNvPr>
          <p:cNvSpPr>
            <a:spLocks noChangeArrowheads="1"/>
          </p:cNvSpPr>
          <p:nvPr/>
        </p:nvSpPr>
        <p:spPr bwMode="auto">
          <a:xfrm rot="16200000" flipH="1">
            <a:off x="4494609" y="3427810"/>
            <a:ext cx="722710" cy="244079"/>
          </a:xfrm>
          <a:prstGeom prst="rightArrow">
            <a:avLst>
              <a:gd name="adj1" fmla="val 50000"/>
              <a:gd name="adj2" fmla="val 148062"/>
            </a:avLst>
          </a:prstGeom>
          <a:solidFill>
            <a:srgbClr val="33CC33"/>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685070" name="Rectangle 14">
            <a:extLst>
              <a:ext uri="{FF2B5EF4-FFF2-40B4-BE49-F238E27FC236}">
                <a16:creationId xmlns:a16="http://schemas.microsoft.com/office/drawing/2014/main" id="{5AA36380-E755-8C4B-9E04-E2B2A86D966D}"/>
              </a:ext>
            </a:extLst>
          </p:cNvPr>
          <p:cNvSpPr>
            <a:spLocks noChangeArrowheads="1"/>
          </p:cNvSpPr>
          <p:nvPr/>
        </p:nvSpPr>
        <p:spPr bwMode="auto">
          <a:xfrm>
            <a:off x="2596753" y="2727723"/>
            <a:ext cx="1145988" cy="34432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800">
                <a:solidFill>
                  <a:schemeClr val="folHlink"/>
                </a:solidFill>
                <a:latin typeface="Arial" panose="020B0604020202020204" pitchFamily="34" charset="0"/>
              </a:rPr>
              <a:t>UDP </a:t>
            </a:r>
            <a:r>
              <a:rPr kumimoji="1" lang="zh-CN" altLang="en-US" sz="1800">
                <a:solidFill>
                  <a:schemeClr val="folHlink"/>
                </a:solidFill>
                <a:latin typeface="Arial" panose="020B0604020202020204" pitchFamily="34" charset="0"/>
              </a:rPr>
              <a:t>首部</a:t>
            </a:r>
          </a:p>
        </p:txBody>
      </p:sp>
      <p:sp>
        <p:nvSpPr>
          <p:cNvPr id="685071" name="Rectangle 15">
            <a:extLst>
              <a:ext uri="{FF2B5EF4-FFF2-40B4-BE49-F238E27FC236}">
                <a16:creationId xmlns:a16="http://schemas.microsoft.com/office/drawing/2014/main" id="{6171804F-3707-2941-8565-C1960A6C46DF}"/>
              </a:ext>
            </a:extLst>
          </p:cNvPr>
          <p:cNvSpPr>
            <a:spLocks noChangeArrowheads="1"/>
          </p:cNvSpPr>
          <p:nvPr/>
        </p:nvSpPr>
        <p:spPr bwMode="auto">
          <a:xfrm>
            <a:off x="3968354" y="2731294"/>
            <a:ext cx="2992647" cy="34432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800">
                <a:solidFill>
                  <a:schemeClr val="folHlink"/>
                </a:solidFill>
                <a:latin typeface="Arial" panose="020B0604020202020204" pitchFamily="34" charset="0"/>
              </a:rPr>
              <a:t>UDP </a:t>
            </a:r>
            <a:r>
              <a:rPr kumimoji="1" lang="zh-CN" altLang="en-US" sz="1800">
                <a:solidFill>
                  <a:schemeClr val="folHlink"/>
                </a:solidFill>
                <a:latin typeface="Arial" panose="020B0604020202020204" pitchFamily="34" charset="0"/>
              </a:rPr>
              <a:t>用户数据报的数据部分</a:t>
            </a:r>
          </a:p>
        </p:txBody>
      </p:sp>
      <p:sp>
        <p:nvSpPr>
          <p:cNvPr id="685072" name="Rectangle 16">
            <a:extLst>
              <a:ext uri="{FF2B5EF4-FFF2-40B4-BE49-F238E27FC236}">
                <a16:creationId xmlns:a16="http://schemas.microsoft.com/office/drawing/2014/main" id="{B6BA919F-832E-0844-B49A-D8AE4D358996}"/>
              </a:ext>
            </a:extLst>
          </p:cNvPr>
          <p:cNvSpPr>
            <a:spLocks noChangeArrowheads="1"/>
          </p:cNvSpPr>
          <p:nvPr/>
        </p:nvSpPr>
        <p:spPr bwMode="auto">
          <a:xfrm>
            <a:off x="7110413" y="2737248"/>
            <a:ext cx="829555" cy="344326"/>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800">
                <a:solidFill>
                  <a:schemeClr val="folHlink"/>
                </a:solidFill>
                <a:latin typeface="Arial" panose="020B0604020202020204" pitchFamily="34" charset="0"/>
              </a:rPr>
              <a:t>运输层</a:t>
            </a:r>
          </a:p>
        </p:txBody>
      </p:sp>
      <p:sp>
        <p:nvSpPr>
          <p:cNvPr id="685073" name="Line 17">
            <a:extLst>
              <a:ext uri="{FF2B5EF4-FFF2-40B4-BE49-F238E27FC236}">
                <a16:creationId xmlns:a16="http://schemas.microsoft.com/office/drawing/2014/main" id="{C0AEFF8F-3DC4-5549-9058-BF70507A286D}"/>
              </a:ext>
            </a:extLst>
          </p:cNvPr>
          <p:cNvSpPr>
            <a:spLocks noChangeShapeType="1"/>
          </p:cNvSpPr>
          <p:nvPr/>
        </p:nvSpPr>
        <p:spPr bwMode="auto">
          <a:xfrm>
            <a:off x="2596754" y="3738563"/>
            <a:ext cx="0" cy="561975"/>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685074" name="AutoShape 18">
            <a:extLst>
              <a:ext uri="{FF2B5EF4-FFF2-40B4-BE49-F238E27FC236}">
                <a16:creationId xmlns:a16="http://schemas.microsoft.com/office/drawing/2014/main" id="{16372431-51CD-0247-B8D5-A828CDF768CB}"/>
              </a:ext>
            </a:extLst>
          </p:cNvPr>
          <p:cNvSpPr>
            <a:spLocks noChangeArrowheads="1"/>
          </p:cNvSpPr>
          <p:nvPr/>
        </p:nvSpPr>
        <p:spPr bwMode="auto">
          <a:xfrm rot="16200000" flipH="1">
            <a:off x="4994077" y="2343746"/>
            <a:ext cx="722710" cy="245269"/>
          </a:xfrm>
          <a:prstGeom prst="rightArrow">
            <a:avLst>
              <a:gd name="adj1" fmla="val 50000"/>
              <a:gd name="adj2" fmla="val 147344"/>
            </a:avLst>
          </a:prstGeom>
          <a:solidFill>
            <a:schemeClr val="bg1"/>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685075" name="Rectangle 19">
            <a:extLst>
              <a:ext uri="{FF2B5EF4-FFF2-40B4-BE49-F238E27FC236}">
                <a16:creationId xmlns:a16="http://schemas.microsoft.com/office/drawing/2014/main" id="{6CF50CD7-9128-5843-8DF1-0C63DAD482C4}"/>
              </a:ext>
            </a:extLst>
          </p:cNvPr>
          <p:cNvSpPr>
            <a:spLocks noChangeArrowheads="1"/>
          </p:cNvSpPr>
          <p:nvPr/>
        </p:nvSpPr>
        <p:spPr bwMode="auto">
          <a:xfrm>
            <a:off x="3694510" y="1653778"/>
            <a:ext cx="3319463" cy="451247"/>
          </a:xfrm>
          <a:prstGeom prst="rect">
            <a:avLst/>
          </a:prstGeom>
          <a:solidFill>
            <a:srgbClr val="FFFFCC"/>
          </a:solidFill>
          <a:ln w="2857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zh-CN" altLang="en-US" sz="1800">
                <a:solidFill>
                  <a:schemeClr val="folHlink"/>
                </a:solidFill>
                <a:latin typeface="Arial" panose="020B0604020202020204" pitchFamily="34" charset="0"/>
              </a:rPr>
              <a:t>应用层报文</a:t>
            </a:r>
          </a:p>
        </p:txBody>
      </p:sp>
      <p:sp>
        <p:nvSpPr>
          <p:cNvPr id="685076" name="Rectangle 20">
            <a:extLst>
              <a:ext uri="{FF2B5EF4-FFF2-40B4-BE49-F238E27FC236}">
                <a16:creationId xmlns:a16="http://schemas.microsoft.com/office/drawing/2014/main" id="{D5692B6A-8AE0-004B-8B14-5996ED7B4DC9}"/>
              </a:ext>
            </a:extLst>
          </p:cNvPr>
          <p:cNvSpPr>
            <a:spLocks noChangeArrowheads="1"/>
          </p:cNvSpPr>
          <p:nvPr/>
        </p:nvSpPr>
        <p:spPr bwMode="auto">
          <a:xfrm>
            <a:off x="7110413" y="1653779"/>
            <a:ext cx="829555" cy="34432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800">
                <a:solidFill>
                  <a:schemeClr val="folHlink"/>
                </a:solidFill>
                <a:latin typeface="Arial" panose="020B0604020202020204" pitchFamily="34" charset="0"/>
              </a:rPr>
              <a:t>应用层</a:t>
            </a:r>
          </a:p>
        </p:txBody>
      </p:sp>
      <p:sp>
        <p:nvSpPr>
          <p:cNvPr id="2" name="幻灯片编号占位符 1">
            <a:extLst>
              <a:ext uri="{FF2B5EF4-FFF2-40B4-BE49-F238E27FC236}">
                <a16:creationId xmlns:a16="http://schemas.microsoft.com/office/drawing/2014/main" id="{4A1EB230-D72A-CA45-A734-53D19312B70D}"/>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02D7186-C58A-E141-B3ED-7D1A51715FC5}" type="slidenum">
              <a:rPr lang="en-US" altLang="zh-CN" sz="1050"/>
              <a:pPr>
                <a:defRPr/>
              </a:pPr>
              <a:t>24</a:t>
            </a:fld>
            <a:endParaRPr lang="en-US" altLang="zh-CN" sz="1050"/>
          </a:p>
        </p:txBody>
      </p:sp>
    </p:spTree>
    <p:extLst>
      <p:ext uri="{BB962C8B-B14F-4D97-AF65-F5344CB8AC3E}">
        <p14:creationId xmlns:p14="http://schemas.microsoft.com/office/powerpoint/2010/main" val="19522655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a:extLst>
              <a:ext uri="{FF2B5EF4-FFF2-40B4-BE49-F238E27FC236}">
                <a16:creationId xmlns:a16="http://schemas.microsoft.com/office/drawing/2014/main" id="{DD70D08B-7E6B-D34F-AF0A-99E374305A62}"/>
              </a:ext>
            </a:extLst>
          </p:cNvPr>
          <p:cNvSpPr>
            <a:spLocks noChangeArrowheads="1"/>
          </p:cNvSpPr>
          <p:nvPr/>
        </p:nvSpPr>
        <p:spPr bwMode="auto">
          <a:xfrm>
            <a:off x="2844404" y="4030266"/>
            <a:ext cx="809625" cy="342900"/>
          </a:xfrm>
          <a:prstGeom prst="rect">
            <a:avLst/>
          </a:prstGeom>
          <a:solidFill>
            <a:srgbClr val="CCCCFF"/>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39" name="Freeform 3">
            <a:extLst>
              <a:ext uri="{FF2B5EF4-FFF2-40B4-BE49-F238E27FC236}">
                <a16:creationId xmlns:a16="http://schemas.microsoft.com/office/drawing/2014/main" id="{11EE8554-79FE-F54C-B8AB-C35BB90D5F7B}"/>
              </a:ext>
            </a:extLst>
          </p:cNvPr>
          <p:cNvSpPr>
            <a:spLocks/>
          </p:cNvSpPr>
          <p:nvPr/>
        </p:nvSpPr>
        <p:spPr bwMode="auto">
          <a:xfrm>
            <a:off x="3280172" y="3005137"/>
            <a:ext cx="3475434" cy="328613"/>
          </a:xfrm>
          <a:custGeom>
            <a:avLst/>
            <a:gdLst>
              <a:gd name="T0" fmla="*/ 0 w 2919"/>
              <a:gd name="T1" fmla="*/ 0 h 276"/>
              <a:gd name="T2" fmla="*/ 4633912 w 2919"/>
              <a:gd name="T3" fmla="*/ 0 h 276"/>
              <a:gd name="T4" fmla="*/ 1692275 w 2919"/>
              <a:gd name="T5" fmla="*/ 438150 h 276"/>
              <a:gd name="T6" fmla="*/ 549275 w 2919"/>
              <a:gd name="T7" fmla="*/ 425450 h 276"/>
              <a:gd name="T8" fmla="*/ 0 w 2919"/>
              <a:gd name="T9" fmla="*/ 0 h 2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A7C1D1"/>
              </a:gs>
              <a:gs pos="100000">
                <a:srgbClr val="CCECFF"/>
              </a:gs>
            </a:gsLst>
            <a:lin ang="5400000" scaled="1"/>
          </a:gradFill>
          <a:ln>
            <a:noFill/>
          </a:ln>
          <a:effectLst/>
        </p:spPr>
        <p:txBody>
          <a:bodyPr wrap="none" anchor="ctr"/>
          <a:lstStyle/>
          <a:p>
            <a:pPr>
              <a:defRPr/>
            </a:pPr>
            <a:endParaRPr lang="zh-CN" altLang="en-US"/>
          </a:p>
        </p:txBody>
      </p:sp>
      <p:sp>
        <p:nvSpPr>
          <p:cNvPr id="500740" name="Rectangle 4">
            <a:extLst>
              <a:ext uri="{FF2B5EF4-FFF2-40B4-BE49-F238E27FC236}">
                <a16:creationId xmlns:a16="http://schemas.microsoft.com/office/drawing/2014/main" id="{565DF867-949C-354B-9418-860D6B3AA261}"/>
              </a:ext>
            </a:extLst>
          </p:cNvPr>
          <p:cNvSpPr>
            <a:spLocks noChangeArrowheads="1"/>
          </p:cNvSpPr>
          <p:nvPr/>
        </p:nvSpPr>
        <p:spPr bwMode="auto">
          <a:xfrm>
            <a:off x="3652838" y="3327797"/>
            <a:ext cx="810816" cy="342900"/>
          </a:xfrm>
          <a:prstGeom prst="rect">
            <a:avLst/>
          </a:prstGeom>
          <a:solidFill>
            <a:srgbClr val="CCECFF"/>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41" name="Rectangle 5">
            <a:extLst>
              <a:ext uri="{FF2B5EF4-FFF2-40B4-BE49-F238E27FC236}">
                <a16:creationId xmlns:a16="http://schemas.microsoft.com/office/drawing/2014/main" id="{8F96B064-351C-8F46-9C86-D9E8F91CC46F}"/>
              </a:ext>
            </a:extLst>
          </p:cNvPr>
          <p:cNvSpPr>
            <a:spLocks noGrp="1" noChangeArrowheads="1"/>
          </p:cNvSpPr>
          <p:nvPr>
            <p:ph type="title"/>
          </p:nvPr>
        </p:nvSpPr>
        <p:spPr/>
        <p:txBody>
          <a:bodyPr/>
          <a:lstStyle/>
          <a:p>
            <a:pPr eaLnBrk="1" hangingPunct="1">
              <a:defRPr/>
            </a:pPr>
            <a:r>
              <a:rPr lang="en-US" altLang="zh-CN" dirty="0">
                <a:latin typeface="Times New Roman" panose="02020603050405020304" pitchFamily="18" charset="0"/>
                <a:ea typeface="宋体" panose="02010600030101010101" pitchFamily="2" charset="-122"/>
              </a:rPr>
              <a:t>5.2.2  UDP </a:t>
            </a:r>
            <a:r>
              <a:rPr lang="zh-CN" altLang="en-US" dirty="0">
                <a:latin typeface="Times New Roman" panose="02020603050405020304" pitchFamily="18" charset="0"/>
                <a:ea typeface="宋体" panose="02010600030101010101" pitchFamily="2" charset="-122"/>
              </a:rPr>
              <a:t>的首部格式 </a:t>
            </a:r>
          </a:p>
        </p:txBody>
      </p:sp>
      <p:sp>
        <p:nvSpPr>
          <p:cNvPr id="500742" name="AutoShape 6">
            <a:extLst>
              <a:ext uri="{FF2B5EF4-FFF2-40B4-BE49-F238E27FC236}">
                <a16:creationId xmlns:a16="http://schemas.microsoft.com/office/drawing/2014/main" id="{80A609DD-EABE-5C48-BF9C-D7886F26E9A1}"/>
              </a:ext>
            </a:extLst>
          </p:cNvPr>
          <p:cNvSpPr>
            <a:spLocks noChangeArrowheads="1"/>
          </p:cNvSpPr>
          <p:nvPr/>
        </p:nvSpPr>
        <p:spPr bwMode="auto">
          <a:xfrm>
            <a:off x="2245519" y="4098132"/>
            <a:ext cx="598885" cy="216694"/>
          </a:xfrm>
          <a:prstGeom prst="leftArrow">
            <a:avLst>
              <a:gd name="adj1" fmla="val 50000"/>
              <a:gd name="adj2" fmla="val 69093"/>
            </a:avLst>
          </a:prstGeom>
          <a:solidFill>
            <a:srgbClr val="FF0000"/>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43" name="Freeform 7">
            <a:extLst>
              <a:ext uri="{FF2B5EF4-FFF2-40B4-BE49-F238E27FC236}">
                <a16:creationId xmlns:a16="http://schemas.microsoft.com/office/drawing/2014/main" id="{4357648B-EFB4-3C4D-8D74-722D3E624C3E}"/>
              </a:ext>
            </a:extLst>
          </p:cNvPr>
          <p:cNvSpPr>
            <a:spLocks/>
          </p:cNvSpPr>
          <p:nvPr/>
        </p:nvSpPr>
        <p:spPr bwMode="auto">
          <a:xfrm>
            <a:off x="1810942" y="2147888"/>
            <a:ext cx="5011340" cy="514350"/>
          </a:xfrm>
          <a:custGeom>
            <a:avLst/>
            <a:gdLst>
              <a:gd name="T0" fmla="*/ 0 w 3600"/>
              <a:gd name="T1" fmla="*/ 0 h 432"/>
              <a:gd name="T2" fmla="*/ 6681787 w 3600"/>
              <a:gd name="T3" fmla="*/ 0 h 432"/>
              <a:gd name="T4" fmla="*/ 1959991 w 3600"/>
              <a:gd name="T5" fmla="*/ 685800 h 432"/>
              <a:gd name="T6" fmla="*/ 712724 w 3600"/>
              <a:gd name="T7" fmla="*/ 685800 h 432"/>
              <a:gd name="T8" fmla="*/ 0 w 3600"/>
              <a:gd name="T9" fmla="*/ 0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B2B26B"/>
              </a:gs>
              <a:gs pos="100000">
                <a:srgbClr val="FFFF99"/>
              </a:gs>
            </a:gsLst>
            <a:lin ang="5400000" scaled="1"/>
          </a:gradFill>
          <a:ln>
            <a:noFill/>
          </a:ln>
          <a:effectLst/>
        </p:spPr>
        <p:txBody>
          <a:bodyPr wrap="none" anchor="ctr"/>
          <a:lstStyle/>
          <a:p>
            <a:pPr>
              <a:defRPr/>
            </a:pPr>
            <a:endParaRPr lang="zh-CN" altLang="en-US"/>
          </a:p>
        </p:txBody>
      </p:sp>
      <p:sp>
        <p:nvSpPr>
          <p:cNvPr id="500744" name="Rectangle 8">
            <a:extLst>
              <a:ext uri="{FF2B5EF4-FFF2-40B4-BE49-F238E27FC236}">
                <a16:creationId xmlns:a16="http://schemas.microsoft.com/office/drawing/2014/main" id="{AD63580D-56F1-7646-96C8-A0A199A97E82}"/>
              </a:ext>
            </a:extLst>
          </p:cNvPr>
          <p:cNvSpPr>
            <a:spLocks noChangeArrowheads="1"/>
          </p:cNvSpPr>
          <p:nvPr/>
        </p:nvSpPr>
        <p:spPr bwMode="auto">
          <a:xfrm>
            <a:off x="3280172" y="2662238"/>
            <a:ext cx="3475434" cy="342900"/>
          </a:xfrm>
          <a:prstGeom prst="rect">
            <a:avLst/>
          </a:prstGeom>
          <a:solidFill>
            <a:srgbClr val="CCECFF"/>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45" name="Rectangle 9">
            <a:extLst>
              <a:ext uri="{FF2B5EF4-FFF2-40B4-BE49-F238E27FC236}">
                <a16:creationId xmlns:a16="http://schemas.microsoft.com/office/drawing/2014/main" id="{9A1A9ADD-EA17-684C-8E4E-034AA24BD4D8}"/>
              </a:ext>
            </a:extLst>
          </p:cNvPr>
          <p:cNvSpPr>
            <a:spLocks noChangeArrowheads="1"/>
          </p:cNvSpPr>
          <p:nvPr/>
        </p:nvSpPr>
        <p:spPr bwMode="auto">
          <a:xfrm>
            <a:off x="3654029" y="4032647"/>
            <a:ext cx="4104084" cy="342900"/>
          </a:xfrm>
          <a:prstGeom prst="rect">
            <a:avLst/>
          </a:prstGeom>
          <a:solidFill>
            <a:srgbClr val="CCFF66"/>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46" name="Line 10">
            <a:extLst>
              <a:ext uri="{FF2B5EF4-FFF2-40B4-BE49-F238E27FC236}">
                <a16:creationId xmlns:a16="http://schemas.microsoft.com/office/drawing/2014/main" id="{309B4583-E9EF-DD42-89EB-EA6B096A7FDB}"/>
              </a:ext>
            </a:extLst>
          </p:cNvPr>
          <p:cNvSpPr>
            <a:spLocks noChangeShapeType="1"/>
          </p:cNvSpPr>
          <p:nvPr/>
        </p:nvSpPr>
        <p:spPr bwMode="auto">
          <a:xfrm>
            <a:off x="4149329" y="2662238"/>
            <a:ext cx="1190"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47" name="Rectangle 11">
            <a:extLst>
              <a:ext uri="{FF2B5EF4-FFF2-40B4-BE49-F238E27FC236}">
                <a16:creationId xmlns:a16="http://schemas.microsoft.com/office/drawing/2014/main" id="{08C33C5C-5FB6-DF4B-94EA-456B058B624B}"/>
              </a:ext>
            </a:extLst>
          </p:cNvPr>
          <p:cNvSpPr>
            <a:spLocks noChangeArrowheads="1"/>
          </p:cNvSpPr>
          <p:nvPr/>
        </p:nvSpPr>
        <p:spPr bwMode="auto">
          <a:xfrm>
            <a:off x="1814513" y="1804988"/>
            <a:ext cx="5013722" cy="342900"/>
          </a:xfrm>
          <a:prstGeom prst="rect">
            <a:avLst/>
          </a:prstGeom>
          <a:solidFill>
            <a:srgbClr val="FFFF99"/>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48" name="Line 12">
            <a:extLst>
              <a:ext uri="{FF2B5EF4-FFF2-40B4-BE49-F238E27FC236}">
                <a16:creationId xmlns:a16="http://schemas.microsoft.com/office/drawing/2014/main" id="{C58C548A-15A1-B94C-92E6-444E59CEBF31}"/>
              </a:ext>
            </a:extLst>
          </p:cNvPr>
          <p:cNvSpPr>
            <a:spLocks noChangeShapeType="1"/>
          </p:cNvSpPr>
          <p:nvPr/>
        </p:nvSpPr>
        <p:spPr bwMode="auto">
          <a:xfrm>
            <a:off x="3483769" y="1804988"/>
            <a:ext cx="238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49" name="Line 13">
            <a:extLst>
              <a:ext uri="{FF2B5EF4-FFF2-40B4-BE49-F238E27FC236}">
                <a16:creationId xmlns:a16="http://schemas.microsoft.com/office/drawing/2014/main" id="{D7CE98DA-E722-FC4E-AC03-901B7DD57C92}"/>
              </a:ext>
            </a:extLst>
          </p:cNvPr>
          <p:cNvSpPr>
            <a:spLocks noChangeShapeType="1"/>
          </p:cNvSpPr>
          <p:nvPr/>
        </p:nvSpPr>
        <p:spPr bwMode="auto">
          <a:xfrm>
            <a:off x="5017294" y="2662238"/>
            <a:ext cx="238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50" name="Line 14">
            <a:extLst>
              <a:ext uri="{FF2B5EF4-FFF2-40B4-BE49-F238E27FC236}">
                <a16:creationId xmlns:a16="http://schemas.microsoft.com/office/drawing/2014/main" id="{CA1116B5-2BC8-E048-A09C-6ED8BF699563}"/>
              </a:ext>
            </a:extLst>
          </p:cNvPr>
          <p:cNvSpPr>
            <a:spLocks noChangeShapeType="1"/>
          </p:cNvSpPr>
          <p:nvPr/>
        </p:nvSpPr>
        <p:spPr bwMode="auto">
          <a:xfrm>
            <a:off x="5886450" y="2662238"/>
            <a:ext cx="119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51" name="Freeform 15">
            <a:extLst>
              <a:ext uri="{FF2B5EF4-FFF2-40B4-BE49-F238E27FC236}">
                <a16:creationId xmlns:a16="http://schemas.microsoft.com/office/drawing/2014/main" id="{85D54FB8-C4C2-7C41-9ABB-803F65B80A6B}"/>
              </a:ext>
            </a:extLst>
          </p:cNvPr>
          <p:cNvSpPr>
            <a:spLocks/>
          </p:cNvSpPr>
          <p:nvPr/>
        </p:nvSpPr>
        <p:spPr bwMode="auto">
          <a:xfrm>
            <a:off x="2343151" y="2662238"/>
            <a:ext cx="937022" cy="342900"/>
          </a:xfrm>
          <a:custGeom>
            <a:avLst/>
            <a:gdLst>
              <a:gd name="T0" fmla="*/ 1249363 w 672"/>
              <a:gd name="T1" fmla="*/ 457200 h 288"/>
              <a:gd name="T2" fmla="*/ 0 w 672"/>
              <a:gd name="T3" fmla="*/ 457200 h 288"/>
              <a:gd name="T4" fmla="*/ 0 w 672"/>
              <a:gd name="T5" fmla="*/ 0 h 288"/>
              <a:gd name="T6" fmla="*/ 1249363 w 672"/>
              <a:gd name="T7" fmla="*/ 0 h 2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2" h="288">
                <a:moveTo>
                  <a:pt x="672" y="288"/>
                </a:moveTo>
                <a:lnTo>
                  <a:pt x="0" y="288"/>
                </a:lnTo>
                <a:lnTo>
                  <a:pt x="0" y="0"/>
                </a:lnTo>
                <a:lnTo>
                  <a:pt x="672" y="0"/>
                </a:lnTo>
              </a:path>
            </a:pathLst>
          </a:custGeom>
          <a:solidFill>
            <a:srgbClr val="FFFF99"/>
          </a:solidFill>
          <a:ln w="19050" cap="flat" cmpd="sng">
            <a:solidFill>
              <a:schemeClr val="tx1"/>
            </a:solidFill>
            <a:prstDash val="dash"/>
            <a:round/>
            <a:headEnd/>
            <a:tailEnd/>
          </a:ln>
          <a:effectLst/>
        </p:spPr>
        <p:txBody>
          <a:bodyPr wrap="none" anchor="ctr"/>
          <a:lstStyle/>
          <a:p>
            <a:pPr>
              <a:defRPr/>
            </a:pPr>
            <a:endParaRPr lang="zh-CN" altLang="en-US"/>
          </a:p>
        </p:txBody>
      </p:sp>
      <p:sp>
        <p:nvSpPr>
          <p:cNvPr id="500752" name="Text Box 16">
            <a:extLst>
              <a:ext uri="{FF2B5EF4-FFF2-40B4-BE49-F238E27FC236}">
                <a16:creationId xmlns:a16="http://schemas.microsoft.com/office/drawing/2014/main" id="{4F573D7F-03EE-394F-AD2A-76FCED448900}"/>
              </a:ext>
            </a:extLst>
          </p:cNvPr>
          <p:cNvSpPr txBox="1">
            <a:spLocks noChangeArrowheads="1"/>
          </p:cNvSpPr>
          <p:nvPr/>
        </p:nvSpPr>
        <p:spPr bwMode="auto">
          <a:xfrm>
            <a:off x="2431257" y="2659857"/>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伪首部</a:t>
            </a:r>
          </a:p>
        </p:txBody>
      </p:sp>
      <p:sp>
        <p:nvSpPr>
          <p:cNvPr id="500753" name="Text Box 17">
            <a:extLst>
              <a:ext uri="{FF2B5EF4-FFF2-40B4-BE49-F238E27FC236}">
                <a16:creationId xmlns:a16="http://schemas.microsoft.com/office/drawing/2014/main" id="{C0176730-9D2E-9142-BEEB-8C967C941D86}"/>
              </a:ext>
            </a:extLst>
          </p:cNvPr>
          <p:cNvSpPr txBox="1">
            <a:spLocks noChangeArrowheads="1"/>
          </p:cNvSpPr>
          <p:nvPr/>
        </p:nvSpPr>
        <p:spPr bwMode="auto">
          <a:xfrm>
            <a:off x="3288507" y="2659857"/>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源端口</a:t>
            </a:r>
          </a:p>
        </p:txBody>
      </p:sp>
      <p:sp>
        <p:nvSpPr>
          <p:cNvPr id="500754" name="Text Box 18">
            <a:extLst>
              <a:ext uri="{FF2B5EF4-FFF2-40B4-BE49-F238E27FC236}">
                <a16:creationId xmlns:a16="http://schemas.microsoft.com/office/drawing/2014/main" id="{0611E00D-A3B7-E54E-8ADA-0CE1EF39A8A0}"/>
              </a:ext>
            </a:extLst>
          </p:cNvPr>
          <p:cNvSpPr txBox="1">
            <a:spLocks noChangeArrowheads="1"/>
          </p:cNvSpPr>
          <p:nvPr/>
        </p:nvSpPr>
        <p:spPr bwMode="auto">
          <a:xfrm>
            <a:off x="4105276" y="2659857"/>
            <a:ext cx="95410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目的端口</a:t>
            </a:r>
          </a:p>
        </p:txBody>
      </p:sp>
      <p:sp>
        <p:nvSpPr>
          <p:cNvPr id="500755" name="Text Box 19">
            <a:extLst>
              <a:ext uri="{FF2B5EF4-FFF2-40B4-BE49-F238E27FC236}">
                <a16:creationId xmlns:a16="http://schemas.microsoft.com/office/drawing/2014/main" id="{9C1448F9-5D61-864E-84DF-134EA86CF5A5}"/>
              </a:ext>
            </a:extLst>
          </p:cNvPr>
          <p:cNvSpPr txBox="1">
            <a:spLocks noChangeArrowheads="1"/>
          </p:cNvSpPr>
          <p:nvPr/>
        </p:nvSpPr>
        <p:spPr bwMode="auto">
          <a:xfrm>
            <a:off x="5106591" y="2658666"/>
            <a:ext cx="675185"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长  度</a:t>
            </a:r>
          </a:p>
        </p:txBody>
      </p:sp>
      <p:sp>
        <p:nvSpPr>
          <p:cNvPr id="500756" name="Text Box 20">
            <a:extLst>
              <a:ext uri="{FF2B5EF4-FFF2-40B4-BE49-F238E27FC236}">
                <a16:creationId xmlns:a16="http://schemas.microsoft.com/office/drawing/2014/main" id="{17E8A98F-5BC9-9848-94CC-512214490ACA}"/>
              </a:ext>
            </a:extLst>
          </p:cNvPr>
          <p:cNvSpPr txBox="1">
            <a:spLocks noChangeArrowheads="1"/>
          </p:cNvSpPr>
          <p:nvPr/>
        </p:nvSpPr>
        <p:spPr bwMode="auto">
          <a:xfrm>
            <a:off x="5965032" y="2659857"/>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检验和</a:t>
            </a:r>
          </a:p>
        </p:txBody>
      </p:sp>
      <p:sp>
        <p:nvSpPr>
          <p:cNvPr id="500757" name="Text Box 21">
            <a:extLst>
              <a:ext uri="{FF2B5EF4-FFF2-40B4-BE49-F238E27FC236}">
                <a16:creationId xmlns:a16="http://schemas.microsoft.com/office/drawing/2014/main" id="{5BBD6C79-953A-B048-8E61-B642DAD40F99}"/>
              </a:ext>
            </a:extLst>
          </p:cNvPr>
          <p:cNvSpPr txBox="1">
            <a:spLocks noChangeArrowheads="1"/>
          </p:cNvSpPr>
          <p:nvPr/>
        </p:nvSpPr>
        <p:spPr bwMode="auto">
          <a:xfrm>
            <a:off x="5214938" y="4063604"/>
            <a:ext cx="104547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数         据</a:t>
            </a:r>
          </a:p>
        </p:txBody>
      </p:sp>
      <p:sp>
        <p:nvSpPr>
          <p:cNvPr id="500758" name="Text Box 22">
            <a:extLst>
              <a:ext uri="{FF2B5EF4-FFF2-40B4-BE49-F238E27FC236}">
                <a16:creationId xmlns:a16="http://schemas.microsoft.com/office/drawing/2014/main" id="{871C5224-9787-FD4E-B56E-D749A5760768}"/>
              </a:ext>
            </a:extLst>
          </p:cNvPr>
          <p:cNvSpPr txBox="1">
            <a:spLocks noChangeArrowheads="1"/>
          </p:cNvSpPr>
          <p:nvPr/>
        </p:nvSpPr>
        <p:spPr bwMode="auto">
          <a:xfrm>
            <a:off x="2922985" y="4063604"/>
            <a:ext cx="675185"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首  部</a:t>
            </a:r>
          </a:p>
        </p:txBody>
      </p:sp>
      <p:sp>
        <p:nvSpPr>
          <p:cNvPr id="500759" name="Line 23">
            <a:extLst>
              <a:ext uri="{FF2B5EF4-FFF2-40B4-BE49-F238E27FC236}">
                <a16:creationId xmlns:a16="http://schemas.microsoft.com/office/drawing/2014/main" id="{1513E422-355F-A246-8640-911890F0B99A}"/>
              </a:ext>
            </a:extLst>
          </p:cNvPr>
          <p:cNvSpPr>
            <a:spLocks noChangeShapeType="1"/>
          </p:cNvSpPr>
          <p:nvPr/>
        </p:nvSpPr>
        <p:spPr bwMode="auto">
          <a:xfrm>
            <a:off x="5157788" y="1804988"/>
            <a:ext cx="0"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60" name="Line 24">
            <a:extLst>
              <a:ext uri="{FF2B5EF4-FFF2-40B4-BE49-F238E27FC236}">
                <a16:creationId xmlns:a16="http://schemas.microsoft.com/office/drawing/2014/main" id="{1084B7C2-29D5-864B-A92F-49B44D3289B6}"/>
              </a:ext>
            </a:extLst>
          </p:cNvPr>
          <p:cNvSpPr>
            <a:spLocks noChangeShapeType="1"/>
          </p:cNvSpPr>
          <p:nvPr/>
        </p:nvSpPr>
        <p:spPr bwMode="auto">
          <a:xfrm>
            <a:off x="5557838" y="1804988"/>
            <a:ext cx="119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61" name="Line 25">
            <a:extLst>
              <a:ext uri="{FF2B5EF4-FFF2-40B4-BE49-F238E27FC236}">
                <a16:creationId xmlns:a16="http://schemas.microsoft.com/office/drawing/2014/main" id="{77040AB9-EEC9-194C-9ECE-2B4F78C986A7}"/>
              </a:ext>
            </a:extLst>
          </p:cNvPr>
          <p:cNvSpPr>
            <a:spLocks noChangeShapeType="1"/>
          </p:cNvSpPr>
          <p:nvPr/>
        </p:nvSpPr>
        <p:spPr bwMode="auto">
          <a:xfrm>
            <a:off x="5957888" y="1804988"/>
            <a:ext cx="0"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62" name="Text Box 26">
            <a:extLst>
              <a:ext uri="{FF2B5EF4-FFF2-40B4-BE49-F238E27FC236}">
                <a16:creationId xmlns:a16="http://schemas.microsoft.com/office/drawing/2014/main" id="{505616EF-FE22-284A-972E-6A114F9446A3}"/>
              </a:ext>
            </a:extLst>
          </p:cNvPr>
          <p:cNvSpPr txBox="1">
            <a:spLocks noChangeArrowheads="1"/>
          </p:cNvSpPr>
          <p:nvPr/>
        </p:nvSpPr>
        <p:spPr bwMode="auto">
          <a:xfrm>
            <a:off x="5925741" y="1802607"/>
            <a:ext cx="97654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a:solidFill>
                  <a:srgbClr val="333399"/>
                </a:solidFill>
                <a:latin typeface="Arial" panose="020B0604020202020204" pitchFamily="34" charset="0"/>
              </a:rPr>
              <a:t>UDP</a:t>
            </a:r>
            <a:r>
              <a:rPr kumimoji="1" lang="zh-CN" altLang="en-US" sz="1500">
                <a:solidFill>
                  <a:srgbClr val="333399"/>
                </a:solidFill>
                <a:latin typeface="Arial" panose="020B0604020202020204" pitchFamily="34" charset="0"/>
              </a:rPr>
              <a:t>长度</a:t>
            </a:r>
          </a:p>
        </p:txBody>
      </p:sp>
      <p:sp>
        <p:nvSpPr>
          <p:cNvPr id="500763" name="Text Box 27">
            <a:extLst>
              <a:ext uri="{FF2B5EF4-FFF2-40B4-BE49-F238E27FC236}">
                <a16:creationId xmlns:a16="http://schemas.microsoft.com/office/drawing/2014/main" id="{B8C35AF4-53D5-AE4A-84C5-D467CB25FA9D}"/>
              </a:ext>
            </a:extLst>
          </p:cNvPr>
          <p:cNvSpPr txBox="1">
            <a:spLocks noChangeArrowheads="1"/>
          </p:cNvSpPr>
          <p:nvPr/>
        </p:nvSpPr>
        <p:spPr bwMode="auto">
          <a:xfrm>
            <a:off x="2105026" y="1802607"/>
            <a:ext cx="1045223"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源 </a:t>
            </a: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地址</a:t>
            </a:r>
          </a:p>
        </p:txBody>
      </p:sp>
      <p:sp>
        <p:nvSpPr>
          <p:cNvPr id="500764" name="Text Box 28">
            <a:extLst>
              <a:ext uri="{FF2B5EF4-FFF2-40B4-BE49-F238E27FC236}">
                <a16:creationId xmlns:a16="http://schemas.microsoft.com/office/drawing/2014/main" id="{3C03144E-F8B3-EC40-B401-929695E98484}"/>
              </a:ext>
            </a:extLst>
          </p:cNvPr>
          <p:cNvSpPr txBox="1">
            <a:spLocks noChangeArrowheads="1"/>
          </p:cNvSpPr>
          <p:nvPr/>
        </p:nvSpPr>
        <p:spPr bwMode="auto">
          <a:xfrm>
            <a:off x="3708798" y="1802607"/>
            <a:ext cx="1237583"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目的 </a:t>
            </a: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地址</a:t>
            </a:r>
          </a:p>
        </p:txBody>
      </p:sp>
      <p:sp>
        <p:nvSpPr>
          <p:cNvPr id="500765" name="Text Box 29">
            <a:extLst>
              <a:ext uri="{FF2B5EF4-FFF2-40B4-BE49-F238E27FC236}">
                <a16:creationId xmlns:a16="http://schemas.microsoft.com/office/drawing/2014/main" id="{DD8D0CB5-FE09-714F-9C63-18B6F3029A1A}"/>
              </a:ext>
            </a:extLst>
          </p:cNvPr>
          <p:cNvSpPr txBox="1">
            <a:spLocks noChangeArrowheads="1"/>
          </p:cNvSpPr>
          <p:nvPr/>
        </p:nvSpPr>
        <p:spPr bwMode="auto">
          <a:xfrm>
            <a:off x="5233988" y="1802607"/>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0</a:t>
            </a:r>
          </a:p>
        </p:txBody>
      </p:sp>
      <p:sp>
        <p:nvSpPr>
          <p:cNvPr id="500766" name="Text Box 30">
            <a:extLst>
              <a:ext uri="{FF2B5EF4-FFF2-40B4-BE49-F238E27FC236}">
                <a16:creationId xmlns:a16="http://schemas.microsoft.com/office/drawing/2014/main" id="{01972DA4-C23E-DF44-9F52-11F6C57EA2B3}"/>
              </a:ext>
            </a:extLst>
          </p:cNvPr>
          <p:cNvSpPr txBox="1">
            <a:spLocks noChangeArrowheads="1"/>
          </p:cNvSpPr>
          <p:nvPr/>
        </p:nvSpPr>
        <p:spPr bwMode="auto">
          <a:xfrm>
            <a:off x="5559029" y="1802607"/>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17</a:t>
            </a:r>
          </a:p>
        </p:txBody>
      </p:sp>
      <p:sp>
        <p:nvSpPr>
          <p:cNvPr id="500767" name="Line 31">
            <a:extLst>
              <a:ext uri="{FF2B5EF4-FFF2-40B4-BE49-F238E27FC236}">
                <a16:creationId xmlns:a16="http://schemas.microsoft.com/office/drawing/2014/main" id="{5043923C-98C7-D14C-BC57-97E776BA3600}"/>
              </a:ext>
            </a:extLst>
          </p:cNvPr>
          <p:cNvSpPr>
            <a:spLocks noChangeShapeType="1"/>
          </p:cNvSpPr>
          <p:nvPr/>
        </p:nvSpPr>
        <p:spPr bwMode="auto">
          <a:xfrm>
            <a:off x="2812257" y="4546997"/>
            <a:ext cx="4945856" cy="0"/>
          </a:xfrm>
          <a:prstGeom prst="line">
            <a:avLst/>
          </a:prstGeom>
          <a:noFill/>
          <a:ln w="952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0768" name="Rectangle 32">
            <a:extLst>
              <a:ext uri="{FF2B5EF4-FFF2-40B4-BE49-F238E27FC236}">
                <a16:creationId xmlns:a16="http://schemas.microsoft.com/office/drawing/2014/main" id="{DB1BA622-7D58-2340-A12E-458270A937BC}"/>
              </a:ext>
            </a:extLst>
          </p:cNvPr>
          <p:cNvSpPr>
            <a:spLocks noChangeArrowheads="1"/>
          </p:cNvSpPr>
          <p:nvPr/>
        </p:nvSpPr>
        <p:spPr bwMode="auto">
          <a:xfrm>
            <a:off x="4750594" y="4431506"/>
            <a:ext cx="879872" cy="219075"/>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0769" name="Text Box 33">
            <a:extLst>
              <a:ext uri="{FF2B5EF4-FFF2-40B4-BE49-F238E27FC236}">
                <a16:creationId xmlns:a16="http://schemas.microsoft.com/office/drawing/2014/main" id="{14C2F381-4B1D-8442-834F-C572D1679BB4}"/>
              </a:ext>
            </a:extLst>
          </p:cNvPr>
          <p:cNvSpPr txBox="1">
            <a:spLocks noChangeArrowheads="1"/>
          </p:cNvSpPr>
          <p:nvPr/>
        </p:nvSpPr>
        <p:spPr bwMode="auto">
          <a:xfrm>
            <a:off x="4716067" y="4412457"/>
            <a:ext cx="992323"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数据报</a:t>
            </a:r>
          </a:p>
        </p:txBody>
      </p:sp>
      <p:sp>
        <p:nvSpPr>
          <p:cNvPr id="500770" name="Text Box 34">
            <a:extLst>
              <a:ext uri="{FF2B5EF4-FFF2-40B4-BE49-F238E27FC236}">
                <a16:creationId xmlns:a16="http://schemas.microsoft.com/office/drawing/2014/main" id="{4C31CE3F-BCE9-7A40-8AA9-8A58CF554164}"/>
              </a:ext>
            </a:extLst>
          </p:cNvPr>
          <p:cNvSpPr txBox="1">
            <a:spLocks noChangeArrowheads="1"/>
          </p:cNvSpPr>
          <p:nvPr/>
        </p:nvSpPr>
        <p:spPr bwMode="auto">
          <a:xfrm>
            <a:off x="1358504" y="1518048"/>
            <a:ext cx="56938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字节</a:t>
            </a:r>
          </a:p>
        </p:txBody>
      </p:sp>
      <p:sp>
        <p:nvSpPr>
          <p:cNvPr id="500771" name="Text Box 35">
            <a:extLst>
              <a:ext uri="{FF2B5EF4-FFF2-40B4-BE49-F238E27FC236}">
                <a16:creationId xmlns:a16="http://schemas.microsoft.com/office/drawing/2014/main" id="{839D2072-2145-E54B-8FE3-8A8DB34D33E9}"/>
              </a:ext>
            </a:extLst>
          </p:cNvPr>
          <p:cNvSpPr txBox="1">
            <a:spLocks noChangeArrowheads="1"/>
          </p:cNvSpPr>
          <p:nvPr/>
        </p:nvSpPr>
        <p:spPr bwMode="auto">
          <a:xfrm>
            <a:off x="2516981" y="1501379"/>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4</a:t>
            </a:r>
          </a:p>
        </p:txBody>
      </p:sp>
      <p:sp>
        <p:nvSpPr>
          <p:cNvPr id="500772" name="Text Box 36">
            <a:extLst>
              <a:ext uri="{FF2B5EF4-FFF2-40B4-BE49-F238E27FC236}">
                <a16:creationId xmlns:a16="http://schemas.microsoft.com/office/drawing/2014/main" id="{14E28422-91FC-294F-8141-D90D102860F3}"/>
              </a:ext>
            </a:extLst>
          </p:cNvPr>
          <p:cNvSpPr txBox="1">
            <a:spLocks noChangeArrowheads="1"/>
          </p:cNvSpPr>
          <p:nvPr/>
        </p:nvSpPr>
        <p:spPr bwMode="auto">
          <a:xfrm>
            <a:off x="4187429" y="1501379"/>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4</a:t>
            </a:r>
          </a:p>
        </p:txBody>
      </p:sp>
      <p:sp>
        <p:nvSpPr>
          <p:cNvPr id="500773" name="Text Box 37">
            <a:extLst>
              <a:ext uri="{FF2B5EF4-FFF2-40B4-BE49-F238E27FC236}">
                <a16:creationId xmlns:a16="http://schemas.microsoft.com/office/drawing/2014/main" id="{84F260AF-57CE-8047-BBA3-EEDBC9DCAA95}"/>
              </a:ext>
            </a:extLst>
          </p:cNvPr>
          <p:cNvSpPr txBox="1">
            <a:spLocks noChangeArrowheads="1"/>
          </p:cNvSpPr>
          <p:nvPr/>
        </p:nvSpPr>
        <p:spPr bwMode="auto">
          <a:xfrm>
            <a:off x="5233988" y="1501379"/>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a:t>
            </a:r>
          </a:p>
        </p:txBody>
      </p:sp>
      <p:sp>
        <p:nvSpPr>
          <p:cNvPr id="500774" name="Text Box 38">
            <a:extLst>
              <a:ext uri="{FF2B5EF4-FFF2-40B4-BE49-F238E27FC236}">
                <a16:creationId xmlns:a16="http://schemas.microsoft.com/office/drawing/2014/main" id="{9BF0B253-A02A-B140-B890-7673FFDD99E3}"/>
              </a:ext>
            </a:extLst>
          </p:cNvPr>
          <p:cNvSpPr txBox="1">
            <a:spLocks noChangeArrowheads="1"/>
          </p:cNvSpPr>
          <p:nvPr/>
        </p:nvSpPr>
        <p:spPr bwMode="auto">
          <a:xfrm>
            <a:off x="5624513" y="1501379"/>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a:t>
            </a:r>
          </a:p>
        </p:txBody>
      </p:sp>
      <p:sp>
        <p:nvSpPr>
          <p:cNvPr id="500775" name="Text Box 39">
            <a:extLst>
              <a:ext uri="{FF2B5EF4-FFF2-40B4-BE49-F238E27FC236}">
                <a16:creationId xmlns:a16="http://schemas.microsoft.com/office/drawing/2014/main" id="{6F165814-CC94-DA41-ADF2-4D4EF22ABA2A}"/>
              </a:ext>
            </a:extLst>
          </p:cNvPr>
          <p:cNvSpPr txBox="1">
            <a:spLocks noChangeArrowheads="1"/>
          </p:cNvSpPr>
          <p:nvPr/>
        </p:nvSpPr>
        <p:spPr bwMode="auto">
          <a:xfrm>
            <a:off x="6215063" y="1501379"/>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500776" name="Text Box 40">
            <a:extLst>
              <a:ext uri="{FF2B5EF4-FFF2-40B4-BE49-F238E27FC236}">
                <a16:creationId xmlns:a16="http://schemas.microsoft.com/office/drawing/2014/main" id="{04FDDF55-919F-7040-9FE2-3A30FCE96F77}"/>
              </a:ext>
            </a:extLst>
          </p:cNvPr>
          <p:cNvSpPr txBox="1">
            <a:spLocks noChangeArrowheads="1"/>
          </p:cNvSpPr>
          <p:nvPr/>
        </p:nvSpPr>
        <p:spPr bwMode="auto">
          <a:xfrm>
            <a:off x="2611041" y="2378869"/>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12</a:t>
            </a:r>
          </a:p>
        </p:txBody>
      </p:sp>
      <p:sp>
        <p:nvSpPr>
          <p:cNvPr id="500777" name="Text Box 41">
            <a:extLst>
              <a:ext uri="{FF2B5EF4-FFF2-40B4-BE49-F238E27FC236}">
                <a16:creationId xmlns:a16="http://schemas.microsoft.com/office/drawing/2014/main" id="{A1C53CAA-D689-E44C-8053-E659CEC039C3}"/>
              </a:ext>
            </a:extLst>
          </p:cNvPr>
          <p:cNvSpPr txBox="1">
            <a:spLocks noChangeArrowheads="1"/>
          </p:cNvSpPr>
          <p:nvPr/>
        </p:nvSpPr>
        <p:spPr bwMode="auto">
          <a:xfrm>
            <a:off x="3563541" y="2382441"/>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500778" name="Text Box 42">
            <a:extLst>
              <a:ext uri="{FF2B5EF4-FFF2-40B4-BE49-F238E27FC236}">
                <a16:creationId xmlns:a16="http://schemas.microsoft.com/office/drawing/2014/main" id="{DAE8A4C9-7720-8E4E-9CFD-85E3BA6BB53D}"/>
              </a:ext>
            </a:extLst>
          </p:cNvPr>
          <p:cNvSpPr txBox="1">
            <a:spLocks noChangeArrowheads="1"/>
          </p:cNvSpPr>
          <p:nvPr/>
        </p:nvSpPr>
        <p:spPr bwMode="auto">
          <a:xfrm>
            <a:off x="4482704" y="2382441"/>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500779" name="Text Box 43">
            <a:extLst>
              <a:ext uri="{FF2B5EF4-FFF2-40B4-BE49-F238E27FC236}">
                <a16:creationId xmlns:a16="http://schemas.microsoft.com/office/drawing/2014/main" id="{A113E7D8-B7B5-D14A-83EE-70018CD31CAF}"/>
              </a:ext>
            </a:extLst>
          </p:cNvPr>
          <p:cNvSpPr txBox="1">
            <a:spLocks noChangeArrowheads="1"/>
          </p:cNvSpPr>
          <p:nvPr/>
        </p:nvSpPr>
        <p:spPr bwMode="auto">
          <a:xfrm>
            <a:off x="5285185" y="2382441"/>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500780" name="Text Box 44">
            <a:extLst>
              <a:ext uri="{FF2B5EF4-FFF2-40B4-BE49-F238E27FC236}">
                <a16:creationId xmlns:a16="http://schemas.microsoft.com/office/drawing/2014/main" id="{3E9395AA-5A6A-B94F-8926-90DC71ACAD12}"/>
              </a:ext>
            </a:extLst>
          </p:cNvPr>
          <p:cNvSpPr txBox="1">
            <a:spLocks noChangeArrowheads="1"/>
          </p:cNvSpPr>
          <p:nvPr/>
        </p:nvSpPr>
        <p:spPr bwMode="auto">
          <a:xfrm>
            <a:off x="6198394" y="2382441"/>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500781" name="Text Box 45">
            <a:extLst>
              <a:ext uri="{FF2B5EF4-FFF2-40B4-BE49-F238E27FC236}">
                <a16:creationId xmlns:a16="http://schemas.microsoft.com/office/drawing/2014/main" id="{7F78ED93-12B4-754E-B7ED-D966826CDCCD}"/>
              </a:ext>
            </a:extLst>
          </p:cNvPr>
          <p:cNvSpPr txBox="1">
            <a:spLocks noChangeArrowheads="1"/>
          </p:cNvSpPr>
          <p:nvPr/>
        </p:nvSpPr>
        <p:spPr bwMode="auto">
          <a:xfrm>
            <a:off x="1743076" y="2378869"/>
            <a:ext cx="56938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字节</a:t>
            </a:r>
          </a:p>
        </p:txBody>
      </p:sp>
      <p:sp>
        <p:nvSpPr>
          <p:cNvPr id="500782" name="Text Box 46">
            <a:extLst>
              <a:ext uri="{FF2B5EF4-FFF2-40B4-BE49-F238E27FC236}">
                <a16:creationId xmlns:a16="http://schemas.microsoft.com/office/drawing/2014/main" id="{F10C3BF8-76ED-6F45-8A9D-FCFE310E75B5}"/>
              </a:ext>
            </a:extLst>
          </p:cNvPr>
          <p:cNvSpPr txBox="1">
            <a:spLocks noChangeArrowheads="1"/>
          </p:cNvSpPr>
          <p:nvPr/>
        </p:nvSpPr>
        <p:spPr bwMode="auto">
          <a:xfrm>
            <a:off x="1924051" y="3759994"/>
            <a:ext cx="95410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发送在前</a:t>
            </a:r>
          </a:p>
        </p:txBody>
      </p:sp>
      <p:sp>
        <p:nvSpPr>
          <p:cNvPr id="500783" name="AutoShape 47">
            <a:extLst>
              <a:ext uri="{FF2B5EF4-FFF2-40B4-BE49-F238E27FC236}">
                <a16:creationId xmlns:a16="http://schemas.microsoft.com/office/drawing/2014/main" id="{589FB9D4-C923-4944-BA81-2979A5D728C7}"/>
              </a:ext>
            </a:extLst>
          </p:cNvPr>
          <p:cNvSpPr>
            <a:spLocks noChangeArrowheads="1"/>
          </p:cNvSpPr>
          <p:nvPr/>
        </p:nvSpPr>
        <p:spPr bwMode="auto">
          <a:xfrm>
            <a:off x="5626894" y="3862388"/>
            <a:ext cx="208360" cy="311944"/>
          </a:xfrm>
          <a:prstGeom prst="downArrow">
            <a:avLst>
              <a:gd name="adj1" fmla="val 50000"/>
              <a:gd name="adj2" fmla="val 37429"/>
            </a:avLst>
          </a:prstGeom>
          <a:solidFill>
            <a:schemeClr val="accent1"/>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84" name="Rectangle 48">
            <a:extLst>
              <a:ext uri="{FF2B5EF4-FFF2-40B4-BE49-F238E27FC236}">
                <a16:creationId xmlns:a16="http://schemas.microsoft.com/office/drawing/2014/main" id="{BE95874E-1CFA-A249-88A1-808280AC240E}"/>
              </a:ext>
            </a:extLst>
          </p:cNvPr>
          <p:cNvSpPr>
            <a:spLocks noChangeArrowheads="1"/>
          </p:cNvSpPr>
          <p:nvPr/>
        </p:nvSpPr>
        <p:spPr bwMode="auto">
          <a:xfrm>
            <a:off x="4463654" y="3327797"/>
            <a:ext cx="3294459" cy="342900"/>
          </a:xfrm>
          <a:prstGeom prst="rect">
            <a:avLst/>
          </a:prstGeom>
          <a:solidFill>
            <a:srgbClr val="FFCCFF"/>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85" name="Text Box 49">
            <a:extLst>
              <a:ext uri="{FF2B5EF4-FFF2-40B4-BE49-F238E27FC236}">
                <a16:creationId xmlns:a16="http://schemas.microsoft.com/office/drawing/2014/main" id="{7EDE2841-BF57-3546-85D7-BD6171ADC7CC}"/>
              </a:ext>
            </a:extLst>
          </p:cNvPr>
          <p:cNvSpPr txBox="1">
            <a:spLocks noChangeArrowheads="1"/>
          </p:cNvSpPr>
          <p:nvPr/>
        </p:nvSpPr>
        <p:spPr bwMode="auto">
          <a:xfrm>
            <a:off x="5630467" y="3359944"/>
            <a:ext cx="104547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数         据</a:t>
            </a:r>
          </a:p>
        </p:txBody>
      </p:sp>
      <p:sp>
        <p:nvSpPr>
          <p:cNvPr id="500786" name="Text Box 50">
            <a:extLst>
              <a:ext uri="{FF2B5EF4-FFF2-40B4-BE49-F238E27FC236}">
                <a16:creationId xmlns:a16="http://schemas.microsoft.com/office/drawing/2014/main" id="{32A302E3-49D2-3240-A4E6-1E9468F91DEB}"/>
              </a:ext>
            </a:extLst>
          </p:cNvPr>
          <p:cNvSpPr txBox="1">
            <a:spLocks noChangeArrowheads="1"/>
          </p:cNvSpPr>
          <p:nvPr/>
        </p:nvSpPr>
        <p:spPr bwMode="auto">
          <a:xfrm>
            <a:off x="3758804" y="3359944"/>
            <a:ext cx="675185"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首  部</a:t>
            </a:r>
          </a:p>
        </p:txBody>
      </p:sp>
      <p:sp>
        <p:nvSpPr>
          <p:cNvPr id="500787" name="AutoShape 51">
            <a:extLst>
              <a:ext uri="{FF2B5EF4-FFF2-40B4-BE49-F238E27FC236}">
                <a16:creationId xmlns:a16="http://schemas.microsoft.com/office/drawing/2014/main" id="{C0F9AA9C-B34F-2F49-A1A1-655CE61BF0D2}"/>
              </a:ext>
            </a:extLst>
          </p:cNvPr>
          <p:cNvSpPr>
            <a:spLocks/>
          </p:cNvSpPr>
          <p:nvPr/>
        </p:nvSpPr>
        <p:spPr bwMode="auto">
          <a:xfrm rot="16200000">
            <a:off x="5667376" y="1779985"/>
            <a:ext cx="126206" cy="4043363"/>
          </a:xfrm>
          <a:prstGeom prst="leftBrace">
            <a:avLst>
              <a:gd name="adj1" fmla="val 266981"/>
              <a:gd name="adj2" fmla="val 50000"/>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0788" name="Text Box 52">
            <a:extLst>
              <a:ext uri="{FF2B5EF4-FFF2-40B4-BE49-F238E27FC236}">
                <a16:creationId xmlns:a16="http://schemas.microsoft.com/office/drawing/2014/main" id="{2FE80746-D7E2-4B46-B41C-41F6550917F5}"/>
              </a:ext>
            </a:extLst>
          </p:cNvPr>
          <p:cNvSpPr txBox="1">
            <a:spLocks noChangeArrowheads="1"/>
          </p:cNvSpPr>
          <p:nvPr/>
        </p:nvSpPr>
        <p:spPr bwMode="auto">
          <a:xfrm>
            <a:off x="2087166" y="3327798"/>
            <a:ext cx="1603068"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a:solidFill>
                  <a:srgbClr val="333399"/>
                </a:solidFill>
                <a:latin typeface="Arial" panose="020B0604020202020204" pitchFamily="34" charset="0"/>
              </a:rPr>
              <a:t>UDP </a:t>
            </a:r>
            <a:r>
              <a:rPr kumimoji="1" lang="zh-CN" altLang="en-US" sz="1500">
                <a:solidFill>
                  <a:srgbClr val="333399"/>
                </a:solidFill>
                <a:latin typeface="Arial" panose="020B0604020202020204" pitchFamily="34" charset="0"/>
              </a:rPr>
              <a:t>用户数据报</a:t>
            </a:r>
          </a:p>
        </p:txBody>
      </p:sp>
      <p:sp>
        <p:nvSpPr>
          <p:cNvPr id="2" name="幻灯片编号占位符 1">
            <a:extLst>
              <a:ext uri="{FF2B5EF4-FFF2-40B4-BE49-F238E27FC236}">
                <a16:creationId xmlns:a16="http://schemas.microsoft.com/office/drawing/2014/main" id="{73CB2D2B-191E-0145-AC4B-36559285A9C6}"/>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DCE32933-034A-1442-A701-6F0817919269}" type="slidenum">
              <a:rPr lang="en-US" altLang="zh-CN" sz="1050"/>
              <a:pPr>
                <a:defRPr/>
              </a:pPr>
              <a:t>25</a:t>
            </a:fld>
            <a:endParaRPr lang="en-US" altLang="zh-CN" sz="1050"/>
          </a:p>
        </p:txBody>
      </p:sp>
    </p:spTree>
    <p:extLst>
      <p:ext uri="{BB962C8B-B14F-4D97-AF65-F5344CB8AC3E}">
        <p14:creationId xmlns:p14="http://schemas.microsoft.com/office/powerpoint/2010/main" val="20377302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6" name="Rectangle 2">
            <a:extLst>
              <a:ext uri="{FF2B5EF4-FFF2-40B4-BE49-F238E27FC236}">
                <a16:creationId xmlns:a16="http://schemas.microsoft.com/office/drawing/2014/main" id="{908A8CD4-4CDE-E543-9CA0-1ED9BFC0CF16}"/>
              </a:ext>
            </a:extLst>
          </p:cNvPr>
          <p:cNvSpPr>
            <a:spLocks noGrp="1" noChangeArrowheads="1"/>
          </p:cNvSpPr>
          <p:nvPr>
            <p:ph type="title"/>
          </p:nvPr>
        </p:nvSpPr>
        <p:spPr>
          <a:xfrm>
            <a:off x="180119" y="345505"/>
            <a:ext cx="7278292" cy="475235"/>
          </a:xfrm>
        </p:spPr>
        <p:txBody>
          <a:bodyPr/>
          <a:lstStyle/>
          <a:p>
            <a:pPr eaLnBrk="1" hangingPunct="1">
              <a:defRPr/>
            </a:pPr>
            <a:r>
              <a:rPr lang="en-US" altLang="zh-CN" dirty="0">
                <a:latin typeface="Times New Roman" panose="02020603050405020304" pitchFamily="18" charset="0"/>
                <a:ea typeface="宋体" panose="02010600030101010101" pitchFamily="2" charset="-122"/>
              </a:rPr>
              <a:t>UDP </a:t>
            </a:r>
            <a:r>
              <a:rPr lang="zh-CN" altLang="en-US" dirty="0">
                <a:latin typeface="Times New Roman" panose="02020603050405020304" pitchFamily="18" charset="0"/>
                <a:ea typeface="宋体" panose="02010600030101010101" pitchFamily="2" charset="-122"/>
              </a:rPr>
              <a:t>基于端口的分用 </a:t>
            </a:r>
          </a:p>
        </p:txBody>
      </p:sp>
      <p:grpSp>
        <p:nvGrpSpPr>
          <p:cNvPr id="68610" name="Group 14">
            <a:extLst>
              <a:ext uri="{FF2B5EF4-FFF2-40B4-BE49-F238E27FC236}">
                <a16:creationId xmlns:a16="http://schemas.microsoft.com/office/drawing/2014/main" id="{A143C573-356A-B244-9DB9-D71FC3C1C8A7}"/>
              </a:ext>
            </a:extLst>
          </p:cNvPr>
          <p:cNvGrpSpPr>
            <a:grpSpLocks/>
          </p:cNvGrpSpPr>
          <p:nvPr/>
        </p:nvGrpSpPr>
        <p:grpSpPr bwMode="auto">
          <a:xfrm>
            <a:off x="2033588" y="1707357"/>
            <a:ext cx="4860131" cy="2755106"/>
            <a:chOff x="1655" y="663"/>
            <a:chExt cx="1951" cy="1316"/>
          </a:xfrm>
        </p:grpSpPr>
        <p:sp>
          <p:nvSpPr>
            <p:cNvPr id="687108" name="Rectangle 4">
              <a:extLst>
                <a:ext uri="{FF2B5EF4-FFF2-40B4-BE49-F238E27FC236}">
                  <a16:creationId xmlns:a16="http://schemas.microsoft.com/office/drawing/2014/main" id="{59FDBF5F-FBD5-E64D-9330-B6632948A691}"/>
                </a:ext>
              </a:extLst>
            </p:cNvPr>
            <p:cNvSpPr>
              <a:spLocks noChangeArrowheads="1"/>
            </p:cNvSpPr>
            <p:nvPr/>
          </p:nvSpPr>
          <p:spPr bwMode="auto">
            <a:xfrm>
              <a:off x="2290" y="1752"/>
              <a:ext cx="681" cy="227"/>
            </a:xfrm>
            <a:prstGeom prst="rect">
              <a:avLst/>
            </a:prstGeom>
            <a:solidFill>
              <a:schemeClr val="accent2"/>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en-US" altLang="zh-CN" sz="2100">
                  <a:solidFill>
                    <a:schemeClr val="folHlink"/>
                  </a:solidFill>
                  <a:latin typeface="Arial" panose="020B0604020202020204" pitchFamily="34" charset="0"/>
                </a:rPr>
                <a:t>IP </a:t>
              </a:r>
              <a:r>
                <a:rPr lang="zh-CN" altLang="en-US" sz="2100">
                  <a:solidFill>
                    <a:schemeClr val="folHlink"/>
                  </a:solidFill>
                  <a:latin typeface="Arial" panose="020B0604020202020204" pitchFamily="34" charset="0"/>
                </a:rPr>
                <a:t>层</a:t>
              </a:r>
            </a:p>
          </p:txBody>
        </p:sp>
        <p:sp>
          <p:nvSpPr>
            <p:cNvPr id="687109" name="Text Box 5">
              <a:extLst>
                <a:ext uri="{FF2B5EF4-FFF2-40B4-BE49-F238E27FC236}">
                  <a16:creationId xmlns:a16="http://schemas.microsoft.com/office/drawing/2014/main" id="{B0477B15-5D9A-3C42-B288-D4FA8FF62391}"/>
                </a:ext>
              </a:extLst>
            </p:cNvPr>
            <p:cNvSpPr txBox="1">
              <a:spLocks noChangeArrowheads="1"/>
            </p:cNvSpPr>
            <p:nvPr/>
          </p:nvSpPr>
          <p:spPr bwMode="auto">
            <a:xfrm>
              <a:off x="2699" y="1427"/>
              <a:ext cx="871" cy="198"/>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2100">
                  <a:solidFill>
                    <a:schemeClr val="folHlink"/>
                  </a:solidFill>
                  <a:latin typeface="Arial" panose="020B0604020202020204" pitchFamily="34" charset="0"/>
                </a:rPr>
                <a:t>UDP </a:t>
              </a:r>
              <a:r>
                <a:rPr lang="zh-CN" altLang="en-US" sz="2100">
                  <a:solidFill>
                    <a:schemeClr val="folHlink"/>
                  </a:solidFill>
                  <a:latin typeface="Arial" panose="020B0604020202020204" pitchFamily="34" charset="0"/>
                </a:rPr>
                <a:t>数据报到达</a:t>
              </a:r>
            </a:p>
          </p:txBody>
        </p:sp>
        <p:sp>
          <p:nvSpPr>
            <p:cNvPr id="687110" name="Rectangle 6">
              <a:extLst>
                <a:ext uri="{FF2B5EF4-FFF2-40B4-BE49-F238E27FC236}">
                  <a16:creationId xmlns:a16="http://schemas.microsoft.com/office/drawing/2014/main" id="{BC2A6F3E-7CC1-CF4C-9AEF-384621E05F59}"/>
                </a:ext>
              </a:extLst>
            </p:cNvPr>
            <p:cNvSpPr>
              <a:spLocks noChangeArrowheads="1"/>
            </p:cNvSpPr>
            <p:nvPr/>
          </p:nvSpPr>
          <p:spPr bwMode="auto">
            <a:xfrm>
              <a:off x="2381" y="663"/>
              <a:ext cx="499" cy="227"/>
            </a:xfrm>
            <a:prstGeom prst="rect">
              <a:avLst/>
            </a:prstGeom>
            <a:solidFill>
              <a:srgbClr val="FFC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2100">
                  <a:solidFill>
                    <a:schemeClr val="folHlink"/>
                  </a:solidFill>
                  <a:latin typeface="Arial" panose="020B0604020202020204" pitchFamily="34" charset="0"/>
                </a:rPr>
                <a:t>端口 </a:t>
              </a:r>
              <a:r>
                <a:rPr lang="en-US" altLang="zh-CN" sz="2100">
                  <a:solidFill>
                    <a:schemeClr val="folHlink"/>
                  </a:solidFill>
                  <a:latin typeface="Arial" panose="020B0604020202020204" pitchFamily="34" charset="0"/>
                </a:rPr>
                <a:t>2</a:t>
              </a:r>
            </a:p>
          </p:txBody>
        </p:sp>
        <p:sp>
          <p:nvSpPr>
            <p:cNvPr id="687111" name="Line 7">
              <a:extLst>
                <a:ext uri="{FF2B5EF4-FFF2-40B4-BE49-F238E27FC236}">
                  <a16:creationId xmlns:a16="http://schemas.microsoft.com/office/drawing/2014/main" id="{7496EC5A-4969-F348-B687-5F356F3E6505}"/>
                </a:ext>
              </a:extLst>
            </p:cNvPr>
            <p:cNvSpPr>
              <a:spLocks noChangeShapeType="1"/>
            </p:cNvSpPr>
            <p:nvPr/>
          </p:nvSpPr>
          <p:spPr bwMode="auto">
            <a:xfrm flipV="1">
              <a:off x="2630" y="1434"/>
              <a:ext cx="0" cy="318"/>
            </a:xfrm>
            <a:prstGeom prst="line">
              <a:avLst/>
            </a:prstGeom>
            <a:noFill/>
            <a:ln w="38100">
              <a:solidFill>
                <a:schemeClr val="folHlink"/>
              </a:solidFill>
              <a:round/>
              <a:headEnd/>
              <a:tailEnd type="triangle" w="med" len="med"/>
            </a:ln>
            <a:effectLst/>
          </p:spPr>
          <p:txBody>
            <a:bodyPr/>
            <a:lstStyle/>
            <a:p>
              <a:pPr eaLnBrk="1" hangingPunct="1">
                <a:defRPr/>
              </a:pPr>
              <a:endParaRPr lang="zh-CN" altLang="en-US">
                <a:latin typeface="Tahoma" charset="0"/>
                <a:ea typeface="宋体" charset="-122"/>
                <a:cs typeface="+mn-cs"/>
              </a:endParaRPr>
            </a:p>
          </p:txBody>
        </p:sp>
        <p:sp>
          <p:nvSpPr>
            <p:cNvPr id="687112" name="Line 8">
              <a:extLst>
                <a:ext uri="{FF2B5EF4-FFF2-40B4-BE49-F238E27FC236}">
                  <a16:creationId xmlns:a16="http://schemas.microsoft.com/office/drawing/2014/main" id="{39DAE9EE-4A00-E241-A163-23DED0D563CE}"/>
                </a:ext>
              </a:extLst>
            </p:cNvPr>
            <p:cNvSpPr>
              <a:spLocks noChangeShapeType="1"/>
            </p:cNvSpPr>
            <p:nvPr/>
          </p:nvSpPr>
          <p:spPr bwMode="auto">
            <a:xfrm flipV="1">
              <a:off x="2630" y="890"/>
              <a:ext cx="0" cy="318"/>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87113" name="Line 9">
              <a:extLst>
                <a:ext uri="{FF2B5EF4-FFF2-40B4-BE49-F238E27FC236}">
                  <a16:creationId xmlns:a16="http://schemas.microsoft.com/office/drawing/2014/main" id="{4DF42056-E573-6748-BCFD-BEA8FC48CEA8}"/>
                </a:ext>
              </a:extLst>
            </p:cNvPr>
            <p:cNvSpPr>
              <a:spLocks noChangeShapeType="1"/>
            </p:cNvSpPr>
            <p:nvPr/>
          </p:nvSpPr>
          <p:spPr bwMode="auto">
            <a:xfrm flipV="1">
              <a:off x="2766" y="890"/>
              <a:ext cx="477" cy="318"/>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87114" name="Line 10">
              <a:extLst>
                <a:ext uri="{FF2B5EF4-FFF2-40B4-BE49-F238E27FC236}">
                  <a16:creationId xmlns:a16="http://schemas.microsoft.com/office/drawing/2014/main" id="{6BE8D389-1B74-6647-B4FF-D66E4AFBE969}"/>
                </a:ext>
              </a:extLst>
            </p:cNvPr>
            <p:cNvSpPr>
              <a:spLocks noChangeShapeType="1"/>
            </p:cNvSpPr>
            <p:nvPr/>
          </p:nvSpPr>
          <p:spPr bwMode="auto">
            <a:xfrm flipH="1" flipV="1">
              <a:off x="2018" y="890"/>
              <a:ext cx="477" cy="318"/>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87115" name="Rectangle 11">
              <a:extLst>
                <a:ext uri="{FF2B5EF4-FFF2-40B4-BE49-F238E27FC236}">
                  <a16:creationId xmlns:a16="http://schemas.microsoft.com/office/drawing/2014/main" id="{C2A2B983-6100-C24F-845C-354CCF325EF0}"/>
                </a:ext>
              </a:extLst>
            </p:cNvPr>
            <p:cNvSpPr>
              <a:spLocks noChangeArrowheads="1"/>
            </p:cNvSpPr>
            <p:nvPr/>
          </p:nvSpPr>
          <p:spPr bwMode="auto">
            <a:xfrm>
              <a:off x="3107" y="663"/>
              <a:ext cx="499" cy="227"/>
            </a:xfrm>
            <a:prstGeom prst="rect">
              <a:avLst/>
            </a:prstGeom>
            <a:solidFill>
              <a:srgbClr val="00FF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2100">
                  <a:solidFill>
                    <a:schemeClr val="folHlink"/>
                  </a:solidFill>
                  <a:latin typeface="Arial" panose="020B0604020202020204" pitchFamily="34" charset="0"/>
                </a:rPr>
                <a:t>端口 </a:t>
              </a:r>
              <a:r>
                <a:rPr lang="en-US" altLang="zh-CN" sz="2100">
                  <a:solidFill>
                    <a:schemeClr val="folHlink"/>
                  </a:solidFill>
                  <a:latin typeface="Arial" panose="020B0604020202020204" pitchFamily="34" charset="0"/>
                </a:rPr>
                <a:t>3</a:t>
              </a:r>
            </a:p>
          </p:txBody>
        </p:sp>
        <p:sp>
          <p:nvSpPr>
            <p:cNvPr id="687116" name="Rectangle 12">
              <a:extLst>
                <a:ext uri="{FF2B5EF4-FFF2-40B4-BE49-F238E27FC236}">
                  <a16:creationId xmlns:a16="http://schemas.microsoft.com/office/drawing/2014/main" id="{8436C7B6-7695-904A-8E75-8E78661CCDE3}"/>
                </a:ext>
              </a:extLst>
            </p:cNvPr>
            <p:cNvSpPr>
              <a:spLocks noChangeArrowheads="1"/>
            </p:cNvSpPr>
            <p:nvPr/>
          </p:nvSpPr>
          <p:spPr bwMode="auto">
            <a:xfrm>
              <a:off x="1655" y="663"/>
              <a:ext cx="499" cy="227"/>
            </a:xfrm>
            <a:prstGeom prst="rect">
              <a:avLst/>
            </a:prstGeom>
            <a:solidFill>
              <a:srgbClr val="CCECFF"/>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2100">
                  <a:solidFill>
                    <a:schemeClr val="folHlink"/>
                  </a:solidFill>
                  <a:latin typeface="Arial" panose="020B0604020202020204" pitchFamily="34" charset="0"/>
                </a:rPr>
                <a:t>端口 </a:t>
              </a:r>
              <a:r>
                <a:rPr lang="en-US" altLang="zh-CN" sz="2100">
                  <a:solidFill>
                    <a:schemeClr val="folHlink"/>
                  </a:solidFill>
                  <a:latin typeface="Arial" panose="020B0604020202020204" pitchFamily="34" charset="0"/>
                </a:rPr>
                <a:t>1</a:t>
              </a:r>
            </a:p>
          </p:txBody>
        </p:sp>
        <p:sp>
          <p:nvSpPr>
            <p:cNvPr id="687117" name="Rectangle 13">
              <a:extLst>
                <a:ext uri="{FF2B5EF4-FFF2-40B4-BE49-F238E27FC236}">
                  <a16:creationId xmlns:a16="http://schemas.microsoft.com/office/drawing/2014/main" id="{1C1C1CBB-D893-0D4F-B012-3334A7CA17BE}"/>
                </a:ext>
              </a:extLst>
            </p:cNvPr>
            <p:cNvSpPr>
              <a:spLocks noChangeArrowheads="1"/>
            </p:cNvSpPr>
            <p:nvPr/>
          </p:nvSpPr>
          <p:spPr bwMode="auto">
            <a:xfrm>
              <a:off x="2290" y="1207"/>
              <a:ext cx="681" cy="227"/>
            </a:xfrm>
            <a:prstGeom prst="rect">
              <a:avLst/>
            </a:prstGeom>
            <a:solidFill>
              <a:srgbClr val="FFFFCC"/>
            </a:solidFill>
            <a:ln w="9525">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en-US" altLang="zh-CN" sz="2100">
                  <a:solidFill>
                    <a:schemeClr val="folHlink"/>
                  </a:solidFill>
                  <a:latin typeface="Arial" panose="020B0604020202020204" pitchFamily="34" charset="0"/>
                </a:rPr>
                <a:t>UDP </a:t>
              </a:r>
              <a:r>
                <a:rPr lang="zh-CN" altLang="en-US" sz="2100">
                  <a:solidFill>
                    <a:schemeClr val="folHlink"/>
                  </a:solidFill>
                  <a:latin typeface="Arial" panose="020B0604020202020204" pitchFamily="34" charset="0"/>
                </a:rPr>
                <a:t>分用</a:t>
              </a:r>
            </a:p>
          </p:txBody>
        </p:sp>
      </p:grpSp>
      <p:sp>
        <p:nvSpPr>
          <p:cNvPr id="2" name="幻灯片编号占位符 1">
            <a:extLst>
              <a:ext uri="{FF2B5EF4-FFF2-40B4-BE49-F238E27FC236}">
                <a16:creationId xmlns:a16="http://schemas.microsoft.com/office/drawing/2014/main" id="{B4F03992-9405-934C-A7DF-347ED22D549A}"/>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68C3DC1-C392-A94E-AC65-EAE79FEDFC8F}" type="slidenum">
              <a:rPr lang="en-US" altLang="zh-CN" sz="1050"/>
              <a:pPr>
                <a:defRPr/>
              </a:pPr>
              <a:t>26</a:t>
            </a:fld>
            <a:endParaRPr lang="en-US" altLang="zh-CN" sz="1050"/>
          </a:p>
        </p:txBody>
      </p:sp>
    </p:spTree>
    <p:extLst>
      <p:ext uri="{BB962C8B-B14F-4D97-AF65-F5344CB8AC3E}">
        <p14:creationId xmlns:p14="http://schemas.microsoft.com/office/powerpoint/2010/main" val="13840840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5497" name="Rectangle 57">
            <a:extLst>
              <a:ext uri="{FF2B5EF4-FFF2-40B4-BE49-F238E27FC236}">
                <a16:creationId xmlns:a16="http://schemas.microsoft.com/office/drawing/2014/main" id="{04099275-9351-7140-99A5-12C15ADC8372}"/>
              </a:ext>
            </a:extLst>
          </p:cNvPr>
          <p:cNvSpPr>
            <a:spLocks noChangeArrowheads="1"/>
          </p:cNvSpPr>
          <p:nvPr/>
        </p:nvSpPr>
        <p:spPr bwMode="auto">
          <a:xfrm>
            <a:off x="2844404" y="4030266"/>
            <a:ext cx="809625" cy="342900"/>
          </a:xfrm>
          <a:prstGeom prst="rect">
            <a:avLst/>
          </a:prstGeom>
          <a:solidFill>
            <a:srgbClr val="CCCCFF"/>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47" name="Freeform 7">
            <a:extLst>
              <a:ext uri="{FF2B5EF4-FFF2-40B4-BE49-F238E27FC236}">
                <a16:creationId xmlns:a16="http://schemas.microsoft.com/office/drawing/2014/main" id="{531426EC-4119-6E4C-B8D8-2ABBD8AF0FB5}"/>
              </a:ext>
            </a:extLst>
          </p:cNvPr>
          <p:cNvSpPr>
            <a:spLocks/>
          </p:cNvSpPr>
          <p:nvPr/>
        </p:nvSpPr>
        <p:spPr bwMode="auto">
          <a:xfrm>
            <a:off x="3280172" y="3005137"/>
            <a:ext cx="3475434" cy="328613"/>
          </a:xfrm>
          <a:custGeom>
            <a:avLst/>
            <a:gdLst>
              <a:gd name="T0" fmla="*/ 0 w 2919"/>
              <a:gd name="T1" fmla="*/ 0 h 276"/>
              <a:gd name="T2" fmla="*/ 4633912 w 2919"/>
              <a:gd name="T3" fmla="*/ 0 h 276"/>
              <a:gd name="T4" fmla="*/ 1692275 w 2919"/>
              <a:gd name="T5" fmla="*/ 438150 h 276"/>
              <a:gd name="T6" fmla="*/ 549275 w 2919"/>
              <a:gd name="T7" fmla="*/ 425450 h 276"/>
              <a:gd name="T8" fmla="*/ 0 w 2919"/>
              <a:gd name="T9" fmla="*/ 0 h 2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94ABB9"/>
              </a:gs>
              <a:gs pos="100000">
                <a:srgbClr val="CCECFF"/>
              </a:gs>
            </a:gsLst>
            <a:lin ang="5400000" scaled="1"/>
          </a:gradFill>
          <a:ln>
            <a:noFill/>
          </a:ln>
          <a:effectLst/>
        </p:spPr>
        <p:txBody>
          <a:bodyPr wrap="none" anchor="ctr"/>
          <a:lstStyle/>
          <a:p>
            <a:pPr>
              <a:defRPr/>
            </a:pPr>
            <a:endParaRPr lang="zh-CN" altLang="en-US"/>
          </a:p>
        </p:txBody>
      </p:sp>
      <p:sp>
        <p:nvSpPr>
          <p:cNvPr id="445496" name="Rectangle 56">
            <a:extLst>
              <a:ext uri="{FF2B5EF4-FFF2-40B4-BE49-F238E27FC236}">
                <a16:creationId xmlns:a16="http://schemas.microsoft.com/office/drawing/2014/main" id="{E725D083-3B9C-084A-9063-3F1E2A651ABF}"/>
              </a:ext>
            </a:extLst>
          </p:cNvPr>
          <p:cNvSpPr>
            <a:spLocks noChangeArrowheads="1"/>
          </p:cNvSpPr>
          <p:nvPr/>
        </p:nvSpPr>
        <p:spPr bwMode="auto">
          <a:xfrm>
            <a:off x="3652838" y="3327797"/>
            <a:ext cx="810816" cy="342900"/>
          </a:xfrm>
          <a:prstGeom prst="rect">
            <a:avLst/>
          </a:prstGeom>
          <a:solidFill>
            <a:srgbClr val="CCECFF"/>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45" name="AutoShape 5">
            <a:extLst>
              <a:ext uri="{FF2B5EF4-FFF2-40B4-BE49-F238E27FC236}">
                <a16:creationId xmlns:a16="http://schemas.microsoft.com/office/drawing/2014/main" id="{81DAD9AA-1CDC-3D4A-90BC-BB0677633AB5}"/>
              </a:ext>
            </a:extLst>
          </p:cNvPr>
          <p:cNvSpPr>
            <a:spLocks noChangeArrowheads="1"/>
          </p:cNvSpPr>
          <p:nvPr/>
        </p:nvSpPr>
        <p:spPr bwMode="auto">
          <a:xfrm>
            <a:off x="2245519" y="4098132"/>
            <a:ext cx="598885" cy="216694"/>
          </a:xfrm>
          <a:prstGeom prst="leftArrow">
            <a:avLst>
              <a:gd name="adj1" fmla="val 50000"/>
              <a:gd name="adj2" fmla="val 69093"/>
            </a:avLst>
          </a:prstGeom>
          <a:solidFill>
            <a:srgbClr val="FF0000"/>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46" name="Freeform 6">
            <a:extLst>
              <a:ext uri="{FF2B5EF4-FFF2-40B4-BE49-F238E27FC236}">
                <a16:creationId xmlns:a16="http://schemas.microsoft.com/office/drawing/2014/main" id="{625547B8-20E2-6946-8DD2-1A9442855DC2}"/>
              </a:ext>
            </a:extLst>
          </p:cNvPr>
          <p:cNvSpPr>
            <a:spLocks/>
          </p:cNvSpPr>
          <p:nvPr/>
        </p:nvSpPr>
        <p:spPr bwMode="auto">
          <a:xfrm>
            <a:off x="1810942" y="2147888"/>
            <a:ext cx="5011340" cy="514350"/>
          </a:xfrm>
          <a:custGeom>
            <a:avLst/>
            <a:gdLst>
              <a:gd name="T0" fmla="*/ 0 w 3600"/>
              <a:gd name="T1" fmla="*/ 0 h 432"/>
              <a:gd name="T2" fmla="*/ 6681787 w 3600"/>
              <a:gd name="T3" fmla="*/ 0 h 432"/>
              <a:gd name="T4" fmla="*/ 1959991 w 3600"/>
              <a:gd name="T5" fmla="*/ 685800 h 432"/>
              <a:gd name="T6" fmla="*/ 712724 w 3600"/>
              <a:gd name="T7" fmla="*/ 685800 h 432"/>
              <a:gd name="T8" fmla="*/ 0 w 3600"/>
              <a:gd name="T9" fmla="*/ 0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C9C979"/>
              </a:gs>
              <a:gs pos="100000">
                <a:srgbClr val="FFFF99"/>
              </a:gs>
            </a:gsLst>
            <a:lin ang="5400000" scaled="1"/>
          </a:gradFill>
          <a:ln>
            <a:noFill/>
          </a:ln>
          <a:effectLst/>
        </p:spPr>
        <p:txBody>
          <a:bodyPr wrap="none" anchor="ctr"/>
          <a:lstStyle/>
          <a:p>
            <a:pPr>
              <a:defRPr/>
            </a:pPr>
            <a:endParaRPr lang="zh-CN" altLang="en-US"/>
          </a:p>
        </p:txBody>
      </p:sp>
      <p:sp>
        <p:nvSpPr>
          <p:cNvPr id="445448" name="Rectangle 8">
            <a:extLst>
              <a:ext uri="{FF2B5EF4-FFF2-40B4-BE49-F238E27FC236}">
                <a16:creationId xmlns:a16="http://schemas.microsoft.com/office/drawing/2014/main" id="{89CCE30E-502A-A84A-A258-1AFCC9E7E5AE}"/>
              </a:ext>
            </a:extLst>
          </p:cNvPr>
          <p:cNvSpPr>
            <a:spLocks noChangeArrowheads="1"/>
          </p:cNvSpPr>
          <p:nvPr/>
        </p:nvSpPr>
        <p:spPr bwMode="auto">
          <a:xfrm>
            <a:off x="3280172" y="2662238"/>
            <a:ext cx="3475434" cy="342900"/>
          </a:xfrm>
          <a:prstGeom prst="rect">
            <a:avLst/>
          </a:prstGeom>
          <a:solidFill>
            <a:srgbClr val="CCECFF"/>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49" name="Rectangle 9">
            <a:extLst>
              <a:ext uri="{FF2B5EF4-FFF2-40B4-BE49-F238E27FC236}">
                <a16:creationId xmlns:a16="http://schemas.microsoft.com/office/drawing/2014/main" id="{DEF04BC4-75AA-0E4E-9FCF-575BCFD33701}"/>
              </a:ext>
            </a:extLst>
          </p:cNvPr>
          <p:cNvSpPr>
            <a:spLocks noChangeArrowheads="1"/>
          </p:cNvSpPr>
          <p:nvPr/>
        </p:nvSpPr>
        <p:spPr bwMode="auto">
          <a:xfrm>
            <a:off x="3654029" y="4032647"/>
            <a:ext cx="4104084" cy="342900"/>
          </a:xfrm>
          <a:prstGeom prst="rect">
            <a:avLst/>
          </a:prstGeom>
          <a:solidFill>
            <a:srgbClr val="CCFF66"/>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51" name="Line 11">
            <a:extLst>
              <a:ext uri="{FF2B5EF4-FFF2-40B4-BE49-F238E27FC236}">
                <a16:creationId xmlns:a16="http://schemas.microsoft.com/office/drawing/2014/main" id="{91E3A557-2084-F04F-AB0E-DF11A7E8A28C}"/>
              </a:ext>
            </a:extLst>
          </p:cNvPr>
          <p:cNvSpPr>
            <a:spLocks noChangeShapeType="1"/>
          </p:cNvSpPr>
          <p:nvPr/>
        </p:nvSpPr>
        <p:spPr bwMode="auto">
          <a:xfrm>
            <a:off x="4149329" y="2662238"/>
            <a:ext cx="1190"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52" name="Rectangle 12">
            <a:extLst>
              <a:ext uri="{FF2B5EF4-FFF2-40B4-BE49-F238E27FC236}">
                <a16:creationId xmlns:a16="http://schemas.microsoft.com/office/drawing/2014/main" id="{3D6F3750-F909-8E4B-82DF-EB0B7C2E68AF}"/>
              </a:ext>
            </a:extLst>
          </p:cNvPr>
          <p:cNvSpPr>
            <a:spLocks noChangeArrowheads="1"/>
          </p:cNvSpPr>
          <p:nvPr/>
        </p:nvSpPr>
        <p:spPr bwMode="auto">
          <a:xfrm>
            <a:off x="1814513" y="1804988"/>
            <a:ext cx="5013722" cy="342900"/>
          </a:xfrm>
          <a:prstGeom prst="rect">
            <a:avLst/>
          </a:prstGeom>
          <a:solidFill>
            <a:srgbClr val="FFFF99"/>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53" name="Line 13">
            <a:extLst>
              <a:ext uri="{FF2B5EF4-FFF2-40B4-BE49-F238E27FC236}">
                <a16:creationId xmlns:a16="http://schemas.microsoft.com/office/drawing/2014/main" id="{102FEAB8-5D75-754F-9C2F-DFAFECCC8AF6}"/>
              </a:ext>
            </a:extLst>
          </p:cNvPr>
          <p:cNvSpPr>
            <a:spLocks noChangeShapeType="1"/>
          </p:cNvSpPr>
          <p:nvPr/>
        </p:nvSpPr>
        <p:spPr bwMode="auto">
          <a:xfrm>
            <a:off x="3483769" y="1804988"/>
            <a:ext cx="238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54" name="Line 14">
            <a:extLst>
              <a:ext uri="{FF2B5EF4-FFF2-40B4-BE49-F238E27FC236}">
                <a16:creationId xmlns:a16="http://schemas.microsoft.com/office/drawing/2014/main" id="{E8CD6E40-013C-374B-AFFB-470D124686B5}"/>
              </a:ext>
            </a:extLst>
          </p:cNvPr>
          <p:cNvSpPr>
            <a:spLocks noChangeShapeType="1"/>
          </p:cNvSpPr>
          <p:nvPr/>
        </p:nvSpPr>
        <p:spPr bwMode="auto">
          <a:xfrm>
            <a:off x="5017294" y="2662238"/>
            <a:ext cx="238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55" name="Line 15">
            <a:extLst>
              <a:ext uri="{FF2B5EF4-FFF2-40B4-BE49-F238E27FC236}">
                <a16:creationId xmlns:a16="http://schemas.microsoft.com/office/drawing/2014/main" id="{7CCF471F-1998-F243-B50B-9EF32D455049}"/>
              </a:ext>
            </a:extLst>
          </p:cNvPr>
          <p:cNvSpPr>
            <a:spLocks noChangeShapeType="1"/>
          </p:cNvSpPr>
          <p:nvPr/>
        </p:nvSpPr>
        <p:spPr bwMode="auto">
          <a:xfrm>
            <a:off x="5886450" y="2662238"/>
            <a:ext cx="119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56" name="Freeform 16">
            <a:extLst>
              <a:ext uri="{FF2B5EF4-FFF2-40B4-BE49-F238E27FC236}">
                <a16:creationId xmlns:a16="http://schemas.microsoft.com/office/drawing/2014/main" id="{6B9FD45A-A7B2-E94E-AB42-94710E3F1E0B}"/>
              </a:ext>
            </a:extLst>
          </p:cNvPr>
          <p:cNvSpPr>
            <a:spLocks/>
          </p:cNvSpPr>
          <p:nvPr/>
        </p:nvSpPr>
        <p:spPr bwMode="auto">
          <a:xfrm>
            <a:off x="2343151" y="2662238"/>
            <a:ext cx="937022" cy="342900"/>
          </a:xfrm>
          <a:custGeom>
            <a:avLst/>
            <a:gdLst>
              <a:gd name="T0" fmla="*/ 1249363 w 672"/>
              <a:gd name="T1" fmla="*/ 457200 h 288"/>
              <a:gd name="T2" fmla="*/ 0 w 672"/>
              <a:gd name="T3" fmla="*/ 457200 h 288"/>
              <a:gd name="T4" fmla="*/ 0 w 672"/>
              <a:gd name="T5" fmla="*/ 0 h 288"/>
              <a:gd name="T6" fmla="*/ 1249363 w 672"/>
              <a:gd name="T7" fmla="*/ 0 h 2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2" h="288">
                <a:moveTo>
                  <a:pt x="672" y="288"/>
                </a:moveTo>
                <a:lnTo>
                  <a:pt x="0" y="288"/>
                </a:lnTo>
                <a:lnTo>
                  <a:pt x="0" y="0"/>
                </a:lnTo>
                <a:lnTo>
                  <a:pt x="672" y="0"/>
                </a:lnTo>
              </a:path>
            </a:pathLst>
          </a:custGeom>
          <a:solidFill>
            <a:srgbClr val="FFFF99"/>
          </a:solidFill>
          <a:ln w="19050" cap="flat" cmpd="sng">
            <a:solidFill>
              <a:schemeClr val="tx1"/>
            </a:solidFill>
            <a:prstDash val="dash"/>
            <a:round/>
            <a:headEnd/>
            <a:tailEnd/>
          </a:ln>
          <a:effectLst/>
        </p:spPr>
        <p:txBody>
          <a:bodyPr wrap="none" anchor="ctr"/>
          <a:lstStyle/>
          <a:p>
            <a:pPr>
              <a:defRPr/>
            </a:pPr>
            <a:endParaRPr lang="zh-CN" altLang="en-US"/>
          </a:p>
        </p:txBody>
      </p:sp>
      <p:sp>
        <p:nvSpPr>
          <p:cNvPr id="445457" name="Text Box 17">
            <a:extLst>
              <a:ext uri="{FF2B5EF4-FFF2-40B4-BE49-F238E27FC236}">
                <a16:creationId xmlns:a16="http://schemas.microsoft.com/office/drawing/2014/main" id="{95948091-20E7-0646-9633-F301E7AA578B}"/>
              </a:ext>
            </a:extLst>
          </p:cNvPr>
          <p:cNvSpPr txBox="1">
            <a:spLocks noChangeArrowheads="1"/>
          </p:cNvSpPr>
          <p:nvPr/>
        </p:nvSpPr>
        <p:spPr bwMode="auto">
          <a:xfrm>
            <a:off x="2431257" y="2659857"/>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伪首部</a:t>
            </a:r>
          </a:p>
        </p:txBody>
      </p:sp>
      <p:sp>
        <p:nvSpPr>
          <p:cNvPr id="445458" name="Text Box 18">
            <a:extLst>
              <a:ext uri="{FF2B5EF4-FFF2-40B4-BE49-F238E27FC236}">
                <a16:creationId xmlns:a16="http://schemas.microsoft.com/office/drawing/2014/main" id="{ED8B7A4B-D2C1-2D4E-97AF-6167F2550052}"/>
              </a:ext>
            </a:extLst>
          </p:cNvPr>
          <p:cNvSpPr txBox="1">
            <a:spLocks noChangeArrowheads="1"/>
          </p:cNvSpPr>
          <p:nvPr/>
        </p:nvSpPr>
        <p:spPr bwMode="auto">
          <a:xfrm>
            <a:off x="3288507" y="2659857"/>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源端口</a:t>
            </a:r>
          </a:p>
        </p:txBody>
      </p:sp>
      <p:sp>
        <p:nvSpPr>
          <p:cNvPr id="445459" name="Text Box 19">
            <a:extLst>
              <a:ext uri="{FF2B5EF4-FFF2-40B4-BE49-F238E27FC236}">
                <a16:creationId xmlns:a16="http://schemas.microsoft.com/office/drawing/2014/main" id="{25E4D783-0895-E949-818D-FEDA8B4E39B4}"/>
              </a:ext>
            </a:extLst>
          </p:cNvPr>
          <p:cNvSpPr txBox="1">
            <a:spLocks noChangeArrowheads="1"/>
          </p:cNvSpPr>
          <p:nvPr/>
        </p:nvSpPr>
        <p:spPr bwMode="auto">
          <a:xfrm>
            <a:off x="4105276" y="2659857"/>
            <a:ext cx="95410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目的端口</a:t>
            </a:r>
          </a:p>
        </p:txBody>
      </p:sp>
      <p:sp>
        <p:nvSpPr>
          <p:cNvPr id="445460" name="Text Box 20">
            <a:extLst>
              <a:ext uri="{FF2B5EF4-FFF2-40B4-BE49-F238E27FC236}">
                <a16:creationId xmlns:a16="http://schemas.microsoft.com/office/drawing/2014/main" id="{F3BC686A-7C14-EA48-8608-862B17EFC9B2}"/>
              </a:ext>
            </a:extLst>
          </p:cNvPr>
          <p:cNvSpPr txBox="1">
            <a:spLocks noChangeArrowheads="1"/>
          </p:cNvSpPr>
          <p:nvPr/>
        </p:nvSpPr>
        <p:spPr bwMode="auto">
          <a:xfrm>
            <a:off x="5106591" y="2658666"/>
            <a:ext cx="675185"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长  度</a:t>
            </a:r>
          </a:p>
        </p:txBody>
      </p:sp>
      <p:sp>
        <p:nvSpPr>
          <p:cNvPr id="445461" name="Text Box 21">
            <a:extLst>
              <a:ext uri="{FF2B5EF4-FFF2-40B4-BE49-F238E27FC236}">
                <a16:creationId xmlns:a16="http://schemas.microsoft.com/office/drawing/2014/main" id="{BC2A711E-B037-9441-A58C-395DEDEE258F}"/>
              </a:ext>
            </a:extLst>
          </p:cNvPr>
          <p:cNvSpPr txBox="1">
            <a:spLocks noChangeArrowheads="1"/>
          </p:cNvSpPr>
          <p:nvPr/>
        </p:nvSpPr>
        <p:spPr bwMode="auto">
          <a:xfrm>
            <a:off x="5965032" y="2659857"/>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检验和</a:t>
            </a:r>
          </a:p>
        </p:txBody>
      </p:sp>
      <p:sp>
        <p:nvSpPr>
          <p:cNvPr id="445462" name="Text Box 22">
            <a:extLst>
              <a:ext uri="{FF2B5EF4-FFF2-40B4-BE49-F238E27FC236}">
                <a16:creationId xmlns:a16="http://schemas.microsoft.com/office/drawing/2014/main" id="{EFBB4E1D-250A-5C46-B4D0-E4AD776997AB}"/>
              </a:ext>
            </a:extLst>
          </p:cNvPr>
          <p:cNvSpPr txBox="1">
            <a:spLocks noChangeArrowheads="1"/>
          </p:cNvSpPr>
          <p:nvPr/>
        </p:nvSpPr>
        <p:spPr bwMode="auto">
          <a:xfrm>
            <a:off x="5214938" y="4063604"/>
            <a:ext cx="104547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数         据</a:t>
            </a:r>
          </a:p>
        </p:txBody>
      </p:sp>
      <p:sp>
        <p:nvSpPr>
          <p:cNvPr id="445463" name="Text Box 23">
            <a:extLst>
              <a:ext uri="{FF2B5EF4-FFF2-40B4-BE49-F238E27FC236}">
                <a16:creationId xmlns:a16="http://schemas.microsoft.com/office/drawing/2014/main" id="{AEB7CB8F-BD5E-9C4E-9174-08C7B921E1C5}"/>
              </a:ext>
            </a:extLst>
          </p:cNvPr>
          <p:cNvSpPr txBox="1">
            <a:spLocks noChangeArrowheads="1"/>
          </p:cNvSpPr>
          <p:nvPr/>
        </p:nvSpPr>
        <p:spPr bwMode="auto">
          <a:xfrm>
            <a:off x="2922985" y="4063604"/>
            <a:ext cx="675185"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首  部</a:t>
            </a:r>
          </a:p>
        </p:txBody>
      </p:sp>
      <p:sp>
        <p:nvSpPr>
          <p:cNvPr id="445464" name="Line 24">
            <a:extLst>
              <a:ext uri="{FF2B5EF4-FFF2-40B4-BE49-F238E27FC236}">
                <a16:creationId xmlns:a16="http://schemas.microsoft.com/office/drawing/2014/main" id="{89FE8398-15B7-A140-894E-A6F1BF137B83}"/>
              </a:ext>
            </a:extLst>
          </p:cNvPr>
          <p:cNvSpPr>
            <a:spLocks noChangeShapeType="1"/>
          </p:cNvSpPr>
          <p:nvPr/>
        </p:nvSpPr>
        <p:spPr bwMode="auto">
          <a:xfrm>
            <a:off x="5157788" y="1804988"/>
            <a:ext cx="0"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65" name="Line 25">
            <a:extLst>
              <a:ext uri="{FF2B5EF4-FFF2-40B4-BE49-F238E27FC236}">
                <a16:creationId xmlns:a16="http://schemas.microsoft.com/office/drawing/2014/main" id="{A05EC06A-F7A7-D842-AD22-43734566AF40}"/>
              </a:ext>
            </a:extLst>
          </p:cNvPr>
          <p:cNvSpPr>
            <a:spLocks noChangeShapeType="1"/>
          </p:cNvSpPr>
          <p:nvPr/>
        </p:nvSpPr>
        <p:spPr bwMode="auto">
          <a:xfrm>
            <a:off x="5557838" y="1804988"/>
            <a:ext cx="119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66" name="Line 26">
            <a:extLst>
              <a:ext uri="{FF2B5EF4-FFF2-40B4-BE49-F238E27FC236}">
                <a16:creationId xmlns:a16="http://schemas.microsoft.com/office/drawing/2014/main" id="{06FF1EB5-FA54-7246-8E8B-23E5ABDAF051}"/>
              </a:ext>
            </a:extLst>
          </p:cNvPr>
          <p:cNvSpPr>
            <a:spLocks noChangeShapeType="1"/>
          </p:cNvSpPr>
          <p:nvPr/>
        </p:nvSpPr>
        <p:spPr bwMode="auto">
          <a:xfrm>
            <a:off x="5957888" y="1804988"/>
            <a:ext cx="0"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67" name="Text Box 27">
            <a:extLst>
              <a:ext uri="{FF2B5EF4-FFF2-40B4-BE49-F238E27FC236}">
                <a16:creationId xmlns:a16="http://schemas.microsoft.com/office/drawing/2014/main" id="{4BFFC280-0677-7449-9167-E44B77769BA8}"/>
              </a:ext>
            </a:extLst>
          </p:cNvPr>
          <p:cNvSpPr txBox="1">
            <a:spLocks noChangeArrowheads="1"/>
          </p:cNvSpPr>
          <p:nvPr/>
        </p:nvSpPr>
        <p:spPr bwMode="auto">
          <a:xfrm>
            <a:off x="5925741" y="1802607"/>
            <a:ext cx="97654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a:solidFill>
                  <a:srgbClr val="333399"/>
                </a:solidFill>
                <a:latin typeface="Arial" panose="020B0604020202020204" pitchFamily="34" charset="0"/>
              </a:rPr>
              <a:t>UDP</a:t>
            </a:r>
            <a:r>
              <a:rPr kumimoji="1" lang="zh-CN" altLang="en-US" sz="1500">
                <a:solidFill>
                  <a:srgbClr val="333399"/>
                </a:solidFill>
                <a:latin typeface="Arial" panose="020B0604020202020204" pitchFamily="34" charset="0"/>
              </a:rPr>
              <a:t>长度</a:t>
            </a:r>
          </a:p>
        </p:txBody>
      </p:sp>
      <p:sp>
        <p:nvSpPr>
          <p:cNvPr id="445468" name="Text Box 28">
            <a:extLst>
              <a:ext uri="{FF2B5EF4-FFF2-40B4-BE49-F238E27FC236}">
                <a16:creationId xmlns:a16="http://schemas.microsoft.com/office/drawing/2014/main" id="{ED5588EA-0D52-1D47-9CD7-8EAF865423FB}"/>
              </a:ext>
            </a:extLst>
          </p:cNvPr>
          <p:cNvSpPr txBox="1">
            <a:spLocks noChangeArrowheads="1"/>
          </p:cNvSpPr>
          <p:nvPr/>
        </p:nvSpPr>
        <p:spPr bwMode="auto">
          <a:xfrm>
            <a:off x="2105026" y="1802607"/>
            <a:ext cx="1045223"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源 </a:t>
            </a: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地址</a:t>
            </a:r>
          </a:p>
        </p:txBody>
      </p:sp>
      <p:sp>
        <p:nvSpPr>
          <p:cNvPr id="445469" name="Text Box 29">
            <a:extLst>
              <a:ext uri="{FF2B5EF4-FFF2-40B4-BE49-F238E27FC236}">
                <a16:creationId xmlns:a16="http://schemas.microsoft.com/office/drawing/2014/main" id="{D20C9BB1-205D-4945-8455-F09FB7801CDB}"/>
              </a:ext>
            </a:extLst>
          </p:cNvPr>
          <p:cNvSpPr txBox="1">
            <a:spLocks noChangeArrowheads="1"/>
          </p:cNvSpPr>
          <p:nvPr/>
        </p:nvSpPr>
        <p:spPr bwMode="auto">
          <a:xfrm>
            <a:off x="3708798" y="1802607"/>
            <a:ext cx="1237583"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目的 </a:t>
            </a: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地址</a:t>
            </a:r>
          </a:p>
        </p:txBody>
      </p:sp>
      <p:sp>
        <p:nvSpPr>
          <p:cNvPr id="445470" name="Text Box 30">
            <a:extLst>
              <a:ext uri="{FF2B5EF4-FFF2-40B4-BE49-F238E27FC236}">
                <a16:creationId xmlns:a16="http://schemas.microsoft.com/office/drawing/2014/main" id="{00121CC3-85BF-8744-AAB8-4086E277FC85}"/>
              </a:ext>
            </a:extLst>
          </p:cNvPr>
          <p:cNvSpPr txBox="1">
            <a:spLocks noChangeArrowheads="1"/>
          </p:cNvSpPr>
          <p:nvPr/>
        </p:nvSpPr>
        <p:spPr bwMode="auto">
          <a:xfrm>
            <a:off x="5233988" y="1802607"/>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0</a:t>
            </a:r>
          </a:p>
        </p:txBody>
      </p:sp>
      <p:sp>
        <p:nvSpPr>
          <p:cNvPr id="445471" name="Text Box 31">
            <a:extLst>
              <a:ext uri="{FF2B5EF4-FFF2-40B4-BE49-F238E27FC236}">
                <a16:creationId xmlns:a16="http://schemas.microsoft.com/office/drawing/2014/main" id="{69FB8FC3-F87F-5C46-821A-DBD803754EBF}"/>
              </a:ext>
            </a:extLst>
          </p:cNvPr>
          <p:cNvSpPr txBox="1">
            <a:spLocks noChangeArrowheads="1"/>
          </p:cNvSpPr>
          <p:nvPr/>
        </p:nvSpPr>
        <p:spPr bwMode="auto">
          <a:xfrm>
            <a:off x="5559029" y="1802607"/>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17</a:t>
            </a:r>
          </a:p>
        </p:txBody>
      </p:sp>
      <p:sp>
        <p:nvSpPr>
          <p:cNvPr id="445472" name="Line 32">
            <a:extLst>
              <a:ext uri="{FF2B5EF4-FFF2-40B4-BE49-F238E27FC236}">
                <a16:creationId xmlns:a16="http://schemas.microsoft.com/office/drawing/2014/main" id="{39FCE1FB-9EEC-1641-994D-B35D90558F8F}"/>
              </a:ext>
            </a:extLst>
          </p:cNvPr>
          <p:cNvSpPr>
            <a:spLocks noChangeShapeType="1"/>
          </p:cNvSpPr>
          <p:nvPr/>
        </p:nvSpPr>
        <p:spPr bwMode="auto">
          <a:xfrm>
            <a:off x="2812257" y="4546997"/>
            <a:ext cx="4945856" cy="0"/>
          </a:xfrm>
          <a:prstGeom prst="line">
            <a:avLst/>
          </a:prstGeom>
          <a:noFill/>
          <a:ln w="952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445473" name="Rectangle 33">
            <a:extLst>
              <a:ext uri="{FF2B5EF4-FFF2-40B4-BE49-F238E27FC236}">
                <a16:creationId xmlns:a16="http://schemas.microsoft.com/office/drawing/2014/main" id="{70A281A3-90F8-C841-9B27-E381284263F2}"/>
              </a:ext>
            </a:extLst>
          </p:cNvPr>
          <p:cNvSpPr>
            <a:spLocks noChangeArrowheads="1"/>
          </p:cNvSpPr>
          <p:nvPr/>
        </p:nvSpPr>
        <p:spPr bwMode="auto">
          <a:xfrm>
            <a:off x="4750594" y="4431506"/>
            <a:ext cx="879872" cy="219075"/>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445474" name="Text Box 34">
            <a:extLst>
              <a:ext uri="{FF2B5EF4-FFF2-40B4-BE49-F238E27FC236}">
                <a16:creationId xmlns:a16="http://schemas.microsoft.com/office/drawing/2014/main" id="{35D59138-53CC-5346-B83F-157776CCD41C}"/>
              </a:ext>
            </a:extLst>
          </p:cNvPr>
          <p:cNvSpPr txBox="1">
            <a:spLocks noChangeArrowheads="1"/>
          </p:cNvSpPr>
          <p:nvPr/>
        </p:nvSpPr>
        <p:spPr bwMode="auto">
          <a:xfrm>
            <a:off x="4716067" y="4412457"/>
            <a:ext cx="992323"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数据报</a:t>
            </a:r>
          </a:p>
        </p:txBody>
      </p:sp>
      <p:sp>
        <p:nvSpPr>
          <p:cNvPr id="445475" name="Text Box 35">
            <a:extLst>
              <a:ext uri="{FF2B5EF4-FFF2-40B4-BE49-F238E27FC236}">
                <a16:creationId xmlns:a16="http://schemas.microsoft.com/office/drawing/2014/main" id="{CC2A6415-E829-C14C-AC37-5BC7C3B96F89}"/>
              </a:ext>
            </a:extLst>
          </p:cNvPr>
          <p:cNvSpPr txBox="1">
            <a:spLocks noChangeArrowheads="1"/>
          </p:cNvSpPr>
          <p:nvPr/>
        </p:nvSpPr>
        <p:spPr bwMode="auto">
          <a:xfrm>
            <a:off x="1358504" y="1518048"/>
            <a:ext cx="56938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字节</a:t>
            </a:r>
          </a:p>
        </p:txBody>
      </p:sp>
      <p:sp>
        <p:nvSpPr>
          <p:cNvPr id="445476" name="Text Box 36">
            <a:extLst>
              <a:ext uri="{FF2B5EF4-FFF2-40B4-BE49-F238E27FC236}">
                <a16:creationId xmlns:a16="http://schemas.microsoft.com/office/drawing/2014/main" id="{D89A723E-0692-9D40-8BAD-CDB8852AED9F}"/>
              </a:ext>
            </a:extLst>
          </p:cNvPr>
          <p:cNvSpPr txBox="1">
            <a:spLocks noChangeArrowheads="1"/>
          </p:cNvSpPr>
          <p:nvPr/>
        </p:nvSpPr>
        <p:spPr bwMode="auto">
          <a:xfrm>
            <a:off x="2516981" y="1501379"/>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4</a:t>
            </a:r>
          </a:p>
        </p:txBody>
      </p:sp>
      <p:sp>
        <p:nvSpPr>
          <p:cNvPr id="445477" name="Text Box 37">
            <a:extLst>
              <a:ext uri="{FF2B5EF4-FFF2-40B4-BE49-F238E27FC236}">
                <a16:creationId xmlns:a16="http://schemas.microsoft.com/office/drawing/2014/main" id="{1CAAE671-6FD6-6D4D-A580-A9634FCC2E0F}"/>
              </a:ext>
            </a:extLst>
          </p:cNvPr>
          <p:cNvSpPr txBox="1">
            <a:spLocks noChangeArrowheads="1"/>
          </p:cNvSpPr>
          <p:nvPr/>
        </p:nvSpPr>
        <p:spPr bwMode="auto">
          <a:xfrm>
            <a:off x="4187429" y="1501379"/>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4</a:t>
            </a:r>
          </a:p>
        </p:txBody>
      </p:sp>
      <p:sp>
        <p:nvSpPr>
          <p:cNvPr id="445478" name="Text Box 38">
            <a:extLst>
              <a:ext uri="{FF2B5EF4-FFF2-40B4-BE49-F238E27FC236}">
                <a16:creationId xmlns:a16="http://schemas.microsoft.com/office/drawing/2014/main" id="{130805A1-5AC0-0C4A-AC90-21663C756D14}"/>
              </a:ext>
            </a:extLst>
          </p:cNvPr>
          <p:cNvSpPr txBox="1">
            <a:spLocks noChangeArrowheads="1"/>
          </p:cNvSpPr>
          <p:nvPr/>
        </p:nvSpPr>
        <p:spPr bwMode="auto">
          <a:xfrm>
            <a:off x="5233988" y="1501379"/>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a:t>
            </a:r>
          </a:p>
        </p:txBody>
      </p:sp>
      <p:sp>
        <p:nvSpPr>
          <p:cNvPr id="445479" name="Text Box 39">
            <a:extLst>
              <a:ext uri="{FF2B5EF4-FFF2-40B4-BE49-F238E27FC236}">
                <a16:creationId xmlns:a16="http://schemas.microsoft.com/office/drawing/2014/main" id="{C14C2161-B80C-1940-A10F-41D917AF069B}"/>
              </a:ext>
            </a:extLst>
          </p:cNvPr>
          <p:cNvSpPr txBox="1">
            <a:spLocks noChangeArrowheads="1"/>
          </p:cNvSpPr>
          <p:nvPr/>
        </p:nvSpPr>
        <p:spPr bwMode="auto">
          <a:xfrm>
            <a:off x="5624513" y="1501379"/>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a:t>
            </a:r>
          </a:p>
        </p:txBody>
      </p:sp>
      <p:sp>
        <p:nvSpPr>
          <p:cNvPr id="445480" name="Text Box 40">
            <a:extLst>
              <a:ext uri="{FF2B5EF4-FFF2-40B4-BE49-F238E27FC236}">
                <a16:creationId xmlns:a16="http://schemas.microsoft.com/office/drawing/2014/main" id="{6840CD41-AE23-6D46-9616-57AD508096A5}"/>
              </a:ext>
            </a:extLst>
          </p:cNvPr>
          <p:cNvSpPr txBox="1">
            <a:spLocks noChangeArrowheads="1"/>
          </p:cNvSpPr>
          <p:nvPr/>
        </p:nvSpPr>
        <p:spPr bwMode="auto">
          <a:xfrm>
            <a:off x="6215063" y="1501379"/>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445481" name="Text Box 41">
            <a:extLst>
              <a:ext uri="{FF2B5EF4-FFF2-40B4-BE49-F238E27FC236}">
                <a16:creationId xmlns:a16="http://schemas.microsoft.com/office/drawing/2014/main" id="{5D75BD4D-EBC9-EE4B-BCEE-499E3CBF8E48}"/>
              </a:ext>
            </a:extLst>
          </p:cNvPr>
          <p:cNvSpPr txBox="1">
            <a:spLocks noChangeArrowheads="1"/>
          </p:cNvSpPr>
          <p:nvPr/>
        </p:nvSpPr>
        <p:spPr bwMode="auto">
          <a:xfrm>
            <a:off x="2611041" y="2378869"/>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12</a:t>
            </a:r>
          </a:p>
        </p:txBody>
      </p:sp>
      <p:sp>
        <p:nvSpPr>
          <p:cNvPr id="445482" name="Text Box 42">
            <a:extLst>
              <a:ext uri="{FF2B5EF4-FFF2-40B4-BE49-F238E27FC236}">
                <a16:creationId xmlns:a16="http://schemas.microsoft.com/office/drawing/2014/main" id="{85E29CBE-DB20-924E-AF09-8E2A9D7092AE}"/>
              </a:ext>
            </a:extLst>
          </p:cNvPr>
          <p:cNvSpPr txBox="1">
            <a:spLocks noChangeArrowheads="1"/>
          </p:cNvSpPr>
          <p:nvPr/>
        </p:nvSpPr>
        <p:spPr bwMode="auto">
          <a:xfrm>
            <a:off x="3563541" y="2382441"/>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445483" name="Text Box 43">
            <a:extLst>
              <a:ext uri="{FF2B5EF4-FFF2-40B4-BE49-F238E27FC236}">
                <a16:creationId xmlns:a16="http://schemas.microsoft.com/office/drawing/2014/main" id="{E89547AF-071F-B748-9E89-AB46BDA6E2F9}"/>
              </a:ext>
            </a:extLst>
          </p:cNvPr>
          <p:cNvSpPr txBox="1">
            <a:spLocks noChangeArrowheads="1"/>
          </p:cNvSpPr>
          <p:nvPr/>
        </p:nvSpPr>
        <p:spPr bwMode="auto">
          <a:xfrm>
            <a:off x="4482704" y="2382441"/>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445484" name="Text Box 44">
            <a:extLst>
              <a:ext uri="{FF2B5EF4-FFF2-40B4-BE49-F238E27FC236}">
                <a16:creationId xmlns:a16="http://schemas.microsoft.com/office/drawing/2014/main" id="{EC541EA5-4841-D44E-AE64-6498454579AE}"/>
              </a:ext>
            </a:extLst>
          </p:cNvPr>
          <p:cNvSpPr txBox="1">
            <a:spLocks noChangeArrowheads="1"/>
          </p:cNvSpPr>
          <p:nvPr/>
        </p:nvSpPr>
        <p:spPr bwMode="auto">
          <a:xfrm>
            <a:off x="5285185" y="2382441"/>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445485" name="Text Box 45">
            <a:extLst>
              <a:ext uri="{FF2B5EF4-FFF2-40B4-BE49-F238E27FC236}">
                <a16:creationId xmlns:a16="http://schemas.microsoft.com/office/drawing/2014/main" id="{087C9AEE-60E1-524D-B4E7-B23BE5683A04}"/>
              </a:ext>
            </a:extLst>
          </p:cNvPr>
          <p:cNvSpPr txBox="1">
            <a:spLocks noChangeArrowheads="1"/>
          </p:cNvSpPr>
          <p:nvPr/>
        </p:nvSpPr>
        <p:spPr bwMode="auto">
          <a:xfrm>
            <a:off x="6198394" y="2382441"/>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445486" name="Text Box 46">
            <a:extLst>
              <a:ext uri="{FF2B5EF4-FFF2-40B4-BE49-F238E27FC236}">
                <a16:creationId xmlns:a16="http://schemas.microsoft.com/office/drawing/2014/main" id="{DDCF2F0E-DA66-184D-938A-62821BF40F0F}"/>
              </a:ext>
            </a:extLst>
          </p:cNvPr>
          <p:cNvSpPr txBox="1">
            <a:spLocks noChangeArrowheads="1"/>
          </p:cNvSpPr>
          <p:nvPr/>
        </p:nvSpPr>
        <p:spPr bwMode="auto">
          <a:xfrm>
            <a:off x="1743076" y="2378869"/>
            <a:ext cx="56938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字节</a:t>
            </a:r>
          </a:p>
        </p:txBody>
      </p:sp>
      <p:sp>
        <p:nvSpPr>
          <p:cNvPr id="445487" name="Text Box 47">
            <a:extLst>
              <a:ext uri="{FF2B5EF4-FFF2-40B4-BE49-F238E27FC236}">
                <a16:creationId xmlns:a16="http://schemas.microsoft.com/office/drawing/2014/main" id="{963681FA-DDCC-4D45-AB1C-3EEC1D8A25AA}"/>
              </a:ext>
            </a:extLst>
          </p:cNvPr>
          <p:cNvSpPr txBox="1">
            <a:spLocks noChangeArrowheads="1"/>
          </p:cNvSpPr>
          <p:nvPr/>
        </p:nvSpPr>
        <p:spPr bwMode="auto">
          <a:xfrm>
            <a:off x="1924051" y="3759994"/>
            <a:ext cx="95410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发送在前</a:t>
            </a:r>
          </a:p>
        </p:txBody>
      </p:sp>
      <p:sp>
        <p:nvSpPr>
          <p:cNvPr id="445488" name="AutoShape 48">
            <a:extLst>
              <a:ext uri="{FF2B5EF4-FFF2-40B4-BE49-F238E27FC236}">
                <a16:creationId xmlns:a16="http://schemas.microsoft.com/office/drawing/2014/main" id="{3E500B5D-4F92-B048-AE78-D2464125AD0E}"/>
              </a:ext>
            </a:extLst>
          </p:cNvPr>
          <p:cNvSpPr>
            <a:spLocks noChangeArrowheads="1"/>
          </p:cNvSpPr>
          <p:nvPr/>
        </p:nvSpPr>
        <p:spPr bwMode="auto">
          <a:xfrm>
            <a:off x="5626894" y="3862388"/>
            <a:ext cx="208360" cy="311944"/>
          </a:xfrm>
          <a:prstGeom prst="downArrow">
            <a:avLst>
              <a:gd name="adj1" fmla="val 50000"/>
              <a:gd name="adj2" fmla="val 37429"/>
            </a:avLst>
          </a:prstGeom>
          <a:solidFill>
            <a:schemeClr val="accent1"/>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89" name="Rectangle 49">
            <a:extLst>
              <a:ext uri="{FF2B5EF4-FFF2-40B4-BE49-F238E27FC236}">
                <a16:creationId xmlns:a16="http://schemas.microsoft.com/office/drawing/2014/main" id="{77FFDC0D-ADC4-6246-9802-0DB4657C960F}"/>
              </a:ext>
            </a:extLst>
          </p:cNvPr>
          <p:cNvSpPr>
            <a:spLocks noChangeArrowheads="1"/>
          </p:cNvSpPr>
          <p:nvPr/>
        </p:nvSpPr>
        <p:spPr bwMode="auto">
          <a:xfrm>
            <a:off x="4463654" y="3327797"/>
            <a:ext cx="3294459" cy="342900"/>
          </a:xfrm>
          <a:prstGeom prst="rect">
            <a:avLst/>
          </a:prstGeom>
          <a:solidFill>
            <a:srgbClr val="FFCCFF"/>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91" name="Text Box 51">
            <a:extLst>
              <a:ext uri="{FF2B5EF4-FFF2-40B4-BE49-F238E27FC236}">
                <a16:creationId xmlns:a16="http://schemas.microsoft.com/office/drawing/2014/main" id="{45529CAE-61E2-9C4F-A3B3-218D158A21F5}"/>
              </a:ext>
            </a:extLst>
          </p:cNvPr>
          <p:cNvSpPr txBox="1">
            <a:spLocks noChangeArrowheads="1"/>
          </p:cNvSpPr>
          <p:nvPr/>
        </p:nvSpPr>
        <p:spPr bwMode="auto">
          <a:xfrm>
            <a:off x="5630467" y="3355182"/>
            <a:ext cx="104547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数         据</a:t>
            </a:r>
          </a:p>
        </p:txBody>
      </p:sp>
      <p:sp>
        <p:nvSpPr>
          <p:cNvPr id="445492" name="Text Box 52">
            <a:extLst>
              <a:ext uri="{FF2B5EF4-FFF2-40B4-BE49-F238E27FC236}">
                <a16:creationId xmlns:a16="http://schemas.microsoft.com/office/drawing/2014/main" id="{D09312D4-EBAB-C940-8AC0-11B45FA28B9E}"/>
              </a:ext>
            </a:extLst>
          </p:cNvPr>
          <p:cNvSpPr txBox="1">
            <a:spLocks noChangeArrowheads="1"/>
          </p:cNvSpPr>
          <p:nvPr/>
        </p:nvSpPr>
        <p:spPr bwMode="auto">
          <a:xfrm>
            <a:off x="3758804" y="3355182"/>
            <a:ext cx="675185"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首  部</a:t>
            </a:r>
          </a:p>
        </p:txBody>
      </p:sp>
      <p:sp>
        <p:nvSpPr>
          <p:cNvPr id="445493" name="AutoShape 53">
            <a:extLst>
              <a:ext uri="{FF2B5EF4-FFF2-40B4-BE49-F238E27FC236}">
                <a16:creationId xmlns:a16="http://schemas.microsoft.com/office/drawing/2014/main" id="{CB1BE4A4-BD03-6442-9DEE-EDCE485E4253}"/>
              </a:ext>
            </a:extLst>
          </p:cNvPr>
          <p:cNvSpPr>
            <a:spLocks/>
          </p:cNvSpPr>
          <p:nvPr/>
        </p:nvSpPr>
        <p:spPr bwMode="auto">
          <a:xfrm rot="16200000">
            <a:off x="5667376" y="1779985"/>
            <a:ext cx="126206" cy="4043363"/>
          </a:xfrm>
          <a:prstGeom prst="leftBrace">
            <a:avLst>
              <a:gd name="adj1" fmla="val 266981"/>
              <a:gd name="adj2" fmla="val 50000"/>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494" name="Text Box 54">
            <a:extLst>
              <a:ext uri="{FF2B5EF4-FFF2-40B4-BE49-F238E27FC236}">
                <a16:creationId xmlns:a16="http://schemas.microsoft.com/office/drawing/2014/main" id="{71F2D303-DE78-FD4E-9325-620A4939175C}"/>
              </a:ext>
            </a:extLst>
          </p:cNvPr>
          <p:cNvSpPr txBox="1">
            <a:spLocks noChangeArrowheads="1"/>
          </p:cNvSpPr>
          <p:nvPr/>
        </p:nvSpPr>
        <p:spPr bwMode="auto">
          <a:xfrm>
            <a:off x="2087166" y="3353991"/>
            <a:ext cx="1603068"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a:solidFill>
                  <a:srgbClr val="333399"/>
                </a:solidFill>
                <a:latin typeface="Arial" panose="020B0604020202020204" pitchFamily="34" charset="0"/>
              </a:rPr>
              <a:t>UDP </a:t>
            </a:r>
            <a:r>
              <a:rPr kumimoji="1" lang="zh-CN" altLang="en-US" sz="1500">
                <a:solidFill>
                  <a:srgbClr val="333399"/>
                </a:solidFill>
                <a:latin typeface="Arial" panose="020B0604020202020204" pitchFamily="34" charset="0"/>
              </a:rPr>
              <a:t>用户数据报</a:t>
            </a:r>
          </a:p>
        </p:txBody>
      </p:sp>
      <p:sp>
        <p:nvSpPr>
          <p:cNvPr id="445499" name="Rectangle 59">
            <a:extLst>
              <a:ext uri="{FF2B5EF4-FFF2-40B4-BE49-F238E27FC236}">
                <a16:creationId xmlns:a16="http://schemas.microsoft.com/office/drawing/2014/main" id="{F31B7A1C-0BC9-F14C-858F-A6F9F9988857}"/>
              </a:ext>
            </a:extLst>
          </p:cNvPr>
          <p:cNvSpPr>
            <a:spLocks noChangeArrowheads="1"/>
          </p:cNvSpPr>
          <p:nvPr/>
        </p:nvSpPr>
        <p:spPr bwMode="auto">
          <a:xfrm>
            <a:off x="3275410" y="2647951"/>
            <a:ext cx="3477815" cy="346472"/>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445500" name="Text Box 60">
            <a:extLst>
              <a:ext uri="{FF2B5EF4-FFF2-40B4-BE49-F238E27FC236}">
                <a16:creationId xmlns:a16="http://schemas.microsoft.com/office/drawing/2014/main" id="{390A6838-95C6-5744-BC86-F82EC9973127}"/>
              </a:ext>
            </a:extLst>
          </p:cNvPr>
          <p:cNvSpPr txBox="1">
            <a:spLocks noChangeArrowheads="1"/>
          </p:cNvSpPr>
          <p:nvPr/>
        </p:nvSpPr>
        <p:spPr bwMode="auto">
          <a:xfrm>
            <a:off x="896154" y="558762"/>
            <a:ext cx="7372350" cy="738664"/>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用户数据报 </a:t>
            </a:r>
            <a:r>
              <a:rPr lang="en-US" altLang="zh-CN" sz="2100" dirty="0">
                <a:solidFill>
                  <a:srgbClr val="333399"/>
                </a:solidFill>
                <a:latin typeface="Arial" panose="020B0604020202020204" pitchFamily="34" charset="0"/>
              </a:rPr>
              <a:t>UDP </a:t>
            </a:r>
            <a:r>
              <a:rPr lang="zh-CN" altLang="en-US" sz="2100" dirty="0">
                <a:solidFill>
                  <a:srgbClr val="333399"/>
                </a:solidFill>
                <a:latin typeface="Arial" panose="020B0604020202020204" pitchFamily="34" charset="0"/>
              </a:rPr>
              <a:t>有两个字段：数据字段和首部字段。首部字段有 </a:t>
            </a:r>
            <a:r>
              <a:rPr lang="en-US" altLang="zh-CN" sz="2100" dirty="0">
                <a:solidFill>
                  <a:srgbClr val="333399"/>
                </a:solidFill>
                <a:latin typeface="Arial" panose="020B0604020202020204" pitchFamily="34" charset="0"/>
              </a:rPr>
              <a:t>8 </a:t>
            </a:r>
            <a:r>
              <a:rPr lang="zh-CN" altLang="en-US" sz="2100" dirty="0">
                <a:solidFill>
                  <a:srgbClr val="333399"/>
                </a:solidFill>
                <a:latin typeface="Arial" panose="020B0604020202020204" pitchFamily="34" charset="0"/>
              </a:rPr>
              <a:t>个字节，由 </a:t>
            </a:r>
            <a:r>
              <a:rPr lang="en-US" altLang="zh-CN" sz="2100" dirty="0">
                <a:solidFill>
                  <a:srgbClr val="333399"/>
                </a:solidFill>
                <a:latin typeface="Arial" panose="020B0604020202020204" pitchFamily="34" charset="0"/>
              </a:rPr>
              <a:t>4 </a:t>
            </a:r>
            <a:r>
              <a:rPr lang="zh-CN" altLang="en-US" sz="2100" dirty="0">
                <a:solidFill>
                  <a:srgbClr val="333399"/>
                </a:solidFill>
                <a:latin typeface="Arial" panose="020B0604020202020204" pitchFamily="34" charset="0"/>
              </a:rPr>
              <a:t>个字段组成，每个字段都是两个字节。 </a:t>
            </a:r>
          </a:p>
        </p:txBody>
      </p:sp>
      <p:sp>
        <p:nvSpPr>
          <p:cNvPr id="2" name="幻灯片编号占位符 1">
            <a:extLst>
              <a:ext uri="{FF2B5EF4-FFF2-40B4-BE49-F238E27FC236}">
                <a16:creationId xmlns:a16="http://schemas.microsoft.com/office/drawing/2014/main" id="{53576EED-E75E-5741-AAC5-054521604D2D}"/>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AC0E2C45-6232-234F-8DAB-996793282317}" type="slidenum">
              <a:rPr lang="en-US" altLang="zh-CN" sz="1050"/>
              <a:pPr>
                <a:defRPr/>
              </a:pPr>
              <a:t>27</a:t>
            </a:fld>
            <a:endParaRPr lang="en-US" altLang="zh-CN" sz="1050"/>
          </a:p>
        </p:txBody>
      </p:sp>
    </p:spTree>
    <p:extLst>
      <p:ext uri="{BB962C8B-B14F-4D97-AF65-F5344CB8AC3E}">
        <p14:creationId xmlns:p14="http://schemas.microsoft.com/office/powerpoint/2010/main" val="7538336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mph" presetSubtype="0" repeatCount="3000" fill="hold" grpId="0" nodeType="clickEffect">
                                  <p:stCondLst>
                                    <p:cond delay="500"/>
                                  </p:stCondLst>
                                  <p:childTnLst>
                                    <p:anim calcmode="discrete" valueType="str">
                                      <p:cBhvr>
                                        <p:cTn id="6" dur="1000" fill="hold"/>
                                        <p:tgtEl>
                                          <p:spTgt spid="445492"/>
                                        </p:tgtEl>
                                        <p:attrNameLst>
                                          <p:attrName>style.visibility</p:attrName>
                                        </p:attrNameLst>
                                      </p:cBhvr>
                                      <p:tavLst>
                                        <p:tav tm="0">
                                          <p:val>
                                            <p:strVal val="hidden"/>
                                          </p:val>
                                        </p:tav>
                                        <p:tav tm="50000">
                                          <p:val>
                                            <p:strVal val="visible"/>
                                          </p:val>
                                        </p:tav>
                                      </p:tavLst>
                                    </p:anim>
                                  </p:childTnLst>
                                </p:cTn>
                              </p:par>
                            </p:childTnLst>
                          </p:cTn>
                        </p:par>
                        <p:par>
                          <p:cTn id="7" fill="hold" nodeType="afterGroup">
                            <p:stCondLst>
                              <p:cond delay="3500"/>
                            </p:stCondLst>
                            <p:childTnLst>
                              <p:par>
                                <p:cTn id="8" presetID="1" presetClass="entr" presetSubtype="0" fill="hold" grpId="0" nodeType="afterEffect">
                                  <p:stCondLst>
                                    <p:cond delay="0"/>
                                  </p:stCondLst>
                                  <p:childTnLst>
                                    <p:set>
                                      <p:cBhvr>
                                        <p:cTn id="9" dur="1" fill="hold">
                                          <p:stCondLst>
                                            <p:cond delay="0"/>
                                          </p:stCondLst>
                                        </p:cTn>
                                        <p:tgtEl>
                                          <p:spTgt spid="445499"/>
                                        </p:tgtEl>
                                        <p:attrNameLst>
                                          <p:attrName>style.visibility</p:attrName>
                                        </p:attrNameLst>
                                      </p:cBhvr>
                                      <p:to>
                                        <p:strVal val="visible"/>
                                      </p:to>
                                    </p:set>
                                  </p:childTnLst>
                                </p:cTn>
                              </p:par>
                            </p:childTnLst>
                          </p:cTn>
                        </p:par>
                        <p:par>
                          <p:cTn id="10" fill="hold" nodeType="afterGroup">
                            <p:stCondLst>
                              <p:cond delay="3500"/>
                            </p:stCondLst>
                            <p:childTnLst>
                              <p:par>
                                <p:cTn id="11" presetID="35" presetClass="emph" presetSubtype="0" repeatCount="3000" fill="hold" grpId="1" nodeType="afterEffect">
                                  <p:stCondLst>
                                    <p:cond delay="500"/>
                                  </p:stCondLst>
                                  <p:childTnLst>
                                    <p:anim calcmode="discrete" valueType="str">
                                      <p:cBhvr>
                                        <p:cTn id="12" dur="1000" fill="hold"/>
                                        <p:tgtEl>
                                          <p:spTgt spid="44549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5492" grpId="0"/>
      <p:bldP spid="445499" grpId="0" animBg="1"/>
      <p:bldP spid="445499" grpId="1" animBg="1"/>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62" name="Rectangle 2">
            <a:extLst>
              <a:ext uri="{FF2B5EF4-FFF2-40B4-BE49-F238E27FC236}">
                <a16:creationId xmlns:a16="http://schemas.microsoft.com/office/drawing/2014/main" id="{0032BF0F-D43F-6441-BC1E-F98232DFEA41}"/>
              </a:ext>
            </a:extLst>
          </p:cNvPr>
          <p:cNvSpPr>
            <a:spLocks noChangeArrowheads="1"/>
          </p:cNvSpPr>
          <p:nvPr/>
        </p:nvSpPr>
        <p:spPr bwMode="auto">
          <a:xfrm>
            <a:off x="2844404" y="3998119"/>
            <a:ext cx="809625" cy="342900"/>
          </a:xfrm>
          <a:prstGeom prst="rect">
            <a:avLst/>
          </a:prstGeom>
          <a:solidFill>
            <a:srgbClr val="CCCCFF"/>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63" name="Freeform 3">
            <a:extLst>
              <a:ext uri="{FF2B5EF4-FFF2-40B4-BE49-F238E27FC236}">
                <a16:creationId xmlns:a16="http://schemas.microsoft.com/office/drawing/2014/main" id="{250839DE-C8FD-2F4E-B188-F1D1B46CF094}"/>
              </a:ext>
            </a:extLst>
          </p:cNvPr>
          <p:cNvSpPr>
            <a:spLocks/>
          </p:cNvSpPr>
          <p:nvPr/>
        </p:nvSpPr>
        <p:spPr bwMode="auto">
          <a:xfrm>
            <a:off x="3280172" y="2972991"/>
            <a:ext cx="3475434" cy="328613"/>
          </a:xfrm>
          <a:custGeom>
            <a:avLst/>
            <a:gdLst>
              <a:gd name="T0" fmla="*/ 0 w 2919"/>
              <a:gd name="T1" fmla="*/ 0 h 276"/>
              <a:gd name="T2" fmla="*/ 4633912 w 2919"/>
              <a:gd name="T3" fmla="*/ 0 h 276"/>
              <a:gd name="T4" fmla="*/ 1692275 w 2919"/>
              <a:gd name="T5" fmla="*/ 438150 h 276"/>
              <a:gd name="T6" fmla="*/ 549275 w 2919"/>
              <a:gd name="T7" fmla="*/ 425450 h 276"/>
              <a:gd name="T8" fmla="*/ 0 w 2919"/>
              <a:gd name="T9" fmla="*/ 0 h 2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A7C1D1"/>
              </a:gs>
              <a:gs pos="100000">
                <a:srgbClr val="CCECFF"/>
              </a:gs>
            </a:gsLst>
            <a:lin ang="5400000" scaled="1"/>
          </a:gradFill>
          <a:ln>
            <a:noFill/>
          </a:ln>
          <a:effectLst/>
        </p:spPr>
        <p:txBody>
          <a:bodyPr wrap="none" anchor="ctr"/>
          <a:lstStyle/>
          <a:p>
            <a:pPr>
              <a:defRPr/>
            </a:pPr>
            <a:endParaRPr lang="zh-CN" altLang="en-US"/>
          </a:p>
        </p:txBody>
      </p:sp>
      <p:sp>
        <p:nvSpPr>
          <p:cNvPr id="501764" name="Rectangle 4">
            <a:extLst>
              <a:ext uri="{FF2B5EF4-FFF2-40B4-BE49-F238E27FC236}">
                <a16:creationId xmlns:a16="http://schemas.microsoft.com/office/drawing/2014/main" id="{07F4533B-6E68-1C4D-B566-1FA96B6A9537}"/>
              </a:ext>
            </a:extLst>
          </p:cNvPr>
          <p:cNvSpPr>
            <a:spLocks noChangeArrowheads="1"/>
          </p:cNvSpPr>
          <p:nvPr/>
        </p:nvSpPr>
        <p:spPr bwMode="auto">
          <a:xfrm>
            <a:off x="3652838" y="3295650"/>
            <a:ext cx="810816" cy="342900"/>
          </a:xfrm>
          <a:prstGeom prst="rect">
            <a:avLst/>
          </a:prstGeom>
          <a:solidFill>
            <a:srgbClr val="CCECFF"/>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65" name="AutoShape 5">
            <a:extLst>
              <a:ext uri="{FF2B5EF4-FFF2-40B4-BE49-F238E27FC236}">
                <a16:creationId xmlns:a16="http://schemas.microsoft.com/office/drawing/2014/main" id="{C4C007AE-AE82-FC41-BF9C-09F3F75D59F3}"/>
              </a:ext>
            </a:extLst>
          </p:cNvPr>
          <p:cNvSpPr>
            <a:spLocks noChangeArrowheads="1"/>
          </p:cNvSpPr>
          <p:nvPr/>
        </p:nvSpPr>
        <p:spPr bwMode="auto">
          <a:xfrm>
            <a:off x="2245519" y="4065985"/>
            <a:ext cx="598885" cy="216694"/>
          </a:xfrm>
          <a:prstGeom prst="leftArrow">
            <a:avLst>
              <a:gd name="adj1" fmla="val 50000"/>
              <a:gd name="adj2" fmla="val 69093"/>
            </a:avLst>
          </a:prstGeom>
          <a:solidFill>
            <a:srgbClr val="FF0000"/>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66" name="Freeform 6">
            <a:extLst>
              <a:ext uri="{FF2B5EF4-FFF2-40B4-BE49-F238E27FC236}">
                <a16:creationId xmlns:a16="http://schemas.microsoft.com/office/drawing/2014/main" id="{6E03D338-8AF8-A642-90CD-262FE4F60AE3}"/>
              </a:ext>
            </a:extLst>
          </p:cNvPr>
          <p:cNvSpPr>
            <a:spLocks/>
          </p:cNvSpPr>
          <p:nvPr/>
        </p:nvSpPr>
        <p:spPr bwMode="auto">
          <a:xfrm>
            <a:off x="1810942" y="2115741"/>
            <a:ext cx="5011340" cy="514350"/>
          </a:xfrm>
          <a:custGeom>
            <a:avLst/>
            <a:gdLst>
              <a:gd name="T0" fmla="*/ 0 w 3600"/>
              <a:gd name="T1" fmla="*/ 0 h 432"/>
              <a:gd name="T2" fmla="*/ 6681787 w 3600"/>
              <a:gd name="T3" fmla="*/ 0 h 432"/>
              <a:gd name="T4" fmla="*/ 1959991 w 3600"/>
              <a:gd name="T5" fmla="*/ 685800 h 432"/>
              <a:gd name="T6" fmla="*/ 712724 w 3600"/>
              <a:gd name="T7" fmla="*/ 685800 h 432"/>
              <a:gd name="T8" fmla="*/ 0 w 3600"/>
              <a:gd name="T9" fmla="*/ 0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D8D882"/>
              </a:gs>
              <a:gs pos="100000">
                <a:srgbClr val="FFFF99"/>
              </a:gs>
            </a:gsLst>
            <a:lin ang="5400000" scaled="1"/>
          </a:gradFill>
          <a:ln>
            <a:noFill/>
          </a:ln>
          <a:effectLst/>
        </p:spPr>
        <p:txBody>
          <a:bodyPr wrap="none" anchor="ctr"/>
          <a:lstStyle/>
          <a:p>
            <a:pPr>
              <a:defRPr/>
            </a:pPr>
            <a:endParaRPr lang="zh-CN" altLang="en-US"/>
          </a:p>
        </p:txBody>
      </p:sp>
      <p:sp>
        <p:nvSpPr>
          <p:cNvPr id="501767" name="Rectangle 7">
            <a:extLst>
              <a:ext uri="{FF2B5EF4-FFF2-40B4-BE49-F238E27FC236}">
                <a16:creationId xmlns:a16="http://schemas.microsoft.com/office/drawing/2014/main" id="{2613B55A-72BD-4247-81B2-0D9602FC2CBD}"/>
              </a:ext>
            </a:extLst>
          </p:cNvPr>
          <p:cNvSpPr>
            <a:spLocks noChangeArrowheads="1"/>
          </p:cNvSpPr>
          <p:nvPr/>
        </p:nvSpPr>
        <p:spPr bwMode="auto">
          <a:xfrm>
            <a:off x="3275410" y="2630091"/>
            <a:ext cx="3475434" cy="342900"/>
          </a:xfrm>
          <a:prstGeom prst="rect">
            <a:avLst/>
          </a:prstGeom>
          <a:solidFill>
            <a:srgbClr val="CCECFF"/>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68" name="Rectangle 8">
            <a:extLst>
              <a:ext uri="{FF2B5EF4-FFF2-40B4-BE49-F238E27FC236}">
                <a16:creationId xmlns:a16="http://schemas.microsoft.com/office/drawing/2014/main" id="{146608C5-913B-A24A-B410-F1900FB842B6}"/>
              </a:ext>
            </a:extLst>
          </p:cNvPr>
          <p:cNvSpPr>
            <a:spLocks noChangeArrowheads="1"/>
          </p:cNvSpPr>
          <p:nvPr/>
        </p:nvSpPr>
        <p:spPr bwMode="auto">
          <a:xfrm>
            <a:off x="3654029" y="4000500"/>
            <a:ext cx="4104084" cy="342900"/>
          </a:xfrm>
          <a:prstGeom prst="rect">
            <a:avLst/>
          </a:prstGeom>
          <a:solidFill>
            <a:srgbClr val="CCFF66"/>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69" name="Line 9">
            <a:extLst>
              <a:ext uri="{FF2B5EF4-FFF2-40B4-BE49-F238E27FC236}">
                <a16:creationId xmlns:a16="http://schemas.microsoft.com/office/drawing/2014/main" id="{95144413-1978-C643-9F63-CBC8A8E1E0E2}"/>
              </a:ext>
            </a:extLst>
          </p:cNvPr>
          <p:cNvSpPr>
            <a:spLocks noChangeShapeType="1"/>
          </p:cNvSpPr>
          <p:nvPr/>
        </p:nvSpPr>
        <p:spPr bwMode="auto">
          <a:xfrm>
            <a:off x="4149329" y="2630091"/>
            <a:ext cx="1190"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70" name="Rectangle 10">
            <a:extLst>
              <a:ext uri="{FF2B5EF4-FFF2-40B4-BE49-F238E27FC236}">
                <a16:creationId xmlns:a16="http://schemas.microsoft.com/office/drawing/2014/main" id="{625648AF-D1B1-C64A-9221-033F4ADA79FF}"/>
              </a:ext>
            </a:extLst>
          </p:cNvPr>
          <p:cNvSpPr>
            <a:spLocks noChangeArrowheads="1"/>
          </p:cNvSpPr>
          <p:nvPr/>
        </p:nvSpPr>
        <p:spPr bwMode="auto">
          <a:xfrm>
            <a:off x="1814513" y="1772841"/>
            <a:ext cx="5013722" cy="342900"/>
          </a:xfrm>
          <a:prstGeom prst="rect">
            <a:avLst/>
          </a:prstGeom>
          <a:solidFill>
            <a:srgbClr val="FFFF99"/>
          </a:solid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71" name="Line 11">
            <a:extLst>
              <a:ext uri="{FF2B5EF4-FFF2-40B4-BE49-F238E27FC236}">
                <a16:creationId xmlns:a16="http://schemas.microsoft.com/office/drawing/2014/main" id="{AB7CF39A-7ABF-3541-B928-45A3612CF76F}"/>
              </a:ext>
            </a:extLst>
          </p:cNvPr>
          <p:cNvSpPr>
            <a:spLocks noChangeShapeType="1"/>
          </p:cNvSpPr>
          <p:nvPr/>
        </p:nvSpPr>
        <p:spPr bwMode="auto">
          <a:xfrm>
            <a:off x="3483769" y="1772841"/>
            <a:ext cx="238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72" name="Line 12">
            <a:extLst>
              <a:ext uri="{FF2B5EF4-FFF2-40B4-BE49-F238E27FC236}">
                <a16:creationId xmlns:a16="http://schemas.microsoft.com/office/drawing/2014/main" id="{9AABD3B2-8780-0B43-8824-69ED60F6E0AC}"/>
              </a:ext>
            </a:extLst>
          </p:cNvPr>
          <p:cNvSpPr>
            <a:spLocks noChangeShapeType="1"/>
          </p:cNvSpPr>
          <p:nvPr/>
        </p:nvSpPr>
        <p:spPr bwMode="auto">
          <a:xfrm>
            <a:off x="5017294" y="2630091"/>
            <a:ext cx="238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73" name="Line 13">
            <a:extLst>
              <a:ext uri="{FF2B5EF4-FFF2-40B4-BE49-F238E27FC236}">
                <a16:creationId xmlns:a16="http://schemas.microsoft.com/office/drawing/2014/main" id="{79A1B406-6F98-F741-A106-E6842EB39008}"/>
              </a:ext>
            </a:extLst>
          </p:cNvPr>
          <p:cNvSpPr>
            <a:spLocks noChangeShapeType="1"/>
          </p:cNvSpPr>
          <p:nvPr/>
        </p:nvSpPr>
        <p:spPr bwMode="auto">
          <a:xfrm>
            <a:off x="5886450" y="2630091"/>
            <a:ext cx="119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74" name="Freeform 14">
            <a:extLst>
              <a:ext uri="{FF2B5EF4-FFF2-40B4-BE49-F238E27FC236}">
                <a16:creationId xmlns:a16="http://schemas.microsoft.com/office/drawing/2014/main" id="{6A651E09-7D69-584D-B181-6F980A6BD6D5}"/>
              </a:ext>
            </a:extLst>
          </p:cNvPr>
          <p:cNvSpPr>
            <a:spLocks/>
          </p:cNvSpPr>
          <p:nvPr/>
        </p:nvSpPr>
        <p:spPr bwMode="auto">
          <a:xfrm>
            <a:off x="2343151" y="2630091"/>
            <a:ext cx="937022" cy="342900"/>
          </a:xfrm>
          <a:custGeom>
            <a:avLst/>
            <a:gdLst>
              <a:gd name="T0" fmla="*/ 1249363 w 672"/>
              <a:gd name="T1" fmla="*/ 457200 h 288"/>
              <a:gd name="T2" fmla="*/ 0 w 672"/>
              <a:gd name="T3" fmla="*/ 457200 h 288"/>
              <a:gd name="T4" fmla="*/ 0 w 672"/>
              <a:gd name="T5" fmla="*/ 0 h 288"/>
              <a:gd name="T6" fmla="*/ 1249363 w 672"/>
              <a:gd name="T7" fmla="*/ 0 h 2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2" h="288">
                <a:moveTo>
                  <a:pt x="672" y="288"/>
                </a:moveTo>
                <a:lnTo>
                  <a:pt x="0" y="288"/>
                </a:lnTo>
                <a:lnTo>
                  <a:pt x="0" y="0"/>
                </a:lnTo>
                <a:lnTo>
                  <a:pt x="672" y="0"/>
                </a:lnTo>
              </a:path>
            </a:pathLst>
          </a:custGeom>
          <a:solidFill>
            <a:srgbClr val="FFFF99"/>
          </a:solidFill>
          <a:ln w="19050" cap="flat" cmpd="sng">
            <a:solidFill>
              <a:schemeClr val="tx1"/>
            </a:solidFill>
            <a:prstDash val="dash"/>
            <a:round/>
            <a:headEnd/>
            <a:tailEnd/>
          </a:ln>
          <a:effectLst/>
        </p:spPr>
        <p:txBody>
          <a:bodyPr wrap="none" anchor="ctr"/>
          <a:lstStyle/>
          <a:p>
            <a:pPr>
              <a:defRPr/>
            </a:pPr>
            <a:endParaRPr lang="zh-CN" altLang="en-US"/>
          </a:p>
        </p:txBody>
      </p:sp>
      <p:sp>
        <p:nvSpPr>
          <p:cNvPr id="501775" name="Text Box 15">
            <a:extLst>
              <a:ext uri="{FF2B5EF4-FFF2-40B4-BE49-F238E27FC236}">
                <a16:creationId xmlns:a16="http://schemas.microsoft.com/office/drawing/2014/main" id="{16C01C15-1492-2E4C-8B2E-2C7142FBA959}"/>
              </a:ext>
            </a:extLst>
          </p:cNvPr>
          <p:cNvSpPr txBox="1">
            <a:spLocks noChangeArrowheads="1"/>
          </p:cNvSpPr>
          <p:nvPr/>
        </p:nvSpPr>
        <p:spPr bwMode="auto">
          <a:xfrm>
            <a:off x="2431257" y="2627710"/>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伪首部</a:t>
            </a:r>
          </a:p>
        </p:txBody>
      </p:sp>
      <p:sp>
        <p:nvSpPr>
          <p:cNvPr id="501776" name="Text Box 16">
            <a:extLst>
              <a:ext uri="{FF2B5EF4-FFF2-40B4-BE49-F238E27FC236}">
                <a16:creationId xmlns:a16="http://schemas.microsoft.com/office/drawing/2014/main" id="{6317BF5A-6496-914D-82B7-2546C7449CE3}"/>
              </a:ext>
            </a:extLst>
          </p:cNvPr>
          <p:cNvSpPr txBox="1">
            <a:spLocks noChangeArrowheads="1"/>
          </p:cNvSpPr>
          <p:nvPr/>
        </p:nvSpPr>
        <p:spPr bwMode="auto">
          <a:xfrm>
            <a:off x="3288507" y="2627710"/>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源端口</a:t>
            </a:r>
          </a:p>
        </p:txBody>
      </p:sp>
      <p:sp>
        <p:nvSpPr>
          <p:cNvPr id="501777" name="Text Box 17">
            <a:extLst>
              <a:ext uri="{FF2B5EF4-FFF2-40B4-BE49-F238E27FC236}">
                <a16:creationId xmlns:a16="http://schemas.microsoft.com/office/drawing/2014/main" id="{04B2CFBC-FE0E-FA49-A188-815EC042DAEE}"/>
              </a:ext>
            </a:extLst>
          </p:cNvPr>
          <p:cNvSpPr txBox="1">
            <a:spLocks noChangeArrowheads="1"/>
          </p:cNvSpPr>
          <p:nvPr/>
        </p:nvSpPr>
        <p:spPr bwMode="auto">
          <a:xfrm>
            <a:off x="4105276" y="2627710"/>
            <a:ext cx="95410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目的端口</a:t>
            </a:r>
          </a:p>
        </p:txBody>
      </p:sp>
      <p:sp>
        <p:nvSpPr>
          <p:cNvPr id="501778" name="Text Box 18">
            <a:extLst>
              <a:ext uri="{FF2B5EF4-FFF2-40B4-BE49-F238E27FC236}">
                <a16:creationId xmlns:a16="http://schemas.microsoft.com/office/drawing/2014/main" id="{0E0A31D0-53F7-8948-B29F-CB488661962D}"/>
              </a:ext>
            </a:extLst>
          </p:cNvPr>
          <p:cNvSpPr txBox="1">
            <a:spLocks noChangeArrowheads="1"/>
          </p:cNvSpPr>
          <p:nvPr/>
        </p:nvSpPr>
        <p:spPr bwMode="auto">
          <a:xfrm>
            <a:off x="5106591" y="2626519"/>
            <a:ext cx="675185"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长  度</a:t>
            </a:r>
          </a:p>
        </p:txBody>
      </p:sp>
      <p:sp>
        <p:nvSpPr>
          <p:cNvPr id="501779" name="Text Box 19">
            <a:extLst>
              <a:ext uri="{FF2B5EF4-FFF2-40B4-BE49-F238E27FC236}">
                <a16:creationId xmlns:a16="http://schemas.microsoft.com/office/drawing/2014/main" id="{F75AC5F7-16AD-3C42-84FE-F1612D061856}"/>
              </a:ext>
            </a:extLst>
          </p:cNvPr>
          <p:cNvSpPr txBox="1">
            <a:spLocks noChangeArrowheads="1"/>
          </p:cNvSpPr>
          <p:nvPr/>
        </p:nvSpPr>
        <p:spPr bwMode="auto">
          <a:xfrm>
            <a:off x="5965032" y="2627710"/>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检验和</a:t>
            </a:r>
          </a:p>
        </p:txBody>
      </p:sp>
      <p:sp>
        <p:nvSpPr>
          <p:cNvPr id="501780" name="Text Box 20">
            <a:extLst>
              <a:ext uri="{FF2B5EF4-FFF2-40B4-BE49-F238E27FC236}">
                <a16:creationId xmlns:a16="http://schemas.microsoft.com/office/drawing/2014/main" id="{783D713E-ED96-6348-B5E8-735D19330877}"/>
              </a:ext>
            </a:extLst>
          </p:cNvPr>
          <p:cNvSpPr txBox="1">
            <a:spLocks noChangeArrowheads="1"/>
          </p:cNvSpPr>
          <p:nvPr/>
        </p:nvSpPr>
        <p:spPr bwMode="auto">
          <a:xfrm>
            <a:off x="5214938" y="4031457"/>
            <a:ext cx="104547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数         据</a:t>
            </a:r>
          </a:p>
        </p:txBody>
      </p:sp>
      <p:sp>
        <p:nvSpPr>
          <p:cNvPr id="501781" name="Text Box 21">
            <a:extLst>
              <a:ext uri="{FF2B5EF4-FFF2-40B4-BE49-F238E27FC236}">
                <a16:creationId xmlns:a16="http://schemas.microsoft.com/office/drawing/2014/main" id="{93D00049-6A6D-D844-89B9-D586A34F2C14}"/>
              </a:ext>
            </a:extLst>
          </p:cNvPr>
          <p:cNvSpPr txBox="1">
            <a:spLocks noChangeArrowheads="1"/>
          </p:cNvSpPr>
          <p:nvPr/>
        </p:nvSpPr>
        <p:spPr bwMode="auto">
          <a:xfrm>
            <a:off x="2922985" y="4031457"/>
            <a:ext cx="675185"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首  部</a:t>
            </a:r>
          </a:p>
        </p:txBody>
      </p:sp>
      <p:sp>
        <p:nvSpPr>
          <p:cNvPr id="501782" name="Line 22">
            <a:extLst>
              <a:ext uri="{FF2B5EF4-FFF2-40B4-BE49-F238E27FC236}">
                <a16:creationId xmlns:a16="http://schemas.microsoft.com/office/drawing/2014/main" id="{C8A8937B-2BF9-C744-9AE0-4E3C17AC9F0B}"/>
              </a:ext>
            </a:extLst>
          </p:cNvPr>
          <p:cNvSpPr>
            <a:spLocks noChangeShapeType="1"/>
          </p:cNvSpPr>
          <p:nvPr/>
        </p:nvSpPr>
        <p:spPr bwMode="auto">
          <a:xfrm>
            <a:off x="5157788" y="1772841"/>
            <a:ext cx="0"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83" name="Line 23">
            <a:extLst>
              <a:ext uri="{FF2B5EF4-FFF2-40B4-BE49-F238E27FC236}">
                <a16:creationId xmlns:a16="http://schemas.microsoft.com/office/drawing/2014/main" id="{941EB94A-D9A3-774A-A64A-2A2F05A57869}"/>
              </a:ext>
            </a:extLst>
          </p:cNvPr>
          <p:cNvSpPr>
            <a:spLocks noChangeShapeType="1"/>
          </p:cNvSpPr>
          <p:nvPr/>
        </p:nvSpPr>
        <p:spPr bwMode="auto">
          <a:xfrm>
            <a:off x="5557838" y="1772841"/>
            <a:ext cx="1191"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84" name="Line 24">
            <a:extLst>
              <a:ext uri="{FF2B5EF4-FFF2-40B4-BE49-F238E27FC236}">
                <a16:creationId xmlns:a16="http://schemas.microsoft.com/office/drawing/2014/main" id="{03F0B3C4-556C-2C42-8C5B-9C68EDEA1625}"/>
              </a:ext>
            </a:extLst>
          </p:cNvPr>
          <p:cNvSpPr>
            <a:spLocks noChangeShapeType="1"/>
          </p:cNvSpPr>
          <p:nvPr/>
        </p:nvSpPr>
        <p:spPr bwMode="auto">
          <a:xfrm>
            <a:off x="5957888" y="1772841"/>
            <a:ext cx="0" cy="34290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785" name="Text Box 25">
            <a:extLst>
              <a:ext uri="{FF2B5EF4-FFF2-40B4-BE49-F238E27FC236}">
                <a16:creationId xmlns:a16="http://schemas.microsoft.com/office/drawing/2014/main" id="{C34477B7-1A7E-0543-9F3D-BF97DBDD09DE}"/>
              </a:ext>
            </a:extLst>
          </p:cNvPr>
          <p:cNvSpPr txBox="1">
            <a:spLocks noChangeArrowheads="1"/>
          </p:cNvSpPr>
          <p:nvPr/>
        </p:nvSpPr>
        <p:spPr bwMode="auto">
          <a:xfrm>
            <a:off x="5925741" y="1770460"/>
            <a:ext cx="97654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a:solidFill>
                  <a:srgbClr val="333399"/>
                </a:solidFill>
                <a:latin typeface="Arial" panose="020B0604020202020204" pitchFamily="34" charset="0"/>
              </a:rPr>
              <a:t>UDP</a:t>
            </a:r>
            <a:r>
              <a:rPr kumimoji="1" lang="zh-CN" altLang="en-US" sz="1500">
                <a:solidFill>
                  <a:srgbClr val="333399"/>
                </a:solidFill>
                <a:latin typeface="Arial" panose="020B0604020202020204" pitchFamily="34" charset="0"/>
              </a:rPr>
              <a:t>长度</a:t>
            </a:r>
          </a:p>
        </p:txBody>
      </p:sp>
      <p:sp>
        <p:nvSpPr>
          <p:cNvPr id="501786" name="Text Box 26">
            <a:extLst>
              <a:ext uri="{FF2B5EF4-FFF2-40B4-BE49-F238E27FC236}">
                <a16:creationId xmlns:a16="http://schemas.microsoft.com/office/drawing/2014/main" id="{CF826090-7ED5-5941-B4C8-B9ED6992D61A}"/>
              </a:ext>
            </a:extLst>
          </p:cNvPr>
          <p:cNvSpPr txBox="1">
            <a:spLocks noChangeArrowheads="1"/>
          </p:cNvSpPr>
          <p:nvPr/>
        </p:nvSpPr>
        <p:spPr bwMode="auto">
          <a:xfrm>
            <a:off x="2105026" y="1770460"/>
            <a:ext cx="1045223"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源 </a:t>
            </a: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地址</a:t>
            </a:r>
          </a:p>
        </p:txBody>
      </p:sp>
      <p:sp>
        <p:nvSpPr>
          <p:cNvPr id="501787" name="Text Box 27">
            <a:extLst>
              <a:ext uri="{FF2B5EF4-FFF2-40B4-BE49-F238E27FC236}">
                <a16:creationId xmlns:a16="http://schemas.microsoft.com/office/drawing/2014/main" id="{D36E6F90-5F1A-5641-97E1-EAABC5E7767E}"/>
              </a:ext>
            </a:extLst>
          </p:cNvPr>
          <p:cNvSpPr txBox="1">
            <a:spLocks noChangeArrowheads="1"/>
          </p:cNvSpPr>
          <p:nvPr/>
        </p:nvSpPr>
        <p:spPr bwMode="auto">
          <a:xfrm>
            <a:off x="3708798" y="1770460"/>
            <a:ext cx="1237583"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目的 </a:t>
            </a: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地址</a:t>
            </a:r>
          </a:p>
        </p:txBody>
      </p:sp>
      <p:sp>
        <p:nvSpPr>
          <p:cNvPr id="501788" name="Text Box 28">
            <a:extLst>
              <a:ext uri="{FF2B5EF4-FFF2-40B4-BE49-F238E27FC236}">
                <a16:creationId xmlns:a16="http://schemas.microsoft.com/office/drawing/2014/main" id="{879DCD72-6CB1-9E4D-8A32-CF68F9990548}"/>
              </a:ext>
            </a:extLst>
          </p:cNvPr>
          <p:cNvSpPr txBox="1">
            <a:spLocks noChangeArrowheads="1"/>
          </p:cNvSpPr>
          <p:nvPr/>
        </p:nvSpPr>
        <p:spPr bwMode="auto">
          <a:xfrm>
            <a:off x="5233988" y="1770460"/>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0</a:t>
            </a:r>
          </a:p>
        </p:txBody>
      </p:sp>
      <p:sp>
        <p:nvSpPr>
          <p:cNvPr id="501789" name="Text Box 29">
            <a:extLst>
              <a:ext uri="{FF2B5EF4-FFF2-40B4-BE49-F238E27FC236}">
                <a16:creationId xmlns:a16="http://schemas.microsoft.com/office/drawing/2014/main" id="{1980B5E7-99F5-3540-9C6B-03D332C9D738}"/>
              </a:ext>
            </a:extLst>
          </p:cNvPr>
          <p:cNvSpPr txBox="1">
            <a:spLocks noChangeArrowheads="1"/>
          </p:cNvSpPr>
          <p:nvPr/>
        </p:nvSpPr>
        <p:spPr bwMode="auto">
          <a:xfrm>
            <a:off x="5559029" y="1770460"/>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17</a:t>
            </a:r>
          </a:p>
        </p:txBody>
      </p:sp>
      <p:sp>
        <p:nvSpPr>
          <p:cNvPr id="501790" name="Line 30">
            <a:extLst>
              <a:ext uri="{FF2B5EF4-FFF2-40B4-BE49-F238E27FC236}">
                <a16:creationId xmlns:a16="http://schemas.microsoft.com/office/drawing/2014/main" id="{597F3AC4-A8F7-664C-A5A1-5CAB78A46E07}"/>
              </a:ext>
            </a:extLst>
          </p:cNvPr>
          <p:cNvSpPr>
            <a:spLocks noChangeShapeType="1"/>
          </p:cNvSpPr>
          <p:nvPr/>
        </p:nvSpPr>
        <p:spPr bwMode="auto">
          <a:xfrm>
            <a:off x="2812257" y="4514850"/>
            <a:ext cx="4945856" cy="0"/>
          </a:xfrm>
          <a:prstGeom prst="line">
            <a:avLst/>
          </a:prstGeom>
          <a:noFill/>
          <a:ln w="952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1791" name="Rectangle 31">
            <a:extLst>
              <a:ext uri="{FF2B5EF4-FFF2-40B4-BE49-F238E27FC236}">
                <a16:creationId xmlns:a16="http://schemas.microsoft.com/office/drawing/2014/main" id="{898B8657-1233-A843-A90B-C0270E91A840}"/>
              </a:ext>
            </a:extLst>
          </p:cNvPr>
          <p:cNvSpPr>
            <a:spLocks noChangeArrowheads="1"/>
          </p:cNvSpPr>
          <p:nvPr/>
        </p:nvSpPr>
        <p:spPr bwMode="auto">
          <a:xfrm>
            <a:off x="4750594" y="4399360"/>
            <a:ext cx="879872" cy="219075"/>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1792" name="Text Box 32">
            <a:extLst>
              <a:ext uri="{FF2B5EF4-FFF2-40B4-BE49-F238E27FC236}">
                <a16:creationId xmlns:a16="http://schemas.microsoft.com/office/drawing/2014/main" id="{5586E38E-0DA6-314F-A0D1-45B1D4A5112C}"/>
              </a:ext>
            </a:extLst>
          </p:cNvPr>
          <p:cNvSpPr txBox="1">
            <a:spLocks noChangeArrowheads="1"/>
          </p:cNvSpPr>
          <p:nvPr/>
        </p:nvSpPr>
        <p:spPr bwMode="auto">
          <a:xfrm>
            <a:off x="4716067" y="4380310"/>
            <a:ext cx="992323"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a:solidFill>
                  <a:srgbClr val="333399"/>
                </a:solidFill>
                <a:latin typeface="Arial" panose="020B0604020202020204" pitchFamily="34" charset="0"/>
              </a:rPr>
              <a:t>IP </a:t>
            </a:r>
            <a:r>
              <a:rPr kumimoji="1" lang="zh-CN" altLang="en-US" sz="1500">
                <a:solidFill>
                  <a:srgbClr val="333399"/>
                </a:solidFill>
                <a:latin typeface="Arial" panose="020B0604020202020204" pitchFamily="34" charset="0"/>
              </a:rPr>
              <a:t>数据报</a:t>
            </a:r>
          </a:p>
        </p:txBody>
      </p:sp>
      <p:sp>
        <p:nvSpPr>
          <p:cNvPr id="501793" name="Text Box 33">
            <a:extLst>
              <a:ext uri="{FF2B5EF4-FFF2-40B4-BE49-F238E27FC236}">
                <a16:creationId xmlns:a16="http://schemas.microsoft.com/office/drawing/2014/main" id="{D605438D-5802-DC4B-B5CC-22C978A23EDC}"/>
              </a:ext>
            </a:extLst>
          </p:cNvPr>
          <p:cNvSpPr txBox="1">
            <a:spLocks noChangeArrowheads="1"/>
          </p:cNvSpPr>
          <p:nvPr/>
        </p:nvSpPr>
        <p:spPr bwMode="auto">
          <a:xfrm>
            <a:off x="1358504" y="1485900"/>
            <a:ext cx="56938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字节</a:t>
            </a:r>
          </a:p>
        </p:txBody>
      </p:sp>
      <p:sp>
        <p:nvSpPr>
          <p:cNvPr id="501794" name="Text Box 34">
            <a:extLst>
              <a:ext uri="{FF2B5EF4-FFF2-40B4-BE49-F238E27FC236}">
                <a16:creationId xmlns:a16="http://schemas.microsoft.com/office/drawing/2014/main" id="{0F447F02-39B3-D24E-A53F-6CEDAF97BCD2}"/>
              </a:ext>
            </a:extLst>
          </p:cNvPr>
          <p:cNvSpPr txBox="1">
            <a:spLocks noChangeArrowheads="1"/>
          </p:cNvSpPr>
          <p:nvPr/>
        </p:nvSpPr>
        <p:spPr bwMode="auto">
          <a:xfrm>
            <a:off x="2516981" y="1469232"/>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4</a:t>
            </a:r>
          </a:p>
        </p:txBody>
      </p:sp>
      <p:sp>
        <p:nvSpPr>
          <p:cNvPr id="501795" name="Text Box 35">
            <a:extLst>
              <a:ext uri="{FF2B5EF4-FFF2-40B4-BE49-F238E27FC236}">
                <a16:creationId xmlns:a16="http://schemas.microsoft.com/office/drawing/2014/main" id="{8C890EB8-189F-8343-9F79-078A90B543EA}"/>
              </a:ext>
            </a:extLst>
          </p:cNvPr>
          <p:cNvSpPr txBox="1">
            <a:spLocks noChangeArrowheads="1"/>
          </p:cNvSpPr>
          <p:nvPr/>
        </p:nvSpPr>
        <p:spPr bwMode="auto">
          <a:xfrm>
            <a:off x="4187429" y="1469232"/>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4</a:t>
            </a:r>
          </a:p>
        </p:txBody>
      </p:sp>
      <p:sp>
        <p:nvSpPr>
          <p:cNvPr id="501796" name="Text Box 36">
            <a:extLst>
              <a:ext uri="{FF2B5EF4-FFF2-40B4-BE49-F238E27FC236}">
                <a16:creationId xmlns:a16="http://schemas.microsoft.com/office/drawing/2014/main" id="{D66AA5BF-99EB-9A49-B245-F0A4F5A99F02}"/>
              </a:ext>
            </a:extLst>
          </p:cNvPr>
          <p:cNvSpPr txBox="1">
            <a:spLocks noChangeArrowheads="1"/>
          </p:cNvSpPr>
          <p:nvPr/>
        </p:nvSpPr>
        <p:spPr bwMode="auto">
          <a:xfrm>
            <a:off x="5233988" y="1469232"/>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a:t>
            </a:r>
          </a:p>
        </p:txBody>
      </p:sp>
      <p:sp>
        <p:nvSpPr>
          <p:cNvPr id="501797" name="Text Box 37">
            <a:extLst>
              <a:ext uri="{FF2B5EF4-FFF2-40B4-BE49-F238E27FC236}">
                <a16:creationId xmlns:a16="http://schemas.microsoft.com/office/drawing/2014/main" id="{352B8C66-84A2-3940-B9DD-27D85B8938F9}"/>
              </a:ext>
            </a:extLst>
          </p:cNvPr>
          <p:cNvSpPr txBox="1">
            <a:spLocks noChangeArrowheads="1"/>
          </p:cNvSpPr>
          <p:nvPr/>
        </p:nvSpPr>
        <p:spPr bwMode="auto">
          <a:xfrm>
            <a:off x="5624513" y="1469232"/>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a:t>
            </a:r>
          </a:p>
        </p:txBody>
      </p:sp>
      <p:sp>
        <p:nvSpPr>
          <p:cNvPr id="501798" name="Text Box 38">
            <a:extLst>
              <a:ext uri="{FF2B5EF4-FFF2-40B4-BE49-F238E27FC236}">
                <a16:creationId xmlns:a16="http://schemas.microsoft.com/office/drawing/2014/main" id="{0ED01C05-EB77-C94C-9207-8C5E2F65C131}"/>
              </a:ext>
            </a:extLst>
          </p:cNvPr>
          <p:cNvSpPr txBox="1">
            <a:spLocks noChangeArrowheads="1"/>
          </p:cNvSpPr>
          <p:nvPr/>
        </p:nvSpPr>
        <p:spPr bwMode="auto">
          <a:xfrm>
            <a:off x="6215063" y="1469232"/>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501799" name="Text Box 39">
            <a:extLst>
              <a:ext uri="{FF2B5EF4-FFF2-40B4-BE49-F238E27FC236}">
                <a16:creationId xmlns:a16="http://schemas.microsoft.com/office/drawing/2014/main" id="{642E81B5-2974-D54E-9FA3-76BA42FF00D6}"/>
              </a:ext>
            </a:extLst>
          </p:cNvPr>
          <p:cNvSpPr txBox="1">
            <a:spLocks noChangeArrowheads="1"/>
          </p:cNvSpPr>
          <p:nvPr/>
        </p:nvSpPr>
        <p:spPr bwMode="auto">
          <a:xfrm>
            <a:off x="2611041" y="2346723"/>
            <a:ext cx="3994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12</a:t>
            </a:r>
          </a:p>
        </p:txBody>
      </p:sp>
      <p:sp>
        <p:nvSpPr>
          <p:cNvPr id="501800" name="Text Box 40">
            <a:extLst>
              <a:ext uri="{FF2B5EF4-FFF2-40B4-BE49-F238E27FC236}">
                <a16:creationId xmlns:a16="http://schemas.microsoft.com/office/drawing/2014/main" id="{0988B6F5-9280-CC45-B098-F31561947434}"/>
              </a:ext>
            </a:extLst>
          </p:cNvPr>
          <p:cNvSpPr txBox="1">
            <a:spLocks noChangeArrowheads="1"/>
          </p:cNvSpPr>
          <p:nvPr/>
        </p:nvSpPr>
        <p:spPr bwMode="auto">
          <a:xfrm>
            <a:off x="3563541" y="2350294"/>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501801" name="Text Box 41">
            <a:extLst>
              <a:ext uri="{FF2B5EF4-FFF2-40B4-BE49-F238E27FC236}">
                <a16:creationId xmlns:a16="http://schemas.microsoft.com/office/drawing/2014/main" id="{069AFEF9-7029-F341-A82B-0165E6AE2271}"/>
              </a:ext>
            </a:extLst>
          </p:cNvPr>
          <p:cNvSpPr txBox="1">
            <a:spLocks noChangeArrowheads="1"/>
          </p:cNvSpPr>
          <p:nvPr/>
        </p:nvSpPr>
        <p:spPr bwMode="auto">
          <a:xfrm>
            <a:off x="4482704" y="2350294"/>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501802" name="Text Box 42">
            <a:extLst>
              <a:ext uri="{FF2B5EF4-FFF2-40B4-BE49-F238E27FC236}">
                <a16:creationId xmlns:a16="http://schemas.microsoft.com/office/drawing/2014/main" id="{BE1F393D-737C-BB4E-8911-9A30CB87BBBD}"/>
              </a:ext>
            </a:extLst>
          </p:cNvPr>
          <p:cNvSpPr txBox="1">
            <a:spLocks noChangeArrowheads="1"/>
          </p:cNvSpPr>
          <p:nvPr/>
        </p:nvSpPr>
        <p:spPr bwMode="auto">
          <a:xfrm>
            <a:off x="5285185" y="2350294"/>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501803" name="Text Box 43">
            <a:extLst>
              <a:ext uri="{FF2B5EF4-FFF2-40B4-BE49-F238E27FC236}">
                <a16:creationId xmlns:a16="http://schemas.microsoft.com/office/drawing/2014/main" id="{71D281C2-3E8D-5742-A537-28E72CF6D294}"/>
              </a:ext>
            </a:extLst>
          </p:cNvPr>
          <p:cNvSpPr txBox="1">
            <a:spLocks noChangeArrowheads="1"/>
          </p:cNvSpPr>
          <p:nvPr/>
        </p:nvSpPr>
        <p:spPr bwMode="auto">
          <a:xfrm>
            <a:off x="6198394" y="2350294"/>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2</a:t>
            </a:r>
          </a:p>
        </p:txBody>
      </p:sp>
      <p:sp>
        <p:nvSpPr>
          <p:cNvPr id="501804" name="Text Box 44">
            <a:extLst>
              <a:ext uri="{FF2B5EF4-FFF2-40B4-BE49-F238E27FC236}">
                <a16:creationId xmlns:a16="http://schemas.microsoft.com/office/drawing/2014/main" id="{3EECDE22-D1AF-284C-8D44-41AE43A7189A}"/>
              </a:ext>
            </a:extLst>
          </p:cNvPr>
          <p:cNvSpPr txBox="1">
            <a:spLocks noChangeArrowheads="1"/>
          </p:cNvSpPr>
          <p:nvPr/>
        </p:nvSpPr>
        <p:spPr bwMode="auto">
          <a:xfrm>
            <a:off x="1743076" y="2346723"/>
            <a:ext cx="56938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字节</a:t>
            </a:r>
          </a:p>
        </p:txBody>
      </p:sp>
      <p:sp>
        <p:nvSpPr>
          <p:cNvPr id="501805" name="Text Box 45">
            <a:extLst>
              <a:ext uri="{FF2B5EF4-FFF2-40B4-BE49-F238E27FC236}">
                <a16:creationId xmlns:a16="http://schemas.microsoft.com/office/drawing/2014/main" id="{38B2833C-76E6-BB4A-847E-5D27C2EA74E3}"/>
              </a:ext>
            </a:extLst>
          </p:cNvPr>
          <p:cNvSpPr txBox="1">
            <a:spLocks noChangeArrowheads="1"/>
          </p:cNvSpPr>
          <p:nvPr/>
        </p:nvSpPr>
        <p:spPr bwMode="auto">
          <a:xfrm>
            <a:off x="1924051" y="3727848"/>
            <a:ext cx="95410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发送在前</a:t>
            </a:r>
          </a:p>
        </p:txBody>
      </p:sp>
      <p:sp>
        <p:nvSpPr>
          <p:cNvPr id="501806" name="AutoShape 46">
            <a:extLst>
              <a:ext uri="{FF2B5EF4-FFF2-40B4-BE49-F238E27FC236}">
                <a16:creationId xmlns:a16="http://schemas.microsoft.com/office/drawing/2014/main" id="{C089CC81-471B-DA4D-951F-2A5ABCDD2B5A}"/>
              </a:ext>
            </a:extLst>
          </p:cNvPr>
          <p:cNvSpPr>
            <a:spLocks noChangeArrowheads="1"/>
          </p:cNvSpPr>
          <p:nvPr/>
        </p:nvSpPr>
        <p:spPr bwMode="auto">
          <a:xfrm>
            <a:off x="5626894" y="3830241"/>
            <a:ext cx="208360" cy="311944"/>
          </a:xfrm>
          <a:prstGeom prst="downArrow">
            <a:avLst>
              <a:gd name="adj1" fmla="val 50000"/>
              <a:gd name="adj2" fmla="val 37429"/>
            </a:avLst>
          </a:prstGeom>
          <a:solidFill>
            <a:schemeClr val="accent1"/>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807" name="Rectangle 47">
            <a:extLst>
              <a:ext uri="{FF2B5EF4-FFF2-40B4-BE49-F238E27FC236}">
                <a16:creationId xmlns:a16="http://schemas.microsoft.com/office/drawing/2014/main" id="{8C695C07-4190-9449-ADEE-4BEC5B585D7C}"/>
              </a:ext>
            </a:extLst>
          </p:cNvPr>
          <p:cNvSpPr>
            <a:spLocks noChangeArrowheads="1"/>
          </p:cNvSpPr>
          <p:nvPr/>
        </p:nvSpPr>
        <p:spPr bwMode="auto">
          <a:xfrm>
            <a:off x="4463654" y="3295650"/>
            <a:ext cx="3294459" cy="342900"/>
          </a:xfrm>
          <a:prstGeom prst="rect">
            <a:avLst/>
          </a:prstGeom>
          <a:solidFill>
            <a:srgbClr val="FFCCFF"/>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808" name="Text Box 48">
            <a:extLst>
              <a:ext uri="{FF2B5EF4-FFF2-40B4-BE49-F238E27FC236}">
                <a16:creationId xmlns:a16="http://schemas.microsoft.com/office/drawing/2014/main" id="{C8280DBB-1696-6D40-B255-3B543A61245B}"/>
              </a:ext>
            </a:extLst>
          </p:cNvPr>
          <p:cNvSpPr txBox="1">
            <a:spLocks noChangeArrowheads="1"/>
          </p:cNvSpPr>
          <p:nvPr/>
        </p:nvSpPr>
        <p:spPr bwMode="auto">
          <a:xfrm>
            <a:off x="5630467" y="3323035"/>
            <a:ext cx="104547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数         据</a:t>
            </a:r>
          </a:p>
        </p:txBody>
      </p:sp>
      <p:sp>
        <p:nvSpPr>
          <p:cNvPr id="501809" name="Text Box 49">
            <a:extLst>
              <a:ext uri="{FF2B5EF4-FFF2-40B4-BE49-F238E27FC236}">
                <a16:creationId xmlns:a16="http://schemas.microsoft.com/office/drawing/2014/main" id="{BFEF3F86-D6D0-8F49-A5D8-895E06529CFF}"/>
              </a:ext>
            </a:extLst>
          </p:cNvPr>
          <p:cNvSpPr txBox="1">
            <a:spLocks noChangeArrowheads="1"/>
          </p:cNvSpPr>
          <p:nvPr/>
        </p:nvSpPr>
        <p:spPr bwMode="auto">
          <a:xfrm>
            <a:off x="3758804" y="3323035"/>
            <a:ext cx="675185"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首  部</a:t>
            </a:r>
          </a:p>
        </p:txBody>
      </p:sp>
      <p:sp>
        <p:nvSpPr>
          <p:cNvPr id="501810" name="AutoShape 50">
            <a:extLst>
              <a:ext uri="{FF2B5EF4-FFF2-40B4-BE49-F238E27FC236}">
                <a16:creationId xmlns:a16="http://schemas.microsoft.com/office/drawing/2014/main" id="{9C3247D9-043C-0C43-A886-D9CD6AC71C87}"/>
              </a:ext>
            </a:extLst>
          </p:cNvPr>
          <p:cNvSpPr>
            <a:spLocks/>
          </p:cNvSpPr>
          <p:nvPr/>
        </p:nvSpPr>
        <p:spPr bwMode="auto">
          <a:xfrm rot="16200000">
            <a:off x="5667376" y="1747838"/>
            <a:ext cx="126206" cy="4043363"/>
          </a:xfrm>
          <a:prstGeom prst="leftBrace">
            <a:avLst>
              <a:gd name="adj1" fmla="val 266981"/>
              <a:gd name="adj2" fmla="val 50000"/>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811" name="Text Box 51">
            <a:extLst>
              <a:ext uri="{FF2B5EF4-FFF2-40B4-BE49-F238E27FC236}">
                <a16:creationId xmlns:a16="http://schemas.microsoft.com/office/drawing/2014/main" id="{12ECC913-B4B9-E644-B2A1-12AEC8FF432E}"/>
              </a:ext>
            </a:extLst>
          </p:cNvPr>
          <p:cNvSpPr txBox="1">
            <a:spLocks noChangeArrowheads="1"/>
          </p:cNvSpPr>
          <p:nvPr/>
        </p:nvSpPr>
        <p:spPr bwMode="auto">
          <a:xfrm>
            <a:off x="2087166" y="3321844"/>
            <a:ext cx="1603068"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a:solidFill>
                  <a:srgbClr val="333399"/>
                </a:solidFill>
                <a:latin typeface="Arial" panose="020B0604020202020204" pitchFamily="34" charset="0"/>
              </a:rPr>
              <a:t>UDP </a:t>
            </a:r>
            <a:r>
              <a:rPr kumimoji="1" lang="zh-CN" altLang="en-US" sz="1500">
                <a:solidFill>
                  <a:srgbClr val="333399"/>
                </a:solidFill>
                <a:latin typeface="Arial" panose="020B0604020202020204" pitchFamily="34" charset="0"/>
              </a:rPr>
              <a:t>用户数据报</a:t>
            </a:r>
          </a:p>
        </p:txBody>
      </p:sp>
      <p:sp>
        <p:nvSpPr>
          <p:cNvPr id="501812" name="Rectangle 52">
            <a:extLst>
              <a:ext uri="{FF2B5EF4-FFF2-40B4-BE49-F238E27FC236}">
                <a16:creationId xmlns:a16="http://schemas.microsoft.com/office/drawing/2014/main" id="{80119E5E-44C1-6D46-97FC-A45D566F50A9}"/>
              </a:ext>
            </a:extLst>
          </p:cNvPr>
          <p:cNvSpPr>
            <a:spLocks noChangeArrowheads="1"/>
          </p:cNvSpPr>
          <p:nvPr/>
        </p:nvSpPr>
        <p:spPr bwMode="auto">
          <a:xfrm>
            <a:off x="2336006" y="2625328"/>
            <a:ext cx="939404" cy="346472"/>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1813" name="Text Box 53">
            <a:extLst>
              <a:ext uri="{FF2B5EF4-FFF2-40B4-BE49-F238E27FC236}">
                <a16:creationId xmlns:a16="http://schemas.microsoft.com/office/drawing/2014/main" id="{EE1E4C98-CADE-554B-9893-2E6E5297F099}"/>
              </a:ext>
            </a:extLst>
          </p:cNvPr>
          <p:cNvSpPr txBox="1">
            <a:spLocks noChangeArrowheads="1"/>
          </p:cNvSpPr>
          <p:nvPr/>
        </p:nvSpPr>
        <p:spPr bwMode="auto">
          <a:xfrm>
            <a:off x="1331119" y="411956"/>
            <a:ext cx="6506766" cy="738664"/>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latin typeface="Arial" panose="020B0604020202020204" pitchFamily="34" charset="0"/>
              </a:rPr>
              <a:t>在计算检验和时，临时把“伪首部”和 </a:t>
            </a:r>
            <a:r>
              <a:rPr lang="en-US" altLang="zh-CN" sz="2100">
                <a:solidFill>
                  <a:srgbClr val="333399"/>
                </a:solidFill>
                <a:latin typeface="Arial" panose="020B0604020202020204" pitchFamily="34" charset="0"/>
              </a:rPr>
              <a:t>UDP </a:t>
            </a:r>
            <a:r>
              <a:rPr lang="zh-CN" altLang="en-US" sz="2100">
                <a:solidFill>
                  <a:srgbClr val="333399"/>
                </a:solidFill>
                <a:latin typeface="Arial" panose="020B0604020202020204" pitchFamily="34" charset="0"/>
              </a:rPr>
              <a:t>用户数据报连接在一起。</a:t>
            </a:r>
            <a:r>
              <a:rPr lang="zh-CN" altLang="en-US" sz="2100">
                <a:solidFill>
                  <a:srgbClr val="333399"/>
                </a:solidFill>
              </a:rPr>
              <a:t>伪首部仅仅是为了计算检验和。</a:t>
            </a:r>
          </a:p>
        </p:txBody>
      </p:sp>
      <p:sp>
        <p:nvSpPr>
          <p:cNvPr id="2" name="幻灯片编号占位符 1">
            <a:extLst>
              <a:ext uri="{FF2B5EF4-FFF2-40B4-BE49-F238E27FC236}">
                <a16:creationId xmlns:a16="http://schemas.microsoft.com/office/drawing/2014/main" id="{1D9A1407-35CA-CC4E-B6F6-D93B7E2C5D77}"/>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488DACE-485F-814B-A331-23317A91764B}" type="slidenum">
              <a:rPr lang="en-US" altLang="zh-CN" sz="1050"/>
              <a:pPr>
                <a:defRPr/>
              </a:pPr>
              <a:t>28</a:t>
            </a:fld>
            <a:endParaRPr lang="en-US" altLang="zh-CN" sz="1050"/>
          </a:p>
        </p:txBody>
      </p:sp>
    </p:spTree>
    <p:extLst>
      <p:ext uri="{BB962C8B-B14F-4D97-AF65-F5344CB8AC3E}">
        <p14:creationId xmlns:p14="http://schemas.microsoft.com/office/powerpoint/2010/main" val="24605636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1812"/>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0181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12" grpId="0" animBg="1"/>
      <p:bldP spid="501812" grpId="1" animBg="1"/>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7892" name="Rectangle 36">
            <a:extLst>
              <a:ext uri="{FF2B5EF4-FFF2-40B4-BE49-F238E27FC236}">
                <a16:creationId xmlns:a16="http://schemas.microsoft.com/office/drawing/2014/main" id="{8ACEC9CE-FB08-C843-922E-8EDDF29BF88D}"/>
              </a:ext>
            </a:extLst>
          </p:cNvPr>
          <p:cNvSpPr>
            <a:spLocks noChangeArrowheads="1"/>
          </p:cNvSpPr>
          <p:nvPr/>
        </p:nvSpPr>
        <p:spPr bwMode="auto">
          <a:xfrm>
            <a:off x="3829050" y="2414587"/>
            <a:ext cx="457200" cy="271463"/>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377891" name="Rectangle 35">
            <a:extLst>
              <a:ext uri="{FF2B5EF4-FFF2-40B4-BE49-F238E27FC236}">
                <a16:creationId xmlns:a16="http://schemas.microsoft.com/office/drawing/2014/main" id="{8744616A-5AD3-3147-B635-17731E35D3B6}"/>
              </a:ext>
            </a:extLst>
          </p:cNvPr>
          <p:cNvSpPr>
            <a:spLocks noChangeArrowheads="1"/>
          </p:cNvSpPr>
          <p:nvPr/>
        </p:nvSpPr>
        <p:spPr bwMode="auto">
          <a:xfrm>
            <a:off x="2357437" y="1653779"/>
            <a:ext cx="1928813" cy="503634"/>
          </a:xfrm>
          <a:prstGeom prst="rect">
            <a:avLst/>
          </a:prstGeom>
          <a:solidFill>
            <a:srgbClr val="FFFF99"/>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377858" name="Rectangle 2">
            <a:extLst>
              <a:ext uri="{FF2B5EF4-FFF2-40B4-BE49-F238E27FC236}">
                <a16:creationId xmlns:a16="http://schemas.microsoft.com/office/drawing/2014/main" id="{01ED07A4-5A8D-584F-A1C2-42406339D7F2}"/>
              </a:ext>
            </a:extLst>
          </p:cNvPr>
          <p:cNvSpPr>
            <a:spLocks noGrp="1" noChangeArrowheads="1"/>
          </p:cNvSpPr>
          <p:nvPr>
            <p:ph type="title"/>
          </p:nvPr>
        </p:nvSpPr>
        <p:spPr>
          <a:xfrm>
            <a:off x="1763316" y="157163"/>
            <a:ext cx="5844778" cy="467916"/>
          </a:xfrm>
        </p:spPr>
        <p:txBody>
          <a:bodyPr/>
          <a:lstStyle/>
          <a:p>
            <a:pPr algn="ctr" eaLnBrk="1" hangingPunct="1">
              <a:defRPr/>
            </a:pPr>
            <a:r>
              <a:rPr lang="zh-CN" altLang="en-US" sz="2400">
                <a:ea typeface="宋体" panose="02010600030101010101" pitchFamily="2" charset="-122"/>
              </a:rPr>
              <a:t>计算 </a:t>
            </a:r>
            <a:r>
              <a:rPr lang="en-US" altLang="zh-CN" sz="2400">
                <a:ea typeface="宋体" panose="02010600030101010101" pitchFamily="2" charset="-122"/>
              </a:rPr>
              <a:t>UDP </a:t>
            </a:r>
            <a:r>
              <a:rPr lang="zh-CN" altLang="en-US" sz="2400">
                <a:ea typeface="宋体" panose="02010600030101010101" pitchFamily="2" charset="-122"/>
              </a:rPr>
              <a:t>检验和的例子 </a:t>
            </a:r>
          </a:p>
        </p:txBody>
      </p:sp>
      <p:sp>
        <p:nvSpPr>
          <p:cNvPr id="377863" name="Text Box 7">
            <a:extLst>
              <a:ext uri="{FF2B5EF4-FFF2-40B4-BE49-F238E27FC236}">
                <a16:creationId xmlns:a16="http://schemas.microsoft.com/office/drawing/2014/main" id="{B226F31F-9FE7-8147-867C-61D8C21ED7FF}"/>
              </a:ext>
            </a:extLst>
          </p:cNvPr>
          <p:cNvSpPr txBox="1">
            <a:spLocks noChangeArrowheads="1"/>
          </p:cNvSpPr>
          <p:nvPr/>
        </p:nvSpPr>
        <p:spPr bwMode="auto">
          <a:xfrm>
            <a:off x="4368403" y="659607"/>
            <a:ext cx="4021217" cy="3952621"/>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10011001 00010011 → 153.19</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00001000 01101000 → 8.104</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10101011 00000011 → 171.3</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00001110 00001011 → 14.11</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00000000 00010001 → 0</a:t>
            </a:r>
            <a:r>
              <a:rPr kumimoji="1" lang="zh-CN" altLang="en-US" sz="1500" dirty="0">
                <a:latin typeface="Courier New" panose="02070309020205020404" pitchFamily="49" charset="0"/>
                <a:ea typeface="Courier New" panose="02070309020205020404" pitchFamily="49" charset="0"/>
                <a:cs typeface="Courier New" panose="02070309020205020404" pitchFamily="49" charset="0"/>
              </a:rPr>
              <a:t>和</a:t>
            </a: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17</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00000000 00001111 → 15</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00000100 00111111 → 1087</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00000000 00001101 → 13</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00000000 00001111 → 15</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00000000 00000000 → 0</a:t>
            </a:r>
            <a:r>
              <a:rPr kumimoji="1" lang="zh-CN" altLang="en-US" sz="1500" dirty="0">
                <a:latin typeface="Courier New" panose="02070309020205020404" pitchFamily="49" charset="0"/>
                <a:ea typeface="Courier New" panose="02070309020205020404" pitchFamily="49" charset="0"/>
                <a:cs typeface="Courier New" panose="02070309020205020404" pitchFamily="49" charset="0"/>
              </a:rPr>
              <a:t>（检验和）</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01010100 01000101 → </a:t>
            </a:r>
            <a:r>
              <a:rPr kumimoji="1" lang="zh-CN" altLang="en-US" sz="1500" dirty="0">
                <a:latin typeface="Courier New" panose="02070309020205020404" pitchFamily="49" charset="0"/>
                <a:ea typeface="Courier New" panose="02070309020205020404" pitchFamily="49" charset="0"/>
                <a:cs typeface="Courier New" panose="02070309020205020404" pitchFamily="49" charset="0"/>
              </a:rPr>
              <a:t>数据</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01010011 01010100 → </a:t>
            </a:r>
            <a:r>
              <a:rPr kumimoji="1" lang="zh-CN" altLang="en-US" sz="1500" dirty="0">
                <a:latin typeface="Courier New" panose="02070309020205020404" pitchFamily="49" charset="0"/>
                <a:ea typeface="Courier New" panose="02070309020205020404" pitchFamily="49" charset="0"/>
                <a:cs typeface="Courier New" panose="02070309020205020404" pitchFamily="49" charset="0"/>
              </a:rPr>
              <a:t>数据</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01001001 01001110 → </a:t>
            </a:r>
            <a:r>
              <a:rPr kumimoji="1" lang="zh-CN" altLang="en-US" sz="1500" dirty="0">
                <a:latin typeface="Courier New" panose="02070309020205020404" pitchFamily="49" charset="0"/>
                <a:ea typeface="Courier New" panose="02070309020205020404" pitchFamily="49" charset="0"/>
                <a:cs typeface="Courier New" panose="02070309020205020404" pitchFamily="49" charset="0"/>
              </a:rPr>
              <a:t>数据</a:t>
            </a: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01000111 00000000 → </a:t>
            </a:r>
            <a:r>
              <a:rPr kumimoji="1" lang="zh-CN" altLang="en-US" sz="1500" dirty="0">
                <a:latin typeface="Courier New" panose="02070309020205020404" pitchFamily="49" charset="0"/>
                <a:ea typeface="Courier New" panose="02070309020205020404" pitchFamily="49" charset="0"/>
                <a:cs typeface="Courier New" panose="02070309020205020404" pitchFamily="49" charset="0"/>
              </a:rPr>
              <a:t>数据和</a:t>
            </a: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a:t>
            </a:r>
            <a:r>
              <a:rPr kumimoji="1" lang="zh-CN" altLang="en-US" sz="1500" dirty="0">
                <a:latin typeface="Courier New" panose="02070309020205020404" pitchFamily="49" charset="0"/>
                <a:ea typeface="Courier New" panose="02070309020205020404" pitchFamily="49" charset="0"/>
                <a:cs typeface="Courier New" panose="02070309020205020404" pitchFamily="49" charset="0"/>
              </a:rPr>
              <a:t>填充</a:t>
            </a: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a:t>
            </a:r>
            <a:endParaRPr kumimoji="1" lang="zh-CN" altLang="en-US" sz="1500" dirty="0">
              <a:latin typeface="Courier New" panose="02070309020205020404" pitchFamily="49" charset="0"/>
              <a:ea typeface="Courier New" panose="02070309020205020404" pitchFamily="49" charset="0"/>
              <a:cs typeface="Courier New" panose="02070309020205020404" pitchFamily="49" charset="0"/>
            </a:endParaRPr>
          </a:p>
          <a:p>
            <a:pPr eaLnBrk="1" hangingPunct="1">
              <a:defRPr/>
            </a:pPr>
            <a:endParaRPr kumimoji="1" lang="zh-CN" altLang="en-US" sz="750" dirty="0">
              <a:latin typeface="Courier New" panose="02070309020205020404" pitchFamily="49" charset="0"/>
              <a:ea typeface="Courier New" panose="02070309020205020404" pitchFamily="49" charset="0"/>
              <a:cs typeface="Courier New" panose="02070309020205020404" pitchFamily="49" charset="0"/>
            </a:endParaRPr>
          </a:p>
          <a:p>
            <a:pPr eaLnBrk="1" hangingPunct="1">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10010110 11101101</a:t>
            </a:r>
            <a:r>
              <a:rPr kumimoji="1" lang="zh-CN" altLang="en-US" sz="1500" dirty="0">
                <a:latin typeface="Courier New" panose="02070309020205020404" pitchFamily="49" charset="0"/>
                <a:ea typeface="Courier New" panose="02070309020205020404" pitchFamily="49" charset="0"/>
                <a:cs typeface="Courier New" panose="02070309020205020404" pitchFamily="49" charset="0"/>
              </a:rPr>
              <a:t> </a:t>
            </a: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a:t>
            </a:r>
            <a:r>
              <a:rPr kumimoji="1" lang="zh-CN" altLang="en-US" sz="1500" dirty="0">
                <a:latin typeface="Courier New" panose="02070309020205020404" pitchFamily="49" charset="0"/>
                <a:ea typeface="Courier New" panose="02070309020205020404" pitchFamily="49" charset="0"/>
                <a:cs typeface="Courier New" panose="02070309020205020404" pitchFamily="49" charset="0"/>
              </a:rPr>
              <a:t> 求和得的结果</a:t>
            </a:r>
          </a:p>
          <a:p>
            <a:pPr eaLnBrk="1" hangingPunct="1">
              <a:lnSpc>
                <a:spcPct val="130000"/>
              </a:lnSpc>
              <a:defRPr/>
            </a:pPr>
            <a:r>
              <a:rPr kumimoji="1" lang="en-US" altLang="zh-CN" sz="1500" dirty="0">
                <a:latin typeface="Courier New" panose="02070309020205020404" pitchFamily="49" charset="0"/>
                <a:ea typeface="Courier New" panose="02070309020205020404" pitchFamily="49" charset="0"/>
                <a:cs typeface="Courier New" panose="02070309020205020404" pitchFamily="49" charset="0"/>
              </a:rPr>
              <a:t>01101001 00010010 → </a:t>
            </a:r>
            <a:r>
              <a:rPr kumimoji="1" lang="zh-CN" altLang="en-US" sz="1500" dirty="0">
                <a:latin typeface="Courier New" panose="02070309020205020404" pitchFamily="49" charset="0"/>
                <a:ea typeface="Courier New" panose="02070309020205020404" pitchFamily="49" charset="0"/>
                <a:cs typeface="Courier New" panose="02070309020205020404" pitchFamily="49" charset="0"/>
              </a:rPr>
              <a:t>检验和 </a:t>
            </a:r>
          </a:p>
        </p:txBody>
      </p:sp>
      <p:sp>
        <p:nvSpPr>
          <p:cNvPr id="377861" name="Freeform 5">
            <a:extLst>
              <a:ext uri="{FF2B5EF4-FFF2-40B4-BE49-F238E27FC236}">
                <a16:creationId xmlns:a16="http://schemas.microsoft.com/office/drawing/2014/main" id="{C9B3CAA5-9F00-1A48-BF6A-ED79F5E38029}"/>
              </a:ext>
            </a:extLst>
          </p:cNvPr>
          <p:cNvSpPr>
            <a:spLocks/>
          </p:cNvSpPr>
          <p:nvPr/>
        </p:nvSpPr>
        <p:spPr bwMode="auto">
          <a:xfrm>
            <a:off x="2357437" y="2175272"/>
            <a:ext cx="1947863" cy="504825"/>
          </a:xfrm>
          <a:custGeom>
            <a:avLst/>
            <a:gdLst>
              <a:gd name="T0" fmla="*/ 0 w 1536"/>
              <a:gd name="T1" fmla="*/ 0 h 480"/>
              <a:gd name="T2" fmla="*/ 2597150 w 1536"/>
              <a:gd name="T3" fmla="*/ 0 h 480"/>
              <a:gd name="T4" fmla="*/ 2597150 w 1536"/>
              <a:gd name="T5" fmla="*/ 336550 h 480"/>
              <a:gd name="T6" fmla="*/ 1947863 w 1536"/>
              <a:gd name="T7" fmla="*/ 336550 h 480"/>
              <a:gd name="T8" fmla="*/ 1947863 w 1536"/>
              <a:gd name="T9" fmla="*/ 673100 h 480"/>
              <a:gd name="T10" fmla="*/ 0 w 1536"/>
              <a:gd name="T11" fmla="*/ 673100 h 480"/>
              <a:gd name="T12" fmla="*/ 0 w 1536"/>
              <a:gd name="T13" fmla="*/ 0 h 4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36" h="480">
                <a:moveTo>
                  <a:pt x="0" y="0"/>
                </a:moveTo>
                <a:lnTo>
                  <a:pt x="1536" y="0"/>
                </a:lnTo>
                <a:lnTo>
                  <a:pt x="1536" y="240"/>
                </a:lnTo>
                <a:lnTo>
                  <a:pt x="1152" y="240"/>
                </a:lnTo>
                <a:lnTo>
                  <a:pt x="1152" y="480"/>
                </a:lnTo>
                <a:lnTo>
                  <a:pt x="0" y="480"/>
                </a:lnTo>
                <a:lnTo>
                  <a:pt x="0" y="0"/>
                </a:lnTo>
                <a:close/>
              </a:path>
            </a:pathLst>
          </a:custGeom>
          <a:solidFill>
            <a:srgbClr val="CCECFF"/>
          </a:solidFill>
          <a:ln>
            <a:noFill/>
          </a:ln>
          <a:effectLst/>
        </p:spPr>
        <p:txBody>
          <a:bodyPr/>
          <a:lstStyle/>
          <a:p>
            <a:pPr>
              <a:defRPr/>
            </a:pPr>
            <a:endParaRPr lang="zh-CN" altLang="en-US"/>
          </a:p>
        </p:txBody>
      </p:sp>
      <p:sp>
        <p:nvSpPr>
          <p:cNvPr id="377862" name="Rectangle 6">
            <a:extLst>
              <a:ext uri="{FF2B5EF4-FFF2-40B4-BE49-F238E27FC236}">
                <a16:creationId xmlns:a16="http://schemas.microsoft.com/office/drawing/2014/main" id="{ED4331CF-C782-164D-84DD-861DE9C05E95}"/>
              </a:ext>
            </a:extLst>
          </p:cNvPr>
          <p:cNvSpPr>
            <a:spLocks noChangeArrowheads="1"/>
          </p:cNvSpPr>
          <p:nvPr/>
        </p:nvSpPr>
        <p:spPr bwMode="auto">
          <a:xfrm>
            <a:off x="2357437" y="912019"/>
            <a:ext cx="1947863" cy="757238"/>
          </a:xfrm>
          <a:prstGeom prst="rect">
            <a:avLst/>
          </a:prstGeom>
          <a:solidFill>
            <a:srgbClr val="CCE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377864" name="Rectangle 8">
            <a:extLst>
              <a:ext uri="{FF2B5EF4-FFF2-40B4-BE49-F238E27FC236}">
                <a16:creationId xmlns:a16="http://schemas.microsoft.com/office/drawing/2014/main" id="{9252CDF4-1CB4-824F-8DA5-77F3FEA299A6}"/>
              </a:ext>
            </a:extLst>
          </p:cNvPr>
          <p:cNvSpPr>
            <a:spLocks noChangeArrowheads="1"/>
          </p:cNvSpPr>
          <p:nvPr/>
        </p:nvSpPr>
        <p:spPr bwMode="auto">
          <a:xfrm>
            <a:off x="2358629" y="892969"/>
            <a:ext cx="1944290" cy="1782366"/>
          </a:xfrm>
          <a:prstGeom prst="rect">
            <a:avLst/>
          </a:prstGeom>
          <a:noFill/>
          <a:ln w="1905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77865" name="Line 9">
            <a:extLst>
              <a:ext uri="{FF2B5EF4-FFF2-40B4-BE49-F238E27FC236}">
                <a16:creationId xmlns:a16="http://schemas.microsoft.com/office/drawing/2014/main" id="{B0C84A68-4D93-3548-AB38-F3D4C3F1DC0B}"/>
              </a:ext>
            </a:extLst>
          </p:cNvPr>
          <p:cNvSpPr>
            <a:spLocks noChangeShapeType="1"/>
          </p:cNvSpPr>
          <p:nvPr/>
        </p:nvSpPr>
        <p:spPr bwMode="auto">
          <a:xfrm>
            <a:off x="2357437" y="1164431"/>
            <a:ext cx="1947863" cy="11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77866" name="Line 10">
            <a:extLst>
              <a:ext uri="{FF2B5EF4-FFF2-40B4-BE49-F238E27FC236}">
                <a16:creationId xmlns:a16="http://schemas.microsoft.com/office/drawing/2014/main" id="{533465BA-E043-424B-9A6F-682C8B6B4FDE}"/>
              </a:ext>
            </a:extLst>
          </p:cNvPr>
          <p:cNvSpPr>
            <a:spLocks noChangeShapeType="1"/>
          </p:cNvSpPr>
          <p:nvPr/>
        </p:nvSpPr>
        <p:spPr bwMode="auto">
          <a:xfrm>
            <a:off x="2357437" y="1416844"/>
            <a:ext cx="1947863" cy="11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77867" name="Line 11">
            <a:extLst>
              <a:ext uri="{FF2B5EF4-FFF2-40B4-BE49-F238E27FC236}">
                <a16:creationId xmlns:a16="http://schemas.microsoft.com/office/drawing/2014/main" id="{0D54D618-FD6D-1F41-9368-94D7BE628B29}"/>
              </a:ext>
            </a:extLst>
          </p:cNvPr>
          <p:cNvSpPr>
            <a:spLocks noChangeShapeType="1"/>
          </p:cNvSpPr>
          <p:nvPr/>
        </p:nvSpPr>
        <p:spPr bwMode="auto">
          <a:xfrm>
            <a:off x="2357437" y="1669256"/>
            <a:ext cx="1947863" cy="1191"/>
          </a:xfrm>
          <a:prstGeom prst="line">
            <a:avLst/>
          </a:prstGeom>
          <a:noFill/>
          <a:ln w="1905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77868" name="Line 12">
            <a:extLst>
              <a:ext uri="{FF2B5EF4-FFF2-40B4-BE49-F238E27FC236}">
                <a16:creationId xmlns:a16="http://schemas.microsoft.com/office/drawing/2014/main" id="{16C7294B-978F-264A-BFAE-35A5E99B2452}"/>
              </a:ext>
            </a:extLst>
          </p:cNvPr>
          <p:cNvSpPr>
            <a:spLocks noChangeShapeType="1"/>
          </p:cNvSpPr>
          <p:nvPr/>
        </p:nvSpPr>
        <p:spPr bwMode="auto">
          <a:xfrm>
            <a:off x="2357437" y="1922860"/>
            <a:ext cx="1947863" cy="119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77869" name="Line 13">
            <a:extLst>
              <a:ext uri="{FF2B5EF4-FFF2-40B4-BE49-F238E27FC236}">
                <a16:creationId xmlns:a16="http://schemas.microsoft.com/office/drawing/2014/main" id="{F4C3D0E6-47C2-E241-80D5-29D52D759D31}"/>
              </a:ext>
            </a:extLst>
          </p:cNvPr>
          <p:cNvSpPr>
            <a:spLocks noChangeShapeType="1"/>
          </p:cNvSpPr>
          <p:nvPr/>
        </p:nvSpPr>
        <p:spPr bwMode="auto">
          <a:xfrm>
            <a:off x="2357437" y="2175273"/>
            <a:ext cx="1947863" cy="119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77870" name="Line 14">
            <a:extLst>
              <a:ext uri="{FF2B5EF4-FFF2-40B4-BE49-F238E27FC236}">
                <a16:creationId xmlns:a16="http://schemas.microsoft.com/office/drawing/2014/main" id="{181410D1-F540-0A46-B43C-7BC05CC61691}"/>
              </a:ext>
            </a:extLst>
          </p:cNvPr>
          <p:cNvSpPr>
            <a:spLocks noChangeShapeType="1"/>
          </p:cNvSpPr>
          <p:nvPr/>
        </p:nvSpPr>
        <p:spPr bwMode="auto">
          <a:xfrm>
            <a:off x="2357437" y="2427685"/>
            <a:ext cx="1947863" cy="119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77871" name="Line 15">
            <a:extLst>
              <a:ext uri="{FF2B5EF4-FFF2-40B4-BE49-F238E27FC236}">
                <a16:creationId xmlns:a16="http://schemas.microsoft.com/office/drawing/2014/main" id="{F0487748-92A0-F541-808B-56B8C1AB783E}"/>
              </a:ext>
            </a:extLst>
          </p:cNvPr>
          <p:cNvSpPr>
            <a:spLocks noChangeShapeType="1"/>
          </p:cNvSpPr>
          <p:nvPr/>
        </p:nvSpPr>
        <p:spPr bwMode="auto">
          <a:xfrm>
            <a:off x="3331369" y="1416844"/>
            <a:ext cx="0" cy="1263254"/>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77872" name="Line 16">
            <a:extLst>
              <a:ext uri="{FF2B5EF4-FFF2-40B4-BE49-F238E27FC236}">
                <a16:creationId xmlns:a16="http://schemas.microsoft.com/office/drawing/2014/main" id="{1884DD38-F871-5F41-87F8-1CD13189B6B7}"/>
              </a:ext>
            </a:extLst>
          </p:cNvPr>
          <p:cNvSpPr>
            <a:spLocks noChangeShapeType="1"/>
          </p:cNvSpPr>
          <p:nvPr/>
        </p:nvSpPr>
        <p:spPr bwMode="auto">
          <a:xfrm>
            <a:off x="3817144" y="2175272"/>
            <a:ext cx="0" cy="504825"/>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77873" name="Line 17">
            <a:extLst>
              <a:ext uri="{FF2B5EF4-FFF2-40B4-BE49-F238E27FC236}">
                <a16:creationId xmlns:a16="http://schemas.microsoft.com/office/drawing/2014/main" id="{FE46C143-BF3C-644D-91A9-194C49DF50E9}"/>
              </a:ext>
            </a:extLst>
          </p:cNvPr>
          <p:cNvSpPr>
            <a:spLocks noChangeShapeType="1"/>
          </p:cNvSpPr>
          <p:nvPr/>
        </p:nvSpPr>
        <p:spPr bwMode="auto">
          <a:xfrm>
            <a:off x="2836069" y="2160985"/>
            <a:ext cx="0" cy="504825"/>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77874" name="Line 18">
            <a:extLst>
              <a:ext uri="{FF2B5EF4-FFF2-40B4-BE49-F238E27FC236}">
                <a16:creationId xmlns:a16="http://schemas.microsoft.com/office/drawing/2014/main" id="{54EFEDA1-FA1B-4247-9258-4FA48CD40616}"/>
              </a:ext>
            </a:extLst>
          </p:cNvPr>
          <p:cNvSpPr>
            <a:spLocks noChangeShapeType="1"/>
          </p:cNvSpPr>
          <p:nvPr/>
        </p:nvSpPr>
        <p:spPr bwMode="auto">
          <a:xfrm>
            <a:off x="2844404" y="1432322"/>
            <a:ext cx="0" cy="252413"/>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77875" name="Text Box 19">
            <a:extLst>
              <a:ext uri="{FF2B5EF4-FFF2-40B4-BE49-F238E27FC236}">
                <a16:creationId xmlns:a16="http://schemas.microsoft.com/office/drawing/2014/main" id="{1842CC83-10C5-0E44-999B-3B19B6188945}"/>
              </a:ext>
            </a:extLst>
          </p:cNvPr>
          <p:cNvSpPr txBox="1">
            <a:spLocks noChangeArrowheads="1"/>
          </p:cNvSpPr>
          <p:nvPr/>
        </p:nvSpPr>
        <p:spPr bwMode="auto">
          <a:xfrm>
            <a:off x="2574131" y="897732"/>
            <a:ext cx="1569660" cy="323165"/>
          </a:xfrm>
          <a:prstGeom prst="rect">
            <a:avLst/>
          </a:prstGeom>
          <a:noFill/>
          <a:ln>
            <a:noFill/>
          </a:ln>
          <a:effectLst/>
        </p:spPr>
        <p:txBody>
          <a:bodyPr wrap="none">
            <a:spAutoFit/>
          </a:bodyPr>
          <a:lstStyle/>
          <a:p>
            <a:pPr eaLnBrk="1" hangingPunct="1">
              <a:defRPr/>
            </a:pPr>
            <a:r>
              <a:rPr kumimoji="1" lang="en-US" altLang="zh-CN" sz="1500" dirty="0">
                <a:latin typeface="Courier New" charset="0"/>
                <a:ea typeface="Courier New" charset="0"/>
                <a:cs typeface="Courier New" charset="0"/>
              </a:rPr>
              <a:t>153.19.8.104</a:t>
            </a:r>
          </a:p>
        </p:txBody>
      </p:sp>
      <p:sp>
        <p:nvSpPr>
          <p:cNvPr id="377876" name="Text Box 20">
            <a:extLst>
              <a:ext uri="{FF2B5EF4-FFF2-40B4-BE49-F238E27FC236}">
                <a16:creationId xmlns:a16="http://schemas.microsoft.com/office/drawing/2014/main" id="{5BC2428E-2BCB-C24A-AD28-64163A01B26C}"/>
              </a:ext>
            </a:extLst>
          </p:cNvPr>
          <p:cNvSpPr txBox="1">
            <a:spLocks noChangeArrowheads="1"/>
          </p:cNvSpPr>
          <p:nvPr/>
        </p:nvSpPr>
        <p:spPr bwMode="auto">
          <a:xfrm>
            <a:off x="2571750" y="1153716"/>
            <a:ext cx="1597819" cy="323165"/>
          </a:xfrm>
          <a:prstGeom prst="rect">
            <a:avLst/>
          </a:prstGeom>
          <a:noFill/>
          <a:ln>
            <a:noFill/>
          </a:ln>
          <a:effectLst/>
        </p:spPr>
        <p:txBody>
          <a:bodyPr>
            <a:spAutoFit/>
          </a:bodyPr>
          <a:lstStyle/>
          <a:p>
            <a:pPr eaLnBrk="1" hangingPunct="1">
              <a:defRPr/>
            </a:pPr>
            <a:r>
              <a:rPr kumimoji="1" lang="en-US" altLang="zh-CN" sz="1500">
                <a:latin typeface="Courier New" charset="0"/>
                <a:ea typeface="Courier New" charset="0"/>
                <a:cs typeface="Courier New" charset="0"/>
              </a:rPr>
              <a:t>171.3.14.11</a:t>
            </a:r>
          </a:p>
        </p:txBody>
      </p:sp>
      <p:sp>
        <p:nvSpPr>
          <p:cNvPr id="377878" name="AutoShape 22">
            <a:extLst>
              <a:ext uri="{FF2B5EF4-FFF2-40B4-BE49-F238E27FC236}">
                <a16:creationId xmlns:a16="http://schemas.microsoft.com/office/drawing/2014/main" id="{4C0E4F89-0D0B-7C4D-95AA-D36657FB57D5}"/>
              </a:ext>
            </a:extLst>
          </p:cNvPr>
          <p:cNvSpPr>
            <a:spLocks/>
          </p:cNvSpPr>
          <p:nvPr/>
        </p:nvSpPr>
        <p:spPr bwMode="auto">
          <a:xfrm>
            <a:off x="2251472" y="883444"/>
            <a:ext cx="52388" cy="779860"/>
          </a:xfrm>
          <a:prstGeom prst="leftBrace">
            <a:avLst>
              <a:gd name="adj1" fmla="val 124053"/>
              <a:gd name="adj2" fmla="val 50000"/>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77879" name="AutoShape 23">
            <a:extLst>
              <a:ext uri="{FF2B5EF4-FFF2-40B4-BE49-F238E27FC236}">
                <a16:creationId xmlns:a16="http://schemas.microsoft.com/office/drawing/2014/main" id="{A9E45372-5D6B-944F-9742-F343663B263C}"/>
              </a:ext>
            </a:extLst>
          </p:cNvPr>
          <p:cNvSpPr>
            <a:spLocks/>
          </p:cNvSpPr>
          <p:nvPr/>
        </p:nvSpPr>
        <p:spPr bwMode="auto">
          <a:xfrm>
            <a:off x="2245519" y="1707356"/>
            <a:ext cx="58341" cy="453629"/>
          </a:xfrm>
          <a:prstGeom prst="leftBrace">
            <a:avLst>
              <a:gd name="adj1" fmla="val 64796"/>
              <a:gd name="adj2" fmla="val 50000"/>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77880" name="AutoShape 24">
            <a:extLst>
              <a:ext uri="{FF2B5EF4-FFF2-40B4-BE49-F238E27FC236}">
                <a16:creationId xmlns:a16="http://schemas.microsoft.com/office/drawing/2014/main" id="{16F5476B-1680-A541-8E28-89EBD9033193}"/>
              </a:ext>
            </a:extLst>
          </p:cNvPr>
          <p:cNvSpPr>
            <a:spLocks/>
          </p:cNvSpPr>
          <p:nvPr/>
        </p:nvSpPr>
        <p:spPr bwMode="auto">
          <a:xfrm>
            <a:off x="2250281" y="2188369"/>
            <a:ext cx="58341" cy="476250"/>
          </a:xfrm>
          <a:prstGeom prst="leftBrace">
            <a:avLst>
              <a:gd name="adj1" fmla="val 68027"/>
              <a:gd name="adj2" fmla="val 50000"/>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377881" name="Text Box 25">
            <a:extLst>
              <a:ext uri="{FF2B5EF4-FFF2-40B4-BE49-F238E27FC236}">
                <a16:creationId xmlns:a16="http://schemas.microsoft.com/office/drawing/2014/main" id="{A4CED0B8-8854-E649-9144-ABD4D86DBDB2}"/>
              </a:ext>
            </a:extLst>
          </p:cNvPr>
          <p:cNvSpPr txBox="1">
            <a:spLocks noChangeArrowheads="1"/>
          </p:cNvSpPr>
          <p:nvPr/>
        </p:nvSpPr>
        <p:spPr bwMode="auto">
          <a:xfrm>
            <a:off x="1521619" y="1001316"/>
            <a:ext cx="782241" cy="784830"/>
          </a:xfrm>
          <a:prstGeom prst="rect">
            <a:avLst/>
          </a:prstGeom>
          <a:noFill/>
          <a:ln>
            <a:noFill/>
          </a:ln>
          <a:effectLst/>
        </p:spPr>
        <p:txBody>
          <a:bodyPr>
            <a:spAutoFit/>
          </a:bodyPr>
          <a:lstStyle/>
          <a:p>
            <a:pPr algn="ctr" eaLnBrk="1" hangingPunct="1">
              <a:defRPr/>
            </a:pPr>
            <a:r>
              <a:rPr kumimoji="1" lang="en-US" altLang="zh-CN" sz="1500">
                <a:latin typeface="Times New Roman" charset="0"/>
                <a:ea typeface="宋体" charset="-122"/>
              </a:rPr>
              <a:t>12 </a:t>
            </a:r>
            <a:r>
              <a:rPr kumimoji="1" lang="zh-CN" altLang="en-US" sz="1500">
                <a:latin typeface="Times New Roman" charset="0"/>
                <a:ea typeface="宋体" charset="-122"/>
              </a:rPr>
              <a:t>字节</a:t>
            </a:r>
          </a:p>
          <a:p>
            <a:pPr algn="ctr" eaLnBrk="1" hangingPunct="1">
              <a:defRPr/>
            </a:pPr>
            <a:r>
              <a:rPr kumimoji="1" lang="zh-CN" altLang="en-US" sz="1500">
                <a:latin typeface="Times New Roman" charset="0"/>
                <a:ea typeface="宋体" charset="-122"/>
              </a:rPr>
              <a:t>伪首部</a:t>
            </a:r>
          </a:p>
        </p:txBody>
      </p:sp>
      <p:sp>
        <p:nvSpPr>
          <p:cNvPr id="377882" name="Text Box 26">
            <a:extLst>
              <a:ext uri="{FF2B5EF4-FFF2-40B4-BE49-F238E27FC236}">
                <a16:creationId xmlns:a16="http://schemas.microsoft.com/office/drawing/2014/main" id="{27627A62-B5BD-844D-AAFF-51AB6B74FE7C}"/>
              </a:ext>
            </a:extLst>
          </p:cNvPr>
          <p:cNvSpPr txBox="1">
            <a:spLocks noChangeArrowheads="1"/>
          </p:cNvSpPr>
          <p:nvPr/>
        </p:nvSpPr>
        <p:spPr bwMode="auto">
          <a:xfrm>
            <a:off x="1333436" y="1621631"/>
            <a:ext cx="996683" cy="553998"/>
          </a:xfrm>
          <a:prstGeom prst="rect">
            <a:avLst/>
          </a:prstGeom>
          <a:noFill/>
          <a:ln>
            <a:noFill/>
          </a:ln>
          <a:effectLst/>
        </p:spPr>
        <p:txBody>
          <a:bodyPr wrap="none">
            <a:spAutoFit/>
          </a:bodyPr>
          <a:lstStyle/>
          <a:p>
            <a:pPr algn="ctr" eaLnBrk="1" hangingPunct="1">
              <a:defRPr/>
            </a:pPr>
            <a:r>
              <a:rPr kumimoji="1" lang="en-US" altLang="zh-CN" sz="1500">
                <a:latin typeface="Times New Roman" charset="0"/>
                <a:ea typeface="宋体" charset="-122"/>
              </a:rPr>
              <a:t>8 </a:t>
            </a:r>
            <a:r>
              <a:rPr kumimoji="1" lang="zh-CN" altLang="en-US" sz="1500">
                <a:latin typeface="Times New Roman" charset="0"/>
                <a:ea typeface="宋体" charset="-122"/>
              </a:rPr>
              <a:t>字节</a:t>
            </a:r>
          </a:p>
          <a:p>
            <a:pPr algn="ctr" eaLnBrk="1" hangingPunct="1">
              <a:defRPr/>
            </a:pPr>
            <a:r>
              <a:rPr kumimoji="1" lang="en-US" altLang="zh-CN" sz="1500">
                <a:latin typeface="Times New Roman" charset="0"/>
                <a:ea typeface="宋体" charset="-122"/>
              </a:rPr>
              <a:t>UDP </a:t>
            </a:r>
            <a:r>
              <a:rPr kumimoji="1" lang="zh-CN" altLang="en-US" sz="1500">
                <a:latin typeface="Times New Roman" charset="0"/>
                <a:ea typeface="宋体" charset="-122"/>
              </a:rPr>
              <a:t>首部</a:t>
            </a:r>
          </a:p>
        </p:txBody>
      </p:sp>
      <p:sp>
        <p:nvSpPr>
          <p:cNvPr id="377883" name="Text Box 27">
            <a:extLst>
              <a:ext uri="{FF2B5EF4-FFF2-40B4-BE49-F238E27FC236}">
                <a16:creationId xmlns:a16="http://schemas.microsoft.com/office/drawing/2014/main" id="{34119129-5F69-344B-A89A-DFF27840FB4F}"/>
              </a:ext>
            </a:extLst>
          </p:cNvPr>
          <p:cNvSpPr txBox="1">
            <a:spLocks noChangeArrowheads="1"/>
          </p:cNvSpPr>
          <p:nvPr/>
        </p:nvSpPr>
        <p:spPr bwMode="auto">
          <a:xfrm>
            <a:off x="1535075" y="2149078"/>
            <a:ext cx="713657" cy="553998"/>
          </a:xfrm>
          <a:prstGeom prst="rect">
            <a:avLst/>
          </a:prstGeom>
          <a:noFill/>
          <a:ln>
            <a:noFill/>
          </a:ln>
          <a:effectLst/>
        </p:spPr>
        <p:txBody>
          <a:bodyPr wrap="none">
            <a:spAutoFit/>
          </a:bodyPr>
          <a:lstStyle/>
          <a:p>
            <a:pPr algn="ctr" eaLnBrk="1" hangingPunct="1">
              <a:defRPr/>
            </a:pPr>
            <a:r>
              <a:rPr kumimoji="1" lang="en-US" altLang="zh-CN" sz="1500">
                <a:latin typeface="Times New Roman" charset="0"/>
                <a:ea typeface="宋体" charset="-122"/>
              </a:rPr>
              <a:t>7 </a:t>
            </a:r>
            <a:r>
              <a:rPr kumimoji="1" lang="zh-CN" altLang="en-US" sz="1500">
                <a:latin typeface="Times New Roman" charset="0"/>
                <a:ea typeface="宋体" charset="-122"/>
              </a:rPr>
              <a:t>字节</a:t>
            </a:r>
          </a:p>
          <a:p>
            <a:pPr algn="ctr" eaLnBrk="1" hangingPunct="1">
              <a:defRPr/>
            </a:pPr>
            <a:r>
              <a:rPr kumimoji="1" lang="zh-CN" altLang="en-US" sz="1500">
                <a:latin typeface="Times New Roman" charset="0"/>
                <a:ea typeface="宋体" charset="-122"/>
              </a:rPr>
              <a:t>数据</a:t>
            </a:r>
          </a:p>
        </p:txBody>
      </p:sp>
      <p:grpSp>
        <p:nvGrpSpPr>
          <p:cNvPr id="74778" name="Group 34">
            <a:extLst>
              <a:ext uri="{FF2B5EF4-FFF2-40B4-BE49-F238E27FC236}">
                <a16:creationId xmlns:a16="http://schemas.microsoft.com/office/drawing/2014/main" id="{664A996D-CE8E-EE45-ADC2-4884FF7A464A}"/>
              </a:ext>
            </a:extLst>
          </p:cNvPr>
          <p:cNvGrpSpPr>
            <a:grpSpLocks/>
          </p:cNvGrpSpPr>
          <p:nvPr/>
        </p:nvGrpSpPr>
        <p:grpSpPr bwMode="auto">
          <a:xfrm>
            <a:off x="3620692" y="2620567"/>
            <a:ext cx="569120" cy="495300"/>
            <a:chOff x="1651" y="2763"/>
            <a:chExt cx="478" cy="416"/>
          </a:xfrm>
        </p:grpSpPr>
        <p:sp>
          <p:nvSpPr>
            <p:cNvPr id="377884" name="Text Box 28">
              <a:extLst>
                <a:ext uri="{FF2B5EF4-FFF2-40B4-BE49-F238E27FC236}">
                  <a16:creationId xmlns:a16="http://schemas.microsoft.com/office/drawing/2014/main" id="{4405382C-55E8-EE41-B3E7-F3ACE2EDA6EE}"/>
                </a:ext>
              </a:extLst>
            </p:cNvPr>
            <p:cNvSpPr txBox="1">
              <a:spLocks noChangeArrowheads="1"/>
            </p:cNvSpPr>
            <p:nvPr/>
          </p:nvSpPr>
          <p:spPr bwMode="auto">
            <a:xfrm>
              <a:off x="1651" y="2908"/>
              <a:ext cx="478" cy="271"/>
            </a:xfrm>
            <a:prstGeom prst="rect">
              <a:avLst/>
            </a:prstGeom>
            <a:noFill/>
            <a:ln>
              <a:noFill/>
            </a:ln>
            <a:effectLst/>
          </p:spPr>
          <p:txBody>
            <a:bodyPr wrap="none">
              <a:spAutoFit/>
            </a:bodyPr>
            <a:lstStyle/>
            <a:p>
              <a:pPr eaLnBrk="1" hangingPunct="1">
                <a:defRPr/>
              </a:pPr>
              <a:r>
                <a:rPr kumimoji="1" lang="zh-CN" altLang="en-US" sz="1500">
                  <a:latin typeface="Times New Roman" charset="0"/>
                  <a:ea typeface="宋体" charset="-122"/>
                </a:rPr>
                <a:t>填充</a:t>
              </a:r>
            </a:p>
          </p:txBody>
        </p:sp>
        <p:sp>
          <p:nvSpPr>
            <p:cNvPr id="377885" name="Line 29">
              <a:extLst>
                <a:ext uri="{FF2B5EF4-FFF2-40B4-BE49-F238E27FC236}">
                  <a16:creationId xmlns:a16="http://schemas.microsoft.com/office/drawing/2014/main" id="{D6FB9AA1-7C64-DC49-BCEE-2A7F1B6DA6FA}"/>
                </a:ext>
              </a:extLst>
            </p:cNvPr>
            <p:cNvSpPr>
              <a:spLocks noChangeShapeType="1"/>
            </p:cNvSpPr>
            <p:nvPr/>
          </p:nvSpPr>
          <p:spPr bwMode="auto">
            <a:xfrm flipV="1">
              <a:off x="1890" y="2763"/>
              <a:ext cx="134" cy="207"/>
            </a:xfrm>
            <a:prstGeom prst="line">
              <a:avLst/>
            </a:prstGeom>
            <a:noFill/>
            <a:ln w="28575">
              <a:solidFill>
                <a:srgbClr val="333399"/>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sp>
        <p:nvSpPr>
          <p:cNvPr id="377886" name="Line 30">
            <a:extLst>
              <a:ext uri="{FF2B5EF4-FFF2-40B4-BE49-F238E27FC236}">
                <a16:creationId xmlns:a16="http://schemas.microsoft.com/office/drawing/2014/main" id="{947311A0-67B0-8C40-9136-98AEBF7D72A7}"/>
              </a:ext>
            </a:extLst>
          </p:cNvPr>
          <p:cNvSpPr>
            <a:spLocks noChangeShapeType="1"/>
          </p:cNvSpPr>
          <p:nvPr/>
        </p:nvSpPr>
        <p:spPr bwMode="auto">
          <a:xfrm flipV="1">
            <a:off x="4270772" y="3950494"/>
            <a:ext cx="3613547" cy="7144"/>
          </a:xfrm>
          <a:prstGeom prst="line">
            <a:avLst/>
          </a:prstGeom>
          <a:noFill/>
          <a:ln w="28575">
            <a:solidFill>
              <a:srgbClr val="333399"/>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377887" name="Text Box 31">
            <a:extLst>
              <a:ext uri="{FF2B5EF4-FFF2-40B4-BE49-F238E27FC236}">
                <a16:creationId xmlns:a16="http://schemas.microsoft.com/office/drawing/2014/main" id="{A8486376-2B0C-7443-9EDB-1575F938B6C8}"/>
              </a:ext>
            </a:extLst>
          </p:cNvPr>
          <p:cNvSpPr txBox="1">
            <a:spLocks noChangeArrowheads="1"/>
          </p:cNvSpPr>
          <p:nvPr/>
        </p:nvSpPr>
        <p:spPr bwMode="auto">
          <a:xfrm>
            <a:off x="2301807" y="3970735"/>
            <a:ext cx="2108269" cy="590931"/>
          </a:xfrm>
          <a:prstGeom prst="rect">
            <a:avLst/>
          </a:prstGeom>
          <a:noFill/>
          <a:ln>
            <a:noFill/>
          </a:ln>
          <a:effectLst/>
        </p:spPr>
        <p:txBody>
          <a:bodyPr wrap="none">
            <a:spAutoFit/>
          </a:bodyPr>
          <a:lstStyle/>
          <a:p>
            <a:pPr algn="r" eaLnBrk="1" hangingPunct="1">
              <a:defRPr/>
            </a:pPr>
            <a:r>
              <a:rPr kumimoji="1" lang="zh-CN" altLang="en-US" sz="1500" dirty="0">
                <a:latin typeface="Times New Roman" charset="0"/>
                <a:ea typeface="宋体" charset="-122"/>
              </a:rPr>
              <a:t>按二进制反码运算求和</a:t>
            </a:r>
          </a:p>
          <a:p>
            <a:pPr algn="r" eaLnBrk="1" hangingPunct="1">
              <a:lnSpc>
                <a:spcPct val="130000"/>
              </a:lnSpc>
              <a:defRPr/>
            </a:pPr>
            <a:r>
              <a:rPr kumimoji="1" lang="zh-CN" altLang="en-US" sz="1500" dirty="0">
                <a:latin typeface="Times New Roman" charset="0"/>
                <a:ea typeface="宋体" charset="-122"/>
              </a:rPr>
              <a:t>将得出的结果求反码</a:t>
            </a:r>
          </a:p>
        </p:txBody>
      </p:sp>
      <p:sp>
        <p:nvSpPr>
          <p:cNvPr id="377877" name="Text Box 21">
            <a:extLst>
              <a:ext uri="{FF2B5EF4-FFF2-40B4-BE49-F238E27FC236}">
                <a16:creationId xmlns:a16="http://schemas.microsoft.com/office/drawing/2014/main" id="{A6C9DCE4-667E-7748-9B6A-13F7173BD096}"/>
              </a:ext>
            </a:extLst>
          </p:cNvPr>
          <p:cNvSpPr txBox="1">
            <a:spLocks noChangeArrowheads="1"/>
          </p:cNvSpPr>
          <p:nvPr/>
        </p:nvSpPr>
        <p:spPr bwMode="auto">
          <a:xfrm>
            <a:off x="2357438" y="1365647"/>
            <a:ext cx="2160985" cy="1341136"/>
          </a:xfrm>
          <a:prstGeom prst="rect">
            <a:avLst/>
          </a:prstGeom>
          <a:noFill/>
          <a:ln>
            <a:noFill/>
          </a:ln>
          <a:effectLst/>
        </p:spPr>
        <p:txBody>
          <a:bodyPr>
            <a:spAutoFit/>
          </a:bodyPr>
          <a:lstStyle/>
          <a:p>
            <a:pPr eaLnBrk="1" hangingPunct="1">
              <a:lnSpc>
                <a:spcPct val="110000"/>
              </a:lnSpc>
              <a:defRPr/>
            </a:pPr>
            <a:r>
              <a:rPr kumimoji="1" lang="zh-CN" altLang="en-US" sz="1500" dirty="0">
                <a:latin typeface="Times New Roman" charset="0"/>
                <a:ea typeface="宋体" charset="-122"/>
              </a:rPr>
              <a:t>全 </a:t>
            </a:r>
            <a:r>
              <a:rPr kumimoji="1" lang="en-US" altLang="zh-CN" sz="1500" dirty="0">
                <a:latin typeface="Times New Roman" charset="0"/>
                <a:ea typeface="宋体" charset="-122"/>
              </a:rPr>
              <a:t>0   17          15</a:t>
            </a:r>
          </a:p>
          <a:p>
            <a:pPr eaLnBrk="1" hangingPunct="1">
              <a:lnSpc>
                <a:spcPct val="110000"/>
              </a:lnSpc>
              <a:defRPr/>
            </a:pPr>
            <a:r>
              <a:rPr kumimoji="1" lang="en-US" altLang="zh-CN" sz="1500" dirty="0">
                <a:latin typeface="Times New Roman" charset="0"/>
                <a:ea typeface="宋体" charset="-122"/>
              </a:rPr>
              <a:t>    1087            13</a:t>
            </a:r>
          </a:p>
          <a:p>
            <a:pPr eaLnBrk="1" hangingPunct="1">
              <a:lnSpc>
                <a:spcPct val="110000"/>
              </a:lnSpc>
              <a:defRPr/>
            </a:pPr>
            <a:r>
              <a:rPr kumimoji="1" lang="en-US" altLang="zh-CN" sz="1500" dirty="0">
                <a:latin typeface="Times New Roman" charset="0"/>
                <a:ea typeface="宋体" charset="-122"/>
              </a:rPr>
              <a:t>      15             </a:t>
            </a:r>
            <a:r>
              <a:rPr kumimoji="1" lang="zh-CN" altLang="en-US" sz="1500" dirty="0">
                <a:latin typeface="Times New Roman" charset="0"/>
                <a:ea typeface="宋体" charset="-122"/>
              </a:rPr>
              <a:t>全 </a:t>
            </a:r>
            <a:r>
              <a:rPr kumimoji="1" lang="en-US" altLang="zh-CN" sz="1500" dirty="0">
                <a:latin typeface="Times New Roman" charset="0"/>
                <a:ea typeface="宋体" charset="-122"/>
              </a:rPr>
              <a:t>0</a:t>
            </a:r>
          </a:p>
          <a:p>
            <a:pPr eaLnBrk="1" hangingPunct="1">
              <a:lnSpc>
                <a:spcPct val="110000"/>
              </a:lnSpc>
              <a:defRPr/>
            </a:pPr>
            <a:r>
              <a:rPr kumimoji="1" lang="zh-CN" altLang="en-US" sz="1500" dirty="0">
                <a:latin typeface="Times New Roman" charset="0"/>
                <a:ea typeface="宋体" charset="-122"/>
              </a:rPr>
              <a:t>数据  数据   数据  数据</a:t>
            </a:r>
          </a:p>
          <a:p>
            <a:pPr eaLnBrk="1" hangingPunct="1">
              <a:lnSpc>
                <a:spcPct val="110000"/>
              </a:lnSpc>
              <a:defRPr/>
            </a:pPr>
            <a:r>
              <a:rPr kumimoji="1" lang="zh-CN" altLang="en-US" sz="1500" dirty="0">
                <a:latin typeface="Times New Roman" charset="0"/>
                <a:ea typeface="宋体" charset="-122"/>
              </a:rPr>
              <a:t>数据  数据   数据  全 </a:t>
            </a:r>
            <a:r>
              <a:rPr kumimoji="1" lang="en-US" altLang="zh-CN" sz="1500" dirty="0">
                <a:latin typeface="Times New Roman" charset="0"/>
                <a:ea typeface="宋体" charset="-122"/>
              </a:rPr>
              <a:t>0</a:t>
            </a:r>
          </a:p>
        </p:txBody>
      </p:sp>
      <p:sp>
        <p:nvSpPr>
          <p:cNvPr id="2" name="幻灯片编号占位符 1">
            <a:extLst>
              <a:ext uri="{FF2B5EF4-FFF2-40B4-BE49-F238E27FC236}">
                <a16:creationId xmlns:a16="http://schemas.microsoft.com/office/drawing/2014/main" id="{3E5643F8-61D5-F746-A6A5-920ED910D0A2}"/>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A58CB6E-7D16-8B4D-BBD7-15116C65E858}" type="slidenum">
              <a:rPr lang="en-US" altLang="zh-CN" sz="1050"/>
              <a:pPr>
                <a:defRPr/>
              </a:pPr>
              <a:t>29</a:t>
            </a:fld>
            <a:endParaRPr lang="en-US" altLang="zh-CN" sz="1050"/>
          </a:p>
        </p:txBody>
      </p:sp>
      <p:sp>
        <p:nvSpPr>
          <p:cNvPr id="74783" name="矩形 2">
            <a:extLst>
              <a:ext uri="{FF2B5EF4-FFF2-40B4-BE49-F238E27FC236}">
                <a16:creationId xmlns:a16="http://schemas.microsoft.com/office/drawing/2014/main" id="{501EA88F-88A6-1C4D-B1ED-70F372EAA58A}"/>
              </a:ext>
            </a:extLst>
          </p:cNvPr>
          <p:cNvSpPr>
            <a:spLocks noChangeArrowheads="1"/>
          </p:cNvSpPr>
          <p:nvPr/>
        </p:nvSpPr>
        <p:spPr bwMode="auto">
          <a:xfrm>
            <a:off x="1223962" y="4597003"/>
            <a:ext cx="677703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pPr>
            <a:r>
              <a:rPr kumimoji="1" lang="zh-CN" altLang="en-US" sz="1500" dirty="0">
                <a:solidFill>
                  <a:srgbClr val="C00000"/>
                </a:solidFill>
                <a:ea typeface="宋体" panose="02010600030101010101" pitchFamily="2" charset="-122"/>
              </a:rPr>
              <a:t>二进制反码运算求和：</a:t>
            </a:r>
            <a:r>
              <a:rPr lang="en-US" altLang="zh-CN" sz="1500" dirty="0">
                <a:solidFill>
                  <a:srgbClr val="333333"/>
                </a:solidFill>
                <a:latin typeface="Arial" panose="020B0604020202020204" pitchFamily="34" charset="0"/>
                <a:ea typeface="宋体" panose="02010600030101010101" pitchFamily="2" charset="-122"/>
              </a:rPr>
              <a:t>0</a:t>
            </a:r>
            <a:r>
              <a:rPr lang="zh-CN" altLang="en-US" sz="1500" dirty="0">
                <a:solidFill>
                  <a:srgbClr val="333333"/>
                </a:solidFill>
                <a:latin typeface="Arial" panose="020B0604020202020204" pitchFamily="34" charset="0"/>
                <a:ea typeface="宋体" panose="02010600030101010101" pitchFamily="2" charset="-122"/>
              </a:rPr>
              <a:t>和</a:t>
            </a:r>
            <a:r>
              <a:rPr lang="en-US" altLang="zh-CN" sz="1500" dirty="0">
                <a:solidFill>
                  <a:srgbClr val="333333"/>
                </a:solidFill>
                <a:latin typeface="Arial" panose="020B0604020202020204" pitchFamily="34" charset="0"/>
                <a:ea typeface="宋体" panose="02010600030101010101" pitchFamily="2" charset="-122"/>
              </a:rPr>
              <a:t>0</a:t>
            </a:r>
            <a:r>
              <a:rPr lang="zh-CN" altLang="en-US" sz="1500" dirty="0">
                <a:solidFill>
                  <a:srgbClr val="333333"/>
                </a:solidFill>
                <a:latin typeface="Arial" panose="020B0604020202020204" pitchFamily="34" charset="0"/>
                <a:ea typeface="宋体" panose="02010600030101010101" pitchFamily="2" charset="-122"/>
              </a:rPr>
              <a:t>相加是</a:t>
            </a:r>
            <a:r>
              <a:rPr lang="en-US" altLang="zh-CN" sz="1500" dirty="0">
                <a:solidFill>
                  <a:srgbClr val="333333"/>
                </a:solidFill>
                <a:latin typeface="Arial" panose="020B0604020202020204" pitchFamily="34" charset="0"/>
                <a:ea typeface="宋体" panose="02010600030101010101" pitchFamily="2" charset="-122"/>
              </a:rPr>
              <a:t>0</a:t>
            </a:r>
            <a:r>
              <a:rPr lang="zh-CN" altLang="en-US" sz="1500" dirty="0">
                <a:solidFill>
                  <a:srgbClr val="333333"/>
                </a:solidFill>
                <a:latin typeface="Arial" panose="020B0604020202020204" pitchFamily="34" charset="0"/>
                <a:ea typeface="宋体" panose="02010600030101010101" pitchFamily="2" charset="-122"/>
              </a:rPr>
              <a:t>，</a:t>
            </a:r>
            <a:r>
              <a:rPr lang="en-US" altLang="zh-CN" sz="1500" dirty="0">
                <a:solidFill>
                  <a:srgbClr val="333333"/>
                </a:solidFill>
                <a:latin typeface="Arial" panose="020B0604020202020204" pitchFamily="34" charset="0"/>
                <a:ea typeface="宋体" panose="02010600030101010101" pitchFamily="2" charset="-122"/>
              </a:rPr>
              <a:t>0</a:t>
            </a:r>
            <a:r>
              <a:rPr lang="zh-CN" altLang="en-US" sz="1500" dirty="0">
                <a:solidFill>
                  <a:srgbClr val="333333"/>
                </a:solidFill>
                <a:latin typeface="Arial" panose="020B0604020202020204" pitchFamily="34" charset="0"/>
                <a:ea typeface="宋体" panose="02010600030101010101" pitchFamily="2" charset="-122"/>
              </a:rPr>
              <a:t>和</a:t>
            </a:r>
            <a:r>
              <a:rPr lang="en-US" altLang="zh-CN" sz="1500" dirty="0">
                <a:solidFill>
                  <a:srgbClr val="333333"/>
                </a:solidFill>
                <a:latin typeface="Arial" panose="020B0604020202020204" pitchFamily="34" charset="0"/>
                <a:ea typeface="宋体" panose="02010600030101010101" pitchFamily="2" charset="-122"/>
              </a:rPr>
              <a:t>1</a:t>
            </a:r>
            <a:r>
              <a:rPr lang="zh-CN" altLang="en-US" sz="1500" dirty="0">
                <a:solidFill>
                  <a:srgbClr val="333333"/>
                </a:solidFill>
                <a:latin typeface="Arial" panose="020B0604020202020204" pitchFamily="34" charset="0"/>
                <a:ea typeface="宋体" panose="02010600030101010101" pitchFamily="2" charset="-122"/>
              </a:rPr>
              <a:t>相加是</a:t>
            </a:r>
            <a:r>
              <a:rPr lang="en-US" altLang="zh-CN" sz="1500" dirty="0">
                <a:solidFill>
                  <a:srgbClr val="333333"/>
                </a:solidFill>
                <a:latin typeface="Arial" panose="020B0604020202020204" pitchFamily="34" charset="0"/>
                <a:ea typeface="宋体" panose="02010600030101010101" pitchFamily="2" charset="-122"/>
              </a:rPr>
              <a:t>1</a:t>
            </a:r>
            <a:r>
              <a:rPr lang="zh-CN" altLang="en-US" sz="1500" dirty="0">
                <a:solidFill>
                  <a:srgbClr val="333333"/>
                </a:solidFill>
                <a:latin typeface="Arial" panose="020B0604020202020204" pitchFamily="34" charset="0"/>
                <a:ea typeface="宋体" panose="02010600030101010101" pitchFamily="2" charset="-122"/>
              </a:rPr>
              <a:t>，</a:t>
            </a:r>
            <a:r>
              <a:rPr lang="en-US" altLang="zh-CN" sz="1500" dirty="0">
                <a:solidFill>
                  <a:srgbClr val="333333"/>
                </a:solidFill>
                <a:latin typeface="Arial" panose="020B0604020202020204" pitchFamily="34" charset="0"/>
                <a:ea typeface="宋体" panose="02010600030101010101" pitchFamily="2" charset="-122"/>
              </a:rPr>
              <a:t>1</a:t>
            </a:r>
            <a:r>
              <a:rPr lang="zh-CN" altLang="en-US" sz="1500" dirty="0">
                <a:solidFill>
                  <a:srgbClr val="333333"/>
                </a:solidFill>
                <a:latin typeface="Arial" panose="020B0604020202020204" pitchFamily="34" charset="0"/>
                <a:ea typeface="宋体" panose="02010600030101010101" pitchFamily="2" charset="-122"/>
              </a:rPr>
              <a:t>和</a:t>
            </a:r>
            <a:r>
              <a:rPr lang="en-US" altLang="zh-CN" sz="1500" dirty="0">
                <a:solidFill>
                  <a:srgbClr val="333333"/>
                </a:solidFill>
                <a:latin typeface="Arial" panose="020B0604020202020204" pitchFamily="34" charset="0"/>
                <a:ea typeface="宋体" panose="02010600030101010101" pitchFamily="2" charset="-122"/>
              </a:rPr>
              <a:t>1</a:t>
            </a:r>
            <a:r>
              <a:rPr lang="zh-CN" altLang="en-US" sz="1500" dirty="0">
                <a:solidFill>
                  <a:srgbClr val="333333"/>
                </a:solidFill>
                <a:latin typeface="Arial" panose="020B0604020202020204" pitchFamily="34" charset="0"/>
                <a:ea typeface="宋体" panose="02010600030101010101" pitchFamily="2" charset="-122"/>
              </a:rPr>
              <a:t>相加是</a:t>
            </a:r>
            <a:r>
              <a:rPr lang="en-US" altLang="zh-CN" sz="1500" dirty="0">
                <a:solidFill>
                  <a:srgbClr val="333333"/>
                </a:solidFill>
                <a:latin typeface="Arial" panose="020B0604020202020204" pitchFamily="34" charset="0"/>
                <a:ea typeface="宋体" panose="02010600030101010101" pitchFamily="2" charset="-122"/>
              </a:rPr>
              <a:t>0</a:t>
            </a:r>
            <a:r>
              <a:rPr lang="zh-CN" altLang="en-US" sz="1500" dirty="0">
                <a:solidFill>
                  <a:srgbClr val="333333"/>
                </a:solidFill>
                <a:latin typeface="Arial" panose="020B0604020202020204" pitchFamily="34" charset="0"/>
                <a:ea typeface="宋体" panose="02010600030101010101" pitchFamily="2" charset="-122"/>
              </a:rPr>
              <a:t>但要产生一个进位</a:t>
            </a:r>
            <a:r>
              <a:rPr lang="en-US" altLang="zh-CN" sz="1500" dirty="0">
                <a:solidFill>
                  <a:srgbClr val="333333"/>
                </a:solidFill>
                <a:latin typeface="Arial" panose="020B0604020202020204" pitchFamily="34" charset="0"/>
                <a:ea typeface="宋体" panose="02010600030101010101" pitchFamily="2" charset="-122"/>
              </a:rPr>
              <a:t>1 </a:t>
            </a:r>
            <a:r>
              <a:rPr lang="zh-CN" altLang="en-US" sz="1500" dirty="0">
                <a:solidFill>
                  <a:srgbClr val="333333"/>
                </a:solidFill>
                <a:latin typeface="Arial" panose="020B0604020202020204" pitchFamily="34" charset="0"/>
                <a:ea typeface="宋体" panose="02010600030101010101" pitchFamily="2" charset="-122"/>
              </a:rPr>
              <a:t>。若最高位相加后产生进位，则最后得到的结果要加</a:t>
            </a:r>
            <a:r>
              <a:rPr lang="en-US" altLang="zh-CN" sz="1500" dirty="0">
                <a:solidFill>
                  <a:srgbClr val="333333"/>
                </a:solidFill>
                <a:latin typeface="Arial" panose="020B0604020202020204" pitchFamily="34" charset="0"/>
                <a:ea typeface="宋体" panose="02010600030101010101" pitchFamily="2" charset="-122"/>
              </a:rPr>
              <a:t>1</a:t>
            </a:r>
            <a:r>
              <a:rPr lang="zh-CN" altLang="en-US" sz="1500" dirty="0">
                <a:solidFill>
                  <a:srgbClr val="333333"/>
                </a:solidFill>
                <a:latin typeface="Arial" panose="020B0604020202020204" pitchFamily="34" charset="0"/>
                <a:ea typeface="宋体" panose="02010600030101010101" pitchFamily="2" charset="-122"/>
              </a:rPr>
              <a:t>。</a:t>
            </a:r>
            <a:endParaRPr lang="zh-CN" altLang="en-US" sz="1500" dirty="0">
              <a:solidFill>
                <a:schemeClr val="tx1"/>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896911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Rectangle 2">
            <a:extLst>
              <a:ext uri="{FF2B5EF4-FFF2-40B4-BE49-F238E27FC236}">
                <a16:creationId xmlns:a16="http://schemas.microsoft.com/office/drawing/2014/main" id="{FE8D4340-4448-3947-A047-AE58A8571006}"/>
              </a:ext>
            </a:extLst>
          </p:cNvPr>
          <p:cNvSpPr>
            <a:spLocks noGrp="1" noChangeArrowheads="1"/>
          </p:cNvSpPr>
          <p:nvPr>
            <p:ph type="title"/>
          </p:nvPr>
        </p:nvSpPr>
        <p:spPr>
          <a:xfrm>
            <a:off x="171450" y="320040"/>
            <a:ext cx="7775973" cy="528400"/>
          </a:xfrm>
        </p:spPr>
        <p:txBody>
          <a:bodyPr/>
          <a:lstStyle/>
          <a:p>
            <a:pPr eaLnBrk="1" hangingPunct="1">
              <a:defRPr/>
            </a:pPr>
            <a:r>
              <a:rPr lang="en-US" altLang="zh-CN" sz="2800" dirty="0">
                <a:ea typeface="宋体" panose="02010600030101010101" pitchFamily="2" charset="-122"/>
              </a:rPr>
              <a:t>5.3   </a:t>
            </a:r>
            <a:r>
              <a:rPr lang="zh-CN" altLang="en-US" sz="2800" dirty="0">
                <a:ea typeface="宋体" panose="02010600030101010101" pitchFamily="2" charset="-122"/>
              </a:rPr>
              <a:t>传输控制协议 </a:t>
            </a:r>
            <a:r>
              <a:rPr lang="en-US" altLang="zh-CN" sz="2800" dirty="0">
                <a:ea typeface="宋体" panose="02010600030101010101" pitchFamily="2" charset="-122"/>
              </a:rPr>
              <a:t>TCP</a:t>
            </a:r>
            <a:r>
              <a:rPr lang="zh-CN" altLang="en-US" sz="2800" dirty="0"/>
              <a:t>概述</a:t>
            </a:r>
            <a:endParaRPr lang="zh-CN" altLang="en-US" sz="2800" dirty="0">
              <a:ea typeface="宋体" panose="02010600030101010101" pitchFamily="2" charset="-122"/>
            </a:endParaRPr>
          </a:p>
        </p:txBody>
      </p:sp>
      <p:sp>
        <p:nvSpPr>
          <p:cNvPr id="689192" name="Rectangle 40">
            <a:extLst>
              <a:ext uri="{FF2B5EF4-FFF2-40B4-BE49-F238E27FC236}">
                <a16:creationId xmlns:a16="http://schemas.microsoft.com/office/drawing/2014/main" id="{937844C5-F1E6-4244-935C-5F83E13519F8}"/>
              </a:ext>
            </a:extLst>
          </p:cNvPr>
          <p:cNvSpPr>
            <a:spLocks noGrp="1" noChangeArrowheads="1"/>
          </p:cNvSpPr>
          <p:nvPr>
            <p:ph type="body" idx="1"/>
          </p:nvPr>
        </p:nvSpPr>
        <p:spPr>
          <a:xfrm>
            <a:off x="171450" y="1623060"/>
            <a:ext cx="8698230" cy="2946559"/>
          </a:xfrm>
        </p:spPr>
        <p:txBody>
          <a:bodyPr/>
          <a:lstStyle/>
          <a:p>
            <a:pPr eaLnBrk="1" hangingPunct="1">
              <a:defRPr/>
            </a:pP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是</a:t>
            </a:r>
            <a:r>
              <a:rPr lang="zh-CN" altLang="en-US" dirty="0">
                <a:solidFill>
                  <a:schemeClr val="hlink"/>
                </a:solidFill>
                <a:latin typeface="Times New Roman" panose="02020603050405020304" pitchFamily="18" charset="0"/>
                <a:ea typeface="宋体" panose="02010600030101010101" pitchFamily="2" charset="-122"/>
              </a:rPr>
              <a:t>面向连接</a:t>
            </a:r>
            <a:r>
              <a:rPr lang="zh-CN" altLang="en-US" dirty="0">
                <a:latin typeface="Times New Roman" panose="02020603050405020304" pitchFamily="18" charset="0"/>
                <a:ea typeface="宋体" panose="02010600030101010101" pitchFamily="2" charset="-122"/>
              </a:rPr>
              <a:t>的运输层协议。</a:t>
            </a:r>
          </a:p>
          <a:p>
            <a:pPr eaLnBrk="1" hangingPunct="1">
              <a:defRPr/>
            </a:pPr>
            <a:r>
              <a:rPr lang="zh-CN" altLang="en-US" dirty="0">
                <a:latin typeface="Times New Roman" panose="02020603050405020304" pitchFamily="18" charset="0"/>
                <a:ea typeface="宋体" panose="02010600030101010101" pitchFamily="2" charset="-122"/>
              </a:rPr>
              <a:t>每一条 </a:t>
            </a: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连接只能有两个</a:t>
            </a:r>
            <a:r>
              <a:rPr lang="zh-CN" altLang="en-US" dirty="0">
                <a:solidFill>
                  <a:schemeClr val="hlink"/>
                </a:solidFill>
                <a:latin typeface="Times New Roman" panose="02020603050405020304" pitchFamily="18" charset="0"/>
                <a:ea typeface="宋体" panose="02010600030101010101" pitchFamily="2" charset="-122"/>
              </a:rPr>
              <a:t>端点</a:t>
            </a:r>
            <a:r>
              <a:rPr lang="en-US" altLang="zh-CN" dirty="0">
                <a:latin typeface="Times New Roman" panose="02020603050405020304" pitchFamily="18" charset="0"/>
                <a:ea typeface="宋体" panose="02010600030101010101" pitchFamily="2" charset="-122"/>
              </a:rPr>
              <a:t>(endpoint)</a:t>
            </a:r>
            <a:r>
              <a:rPr lang="zh-CN" altLang="en-US" dirty="0">
                <a:latin typeface="Times New Roman" panose="02020603050405020304" pitchFamily="18" charset="0"/>
                <a:ea typeface="宋体" panose="02010600030101010101" pitchFamily="2" charset="-122"/>
              </a:rPr>
              <a:t>，每一条 </a:t>
            </a: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连接只能是</a:t>
            </a:r>
            <a:r>
              <a:rPr lang="zh-CN" altLang="en-US" dirty="0">
                <a:solidFill>
                  <a:schemeClr val="hlink"/>
                </a:solidFill>
                <a:latin typeface="Times New Roman" panose="02020603050405020304" pitchFamily="18" charset="0"/>
                <a:ea typeface="宋体" panose="02010600030101010101" pitchFamily="2" charset="-122"/>
              </a:rPr>
              <a:t>点对点</a:t>
            </a:r>
            <a:r>
              <a:rPr lang="zh-CN" altLang="en-US" dirty="0">
                <a:latin typeface="Times New Roman" panose="02020603050405020304" pitchFamily="18" charset="0"/>
                <a:ea typeface="宋体" panose="02010600030101010101" pitchFamily="2" charset="-122"/>
              </a:rPr>
              <a:t>的（一对一）。 </a:t>
            </a:r>
          </a:p>
          <a:p>
            <a:pPr eaLnBrk="1" hangingPunct="1">
              <a:defRPr/>
            </a:pP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提供</a:t>
            </a:r>
            <a:r>
              <a:rPr lang="zh-CN" altLang="en-US" dirty="0">
                <a:solidFill>
                  <a:schemeClr val="hlink"/>
                </a:solidFill>
                <a:latin typeface="Times New Roman" panose="02020603050405020304" pitchFamily="18" charset="0"/>
                <a:ea typeface="宋体" panose="02010600030101010101" pitchFamily="2" charset="-122"/>
              </a:rPr>
              <a:t>可靠交付</a:t>
            </a:r>
            <a:r>
              <a:rPr lang="zh-CN" altLang="en-US" dirty="0">
                <a:latin typeface="Times New Roman" panose="02020603050405020304" pitchFamily="18" charset="0"/>
                <a:ea typeface="宋体" panose="02010600030101010101" pitchFamily="2" charset="-122"/>
              </a:rPr>
              <a:t>的服务。</a:t>
            </a:r>
          </a:p>
          <a:p>
            <a:pPr eaLnBrk="1" hangingPunct="1">
              <a:defRPr/>
            </a:pP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提供</a:t>
            </a:r>
            <a:r>
              <a:rPr lang="zh-CN" altLang="en-US" dirty="0">
                <a:solidFill>
                  <a:schemeClr val="hlink"/>
                </a:solidFill>
                <a:latin typeface="Times New Roman" panose="02020603050405020304" pitchFamily="18" charset="0"/>
                <a:ea typeface="宋体" panose="02010600030101010101" pitchFamily="2" charset="-122"/>
              </a:rPr>
              <a:t>全双工</a:t>
            </a:r>
            <a:r>
              <a:rPr lang="zh-CN" altLang="en-US" dirty="0">
                <a:latin typeface="Times New Roman" panose="02020603050405020304" pitchFamily="18" charset="0"/>
                <a:ea typeface="宋体" panose="02010600030101010101" pitchFamily="2" charset="-122"/>
              </a:rPr>
              <a:t>通信。</a:t>
            </a:r>
          </a:p>
          <a:p>
            <a:pPr eaLnBrk="1" hangingPunct="1">
              <a:defRPr/>
            </a:pPr>
            <a:r>
              <a:rPr lang="zh-CN" altLang="en-US" dirty="0">
                <a:solidFill>
                  <a:schemeClr val="hlink"/>
                </a:solidFill>
                <a:latin typeface="Times New Roman" panose="02020603050405020304" pitchFamily="18" charset="0"/>
                <a:ea typeface="宋体" panose="02010600030101010101" pitchFamily="2" charset="-122"/>
              </a:rPr>
              <a:t>面向字节流</a:t>
            </a:r>
            <a:r>
              <a:rPr lang="zh-CN" altLang="en-US" dirty="0">
                <a:latin typeface="Times New Roman" panose="02020603050405020304" pitchFamily="18" charset="0"/>
                <a:ea typeface="宋体" panose="02010600030101010101" pitchFamily="2" charset="-122"/>
              </a:rPr>
              <a:t>。  </a:t>
            </a:r>
          </a:p>
        </p:txBody>
      </p:sp>
      <p:sp>
        <p:nvSpPr>
          <p:cNvPr id="2" name="幻灯片编号占位符 1">
            <a:extLst>
              <a:ext uri="{FF2B5EF4-FFF2-40B4-BE49-F238E27FC236}">
                <a16:creationId xmlns:a16="http://schemas.microsoft.com/office/drawing/2014/main" id="{A5B8B977-B133-7640-ADAF-FE6E36A2A2F9}"/>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8578FDF-7A0A-8D4B-A8EC-F0364463419B}" type="slidenum">
              <a:rPr lang="en-US" altLang="zh-CN" sz="1050"/>
              <a:pPr>
                <a:defRPr/>
              </a:pPr>
              <a:t>30</a:t>
            </a:fld>
            <a:endParaRPr lang="en-US" altLang="zh-CN" sz="1050"/>
          </a:p>
        </p:txBody>
      </p:sp>
      <p:sp>
        <p:nvSpPr>
          <p:cNvPr id="3" name="矩形 2">
            <a:extLst>
              <a:ext uri="{FF2B5EF4-FFF2-40B4-BE49-F238E27FC236}">
                <a16:creationId xmlns:a16="http://schemas.microsoft.com/office/drawing/2014/main" id="{A0755F85-BD53-E84F-8EE2-F0C5F22925F1}"/>
              </a:ext>
            </a:extLst>
          </p:cNvPr>
          <p:cNvSpPr/>
          <p:nvPr/>
        </p:nvSpPr>
        <p:spPr>
          <a:xfrm>
            <a:off x="171450" y="1033631"/>
            <a:ext cx="4572000" cy="523220"/>
          </a:xfrm>
          <a:prstGeom prst="rect">
            <a:avLst/>
          </a:prstGeom>
        </p:spPr>
        <p:txBody>
          <a:bodyPr>
            <a:spAutoFit/>
          </a:bodyPr>
          <a:lstStyle/>
          <a:p>
            <a:r>
              <a:rPr lang="en-US" altLang="zh-CN" sz="2400" dirty="0"/>
              <a:t>5.3.1  TCP </a:t>
            </a:r>
            <a:r>
              <a:rPr lang="zh-CN" altLang="en-US" sz="2400" dirty="0"/>
              <a:t>最主要的特点</a:t>
            </a:r>
            <a:r>
              <a:rPr lang="zh-CN" altLang="en-US" sz="2800" dirty="0"/>
              <a:t> </a:t>
            </a:r>
            <a:endParaRPr lang="zh-CN" altLang="en-US" sz="2400" dirty="0"/>
          </a:p>
        </p:txBody>
      </p:sp>
    </p:spTree>
    <p:extLst>
      <p:ext uri="{BB962C8B-B14F-4D97-AF65-F5344CB8AC3E}">
        <p14:creationId xmlns:p14="http://schemas.microsoft.com/office/powerpoint/2010/main" val="11101981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231" name="AutoShape 47">
            <a:extLst>
              <a:ext uri="{FF2B5EF4-FFF2-40B4-BE49-F238E27FC236}">
                <a16:creationId xmlns:a16="http://schemas.microsoft.com/office/drawing/2014/main" id="{B9120089-D589-DF40-A2FC-F7E9FA117CCC}"/>
              </a:ext>
            </a:extLst>
          </p:cNvPr>
          <p:cNvSpPr>
            <a:spLocks noChangeArrowheads="1"/>
          </p:cNvSpPr>
          <p:nvPr/>
        </p:nvSpPr>
        <p:spPr bwMode="auto">
          <a:xfrm>
            <a:off x="6049566" y="4204098"/>
            <a:ext cx="196453" cy="97631"/>
          </a:xfrm>
          <a:prstGeom prst="rightArrow">
            <a:avLst>
              <a:gd name="adj1" fmla="val 50000"/>
              <a:gd name="adj2" fmla="val 50305"/>
            </a:avLst>
          </a:prstGeom>
          <a:solidFill>
            <a:schemeClr val="hlink"/>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21291" name="Rectangle 107">
            <a:extLst>
              <a:ext uri="{FF2B5EF4-FFF2-40B4-BE49-F238E27FC236}">
                <a16:creationId xmlns:a16="http://schemas.microsoft.com/office/drawing/2014/main" id="{6469B368-DB72-8749-80A9-49B89783FF4E}"/>
              </a:ext>
            </a:extLst>
          </p:cNvPr>
          <p:cNvSpPr>
            <a:spLocks noChangeArrowheads="1"/>
          </p:cNvSpPr>
          <p:nvPr/>
        </p:nvSpPr>
        <p:spPr bwMode="auto">
          <a:xfrm>
            <a:off x="3600450" y="1707357"/>
            <a:ext cx="2430066" cy="756047"/>
          </a:xfrm>
          <a:prstGeom prst="rect">
            <a:avLst/>
          </a:prstGeom>
          <a:solidFill>
            <a:srgbClr val="FFFFCC"/>
          </a:solidFill>
          <a:ln w="38100" cmpd="dbl">
            <a:solidFill>
              <a:srgbClr val="969696"/>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grpSp>
        <p:nvGrpSpPr>
          <p:cNvPr id="78851" name="Group 80">
            <a:extLst>
              <a:ext uri="{FF2B5EF4-FFF2-40B4-BE49-F238E27FC236}">
                <a16:creationId xmlns:a16="http://schemas.microsoft.com/office/drawing/2014/main" id="{23F6852E-B885-8D43-B8E8-B40AC8E65C9F}"/>
              </a:ext>
            </a:extLst>
          </p:cNvPr>
          <p:cNvGrpSpPr>
            <a:grpSpLocks/>
          </p:cNvGrpSpPr>
          <p:nvPr/>
        </p:nvGrpSpPr>
        <p:grpSpPr bwMode="auto">
          <a:xfrm>
            <a:off x="5436394" y="4137423"/>
            <a:ext cx="648891" cy="215503"/>
            <a:chOff x="2925" y="1570"/>
            <a:chExt cx="545" cy="181"/>
          </a:xfrm>
        </p:grpSpPr>
        <p:grpSp>
          <p:nvGrpSpPr>
            <p:cNvPr id="78913" name="Group 81">
              <a:extLst>
                <a:ext uri="{FF2B5EF4-FFF2-40B4-BE49-F238E27FC236}">
                  <a16:creationId xmlns:a16="http://schemas.microsoft.com/office/drawing/2014/main" id="{88F4D0DF-4FE0-6445-B19B-D6405A2E9ADB}"/>
                </a:ext>
              </a:extLst>
            </p:cNvPr>
            <p:cNvGrpSpPr>
              <a:grpSpLocks/>
            </p:cNvGrpSpPr>
            <p:nvPr/>
          </p:nvGrpSpPr>
          <p:grpSpPr bwMode="auto">
            <a:xfrm>
              <a:off x="3061" y="1570"/>
              <a:ext cx="272" cy="181"/>
              <a:chOff x="3061" y="1842"/>
              <a:chExt cx="272" cy="181"/>
            </a:xfrm>
          </p:grpSpPr>
          <p:sp>
            <p:nvSpPr>
              <p:cNvPr id="221266" name="Rectangle 82">
                <a:extLst>
                  <a:ext uri="{FF2B5EF4-FFF2-40B4-BE49-F238E27FC236}">
                    <a16:creationId xmlns:a16="http://schemas.microsoft.com/office/drawing/2014/main" id="{22E320CF-76B4-0B4A-BE1B-FBB53953DB04}"/>
                  </a:ext>
                </a:extLst>
              </p:cNvPr>
              <p:cNvSpPr>
                <a:spLocks noChangeArrowheads="1"/>
              </p:cNvSpPr>
              <p:nvPr/>
            </p:nvSpPr>
            <p:spPr bwMode="auto">
              <a:xfrm>
                <a:off x="3061" y="1842"/>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7</a:t>
                </a:r>
              </a:p>
            </p:txBody>
          </p:sp>
          <p:sp>
            <p:nvSpPr>
              <p:cNvPr id="221267" name="Rectangle 83">
                <a:extLst>
                  <a:ext uri="{FF2B5EF4-FFF2-40B4-BE49-F238E27FC236}">
                    <a16:creationId xmlns:a16="http://schemas.microsoft.com/office/drawing/2014/main" id="{9944D3E3-2ABB-7A40-B93D-E70E3784F6FA}"/>
                  </a:ext>
                </a:extLst>
              </p:cNvPr>
              <p:cNvSpPr>
                <a:spLocks noChangeArrowheads="1"/>
              </p:cNvSpPr>
              <p:nvPr/>
            </p:nvSpPr>
            <p:spPr bwMode="auto">
              <a:xfrm>
                <a:off x="3197" y="1842"/>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6</a:t>
                </a:r>
              </a:p>
            </p:txBody>
          </p:sp>
        </p:grpSp>
        <p:sp>
          <p:nvSpPr>
            <p:cNvPr id="221268" name="Rectangle 84">
              <a:extLst>
                <a:ext uri="{FF2B5EF4-FFF2-40B4-BE49-F238E27FC236}">
                  <a16:creationId xmlns:a16="http://schemas.microsoft.com/office/drawing/2014/main" id="{217006C3-3CAA-2C4D-A5E0-9126115F00BB}"/>
                </a:ext>
              </a:extLst>
            </p:cNvPr>
            <p:cNvSpPr>
              <a:spLocks noChangeArrowheads="1"/>
            </p:cNvSpPr>
            <p:nvPr/>
          </p:nvSpPr>
          <p:spPr bwMode="auto">
            <a:xfrm>
              <a:off x="2925" y="1570"/>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8</a:t>
              </a:r>
            </a:p>
          </p:txBody>
        </p:sp>
        <p:sp>
          <p:nvSpPr>
            <p:cNvPr id="221269" name="Rectangle 85">
              <a:extLst>
                <a:ext uri="{FF2B5EF4-FFF2-40B4-BE49-F238E27FC236}">
                  <a16:creationId xmlns:a16="http://schemas.microsoft.com/office/drawing/2014/main" id="{3C861348-2359-0F4A-82D2-B667413C476A}"/>
                </a:ext>
              </a:extLst>
            </p:cNvPr>
            <p:cNvSpPr>
              <a:spLocks noChangeArrowheads="1"/>
            </p:cNvSpPr>
            <p:nvPr/>
          </p:nvSpPr>
          <p:spPr bwMode="auto">
            <a:xfrm>
              <a:off x="3334" y="1570"/>
              <a:ext cx="136" cy="181"/>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H</a:t>
              </a:r>
            </a:p>
          </p:txBody>
        </p:sp>
      </p:grpSp>
      <p:sp>
        <p:nvSpPr>
          <p:cNvPr id="221246" name="Text Box 62">
            <a:extLst>
              <a:ext uri="{FF2B5EF4-FFF2-40B4-BE49-F238E27FC236}">
                <a16:creationId xmlns:a16="http://schemas.microsoft.com/office/drawing/2014/main" id="{74034125-8E62-6C4E-BD7E-A26D6F5B10BC}"/>
              </a:ext>
            </a:extLst>
          </p:cNvPr>
          <p:cNvSpPr txBox="1">
            <a:spLocks noChangeArrowheads="1"/>
          </p:cNvSpPr>
          <p:nvPr/>
        </p:nvSpPr>
        <p:spPr bwMode="auto">
          <a:xfrm>
            <a:off x="6591300" y="1597819"/>
            <a:ext cx="628698" cy="854080"/>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4950">
                <a:solidFill>
                  <a:schemeClr val="folHlink"/>
                </a:solidFill>
                <a:latin typeface="Times New Roman" panose="02020603050405020304" pitchFamily="18" charset="0"/>
                <a:sym typeface="Wingdings" pitchFamily="2" charset="2"/>
              </a:rPr>
              <a:t></a:t>
            </a:r>
            <a:endParaRPr kumimoji="1" lang="en-US" altLang="zh-CN" sz="4950">
              <a:solidFill>
                <a:schemeClr val="folHlink"/>
              </a:solidFill>
              <a:latin typeface="Times New Roman" panose="02020603050405020304" pitchFamily="18" charset="0"/>
            </a:endParaRPr>
          </a:p>
        </p:txBody>
      </p:sp>
      <p:sp>
        <p:nvSpPr>
          <p:cNvPr id="221186" name="Rectangle 2">
            <a:extLst>
              <a:ext uri="{FF2B5EF4-FFF2-40B4-BE49-F238E27FC236}">
                <a16:creationId xmlns:a16="http://schemas.microsoft.com/office/drawing/2014/main" id="{F75982C9-2F40-E244-BCB5-F354AFF5F49D}"/>
              </a:ext>
            </a:extLst>
          </p:cNvPr>
          <p:cNvSpPr>
            <a:spLocks noGrp="1" noChangeArrowheads="1"/>
          </p:cNvSpPr>
          <p:nvPr>
            <p:ph type="title"/>
          </p:nvPr>
        </p:nvSpPr>
        <p:spPr/>
        <p:txBody>
          <a:bodyPr/>
          <a:lstStyle/>
          <a:p>
            <a:pPr eaLnBrk="1" hangingPunct="1">
              <a:defRPr/>
            </a:pPr>
            <a:r>
              <a:rPr lang="en-US" altLang="zh-CN" sz="3000" dirty="0">
                <a:ea typeface="宋体" panose="02010600030101010101" pitchFamily="2" charset="-122"/>
              </a:rPr>
              <a:t>TCP </a:t>
            </a:r>
            <a:r>
              <a:rPr lang="zh-CN" altLang="en-US" sz="3000" dirty="0">
                <a:ea typeface="宋体" panose="02010600030101010101" pitchFamily="2" charset="-122"/>
              </a:rPr>
              <a:t>面向流的概念 </a:t>
            </a:r>
          </a:p>
        </p:txBody>
      </p:sp>
      <p:sp>
        <p:nvSpPr>
          <p:cNvPr id="221228" name="Freeform 44">
            <a:extLst>
              <a:ext uri="{FF2B5EF4-FFF2-40B4-BE49-F238E27FC236}">
                <a16:creationId xmlns:a16="http://schemas.microsoft.com/office/drawing/2014/main" id="{FC85678E-6829-1347-87EB-13167DC51F7A}"/>
              </a:ext>
            </a:extLst>
          </p:cNvPr>
          <p:cNvSpPr>
            <a:spLocks/>
          </p:cNvSpPr>
          <p:nvPr/>
        </p:nvSpPr>
        <p:spPr bwMode="auto">
          <a:xfrm>
            <a:off x="6572250" y="3867150"/>
            <a:ext cx="267891" cy="666750"/>
          </a:xfrm>
          <a:custGeom>
            <a:avLst/>
            <a:gdLst>
              <a:gd name="T0" fmla="*/ 0 w 225"/>
              <a:gd name="T1" fmla="*/ 889000 h 590"/>
              <a:gd name="T2" fmla="*/ 357188 w 225"/>
              <a:gd name="T3" fmla="*/ 889000 h 590"/>
              <a:gd name="T4" fmla="*/ 357188 w 225"/>
              <a:gd name="T5" fmla="*/ 0 h 590"/>
              <a:gd name="T6" fmla="*/ 0 60000 65536"/>
              <a:gd name="T7" fmla="*/ 0 60000 65536"/>
              <a:gd name="T8" fmla="*/ 0 60000 65536"/>
            </a:gdLst>
            <a:ahLst/>
            <a:cxnLst>
              <a:cxn ang="T6">
                <a:pos x="T0" y="T1"/>
              </a:cxn>
              <a:cxn ang="T7">
                <a:pos x="T2" y="T3"/>
              </a:cxn>
              <a:cxn ang="T8">
                <a:pos x="T4" y="T5"/>
              </a:cxn>
            </a:cxnLst>
            <a:rect l="0" t="0" r="r" b="b"/>
            <a:pathLst>
              <a:path w="225" h="590">
                <a:moveTo>
                  <a:pt x="0" y="590"/>
                </a:moveTo>
                <a:lnTo>
                  <a:pt x="225" y="590"/>
                </a:lnTo>
                <a:lnTo>
                  <a:pt x="225" y="0"/>
                </a:lnTo>
              </a:path>
            </a:pathLst>
          </a:custGeom>
          <a:noFill/>
          <a:ln w="28575" cap="flat" cmpd="sng">
            <a:solidFill>
              <a:schemeClr val="tx1"/>
            </a:solidFill>
            <a:prstDash val="solid"/>
            <a:round/>
            <a:headEnd/>
            <a:tailEnd/>
          </a:ln>
          <a:effectLst/>
        </p:spPr>
        <p:txBody>
          <a:bodyPr/>
          <a:lstStyle/>
          <a:p>
            <a:pPr>
              <a:defRPr/>
            </a:pPr>
            <a:endParaRPr lang="zh-CN" altLang="en-US"/>
          </a:p>
        </p:txBody>
      </p:sp>
      <p:sp>
        <p:nvSpPr>
          <p:cNvPr id="221229" name="Text Box 45">
            <a:extLst>
              <a:ext uri="{FF2B5EF4-FFF2-40B4-BE49-F238E27FC236}">
                <a16:creationId xmlns:a16="http://schemas.microsoft.com/office/drawing/2014/main" id="{62965514-6812-8A4F-8F61-5E17C82C6A01}"/>
              </a:ext>
            </a:extLst>
          </p:cNvPr>
          <p:cNvSpPr txBox="1">
            <a:spLocks noChangeArrowheads="1"/>
          </p:cNvSpPr>
          <p:nvPr/>
        </p:nvSpPr>
        <p:spPr bwMode="auto">
          <a:xfrm>
            <a:off x="1891903" y="1597819"/>
            <a:ext cx="628698" cy="854080"/>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4950">
                <a:solidFill>
                  <a:schemeClr val="folHlink"/>
                </a:solidFill>
                <a:latin typeface="Times New Roman" panose="02020603050405020304" pitchFamily="18" charset="0"/>
                <a:sym typeface="Wingdings" pitchFamily="2" charset="2"/>
              </a:rPr>
              <a:t></a:t>
            </a:r>
            <a:endParaRPr kumimoji="1" lang="en-US" altLang="zh-CN" sz="4950">
              <a:solidFill>
                <a:schemeClr val="folHlink"/>
              </a:solidFill>
              <a:latin typeface="Times New Roman" panose="02020603050405020304" pitchFamily="18" charset="0"/>
            </a:endParaRPr>
          </a:p>
        </p:txBody>
      </p:sp>
      <p:sp>
        <p:nvSpPr>
          <p:cNvPr id="221230" name="AutoShape 46">
            <a:extLst>
              <a:ext uri="{FF2B5EF4-FFF2-40B4-BE49-F238E27FC236}">
                <a16:creationId xmlns:a16="http://schemas.microsoft.com/office/drawing/2014/main" id="{192AE71C-88B9-EC46-8B16-95D9ACBAE8F3}"/>
              </a:ext>
            </a:extLst>
          </p:cNvPr>
          <p:cNvSpPr>
            <a:spLocks noChangeArrowheads="1"/>
          </p:cNvSpPr>
          <p:nvPr/>
        </p:nvSpPr>
        <p:spPr bwMode="auto">
          <a:xfrm>
            <a:off x="4544616" y="4205288"/>
            <a:ext cx="197644" cy="97631"/>
          </a:xfrm>
          <a:prstGeom prst="rightArrow">
            <a:avLst>
              <a:gd name="adj1" fmla="val 50000"/>
              <a:gd name="adj2" fmla="val 50610"/>
            </a:avLst>
          </a:prstGeom>
          <a:solidFill>
            <a:schemeClr val="hlink"/>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21232" name="AutoShape 48">
            <a:extLst>
              <a:ext uri="{FF2B5EF4-FFF2-40B4-BE49-F238E27FC236}">
                <a16:creationId xmlns:a16="http://schemas.microsoft.com/office/drawing/2014/main" id="{0FBF965F-5F1D-C442-9B44-3710F150A788}"/>
              </a:ext>
            </a:extLst>
          </p:cNvPr>
          <p:cNvSpPr>
            <a:spLocks noChangeArrowheads="1"/>
          </p:cNvSpPr>
          <p:nvPr/>
        </p:nvSpPr>
        <p:spPr bwMode="auto">
          <a:xfrm>
            <a:off x="3186113" y="4204098"/>
            <a:ext cx="197644" cy="97631"/>
          </a:xfrm>
          <a:prstGeom prst="rightArrow">
            <a:avLst>
              <a:gd name="adj1" fmla="val 50000"/>
              <a:gd name="adj2" fmla="val 50610"/>
            </a:avLst>
          </a:prstGeom>
          <a:solidFill>
            <a:schemeClr val="hlink"/>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21233" name="Line 49">
            <a:extLst>
              <a:ext uri="{FF2B5EF4-FFF2-40B4-BE49-F238E27FC236}">
                <a16:creationId xmlns:a16="http://schemas.microsoft.com/office/drawing/2014/main" id="{69880766-DCCD-F540-AC50-F68A492B124C}"/>
              </a:ext>
            </a:extLst>
          </p:cNvPr>
          <p:cNvSpPr>
            <a:spLocks noChangeShapeType="1"/>
          </p:cNvSpPr>
          <p:nvPr/>
        </p:nvSpPr>
        <p:spPr bwMode="auto">
          <a:xfrm>
            <a:off x="2141935" y="2247900"/>
            <a:ext cx="2381" cy="1115616"/>
          </a:xfrm>
          <a:prstGeom prst="line">
            <a:avLst/>
          </a:prstGeom>
          <a:noFill/>
          <a:ln w="9525">
            <a:solidFill>
              <a:schemeClr val="tx1"/>
            </a:solidFill>
            <a:round/>
            <a:headEn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221234" name="Text Box 50">
            <a:extLst>
              <a:ext uri="{FF2B5EF4-FFF2-40B4-BE49-F238E27FC236}">
                <a16:creationId xmlns:a16="http://schemas.microsoft.com/office/drawing/2014/main" id="{C8FA8B00-3E67-C443-9382-712D9C633024}"/>
              </a:ext>
            </a:extLst>
          </p:cNvPr>
          <p:cNvSpPr txBox="1">
            <a:spLocks noChangeArrowheads="1"/>
          </p:cNvSpPr>
          <p:nvPr/>
        </p:nvSpPr>
        <p:spPr bwMode="auto">
          <a:xfrm>
            <a:off x="4905740" y="3849291"/>
            <a:ext cx="1444691"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Times New Roman" panose="02020603050405020304" pitchFamily="18" charset="0"/>
              </a:rPr>
              <a:t>发送 </a:t>
            </a:r>
            <a:r>
              <a:rPr kumimoji="1" lang="en-US" altLang="zh-CN" sz="1350">
                <a:solidFill>
                  <a:schemeClr val="folHlink"/>
                </a:solidFill>
                <a:latin typeface="Times New Roman" panose="02020603050405020304" pitchFamily="18" charset="0"/>
              </a:rPr>
              <a:t>TCP </a:t>
            </a:r>
            <a:r>
              <a:rPr kumimoji="1" lang="zh-CN" altLang="en-US" sz="1350">
                <a:solidFill>
                  <a:schemeClr val="folHlink"/>
                </a:solidFill>
                <a:latin typeface="Times New Roman" panose="02020603050405020304" pitchFamily="18" charset="0"/>
              </a:rPr>
              <a:t>报文段</a:t>
            </a:r>
          </a:p>
        </p:txBody>
      </p:sp>
      <p:sp>
        <p:nvSpPr>
          <p:cNvPr id="221235" name="Rectangle 51">
            <a:extLst>
              <a:ext uri="{FF2B5EF4-FFF2-40B4-BE49-F238E27FC236}">
                <a16:creationId xmlns:a16="http://schemas.microsoft.com/office/drawing/2014/main" id="{B2DB4FC5-1627-C948-B59F-89B36BB5F154}"/>
              </a:ext>
            </a:extLst>
          </p:cNvPr>
          <p:cNvSpPr>
            <a:spLocks noChangeArrowheads="1"/>
          </p:cNvSpPr>
          <p:nvPr/>
        </p:nvSpPr>
        <p:spPr bwMode="auto">
          <a:xfrm>
            <a:off x="1524000" y="3355182"/>
            <a:ext cx="1247775" cy="511969"/>
          </a:xfrm>
          <a:prstGeom prst="rect">
            <a:avLst/>
          </a:prstGeom>
          <a:solidFill>
            <a:srgbClr val="FFFF99"/>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en-US" altLang="zh-CN" sz="1350">
              <a:solidFill>
                <a:schemeClr val="folHlink"/>
              </a:solidFill>
              <a:latin typeface="Times New Roman" panose="02020603050405020304" pitchFamily="18" charset="0"/>
            </a:endParaRPr>
          </a:p>
          <a:p>
            <a:pPr algn="ctr" eaLnBrk="1" hangingPunct="1">
              <a:defRPr/>
            </a:pPr>
            <a:endParaRPr kumimoji="1" lang="en-US" altLang="zh-CN" sz="675">
              <a:solidFill>
                <a:schemeClr val="folHlink"/>
              </a:solidFill>
              <a:latin typeface="Times New Roman" panose="02020603050405020304" pitchFamily="18" charset="0"/>
            </a:endParaRPr>
          </a:p>
          <a:p>
            <a:pPr algn="ctr" eaLnBrk="1" hangingPunct="1">
              <a:defRPr/>
            </a:pPr>
            <a:endParaRPr kumimoji="1" lang="en-US" altLang="zh-CN" sz="1350">
              <a:solidFill>
                <a:schemeClr val="folHlink"/>
              </a:solidFill>
              <a:latin typeface="Times New Roman" panose="02020603050405020304" pitchFamily="18" charset="0"/>
            </a:endParaRPr>
          </a:p>
        </p:txBody>
      </p:sp>
      <p:sp>
        <p:nvSpPr>
          <p:cNvPr id="221236" name="Line 52">
            <a:extLst>
              <a:ext uri="{FF2B5EF4-FFF2-40B4-BE49-F238E27FC236}">
                <a16:creationId xmlns:a16="http://schemas.microsoft.com/office/drawing/2014/main" id="{A882A25C-6EF1-5945-8558-09F29FB0E0F0}"/>
              </a:ext>
            </a:extLst>
          </p:cNvPr>
          <p:cNvSpPr>
            <a:spLocks noChangeShapeType="1"/>
          </p:cNvSpPr>
          <p:nvPr/>
        </p:nvSpPr>
        <p:spPr bwMode="auto">
          <a:xfrm flipV="1">
            <a:off x="6860381" y="2247901"/>
            <a:ext cx="0" cy="1107281"/>
          </a:xfrm>
          <a:prstGeom prst="line">
            <a:avLst/>
          </a:prstGeom>
          <a:noFill/>
          <a:ln w="9525">
            <a:solidFill>
              <a:schemeClr val="tx1"/>
            </a:solidFill>
            <a:round/>
            <a:headEn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221237" name="Rectangle 53">
            <a:extLst>
              <a:ext uri="{FF2B5EF4-FFF2-40B4-BE49-F238E27FC236}">
                <a16:creationId xmlns:a16="http://schemas.microsoft.com/office/drawing/2014/main" id="{847674F9-6561-E945-95D0-BC756D7523AD}"/>
              </a:ext>
            </a:extLst>
          </p:cNvPr>
          <p:cNvSpPr>
            <a:spLocks noChangeArrowheads="1"/>
          </p:cNvSpPr>
          <p:nvPr/>
        </p:nvSpPr>
        <p:spPr bwMode="auto">
          <a:xfrm>
            <a:off x="6236494" y="3355182"/>
            <a:ext cx="1246585" cy="511969"/>
          </a:xfrm>
          <a:prstGeom prst="rect">
            <a:avLst/>
          </a:prstGeom>
          <a:solidFill>
            <a:srgbClr val="FFFF99"/>
          </a:solidFill>
          <a:ln w="19050">
            <a:solidFill>
              <a:schemeClr val="tx1"/>
            </a:solidFill>
            <a:miter lim="800000"/>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kumimoji="1" lang="en-US" altLang="zh-CN" sz="1350">
              <a:solidFill>
                <a:schemeClr val="folHlink"/>
              </a:solidFill>
              <a:latin typeface="Times New Roman" panose="02020603050405020304" pitchFamily="18" charset="0"/>
            </a:endParaRPr>
          </a:p>
          <a:p>
            <a:pPr algn="ctr" eaLnBrk="1" hangingPunct="1">
              <a:defRPr/>
            </a:pPr>
            <a:endParaRPr kumimoji="1" lang="en-US" altLang="zh-CN" sz="675">
              <a:solidFill>
                <a:schemeClr val="folHlink"/>
              </a:solidFill>
              <a:latin typeface="Times New Roman" panose="02020603050405020304" pitchFamily="18" charset="0"/>
            </a:endParaRPr>
          </a:p>
          <a:p>
            <a:pPr algn="ctr" eaLnBrk="1" hangingPunct="1">
              <a:defRPr/>
            </a:pPr>
            <a:endParaRPr kumimoji="1" lang="en-US" altLang="zh-CN" sz="1350">
              <a:solidFill>
                <a:schemeClr val="folHlink"/>
              </a:solidFill>
              <a:latin typeface="Times New Roman" panose="02020603050405020304" pitchFamily="18" charset="0"/>
            </a:endParaRPr>
          </a:p>
        </p:txBody>
      </p:sp>
      <p:sp>
        <p:nvSpPr>
          <p:cNvPr id="221238" name="Text Box 54">
            <a:extLst>
              <a:ext uri="{FF2B5EF4-FFF2-40B4-BE49-F238E27FC236}">
                <a16:creationId xmlns:a16="http://schemas.microsoft.com/office/drawing/2014/main" id="{2A22F5FA-95B1-0B4F-8306-DEB2EADDF226}"/>
              </a:ext>
            </a:extLst>
          </p:cNvPr>
          <p:cNvSpPr txBox="1">
            <a:spLocks noChangeArrowheads="1"/>
          </p:cNvSpPr>
          <p:nvPr/>
        </p:nvSpPr>
        <p:spPr bwMode="auto">
          <a:xfrm>
            <a:off x="1702163" y="1433513"/>
            <a:ext cx="877163"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800">
                <a:solidFill>
                  <a:schemeClr val="folHlink"/>
                </a:solidFill>
                <a:latin typeface="Times New Roman" panose="02020603050405020304" pitchFamily="18" charset="0"/>
              </a:rPr>
              <a:t>发送方</a:t>
            </a:r>
          </a:p>
        </p:txBody>
      </p:sp>
      <p:sp>
        <p:nvSpPr>
          <p:cNvPr id="221239" name="Text Box 55">
            <a:extLst>
              <a:ext uri="{FF2B5EF4-FFF2-40B4-BE49-F238E27FC236}">
                <a16:creationId xmlns:a16="http://schemas.microsoft.com/office/drawing/2014/main" id="{C04B0DFF-9ED1-144E-B754-92EA90F9822A}"/>
              </a:ext>
            </a:extLst>
          </p:cNvPr>
          <p:cNvSpPr txBox="1">
            <a:spLocks noChangeArrowheads="1"/>
          </p:cNvSpPr>
          <p:nvPr/>
        </p:nvSpPr>
        <p:spPr bwMode="auto">
          <a:xfrm>
            <a:off x="6409894" y="1433513"/>
            <a:ext cx="877163"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800">
                <a:solidFill>
                  <a:schemeClr val="folHlink"/>
                </a:solidFill>
                <a:latin typeface="Times New Roman" panose="02020603050405020304" pitchFamily="18" charset="0"/>
              </a:rPr>
              <a:t>接收方</a:t>
            </a:r>
          </a:p>
        </p:txBody>
      </p:sp>
      <p:sp>
        <p:nvSpPr>
          <p:cNvPr id="221240" name="AutoShape 56">
            <a:extLst>
              <a:ext uri="{FF2B5EF4-FFF2-40B4-BE49-F238E27FC236}">
                <a16:creationId xmlns:a16="http://schemas.microsoft.com/office/drawing/2014/main" id="{BBC419BB-0F3D-5447-89A2-2C8D3843B9A5}"/>
              </a:ext>
            </a:extLst>
          </p:cNvPr>
          <p:cNvSpPr>
            <a:spLocks noChangeArrowheads="1"/>
          </p:cNvSpPr>
          <p:nvPr/>
        </p:nvSpPr>
        <p:spPr bwMode="auto">
          <a:xfrm>
            <a:off x="2681288" y="2787254"/>
            <a:ext cx="904875" cy="457200"/>
          </a:xfrm>
          <a:prstGeom prst="wedgeRoundRectCallout">
            <a:avLst>
              <a:gd name="adj1" fmla="val -85792"/>
              <a:gd name="adj2" fmla="val 120833"/>
              <a:gd name="adj3" fmla="val 16667"/>
            </a:avLst>
          </a:prstGeom>
          <a:solidFill>
            <a:srgbClr val="CCECFF"/>
          </a:solidFill>
          <a:ln w="9525">
            <a:solidFill>
              <a:schemeClr val="tx1"/>
            </a:solidFill>
            <a:miter lim="800000"/>
            <a:headEnd/>
            <a:tailEnd/>
          </a:ln>
          <a:effectLst>
            <a:outerShdw blurRad="63500" dist="38099" dir="2700000" algn="ctr" rotWithShape="0">
              <a:schemeClr val="bg2">
                <a:alpha val="74997"/>
              </a:schemeClr>
            </a:outerShdw>
          </a:effec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kumimoji="1" lang="zh-CN" altLang="zh-CN" sz="2100">
              <a:solidFill>
                <a:schemeClr val="folHlink"/>
              </a:solidFill>
              <a:ea typeface="宋体" panose="02010600030101010101" pitchFamily="2" charset="-122"/>
            </a:endParaRPr>
          </a:p>
        </p:txBody>
      </p:sp>
      <p:sp>
        <p:nvSpPr>
          <p:cNvPr id="221241" name="Text Box 57">
            <a:extLst>
              <a:ext uri="{FF2B5EF4-FFF2-40B4-BE49-F238E27FC236}">
                <a16:creationId xmlns:a16="http://schemas.microsoft.com/office/drawing/2014/main" id="{D81601E0-CE5E-4946-A47C-B6CEC8557F9B}"/>
              </a:ext>
            </a:extLst>
          </p:cNvPr>
          <p:cNvSpPr txBox="1">
            <a:spLocks noChangeArrowheads="1"/>
          </p:cNvSpPr>
          <p:nvPr/>
        </p:nvSpPr>
        <p:spPr bwMode="auto">
          <a:xfrm>
            <a:off x="2624060" y="2774157"/>
            <a:ext cx="1050288"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Times New Roman" panose="02020603050405020304" pitchFamily="18" charset="0"/>
              </a:rPr>
              <a:t>把字节写入</a:t>
            </a:r>
          </a:p>
          <a:p>
            <a:pPr algn="ctr" eaLnBrk="1" hangingPunct="1">
              <a:defRPr/>
            </a:pPr>
            <a:r>
              <a:rPr kumimoji="1" lang="zh-CN" altLang="en-US" sz="1350">
                <a:solidFill>
                  <a:schemeClr val="folHlink"/>
                </a:solidFill>
                <a:latin typeface="Times New Roman" panose="02020603050405020304" pitchFamily="18" charset="0"/>
              </a:rPr>
              <a:t>发送缓存</a:t>
            </a:r>
          </a:p>
        </p:txBody>
      </p:sp>
      <p:sp>
        <p:nvSpPr>
          <p:cNvPr id="221242" name="AutoShape 58">
            <a:extLst>
              <a:ext uri="{FF2B5EF4-FFF2-40B4-BE49-F238E27FC236}">
                <a16:creationId xmlns:a16="http://schemas.microsoft.com/office/drawing/2014/main" id="{AF57BBB3-4D7F-F543-BF18-13FD6D7BAA35}"/>
              </a:ext>
            </a:extLst>
          </p:cNvPr>
          <p:cNvSpPr>
            <a:spLocks noChangeArrowheads="1"/>
          </p:cNvSpPr>
          <p:nvPr/>
        </p:nvSpPr>
        <p:spPr bwMode="auto">
          <a:xfrm>
            <a:off x="5760244" y="2571750"/>
            <a:ext cx="885825" cy="457200"/>
          </a:xfrm>
          <a:prstGeom prst="wedgeRoundRectCallout">
            <a:avLst>
              <a:gd name="adj1" fmla="val 80912"/>
              <a:gd name="adj2" fmla="val 178384"/>
              <a:gd name="adj3" fmla="val 16667"/>
            </a:avLst>
          </a:prstGeom>
          <a:solidFill>
            <a:srgbClr val="CCECFF"/>
          </a:solidFill>
          <a:ln w="9525">
            <a:solidFill>
              <a:schemeClr val="tx1"/>
            </a:solidFill>
            <a:miter lim="800000"/>
            <a:headEnd/>
            <a:tailEnd/>
          </a:ln>
          <a:effectLst>
            <a:outerShdw blurRad="63500" dist="38099" dir="2700000" algn="ctr" rotWithShape="0">
              <a:schemeClr val="bg2">
                <a:alpha val="74997"/>
              </a:schemeClr>
            </a:outerShdw>
          </a:effec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kumimoji="1" lang="zh-CN" altLang="zh-CN" sz="2100">
              <a:solidFill>
                <a:schemeClr val="folHlink"/>
              </a:solidFill>
              <a:ea typeface="宋体" panose="02010600030101010101" pitchFamily="2" charset="-122"/>
            </a:endParaRPr>
          </a:p>
        </p:txBody>
      </p:sp>
      <p:sp>
        <p:nvSpPr>
          <p:cNvPr id="221243" name="Text Box 59">
            <a:extLst>
              <a:ext uri="{FF2B5EF4-FFF2-40B4-BE49-F238E27FC236}">
                <a16:creationId xmlns:a16="http://schemas.microsoft.com/office/drawing/2014/main" id="{3410FC57-8F6B-BD47-87F4-D3FB0A435AB2}"/>
              </a:ext>
            </a:extLst>
          </p:cNvPr>
          <p:cNvSpPr txBox="1">
            <a:spLocks noChangeArrowheads="1"/>
          </p:cNvSpPr>
          <p:nvPr/>
        </p:nvSpPr>
        <p:spPr bwMode="auto">
          <a:xfrm>
            <a:off x="5679203" y="2571751"/>
            <a:ext cx="1050288"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Times New Roman" panose="02020603050405020304" pitchFamily="18" charset="0"/>
              </a:rPr>
              <a:t>从接收缓存</a:t>
            </a:r>
          </a:p>
          <a:p>
            <a:pPr algn="ctr" eaLnBrk="1" hangingPunct="1">
              <a:defRPr/>
            </a:pPr>
            <a:r>
              <a:rPr kumimoji="1" lang="zh-CN" altLang="en-US" sz="1350">
                <a:solidFill>
                  <a:schemeClr val="folHlink"/>
                </a:solidFill>
                <a:latin typeface="Times New Roman" panose="02020603050405020304" pitchFamily="18" charset="0"/>
              </a:rPr>
              <a:t>读取字节</a:t>
            </a:r>
          </a:p>
        </p:txBody>
      </p:sp>
      <p:sp>
        <p:nvSpPr>
          <p:cNvPr id="221244" name="Text Box 60">
            <a:extLst>
              <a:ext uri="{FF2B5EF4-FFF2-40B4-BE49-F238E27FC236}">
                <a16:creationId xmlns:a16="http://schemas.microsoft.com/office/drawing/2014/main" id="{39E92860-A025-4A4C-967C-F971DD2C108B}"/>
              </a:ext>
            </a:extLst>
          </p:cNvPr>
          <p:cNvSpPr txBox="1">
            <a:spLocks noChangeArrowheads="1"/>
          </p:cNvSpPr>
          <p:nvPr/>
        </p:nvSpPr>
        <p:spPr bwMode="auto">
          <a:xfrm>
            <a:off x="2303860" y="1883569"/>
            <a:ext cx="95410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chemeClr val="folHlink"/>
                </a:solidFill>
                <a:latin typeface="Times New Roman" panose="02020603050405020304" pitchFamily="18" charset="0"/>
              </a:rPr>
              <a:t>应用进程</a:t>
            </a:r>
          </a:p>
        </p:txBody>
      </p:sp>
      <p:sp>
        <p:nvSpPr>
          <p:cNvPr id="221245" name="Text Box 61">
            <a:extLst>
              <a:ext uri="{FF2B5EF4-FFF2-40B4-BE49-F238E27FC236}">
                <a16:creationId xmlns:a16="http://schemas.microsoft.com/office/drawing/2014/main" id="{0471448E-4C39-DE42-9A34-465D4BA93F89}"/>
              </a:ext>
            </a:extLst>
          </p:cNvPr>
          <p:cNvSpPr txBox="1">
            <a:spLocks noChangeArrowheads="1"/>
          </p:cNvSpPr>
          <p:nvPr/>
        </p:nvSpPr>
        <p:spPr bwMode="auto">
          <a:xfrm>
            <a:off x="7019926" y="1841898"/>
            <a:ext cx="95410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chemeClr val="folHlink"/>
                </a:solidFill>
                <a:latin typeface="Times New Roman" panose="02020603050405020304" pitchFamily="18" charset="0"/>
              </a:rPr>
              <a:t>应用进程</a:t>
            </a:r>
          </a:p>
        </p:txBody>
      </p:sp>
      <p:grpSp>
        <p:nvGrpSpPr>
          <p:cNvPr id="78871" name="Group 63">
            <a:extLst>
              <a:ext uri="{FF2B5EF4-FFF2-40B4-BE49-F238E27FC236}">
                <a16:creationId xmlns:a16="http://schemas.microsoft.com/office/drawing/2014/main" id="{F951C462-3D27-6942-8BC9-E4811E07AEA4}"/>
              </a:ext>
            </a:extLst>
          </p:cNvPr>
          <p:cNvGrpSpPr>
            <a:grpSpLocks/>
          </p:cNvGrpSpPr>
          <p:nvPr/>
        </p:nvGrpSpPr>
        <p:grpSpPr bwMode="auto">
          <a:xfrm>
            <a:off x="6968729" y="2356248"/>
            <a:ext cx="161925" cy="863203"/>
            <a:chOff x="3107" y="210"/>
            <a:chExt cx="136" cy="725"/>
          </a:xfrm>
        </p:grpSpPr>
        <p:sp>
          <p:nvSpPr>
            <p:cNvPr id="221248" name="Rectangle 64">
              <a:extLst>
                <a:ext uri="{FF2B5EF4-FFF2-40B4-BE49-F238E27FC236}">
                  <a16:creationId xmlns:a16="http://schemas.microsoft.com/office/drawing/2014/main" id="{9805AC65-CAB0-9847-868D-1F11C6FA14EB}"/>
                </a:ext>
              </a:extLst>
            </p:cNvPr>
            <p:cNvSpPr>
              <a:spLocks noChangeArrowheads="1"/>
            </p:cNvSpPr>
            <p:nvPr/>
          </p:nvSpPr>
          <p:spPr bwMode="auto">
            <a:xfrm>
              <a:off x="3107" y="391"/>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1</a:t>
              </a:r>
            </a:p>
          </p:txBody>
        </p:sp>
        <p:sp>
          <p:nvSpPr>
            <p:cNvPr id="221249" name="Rectangle 65">
              <a:extLst>
                <a:ext uri="{FF2B5EF4-FFF2-40B4-BE49-F238E27FC236}">
                  <a16:creationId xmlns:a16="http://schemas.microsoft.com/office/drawing/2014/main" id="{138364EB-556B-6742-9D28-A14146BD8067}"/>
                </a:ext>
              </a:extLst>
            </p:cNvPr>
            <p:cNvSpPr>
              <a:spLocks noChangeArrowheads="1"/>
            </p:cNvSpPr>
            <p:nvPr/>
          </p:nvSpPr>
          <p:spPr bwMode="auto">
            <a:xfrm>
              <a:off x="3107" y="573"/>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2</a:t>
              </a:r>
            </a:p>
          </p:txBody>
        </p:sp>
        <p:sp>
          <p:nvSpPr>
            <p:cNvPr id="221250" name="Rectangle 66">
              <a:extLst>
                <a:ext uri="{FF2B5EF4-FFF2-40B4-BE49-F238E27FC236}">
                  <a16:creationId xmlns:a16="http://schemas.microsoft.com/office/drawing/2014/main" id="{CB25350C-5AAB-D349-84A7-E2DD832D4BE4}"/>
                </a:ext>
              </a:extLst>
            </p:cNvPr>
            <p:cNvSpPr>
              <a:spLocks noChangeArrowheads="1"/>
            </p:cNvSpPr>
            <p:nvPr/>
          </p:nvSpPr>
          <p:spPr bwMode="auto">
            <a:xfrm>
              <a:off x="3107" y="754"/>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3</a:t>
              </a:r>
            </a:p>
          </p:txBody>
        </p:sp>
        <p:sp>
          <p:nvSpPr>
            <p:cNvPr id="221251" name="Rectangle 67">
              <a:extLst>
                <a:ext uri="{FF2B5EF4-FFF2-40B4-BE49-F238E27FC236}">
                  <a16:creationId xmlns:a16="http://schemas.microsoft.com/office/drawing/2014/main" id="{B94AAE81-64AF-B147-9E49-D53B2A60A8B1}"/>
                </a:ext>
              </a:extLst>
            </p:cNvPr>
            <p:cNvSpPr>
              <a:spLocks noChangeArrowheads="1"/>
            </p:cNvSpPr>
            <p:nvPr/>
          </p:nvSpPr>
          <p:spPr bwMode="auto">
            <a:xfrm>
              <a:off x="3107" y="210"/>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0</a:t>
              </a:r>
            </a:p>
          </p:txBody>
        </p:sp>
      </p:grpSp>
      <p:sp>
        <p:nvSpPr>
          <p:cNvPr id="221252" name="Rectangle 68">
            <a:extLst>
              <a:ext uri="{FF2B5EF4-FFF2-40B4-BE49-F238E27FC236}">
                <a16:creationId xmlns:a16="http://schemas.microsoft.com/office/drawing/2014/main" id="{6F227AE5-0E49-6948-97EC-E18F4F889068}"/>
              </a:ext>
            </a:extLst>
          </p:cNvPr>
          <p:cNvSpPr>
            <a:spLocks noChangeArrowheads="1"/>
          </p:cNvSpPr>
          <p:nvPr/>
        </p:nvSpPr>
        <p:spPr bwMode="auto">
          <a:xfrm>
            <a:off x="1709738" y="3598069"/>
            <a:ext cx="161925" cy="215504"/>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18</a:t>
            </a:r>
          </a:p>
        </p:txBody>
      </p:sp>
      <p:sp>
        <p:nvSpPr>
          <p:cNvPr id="221253" name="Rectangle 69">
            <a:extLst>
              <a:ext uri="{FF2B5EF4-FFF2-40B4-BE49-F238E27FC236}">
                <a16:creationId xmlns:a16="http://schemas.microsoft.com/office/drawing/2014/main" id="{9E6787A4-E788-2B4E-98C7-FED42860C977}"/>
              </a:ext>
            </a:extLst>
          </p:cNvPr>
          <p:cNvSpPr>
            <a:spLocks noChangeArrowheads="1"/>
          </p:cNvSpPr>
          <p:nvPr/>
        </p:nvSpPr>
        <p:spPr bwMode="auto">
          <a:xfrm>
            <a:off x="1871663" y="3598069"/>
            <a:ext cx="161925" cy="215504"/>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17</a:t>
            </a:r>
          </a:p>
        </p:txBody>
      </p:sp>
      <p:sp>
        <p:nvSpPr>
          <p:cNvPr id="221254" name="Rectangle 70">
            <a:extLst>
              <a:ext uri="{FF2B5EF4-FFF2-40B4-BE49-F238E27FC236}">
                <a16:creationId xmlns:a16="http://schemas.microsoft.com/office/drawing/2014/main" id="{43F0D154-C813-1846-B0C9-C146B122ED97}"/>
              </a:ext>
            </a:extLst>
          </p:cNvPr>
          <p:cNvSpPr>
            <a:spLocks noChangeArrowheads="1"/>
          </p:cNvSpPr>
          <p:nvPr/>
        </p:nvSpPr>
        <p:spPr bwMode="auto">
          <a:xfrm>
            <a:off x="2033588" y="3598069"/>
            <a:ext cx="161925" cy="215504"/>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16</a:t>
            </a:r>
          </a:p>
        </p:txBody>
      </p:sp>
      <p:sp>
        <p:nvSpPr>
          <p:cNvPr id="221255" name="Rectangle 71">
            <a:extLst>
              <a:ext uri="{FF2B5EF4-FFF2-40B4-BE49-F238E27FC236}">
                <a16:creationId xmlns:a16="http://schemas.microsoft.com/office/drawing/2014/main" id="{FA01F16B-EA94-6C4F-8686-F4C9802D94B0}"/>
              </a:ext>
            </a:extLst>
          </p:cNvPr>
          <p:cNvSpPr>
            <a:spLocks noChangeArrowheads="1"/>
          </p:cNvSpPr>
          <p:nvPr/>
        </p:nvSpPr>
        <p:spPr bwMode="auto">
          <a:xfrm>
            <a:off x="2195513" y="3598069"/>
            <a:ext cx="161925" cy="215504"/>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15</a:t>
            </a:r>
          </a:p>
        </p:txBody>
      </p:sp>
      <p:sp>
        <p:nvSpPr>
          <p:cNvPr id="221256" name="Rectangle 72">
            <a:extLst>
              <a:ext uri="{FF2B5EF4-FFF2-40B4-BE49-F238E27FC236}">
                <a16:creationId xmlns:a16="http://schemas.microsoft.com/office/drawing/2014/main" id="{CDD392CB-7441-D14C-ACAE-770CD71A4080}"/>
              </a:ext>
            </a:extLst>
          </p:cNvPr>
          <p:cNvSpPr>
            <a:spLocks noChangeArrowheads="1"/>
          </p:cNvSpPr>
          <p:nvPr/>
        </p:nvSpPr>
        <p:spPr bwMode="auto">
          <a:xfrm>
            <a:off x="2357438" y="3598069"/>
            <a:ext cx="161925" cy="215504"/>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14</a:t>
            </a:r>
          </a:p>
        </p:txBody>
      </p:sp>
      <p:grpSp>
        <p:nvGrpSpPr>
          <p:cNvPr id="78877" name="Group 73">
            <a:extLst>
              <a:ext uri="{FF2B5EF4-FFF2-40B4-BE49-F238E27FC236}">
                <a16:creationId xmlns:a16="http://schemas.microsoft.com/office/drawing/2014/main" id="{D088843C-CDF8-6C4C-9A25-91D938EF4A40}"/>
              </a:ext>
            </a:extLst>
          </p:cNvPr>
          <p:cNvGrpSpPr>
            <a:grpSpLocks/>
          </p:cNvGrpSpPr>
          <p:nvPr/>
        </p:nvGrpSpPr>
        <p:grpSpPr bwMode="auto">
          <a:xfrm>
            <a:off x="2249091" y="2409825"/>
            <a:ext cx="161925" cy="647700"/>
            <a:chOff x="1429" y="164"/>
            <a:chExt cx="136" cy="544"/>
          </a:xfrm>
        </p:grpSpPr>
        <p:sp>
          <p:nvSpPr>
            <p:cNvPr id="221258" name="Rectangle 74">
              <a:extLst>
                <a:ext uri="{FF2B5EF4-FFF2-40B4-BE49-F238E27FC236}">
                  <a16:creationId xmlns:a16="http://schemas.microsoft.com/office/drawing/2014/main" id="{C4264AA6-2050-F345-BF8D-197EB804A0C1}"/>
                </a:ext>
              </a:extLst>
            </p:cNvPr>
            <p:cNvSpPr>
              <a:spLocks noChangeArrowheads="1"/>
            </p:cNvSpPr>
            <p:nvPr/>
          </p:nvSpPr>
          <p:spPr bwMode="auto">
            <a:xfrm>
              <a:off x="1429" y="527"/>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19</a:t>
              </a:r>
            </a:p>
          </p:txBody>
        </p:sp>
        <p:sp>
          <p:nvSpPr>
            <p:cNvPr id="221259" name="Rectangle 75">
              <a:extLst>
                <a:ext uri="{FF2B5EF4-FFF2-40B4-BE49-F238E27FC236}">
                  <a16:creationId xmlns:a16="http://schemas.microsoft.com/office/drawing/2014/main" id="{76332943-EB6C-6D4D-8AA4-8D21D1D37ED6}"/>
                </a:ext>
              </a:extLst>
            </p:cNvPr>
            <p:cNvSpPr>
              <a:spLocks noChangeArrowheads="1"/>
            </p:cNvSpPr>
            <p:nvPr/>
          </p:nvSpPr>
          <p:spPr bwMode="auto">
            <a:xfrm>
              <a:off x="1429" y="346"/>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20</a:t>
              </a:r>
            </a:p>
          </p:txBody>
        </p:sp>
        <p:sp>
          <p:nvSpPr>
            <p:cNvPr id="221260" name="Rectangle 76">
              <a:extLst>
                <a:ext uri="{FF2B5EF4-FFF2-40B4-BE49-F238E27FC236}">
                  <a16:creationId xmlns:a16="http://schemas.microsoft.com/office/drawing/2014/main" id="{608D4596-8E25-D84C-9C55-7AA89CC63AD3}"/>
                </a:ext>
              </a:extLst>
            </p:cNvPr>
            <p:cNvSpPr>
              <a:spLocks noChangeArrowheads="1"/>
            </p:cNvSpPr>
            <p:nvPr/>
          </p:nvSpPr>
          <p:spPr bwMode="auto">
            <a:xfrm>
              <a:off x="1429" y="164"/>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21</a:t>
              </a:r>
            </a:p>
          </p:txBody>
        </p:sp>
      </p:grpSp>
      <p:grpSp>
        <p:nvGrpSpPr>
          <p:cNvPr id="78878" name="Group 77">
            <a:extLst>
              <a:ext uri="{FF2B5EF4-FFF2-40B4-BE49-F238E27FC236}">
                <a16:creationId xmlns:a16="http://schemas.microsoft.com/office/drawing/2014/main" id="{C24C3A1C-A31E-F74F-8FB6-89D8CED989DF}"/>
              </a:ext>
            </a:extLst>
          </p:cNvPr>
          <p:cNvGrpSpPr>
            <a:grpSpLocks/>
          </p:cNvGrpSpPr>
          <p:nvPr/>
        </p:nvGrpSpPr>
        <p:grpSpPr bwMode="auto">
          <a:xfrm>
            <a:off x="6699647" y="3596879"/>
            <a:ext cx="323850" cy="215503"/>
            <a:chOff x="2789" y="1842"/>
            <a:chExt cx="272" cy="181"/>
          </a:xfrm>
        </p:grpSpPr>
        <p:sp>
          <p:nvSpPr>
            <p:cNvPr id="221262" name="Rectangle 78">
              <a:extLst>
                <a:ext uri="{FF2B5EF4-FFF2-40B4-BE49-F238E27FC236}">
                  <a16:creationId xmlns:a16="http://schemas.microsoft.com/office/drawing/2014/main" id="{0609C944-4D98-6C4C-803E-C84C40698F0D}"/>
                </a:ext>
              </a:extLst>
            </p:cNvPr>
            <p:cNvSpPr>
              <a:spLocks noChangeArrowheads="1"/>
            </p:cNvSpPr>
            <p:nvPr/>
          </p:nvSpPr>
          <p:spPr bwMode="auto">
            <a:xfrm>
              <a:off x="2925" y="1842"/>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4</a:t>
              </a:r>
            </a:p>
          </p:txBody>
        </p:sp>
        <p:sp>
          <p:nvSpPr>
            <p:cNvPr id="221263" name="Rectangle 79">
              <a:extLst>
                <a:ext uri="{FF2B5EF4-FFF2-40B4-BE49-F238E27FC236}">
                  <a16:creationId xmlns:a16="http://schemas.microsoft.com/office/drawing/2014/main" id="{4EAD0512-7171-AF49-B978-CC77F03EFF94}"/>
                </a:ext>
              </a:extLst>
            </p:cNvPr>
            <p:cNvSpPr>
              <a:spLocks noChangeArrowheads="1"/>
            </p:cNvSpPr>
            <p:nvPr/>
          </p:nvSpPr>
          <p:spPr bwMode="auto">
            <a:xfrm>
              <a:off x="2789" y="1842"/>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5</a:t>
              </a:r>
            </a:p>
          </p:txBody>
        </p:sp>
      </p:grpSp>
      <p:grpSp>
        <p:nvGrpSpPr>
          <p:cNvPr id="78879" name="Group 86">
            <a:extLst>
              <a:ext uri="{FF2B5EF4-FFF2-40B4-BE49-F238E27FC236}">
                <a16:creationId xmlns:a16="http://schemas.microsoft.com/office/drawing/2014/main" id="{EF4C6B2E-A6A1-0A45-A93C-AA6C2C262C72}"/>
              </a:ext>
            </a:extLst>
          </p:cNvPr>
          <p:cNvGrpSpPr>
            <a:grpSpLocks/>
          </p:cNvGrpSpPr>
          <p:nvPr/>
        </p:nvGrpSpPr>
        <p:grpSpPr bwMode="auto">
          <a:xfrm>
            <a:off x="2574131" y="4137423"/>
            <a:ext cx="647700" cy="215503"/>
            <a:chOff x="2200" y="1298"/>
            <a:chExt cx="544" cy="181"/>
          </a:xfrm>
        </p:grpSpPr>
        <p:sp>
          <p:nvSpPr>
            <p:cNvPr id="221271" name="Rectangle 87">
              <a:extLst>
                <a:ext uri="{FF2B5EF4-FFF2-40B4-BE49-F238E27FC236}">
                  <a16:creationId xmlns:a16="http://schemas.microsoft.com/office/drawing/2014/main" id="{64E30DED-FCB8-0841-A441-95B1032B20B1}"/>
                </a:ext>
              </a:extLst>
            </p:cNvPr>
            <p:cNvSpPr>
              <a:spLocks noChangeArrowheads="1"/>
            </p:cNvSpPr>
            <p:nvPr/>
          </p:nvSpPr>
          <p:spPr bwMode="auto">
            <a:xfrm>
              <a:off x="2200" y="1298"/>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13</a:t>
              </a:r>
            </a:p>
          </p:txBody>
        </p:sp>
        <p:sp>
          <p:nvSpPr>
            <p:cNvPr id="221272" name="Rectangle 88">
              <a:extLst>
                <a:ext uri="{FF2B5EF4-FFF2-40B4-BE49-F238E27FC236}">
                  <a16:creationId xmlns:a16="http://schemas.microsoft.com/office/drawing/2014/main" id="{DAD92552-D3A3-8841-90A7-ED7FDFDC2ED4}"/>
                </a:ext>
              </a:extLst>
            </p:cNvPr>
            <p:cNvSpPr>
              <a:spLocks noChangeArrowheads="1"/>
            </p:cNvSpPr>
            <p:nvPr/>
          </p:nvSpPr>
          <p:spPr bwMode="auto">
            <a:xfrm>
              <a:off x="2336" y="1298"/>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12</a:t>
              </a:r>
            </a:p>
          </p:txBody>
        </p:sp>
        <p:sp>
          <p:nvSpPr>
            <p:cNvPr id="221273" name="Rectangle 89">
              <a:extLst>
                <a:ext uri="{FF2B5EF4-FFF2-40B4-BE49-F238E27FC236}">
                  <a16:creationId xmlns:a16="http://schemas.microsoft.com/office/drawing/2014/main" id="{88C6009A-B586-8B4C-A965-05ECE2B0F648}"/>
                </a:ext>
              </a:extLst>
            </p:cNvPr>
            <p:cNvSpPr>
              <a:spLocks noChangeArrowheads="1"/>
            </p:cNvSpPr>
            <p:nvPr/>
          </p:nvSpPr>
          <p:spPr bwMode="auto">
            <a:xfrm>
              <a:off x="2472" y="1298"/>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11</a:t>
              </a:r>
            </a:p>
          </p:txBody>
        </p:sp>
        <p:sp>
          <p:nvSpPr>
            <p:cNvPr id="221274" name="Rectangle 90">
              <a:extLst>
                <a:ext uri="{FF2B5EF4-FFF2-40B4-BE49-F238E27FC236}">
                  <a16:creationId xmlns:a16="http://schemas.microsoft.com/office/drawing/2014/main" id="{B0E99314-6F42-3145-BE71-E6487017380B}"/>
                </a:ext>
              </a:extLst>
            </p:cNvPr>
            <p:cNvSpPr>
              <a:spLocks noChangeArrowheads="1"/>
            </p:cNvSpPr>
            <p:nvPr/>
          </p:nvSpPr>
          <p:spPr bwMode="auto">
            <a:xfrm>
              <a:off x="2608" y="1298"/>
              <a:ext cx="136" cy="181"/>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H</a:t>
              </a:r>
            </a:p>
          </p:txBody>
        </p:sp>
      </p:grpSp>
      <p:grpSp>
        <p:nvGrpSpPr>
          <p:cNvPr id="78880" name="Group 91">
            <a:extLst>
              <a:ext uri="{FF2B5EF4-FFF2-40B4-BE49-F238E27FC236}">
                <a16:creationId xmlns:a16="http://schemas.microsoft.com/office/drawing/2014/main" id="{5AFF15E6-BDF1-B84E-B69E-F7A539EFA836}"/>
              </a:ext>
            </a:extLst>
          </p:cNvPr>
          <p:cNvGrpSpPr>
            <a:grpSpLocks/>
          </p:cNvGrpSpPr>
          <p:nvPr/>
        </p:nvGrpSpPr>
        <p:grpSpPr bwMode="auto">
          <a:xfrm>
            <a:off x="4086225" y="4138612"/>
            <a:ext cx="323850" cy="215504"/>
            <a:chOff x="2290" y="482"/>
            <a:chExt cx="272" cy="181"/>
          </a:xfrm>
        </p:grpSpPr>
        <p:sp>
          <p:nvSpPr>
            <p:cNvPr id="221276" name="Rectangle 92">
              <a:extLst>
                <a:ext uri="{FF2B5EF4-FFF2-40B4-BE49-F238E27FC236}">
                  <a16:creationId xmlns:a16="http://schemas.microsoft.com/office/drawing/2014/main" id="{5CDC5BD8-AC34-F143-8058-588944A15DB3}"/>
                </a:ext>
              </a:extLst>
            </p:cNvPr>
            <p:cNvSpPr>
              <a:spLocks noChangeArrowheads="1"/>
            </p:cNvSpPr>
            <p:nvPr/>
          </p:nvSpPr>
          <p:spPr bwMode="auto">
            <a:xfrm>
              <a:off x="2290" y="482"/>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10</a:t>
              </a:r>
            </a:p>
          </p:txBody>
        </p:sp>
        <p:sp>
          <p:nvSpPr>
            <p:cNvPr id="221277" name="Rectangle 93">
              <a:extLst>
                <a:ext uri="{FF2B5EF4-FFF2-40B4-BE49-F238E27FC236}">
                  <a16:creationId xmlns:a16="http://schemas.microsoft.com/office/drawing/2014/main" id="{6E61023F-66F4-9144-80ED-961EEDE6185A}"/>
                </a:ext>
              </a:extLst>
            </p:cNvPr>
            <p:cNvSpPr>
              <a:spLocks noChangeArrowheads="1"/>
            </p:cNvSpPr>
            <p:nvPr/>
          </p:nvSpPr>
          <p:spPr bwMode="auto">
            <a:xfrm>
              <a:off x="2426" y="482"/>
              <a:ext cx="136" cy="181"/>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9</a:t>
              </a:r>
            </a:p>
          </p:txBody>
        </p:sp>
      </p:grpSp>
      <p:sp>
        <p:nvSpPr>
          <p:cNvPr id="221278" name="Rectangle 94">
            <a:extLst>
              <a:ext uri="{FF2B5EF4-FFF2-40B4-BE49-F238E27FC236}">
                <a16:creationId xmlns:a16="http://schemas.microsoft.com/office/drawing/2014/main" id="{31C01C4A-D885-294E-B290-5866BED840F4}"/>
              </a:ext>
            </a:extLst>
          </p:cNvPr>
          <p:cNvSpPr>
            <a:spLocks noChangeArrowheads="1"/>
          </p:cNvSpPr>
          <p:nvPr/>
        </p:nvSpPr>
        <p:spPr bwMode="auto">
          <a:xfrm>
            <a:off x="4410075" y="4138612"/>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H</a:t>
            </a:r>
          </a:p>
        </p:txBody>
      </p:sp>
      <p:sp>
        <p:nvSpPr>
          <p:cNvPr id="221279" name="AutoShape 95">
            <a:extLst>
              <a:ext uri="{FF2B5EF4-FFF2-40B4-BE49-F238E27FC236}">
                <a16:creationId xmlns:a16="http://schemas.microsoft.com/office/drawing/2014/main" id="{30039E13-F92D-3A40-BD94-8FABDC60C469}"/>
              </a:ext>
            </a:extLst>
          </p:cNvPr>
          <p:cNvSpPr>
            <a:spLocks noChangeArrowheads="1"/>
          </p:cNvSpPr>
          <p:nvPr/>
        </p:nvSpPr>
        <p:spPr bwMode="auto">
          <a:xfrm>
            <a:off x="3545681" y="3327797"/>
            <a:ext cx="1404938" cy="457200"/>
          </a:xfrm>
          <a:prstGeom prst="wedgeRoundRectCallout">
            <a:avLst>
              <a:gd name="adj1" fmla="val -73306"/>
              <a:gd name="adj2" fmla="val 126301"/>
              <a:gd name="adj3" fmla="val 16667"/>
            </a:avLst>
          </a:prstGeom>
          <a:solidFill>
            <a:srgbClr val="CCECFF"/>
          </a:solidFill>
          <a:ln w="9525">
            <a:solidFill>
              <a:schemeClr val="tx1"/>
            </a:solidFill>
            <a:miter lim="800000"/>
            <a:headEnd/>
            <a:tailEnd/>
          </a:ln>
          <a:effectLst>
            <a:outerShdw blurRad="63500" dist="38099" dir="2700000" algn="ctr" rotWithShape="0">
              <a:schemeClr val="bg2">
                <a:alpha val="74997"/>
              </a:schemeClr>
            </a:outerShdw>
          </a:effectLst>
        </p:spPr>
        <p:txBody>
          <a:bodyPr/>
          <a:lstStyle>
            <a:lvl1pPr>
              <a:spcBef>
                <a:spcPct val="20000"/>
              </a:spcBef>
              <a:buClr>
                <a:schemeClr val="folHlink"/>
              </a:buClr>
              <a:buSzPct val="60000"/>
              <a:buFont typeface="Wingdings" pitchFamily="2" charset="2"/>
              <a:buChar char="n"/>
              <a:defRPr sz="32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742950" indent="-285750">
              <a:spcBef>
                <a:spcPct val="20000"/>
              </a:spcBef>
              <a:buClr>
                <a:schemeClr val="hlink"/>
              </a:buClr>
              <a:buSzPct val="55000"/>
              <a:buFont typeface="Wingdings" pitchFamily="2" charset="2"/>
              <a:buChar char="n"/>
              <a:defRPr sz="2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1143000" indent="-228600">
              <a:spcBef>
                <a:spcPct val="20000"/>
              </a:spcBef>
              <a:buClr>
                <a:schemeClr val="folHlink"/>
              </a:buClr>
              <a:buSzPct val="50000"/>
              <a:buFont typeface="Wingdings" pitchFamily="2" charset="2"/>
              <a:buChar char="n"/>
              <a:defRPr sz="24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600200" indent="-228600">
              <a:spcBef>
                <a:spcPct val="20000"/>
              </a:spcBef>
              <a:buClr>
                <a:schemeClr val="accent2"/>
              </a:buClr>
              <a:buSzPct val="55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2057400" indent="-228600">
              <a:spcBef>
                <a:spcPct val="20000"/>
              </a:spcBef>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lgn="ctr" eaLnBrk="1" hangingPunct="1">
              <a:spcBef>
                <a:spcPct val="0"/>
              </a:spcBef>
              <a:buClrTx/>
              <a:buSzTx/>
              <a:buFontTx/>
              <a:buNone/>
            </a:pPr>
            <a:endParaRPr kumimoji="1" lang="zh-CN" altLang="zh-CN" sz="2100">
              <a:solidFill>
                <a:schemeClr val="folHlink"/>
              </a:solidFill>
              <a:ea typeface="宋体" panose="02010600030101010101" pitchFamily="2" charset="-122"/>
            </a:endParaRPr>
          </a:p>
        </p:txBody>
      </p:sp>
      <p:sp>
        <p:nvSpPr>
          <p:cNvPr id="221280" name="Text Box 96">
            <a:extLst>
              <a:ext uri="{FF2B5EF4-FFF2-40B4-BE49-F238E27FC236}">
                <a16:creationId xmlns:a16="http://schemas.microsoft.com/office/drawing/2014/main" id="{4BC35B81-D868-8E41-A5FC-023B64FC1422}"/>
              </a:ext>
            </a:extLst>
          </p:cNvPr>
          <p:cNvSpPr txBox="1">
            <a:spLocks noChangeArrowheads="1"/>
          </p:cNvSpPr>
          <p:nvPr/>
        </p:nvSpPr>
        <p:spPr bwMode="auto">
          <a:xfrm>
            <a:off x="3492468" y="3313510"/>
            <a:ext cx="1444691"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Times New Roman" panose="02020603050405020304" pitchFamily="18" charset="0"/>
              </a:rPr>
              <a:t>加上 </a:t>
            </a:r>
            <a:r>
              <a:rPr kumimoji="1" lang="en-US" altLang="zh-CN" sz="1350">
                <a:solidFill>
                  <a:schemeClr val="folHlink"/>
                </a:solidFill>
                <a:latin typeface="Times New Roman" panose="02020603050405020304" pitchFamily="18" charset="0"/>
              </a:rPr>
              <a:t>TCP </a:t>
            </a:r>
            <a:r>
              <a:rPr kumimoji="1" lang="zh-CN" altLang="en-US" sz="1350">
                <a:solidFill>
                  <a:schemeClr val="folHlink"/>
                </a:solidFill>
                <a:latin typeface="Times New Roman" panose="02020603050405020304" pitchFamily="18" charset="0"/>
              </a:rPr>
              <a:t>首部</a:t>
            </a:r>
          </a:p>
          <a:p>
            <a:pPr algn="ctr" eaLnBrk="1" hangingPunct="1">
              <a:defRPr/>
            </a:pPr>
            <a:r>
              <a:rPr kumimoji="1" lang="zh-CN" altLang="en-US" sz="1350">
                <a:solidFill>
                  <a:schemeClr val="folHlink"/>
                </a:solidFill>
                <a:latin typeface="Times New Roman" panose="02020603050405020304" pitchFamily="18" charset="0"/>
              </a:rPr>
              <a:t>构成 </a:t>
            </a:r>
            <a:r>
              <a:rPr kumimoji="1" lang="en-US" altLang="zh-CN" sz="1350">
                <a:solidFill>
                  <a:schemeClr val="folHlink"/>
                </a:solidFill>
                <a:latin typeface="Times New Roman" panose="02020603050405020304" pitchFamily="18" charset="0"/>
              </a:rPr>
              <a:t>TCP </a:t>
            </a:r>
            <a:r>
              <a:rPr kumimoji="1" lang="zh-CN" altLang="en-US" sz="1350">
                <a:solidFill>
                  <a:schemeClr val="folHlink"/>
                </a:solidFill>
                <a:latin typeface="Times New Roman" panose="02020603050405020304" pitchFamily="18" charset="0"/>
              </a:rPr>
              <a:t>报文段</a:t>
            </a:r>
          </a:p>
        </p:txBody>
      </p:sp>
      <p:sp>
        <p:nvSpPr>
          <p:cNvPr id="221281" name="Line 97">
            <a:extLst>
              <a:ext uri="{FF2B5EF4-FFF2-40B4-BE49-F238E27FC236}">
                <a16:creationId xmlns:a16="http://schemas.microsoft.com/office/drawing/2014/main" id="{26DCAF5E-17D3-0D47-A4C9-152A5006B676}"/>
              </a:ext>
            </a:extLst>
          </p:cNvPr>
          <p:cNvSpPr>
            <a:spLocks noChangeShapeType="1"/>
          </p:cNvSpPr>
          <p:nvPr/>
        </p:nvSpPr>
        <p:spPr bwMode="auto">
          <a:xfrm>
            <a:off x="2484835" y="2526507"/>
            <a:ext cx="0" cy="432197"/>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221282" name="Line 98">
            <a:extLst>
              <a:ext uri="{FF2B5EF4-FFF2-40B4-BE49-F238E27FC236}">
                <a16:creationId xmlns:a16="http://schemas.microsoft.com/office/drawing/2014/main" id="{D9BF630A-55E4-1045-8FCE-7F297DC090BE}"/>
              </a:ext>
            </a:extLst>
          </p:cNvPr>
          <p:cNvSpPr>
            <a:spLocks noChangeShapeType="1"/>
          </p:cNvSpPr>
          <p:nvPr/>
        </p:nvSpPr>
        <p:spPr bwMode="auto">
          <a:xfrm flipV="1">
            <a:off x="7185422" y="2571751"/>
            <a:ext cx="0" cy="432197"/>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221283" name="Text Box 99">
            <a:extLst>
              <a:ext uri="{FF2B5EF4-FFF2-40B4-BE49-F238E27FC236}">
                <a16:creationId xmlns:a16="http://schemas.microsoft.com/office/drawing/2014/main" id="{C9589080-DE1C-8442-BAF3-E4C4439C293D}"/>
              </a:ext>
            </a:extLst>
          </p:cNvPr>
          <p:cNvSpPr txBox="1">
            <a:spLocks noChangeArrowheads="1"/>
          </p:cNvSpPr>
          <p:nvPr/>
        </p:nvSpPr>
        <p:spPr bwMode="auto">
          <a:xfrm>
            <a:off x="1474186" y="3302794"/>
            <a:ext cx="502061" cy="300082"/>
          </a:xfrm>
          <a:prstGeom prst="rect">
            <a:avLst/>
          </a:prstGeom>
          <a:noFill/>
          <a:ln>
            <a:noFill/>
          </a:ln>
          <a:effectLst/>
        </p:spPr>
        <p:txBody>
          <a:bodyPr wrap="none">
            <a:spAutoFit/>
          </a:bodyPr>
          <a:lstStyle/>
          <a:p>
            <a:pPr algn="ctr" eaLnBrk="1" hangingPunct="1">
              <a:defRPr/>
            </a:pPr>
            <a:r>
              <a:rPr kumimoji="1" lang="en-US" altLang="zh-CN" sz="1350">
                <a:solidFill>
                  <a:schemeClr val="folHlink"/>
                </a:solidFill>
                <a:latin typeface="Times New Roman" charset="0"/>
                <a:ea typeface="黑体" charset="-122"/>
              </a:rPr>
              <a:t>TCP</a:t>
            </a:r>
          </a:p>
        </p:txBody>
      </p:sp>
      <p:sp>
        <p:nvSpPr>
          <p:cNvPr id="221284" name="Text Box 100">
            <a:extLst>
              <a:ext uri="{FF2B5EF4-FFF2-40B4-BE49-F238E27FC236}">
                <a16:creationId xmlns:a16="http://schemas.microsoft.com/office/drawing/2014/main" id="{AC500337-F055-1544-A9B7-2FF9A048F385}"/>
              </a:ext>
            </a:extLst>
          </p:cNvPr>
          <p:cNvSpPr txBox="1">
            <a:spLocks noChangeArrowheads="1"/>
          </p:cNvSpPr>
          <p:nvPr/>
        </p:nvSpPr>
        <p:spPr bwMode="auto">
          <a:xfrm>
            <a:off x="6185489" y="3309937"/>
            <a:ext cx="502061" cy="300082"/>
          </a:xfrm>
          <a:prstGeom prst="rect">
            <a:avLst/>
          </a:prstGeom>
          <a:noFill/>
          <a:ln>
            <a:noFill/>
          </a:ln>
          <a:effectLst/>
        </p:spPr>
        <p:txBody>
          <a:bodyPr wrap="none">
            <a:spAutoFit/>
          </a:bodyPr>
          <a:lstStyle/>
          <a:p>
            <a:pPr algn="ctr" eaLnBrk="1" hangingPunct="1">
              <a:defRPr/>
            </a:pPr>
            <a:r>
              <a:rPr kumimoji="1" lang="en-US" altLang="zh-CN" sz="1350">
                <a:solidFill>
                  <a:schemeClr val="folHlink"/>
                </a:solidFill>
                <a:latin typeface="Times New Roman" charset="0"/>
                <a:ea typeface="黑体" charset="-122"/>
              </a:rPr>
              <a:t>TCP</a:t>
            </a:r>
          </a:p>
        </p:txBody>
      </p:sp>
      <p:sp>
        <p:nvSpPr>
          <p:cNvPr id="221285" name="Text Box 101">
            <a:extLst>
              <a:ext uri="{FF2B5EF4-FFF2-40B4-BE49-F238E27FC236}">
                <a16:creationId xmlns:a16="http://schemas.microsoft.com/office/drawing/2014/main" id="{A8CCC1AD-7263-BD4B-AA99-0E5E9C63F821}"/>
              </a:ext>
            </a:extLst>
          </p:cNvPr>
          <p:cNvSpPr txBox="1">
            <a:spLocks noChangeArrowheads="1"/>
          </p:cNvSpPr>
          <p:nvPr/>
        </p:nvSpPr>
        <p:spPr bwMode="auto">
          <a:xfrm>
            <a:off x="2465785" y="2334816"/>
            <a:ext cx="704039"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Times New Roman" panose="02020603050405020304" pitchFamily="18" charset="0"/>
              </a:rPr>
              <a:t>字节流</a:t>
            </a:r>
          </a:p>
        </p:txBody>
      </p:sp>
      <p:sp>
        <p:nvSpPr>
          <p:cNvPr id="221286" name="Text Box 102">
            <a:extLst>
              <a:ext uri="{FF2B5EF4-FFF2-40B4-BE49-F238E27FC236}">
                <a16:creationId xmlns:a16="http://schemas.microsoft.com/office/drawing/2014/main" id="{7B68BF6E-6979-BA45-9930-60E320F5F7FB}"/>
              </a:ext>
            </a:extLst>
          </p:cNvPr>
          <p:cNvSpPr txBox="1">
            <a:spLocks noChangeArrowheads="1"/>
          </p:cNvSpPr>
          <p:nvPr/>
        </p:nvSpPr>
        <p:spPr bwMode="auto">
          <a:xfrm>
            <a:off x="7129463" y="2334816"/>
            <a:ext cx="704039"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Times New Roman" panose="02020603050405020304" pitchFamily="18" charset="0"/>
              </a:rPr>
              <a:t>字节流</a:t>
            </a:r>
          </a:p>
        </p:txBody>
      </p:sp>
      <p:sp>
        <p:nvSpPr>
          <p:cNvPr id="221287" name="Rectangle 103">
            <a:extLst>
              <a:ext uri="{FF2B5EF4-FFF2-40B4-BE49-F238E27FC236}">
                <a16:creationId xmlns:a16="http://schemas.microsoft.com/office/drawing/2014/main" id="{E9138130-B88C-3A4F-8C94-24EACB9CAE75}"/>
              </a:ext>
            </a:extLst>
          </p:cNvPr>
          <p:cNvSpPr>
            <a:spLocks noChangeArrowheads="1"/>
          </p:cNvSpPr>
          <p:nvPr/>
        </p:nvSpPr>
        <p:spPr bwMode="auto">
          <a:xfrm>
            <a:off x="3707606" y="1815704"/>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H</a:t>
            </a:r>
          </a:p>
        </p:txBody>
      </p:sp>
      <p:sp>
        <p:nvSpPr>
          <p:cNvPr id="221288" name="Text Box 104">
            <a:extLst>
              <a:ext uri="{FF2B5EF4-FFF2-40B4-BE49-F238E27FC236}">
                <a16:creationId xmlns:a16="http://schemas.microsoft.com/office/drawing/2014/main" id="{6A8257D1-0FC7-BC4E-84B3-4C2CE8E9E7DA}"/>
              </a:ext>
            </a:extLst>
          </p:cNvPr>
          <p:cNvSpPr txBox="1">
            <a:spLocks noChangeArrowheads="1"/>
          </p:cNvSpPr>
          <p:nvPr/>
        </p:nvSpPr>
        <p:spPr bwMode="auto">
          <a:xfrm>
            <a:off x="3924300" y="1797844"/>
            <a:ext cx="196406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Times New Roman" panose="02020603050405020304" pitchFamily="18" charset="0"/>
              </a:rPr>
              <a:t>表示 </a:t>
            </a:r>
            <a:r>
              <a:rPr kumimoji="1" lang="en-US" altLang="zh-CN" sz="1350">
                <a:solidFill>
                  <a:schemeClr val="folHlink"/>
                </a:solidFill>
                <a:latin typeface="Times New Roman" panose="02020603050405020304" pitchFamily="18" charset="0"/>
              </a:rPr>
              <a:t>TCP </a:t>
            </a:r>
            <a:r>
              <a:rPr kumimoji="1" lang="zh-CN" altLang="en-US" sz="1350">
                <a:solidFill>
                  <a:schemeClr val="folHlink"/>
                </a:solidFill>
                <a:latin typeface="Times New Roman" panose="02020603050405020304" pitchFamily="18" charset="0"/>
              </a:rPr>
              <a:t>报文段的首部</a:t>
            </a:r>
          </a:p>
        </p:txBody>
      </p:sp>
      <p:sp>
        <p:nvSpPr>
          <p:cNvPr id="221289" name="Rectangle 105">
            <a:extLst>
              <a:ext uri="{FF2B5EF4-FFF2-40B4-BE49-F238E27FC236}">
                <a16:creationId xmlns:a16="http://schemas.microsoft.com/office/drawing/2014/main" id="{FAC32D06-28D3-4F47-87D0-7403A28EC7EC}"/>
              </a:ext>
            </a:extLst>
          </p:cNvPr>
          <p:cNvSpPr>
            <a:spLocks noChangeArrowheads="1"/>
          </p:cNvSpPr>
          <p:nvPr/>
        </p:nvSpPr>
        <p:spPr bwMode="auto">
          <a:xfrm>
            <a:off x="3707606" y="2139554"/>
            <a:ext cx="161925" cy="215503"/>
          </a:xfrm>
          <a:prstGeom prst="rect">
            <a:avLst/>
          </a:prstGeom>
          <a:solidFill>
            <a:srgbClr val="66FFCC"/>
          </a:solidFill>
          <a:ln w="9525">
            <a:solidFill>
              <a:schemeClr val="tx1"/>
            </a:solidFill>
            <a:miter lim="800000"/>
            <a:headEnd/>
            <a:tailEnd/>
          </a:ln>
          <a:effectLst/>
        </p:spPr>
        <p:txBody>
          <a:bodyPr wrap="none" anchor="ctr"/>
          <a:lstStyle/>
          <a:p>
            <a:pPr algn="ctr" eaLnBrk="1" hangingPunct="1">
              <a:defRPr/>
            </a:pPr>
            <a:r>
              <a:rPr kumimoji="1" lang="en-US" altLang="zh-CN" sz="1350">
                <a:solidFill>
                  <a:schemeClr val="folHlink"/>
                </a:solidFill>
                <a:latin typeface="Times New Roman" charset="0"/>
                <a:ea typeface="黑体" charset="-122"/>
              </a:rPr>
              <a:t>x</a:t>
            </a:r>
          </a:p>
        </p:txBody>
      </p:sp>
      <p:sp>
        <p:nvSpPr>
          <p:cNvPr id="221290" name="Text Box 106">
            <a:extLst>
              <a:ext uri="{FF2B5EF4-FFF2-40B4-BE49-F238E27FC236}">
                <a16:creationId xmlns:a16="http://schemas.microsoft.com/office/drawing/2014/main" id="{56FBB5CC-A5D9-9848-A12B-8702CD739357}"/>
              </a:ext>
            </a:extLst>
          </p:cNvPr>
          <p:cNvSpPr txBox="1">
            <a:spLocks noChangeArrowheads="1"/>
          </p:cNvSpPr>
          <p:nvPr/>
        </p:nvSpPr>
        <p:spPr bwMode="auto">
          <a:xfrm>
            <a:off x="3924300" y="2121694"/>
            <a:ext cx="208903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Times New Roman" panose="02020603050405020304" pitchFamily="18" charset="0"/>
              </a:rPr>
              <a:t>表示序号为 </a:t>
            </a:r>
            <a:r>
              <a:rPr kumimoji="1" lang="en-US" altLang="zh-CN" sz="1350">
                <a:solidFill>
                  <a:schemeClr val="folHlink"/>
                </a:solidFill>
                <a:latin typeface="Times New Roman" panose="02020603050405020304" pitchFamily="18" charset="0"/>
              </a:rPr>
              <a:t>x </a:t>
            </a:r>
            <a:r>
              <a:rPr kumimoji="1" lang="zh-CN" altLang="en-US" sz="1350">
                <a:solidFill>
                  <a:schemeClr val="folHlink"/>
                </a:solidFill>
                <a:latin typeface="Times New Roman" panose="02020603050405020304" pitchFamily="18" charset="0"/>
              </a:rPr>
              <a:t>的数据字节</a:t>
            </a:r>
          </a:p>
        </p:txBody>
      </p:sp>
      <p:sp>
        <p:nvSpPr>
          <p:cNvPr id="221292" name="AutoShape 108">
            <a:extLst>
              <a:ext uri="{FF2B5EF4-FFF2-40B4-BE49-F238E27FC236}">
                <a16:creationId xmlns:a16="http://schemas.microsoft.com/office/drawing/2014/main" id="{9A4831D8-9D8E-CA41-80D3-60D383DC28CB}"/>
              </a:ext>
            </a:extLst>
          </p:cNvPr>
          <p:cNvSpPr>
            <a:spLocks noChangeArrowheads="1"/>
          </p:cNvSpPr>
          <p:nvPr/>
        </p:nvSpPr>
        <p:spPr bwMode="auto">
          <a:xfrm rot="16200000">
            <a:off x="4382691" y="2274094"/>
            <a:ext cx="270272" cy="4537472"/>
          </a:xfrm>
          <a:prstGeom prst="can">
            <a:avLst>
              <a:gd name="adj" fmla="val 28603"/>
            </a:avLst>
          </a:prstGeom>
          <a:gradFill rotWithShape="1">
            <a:gsLst>
              <a:gs pos="0">
                <a:srgbClr val="FFFF00">
                  <a:gamma/>
                  <a:shade val="57647"/>
                  <a:invGamma/>
                </a:srgbClr>
              </a:gs>
              <a:gs pos="50000">
                <a:srgbClr val="FFFF00"/>
              </a:gs>
              <a:gs pos="100000">
                <a:srgbClr val="FFFF00">
                  <a:gamma/>
                  <a:shade val="57647"/>
                  <a:invGamma/>
                </a:srgbClr>
              </a:gs>
            </a:gsLst>
            <a:lin ang="0" scaled="1"/>
          </a:gra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21293" name="Text Box 109">
            <a:extLst>
              <a:ext uri="{FF2B5EF4-FFF2-40B4-BE49-F238E27FC236}">
                <a16:creationId xmlns:a16="http://schemas.microsoft.com/office/drawing/2014/main" id="{05A4666A-AD27-FA46-A66D-F525885618D9}"/>
              </a:ext>
            </a:extLst>
          </p:cNvPr>
          <p:cNvSpPr txBox="1">
            <a:spLocks noChangeArrowheads="1"/>
          </p:cNvSpPr>
          <p:nvPr/>
        </p:nvSpPr>
        <p:spPr bwMode="auto">
          <a:xfrm>
            <a:off x="3968677" y="4389835"/>
            <a:ext cx="885179"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Times New Roman" panose="02020603050405020304" pitchFamily="18" charset="0"/>
              </a:rPr>
              <a:t>TCP </a:t>
            </a:r>
            <a:r>
              <a:rPr kumimoji="1" lang="zh-CN" altLang="en-US" sz="1350">
                <a:solidFill>
                  <a:schemeClr val="folHlink"/>
                </a:solidFill>
                <a:latin typeface="Times New Roman" panose="02020603050405020304" pitchFamily="18" charset="0"/>
              </a:rPr>
              <a:t>连接</a:t>
            </a:r>
          </a:p>
        </p:txBody>
      </p:sp>
      <p:sp>
        <p:nvSpPr>
          <p:cNvPr id="221294" name="Freeform 110">
            <a:extLst>
              <a:ext uri="{FF2B5EF4-FFF2-40B4-BE49-F238E27FC236}">
                <a16:creationId xmlns:a16="http://schemas.microsoft.com/office/drawing/2014/main" id="{CF4372B1-B8D1-614A-9156-D61A23665EBE}"/>
              </a:ext>
            </a:extLst>
          </p:cNvPr>
          <p:cNvSpPr>
            <a:spLocks/>
          </p:cNvSpPr>
          <p:nvPr/>
        </p:nvSpPr>
        <p:spPr bwMode="auto">
          <a:xfrm>
            <a:off x="2147888" y="3867151"/>
            <a:ext cx="150019" cy="669131"/>
          </a:xfrm>
          <a:custGeom>
            <a:avLst/>
            <a:gdLst>
              <a:gd name="T0" fmla="*/ 0 w 108"/>
              <a:gd name="T1" fmla="*/ 0 h 590"/>
              <a:gd name="T2" fmla="*/ 0 w 108"/>
              <a:gd name="T3" fmla="*/ 892175 h 590"/>
              <a:gd name="T4" fmla="*/ 200025 w 108"/>
              <a:gd name="T5" fmla="*/ 887639 h 590"/>
              <a:gd name="T6" fmla="*/ 0 60000 65536"/>
              <a:gd name="T7" fmla="*/ 0 60000 65536"/>
              <a:gd name="T8" fmla="*/ 0 60000 65536"/>
            </a:gdLst>
            <a:ahLst/>
            <a:cxnLst>
              <a:cxn ang="T6">
                <a:pos x="T0" y="T1"/>
              </a:cxn>
              <a:cxn ang="T7">
                <a:pos x="T2" y="T3"/>
              </a:cxn>
              <a:cxn ang="T8">
                <a:pos x="T4" y="T5"/>
              </a:cxn>
            </a:cxnLst>
            <a:rect l="0" t="0" r="r" b="b"/>
            <a:pathLst>
              <a:path w="108" h="590">
                <a:moveTo>
                  <a:pt x="0" y="0"/>
                </a:moveTo>
                <a:lnTo>
                  <a:pt x="0" y="590"/>
                </a:lnTo>
                <a:lnTo>
                  <a:pt x="108" y="587"/>
                </a:lnTo>
              </a:path>
            </a:pathLst>
          </a:custGeom>
          <a:noFill/>
          <a:ln w="28575" cap="flat" cmpd="sng">
            <a:solidFill>
              <a:schemeClr val="tx1"/>
            </a:solidFill>
            <a:prstDash val="solid"/>
            <a:round/>
            <a:headEnd/>
            <a:tailEnd/>
          </a:ln>
          <a:effectLst/>
        </p:spPr>
        <p:txBody>
          <a:bodyPr/>
          <a:lstStyle/>
          <a:p>
            <a:pPr>
              <a:defRPr/>
            </a:pPr>
            <a:endParaRPr lang="zh-CN" altLang="en-US"/>
          </a:p>
        </p:txBody>
      </p:sp>
      <p:sp>
        <p:nvSpPr>
          <p:cNvPr id="2" name="幻灯片编号占位符 1">
            <a:extLst>
              <a:ext uri="{FF2B5EF4-FFF2-40B4-BE49-F238E27FC236}">
                <a16:creationId xmlns:a16="http://schemas.microsoft.com/office/drawing/2014/main" id="{0E220903-B589-8D4D-BB35-7CE54AF6B6FB}"/>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F434E25-7E0C-6844-BECF-9A1D3A0F962A}" type="slidenum">
              <a:rPr lang="en-US" altLang="zh-CN" sz="1050"/>
              <a:pPr>
                <a:defRPr/>
              </a:pPr>
              <a:t>31</a:t>
            </a:fld>
            <a:endParaRPr lang="en-US" altLang="zh-CN" sz="1050"/>
          </a:p>
        </p:txBody>
      </p:sp>
    </p:spTree>
    <p:extLst>
      <p:ext uri="{BB962C8B-B14F-4D97-AF65-F5344CB8AC3E}">
        <p14:creationId xmlns:p14="http://schemas.microsoft.com/office/powerpoint/2010/main" val="31901926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202" name="Rectangle 2">
            <a:extLst>
              <a:ext uri="{FF2B5EF4-FFF2-40B4-BE49-F238E27FC236}">
                <a16:creationId xmlns:a16="http://schemas.microsoft.com/office/drawing/2014/main" id="{1F4FDE6E-D20B-FD41-AADB-EFF65223702A}"/>
              </a:ext>
            </a:extLst>
          </p:cNvPr>
          <p:cNvSpPr>
            <a:spLocks noGrp="1" noChangeArrowheads="1"/>
          </p:cNvSpPr>
          <p:nvPr>
            <p:ph type="title"/>
          </p:nvPr>
        </p:nvSpPr>
        <p:spPr>
          <a:xfrm>
            <a:off x="181928" y="250031"/>
            <a:ext cx="5212556" cy="574120"/>
          </a:xfrm>
        </p:spPr>
        <p:txBody>
          <a:bodyPr/>
          <a:lstStyle/>
          <a:p>
            <a:pPr eaLnBrk="1" hangingPunct="1">
              <a:defRPr/>
            </a:pPr>
            <a:r>
              <a:rPr lang="zh-CN" altLang="en-US" sz="3000" dirty="0">
                <a:ea typeface="宋体" panose="02010600030101010101" pitchFamily="2" charset="-122"/>
              </a:rPr>
              <a:t>应当注意</a:t>
            </a:r>
          </a:p>
        </p:txBody>
      </p:sp>
      <p:sp>
        <p:nvSpPr>
          <p:cNvPr id="691203" name="Rectangle 3">
            <a:extLst>
              <a:ext uri="{FF2B5EF4-FFF2-40B4-BE49-F238E27FC236}">
                <a16:creationId xmlns:a16="http://schemas.microsoft.com/office/drawing/2014/main" id="{5EC071A6-7141-0C40-8989-201E75C3BBC6}"/>
              </a:ext>
            </a:extLst>
          </p:cNvPr>
          <p:cNvSpPr>
            <a:spLocks noGrp="1" noChangeArrowheads="1"/>
          </p:cNvSpPr>
          <p:nvPr>
            <p:ph type="body" idx="1"/>
          </p:nvPr>
        </p:nvSpPr>
        <p:spPr>
          <a:xfrm>
            <a:off x="181928" y="1006079"/>
            <a:ext cx="8744901" cy="3887390"/>
          </a:xfrm>
        </p:spPr>
        <p:txBody>
          <a:bodyPr/>
          <a:lstStyle/>
          <a:p>
            <a:pPr eaLnBrk="1" hangingPunct="1">
              <a:defRPr/>
            </a:pPr>
            <a:r>
              <a:rPr lang="en-US" altLang="zh-CN" sz="2100" dirty="0">
                <a:ea typeface="宋体" panose="02010600030101010101" pitchFamily="2" charset="-122"/>
              </a:rPr>
              <a:t>TCP </a:t>
            </a:r>
            <a:r>
              <a:rPr lang="zh-CN" altLang="en-US" sz="2100" dirty="0">
                <a:ea typeface="宋体" panose="02010600030101010101" pitchFamily="2" charset="-122"/>
              </a:rPr>
              <a:t>连接是一条</a:t>
            </a:r>
            <a:r>
              <a:rPr lang="zh-CN" altLang="en-US" sz="2100" dirty="0">
                <a:solidFill>
                  <a:srgbClr val="C00000"/>
                </a:solidFill>
                <a:ea typeface="宋体" panose="02010600030101010101" pitchFamily="2" charset="-122"/>
              </a:rPr>
              <a:t>虚连接</a:t>
            </a:r>
            <a:r>
              <a:rPr lang="zh-CN" altLang="en-US" sz="2100" dirty="0">
                <a:ea typeface="宋体" panose="02010600030101010101" pitchFamily="2" charset="-122"/>
              </a:rPr>
              <a:t>而</a:t>
            </a:r>
            <a:r>
              <a:rPr lang="zh-CN" altLang="en-US" sz="2100" dirty="0">
                <a:solidFill>
                  <a:srgbClr val="C00000"/>
                </a:solidFill>
                <a:ea typeface="宋体" panose="02010600030101010101" pitchFamily="2" charset="-122"/>
              </a:rPr>
              <a:t>不是</a:t>
            </a:r>
            <a:r>
              <a:rPr lang="zh-CN" altLang="en-US" sz="2100" dirty="0">
                <a:ea typeface="宋体" panose="02010600030101010101" pitchFamily="2" charset="-122"/>
              </a:rPr>
              <a:t>一条真正的物理连接。</a:t>
            </a:r>
          </a:p>
          <a:p>
            <a:pPr eaLnBrk="1" hangingPunct="1">
              <a:defRPr/>
            </a:pPr>
            <a:r>
              <a:rPr lang="en-US" altLang="zh-CN" sz="2100" dirty="0">
                <a:ea typeface="宋体" panose="02010600030101010101" pitchFamily="2" charset="-122"/>
              </a:rPr>
              <a:t>TCP </a:t>
            </a:r>
            <a:r>
              <a:rPr lang="zh-CN" altLang="en-US" sz="2100" dirty="0">
                <a:ea typeface="宋体" panose="02010600030101010101" pitchFamily="2" charset="-122"/>
              </a:rPr>
              <a:t>对应用进程一次把多长的报文发送到</a:t>
            </a:r>
            <a:r>
              <a:rPr lang="en-US" altLang="zh-CN" sz="2100" dirty="0">
                <a:ea typeface="宋体" panose="02010600030101010101" pitchFamily="2" charset="-122"/>
              </a:rPr>
              <a:t>TCP </a:t>
            </a:r>
            <a:r>
              <a:rPr lang="zh-CN" altLang="en-US" sz="2100" dirty="0">
                <a:ea typeface="宋体" panose="02010600030101010101" pitchFamily="2" charset="-122"/>
              </a:rPr>
              <a:t>的缓存中是不关心的。</a:t>
            </a:r>
          </a:p>
          <a:p>
            <a:pPr eaLnBrk="1" hangingPunct="1">
              <a:defRPr/>
            </a:pPr>
            <a:r>
              <a:rPr lang="en-US" altLang="zh-CN" sz="2100" dirty="0">
                <a:ea typeface="宋体" panose="02010600030101010101" pitchFamily="2" charset="-122"/>
              </a:rPr>
              <a:t>TCP </a:t>
            </a:r>
            <a:r>
              <a:rPr lang="zh-CN" altLang="en-US" sz="2100" dirty="0">
                <a:ea typeface="宋体" panose="02010600030101010101" pitchFamily="2" charset="-122"/>
              </a:rPr>
              <a:t>根据对方给出的窗口值和当前网络拥塞的程度来决定一个报文段应包含多少个字节（</a:t>
            </a:r>
            <a:r>
              <a:rPr lang="en-US" altLang="zh-CN" sz="2100" dirty="0">
                <a:ea typeface="宋体" panose="02010600030101010101" pitchFamily="2" charset="-122"/>
              </a:rPr>
              <a:t>UDP </a:t>
            </a:r>
            <a:r>
              <a:rPr lang="zh-CN" altLang="en-US" sz="2100" dirty="0">
                <a:ea typeface="宋体" panose="02010600030101010101" pitchFamily="2" charset="-122"/>
              </a:rPr>
              <a:t>发送的报文长度是应用进程给出的）。</a:t>
            </a:r>
          </a:p>
          <a:p>
            <a:pPr eaLnBrk="1" hangingPunct="1">
              <a:defRPr/>
            </a:pPr>
            <a:r>
              <a:rPr lang="en-US" altLang="zh-CN" sz="2100" dirty="0">
                <a:ea typeface="宋体" panose="02010600030101010101" pitchFamily="2" charset="-122"/>
              </a:rPr>
              <a:t>TCP </a:t>
            </a:r>
            <a:r>
              <a:rPr lang="zh-CN" altLang="en-US" sz="2100" dirty="0">
                <a:ea typeface="宋体" panose="02010600030101010101" pitchFamily="2" charset="-122"/>
              </a:rPr>
              <a:t>可把太长的数据块划分短一些再传送。</a:t>
            </a:r>
            <a:r>
              <a:rPr lang="en-US" altLang="zh-CN" sz="2100" dirty="0">
                <a:ea typeface="宋体" panose="02010600030101010101" pitchFamily="2" charset="-122"/>
              </a:rPr>
              <a:t>TCP </a:t>
            </a:r>
            <a:r>
              <a:rPr lang="zh-CN" altLang="en-US" sz="2100" dirty="0">
                <a:ea typeface="宋体" panose="02010600030101010101" pitchFamily="2" charset="-122"/>
              </a:rPr>
              <a:t>也可等待积累有足够多的字节后再构成报文段发送出去。 </a:t>
            </a:r>
          </a:p>
        </p:txBody>
      </p:sp>
      <p:sp>
        <p:nvSpPr>
          <p:cNvPr id="2" name="幻灯片编号占位符 1">
            <a:extLst>
              <a:ext uri="{FF2B5EF4-FFF2-40B4-BE49-F238E27FC236}">
                <a16:creationId xmlns:a16="http://schemas.microsoft.com/office/drawing/2014/main" id="{AC6D76FB-2EA9-0E47-9248-68C90747FE91}"/>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719192F-C5E5-D247-A6E2-C1695177D416}" type="slidenum">
              <a:rPr lang="en-US" altLang="zh-CN" sz="1050"/>
              <a:pPr>
                <a:defRPr/>
              </a:pPr>
              <a:t>32</a:t>
            </a:fld>
            <a:endParaRPr lang="en-US" altLang="zh-CN" sz="1050"/>
          </a:p>
        </p:txBody>
      </p:sp>
    </p:spTree>
    <p:extLst>
      <p:ext uri="{BB962C8B-B14F-4D97-AF65-F5344CB8AC3E}">
        <p14:creationId xmlns:p14="http://schemas.microsoft.com/office/powerpoint/2010/main" val="26028383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250" name="Rectangle 2">
            <a:extLst>
              <a:ext uri="{FF2B5EF4-FFF2-40B4-BE49-F238E27FC236}">
                <a16:creationId xmlns:a16="http://schemas.microsoft.com/office/drawing/2014/main" id="{97F6F90B-03E6-2D49-8B78-3124A3EDA1BB}"/>
              </a:ext>
            </a:extLst>
          </p:cNvPr>
          <p:cNvSpPr>
            <a:spLocks noGrp="1" noChangeArrowheads="1"/>
          </p:cNvSpPr>
          <p:nvPr>
            <p:ph type="title"/>
          </p:nvPr>
        </p:nvSpPr>
        <p:spPr>
          <a:xfrm>
            <a:off x="160021" y="303610"/>
            <a:ext cx="7193280" cy="551259"/>
          </a:xfrm>
        </p:spPr>
        <p:txBody>
          <a:bodyPr/>
          <a:lstStyle/>
          <a:p>
            <a:pPr eaLnBrk="1" hangingPunct="1">
              <a:defRPr/>
            </a:pPr>
            <a:r>
              <a:rPr lang="en-US" altLang="zh-CN" sz="3000" dirty="0">
                <a:ea typeface="宋体" panose="02010600030101010101" pitchFamily="2" charset="-122"/>
              </a:rPr>
              <a:t>5.3.2  TCP </a:t>
            </a:r>
            <a:r>
              <a:rPr lang="zh-CN" altLang="en-US" sz="3000" dirty="0">
                <a:ea typeface="宋体" panose="02010600030101010101" pitchFamily="2" charset="-122"/>
              </a:rPr>
              <a:t>的连接 </a:t>
            </a:r>
          </a:p>
        </p:txBody>
      </p:sp>
      <p:sp>
        <p:nvSpPr>
          <p:cNvPr id="693251" name="Rectangle 3">
            <a:extLst>
              <a:ext uri="{FF2B5EF4-FFF2-40B4-BE49-F238E27FC236}">
                <a16:creationId xmlns:a16="http://schemas.microsoft.com/office/drawing/2014/main" id="{998A909C-0D00-8446-B179-8CC2F619374D}"/>
              </a:ext>
            </a:extLst>
          </p:cNvPr>
          <p:cNvSpPr>
            <a:spLocks noGrp="1" noChangeArrowheads="1"/>
          </p:cNvSpPr>
          <p:nvPr>
            <p:ph type="body" idx="1"/>
          </p:nvPr>
        </p:nvSpPr>
        <p:spPr>
          <a:xfrm>
            <a:off x="262890" y="1059656"/>
            <a:ext cx="8595360" cy="3509963"/>
          </a:xfrm>
        </p:spPr>
        <p:txBody>
          <a:bodyPr/>
          <a:lstStyle/>
          <a:p>
            <a:pPr eaLnBrk="1" hangingPunct="1">
              <a:lnSpc>
                <a:spcPct val="90000"/>
              </a:lnSpc>
              <a:defRPr/>
            </a:pPr>
            <a:r>
              <a:rPr lang="en-US" altLang="zh-CN">
                <a:latin typeface="Times New Roman" panose="02020603050405020304" pitchFamily="18" charset="0"/>
                <a:ea typeface="宋体" panose="02010600030101010101" pitchFamily="2" charset="-122"/>
              </a:rPr>
              <a:t>TCP </a:t>
            </a:r>
            <a:r>
              <a:rPr lang="zh-CN" altLang="en-US">
                <a:latin typeface="Times New Roman" panose="02020603050405020304" pitchFamily="18" charset="0"/>
                <a:ea typeface="宋体" panose="02010600030101010101" pitchFamily="2" charset="-122"/>
              </a:rPr>
              <a:t>把连接作为最基本的抽象。</a:t>
            </a:r>
          </a:p>
          <a:p>
            <a:pPr eaLnBrk="1" hangingPunct="1">
              <a:lnSpc>
                <a:spcPct val="90000"/>
              </a:lnSpc>
              <a:defRPr/>
            </a:pPr>
            <a:r>
              <a:rPr lang="zh-CN" altLang="en-US">
                <a:latin typeface="Times New Roman" panose="02020603050405020304" pitchFamily="18" charset="0"/>
                <a:ea typeface="宋体" panose="02010600030101010101" pitchFamily="2" charset="-122"/>
              </a:rPr>
              <a:t>每一条 </a:t>
            </a:r>
            <a:r>
              <a:rPr lang="en-US" altLang="zh-CN">
                <a:latin typeface="Times New Roman" panose="02020603050405020304" pitchFamily="18" charset="0"/>
                <a:ea typeface="宋体" panose="02010600030101010101" pitchFamily="2" charset="-122"/>
              </a:rPr>
              <a:t>TCP </a:t>
            </a:r>
            <a:r>
              <a:rPr lang="zh-CN" altLang="en-US">
                <a:latin typeface="Times New Roman" panose="02020603050405020304" pitchFamily="18" charset="0"/>
                <a:ea typeface="宋体" panose="02010600030101010101" pitchFamily="2" charset="-122"/>
              </a:rPr>
              <a:t>连接有两个端点。</a:t>
            </a:r>
          </a:p>
          <a:p>
            <a:pPr eaLnBrk="1" hangingPunct="1">
              <a:lnSpc>
                <a:spcPct val="90000"/>
              </a:lnSpc>
              <a:defRPr/>
            </a:pPr>
            <a:r>
              <a:rPr lang="en-US" altLang="zh-CN">
                <a:latin typeface="Times New Roman" panose="02020603050405020304" pitchFamily="18" charset="0"/>
                <a:ea typeface="宋体" panose="02010600030101010101" pitchFamily="2" charset="-122"/>
              </a:rPr>
              <a:t>TCP </a:t>
            </a:r>
            <a:r>
              <a:rPr lang="zh-CN" altLang="en-US">
                <a:latin typeface="Times New Roman" panose="02020603050405020304" pitchFamily="18" charset="0"/>
                <a:ea typeface="宋体" panose="02010600030101010101" pitchFamily="2" charset="-122"/>
              </a:rPr>
              <a:t>连接的端点不是主机，不是主机的</a:t>
            </a:r>
            <a:r>
              <a:rPr lang="en-US" altLang="zh-CN">
                <a:latin typeface="Times New Roman" panose="02020603050405020304" pitchFamily="18" charset="0"/>
                <a:ea typeface="宋体" panose="02010600030101010101" pitchFamily="2" charset="-122"/>
              </a:rPr>
              <a:t>IP </a:t>
            </a:r>
            <a:r>
              <a:rPr lang="zh-CN" altLang="en-US">
                <a:latin typeface="Times New Roman" panose="02020603050405020304" pitchFamily="18" charset="0"/>
                <a:ea typeface="宋体" panose="02010600030101010101" pitchFamily="2" charset="-122"/>
              </a:rPr>
              <a:t>地址，不是应用进程，也不是运输层的协议端口。</a:t>
            </a:r>
            <a:r>
              <a:rPr lang="en-US" altLang="zh-CN">
                <a:latin typeface="Times New Roman" panose="02020603050405020304" pitchFamily="18" charset="0"/>
                <a:ea typeface="宋体" panose="02010600030101010101" pitchFamily="2" charset="-122"/>
              </a:rPr>
              <a:t>TCP </a:t>
            </a:r>
            <a:r>
              <a:rPr lang="zh-CN" altLang="en-US">
                <a:latin typeface="Times New Roman" panose="02020603050405020304" pitchFamily="18" charset="0"/>
                <a:ea typeface="宋体" panose="02010600030101010101" pitchFamily="2" charset="-122"/>
              </a:rPr>
              <a:t>连接的端点叫做</a:t>
            </a:r>
            <a:r>
              <a:rPr lang="zh-CN" altLang="en-US">
                <a:solidFill>
                  <a:schemeClr val="hlink"/>
                </a:solidFill>
                <a:latin typeface="Times New Roman" panose="02020603050405020304" pitchFamily="18" charset="0"/>
                <a:ea typeface="宋体" panose="02010600030101010101" pitchFamily="2" charset="-122"/>
              </a:rPr>
              <a:t>套接字</a:t>
            </a:r>
            <a:r>
              <a:rPr lang="en-US" altLang="zh-CN">
                <a:latin typeface="Times New Roman" panose="02020603050405020304" pitchFamily="18" charset="0"/>
                <a:ea typeface="宋体" panose="02010600030101010101" pitchFamily="2" charset="-122"/>
              </a:rPr>
              <a:t>(socket)</a:t>
            </a:r>
            <a:r>
              <a:rPr lang="zh-CN" altLang="en-US">
                <a:latin typeface="Times New Roman" panose="02020603050405020304" pitchFamily="18" charset="0"/>
                <a:ea typeface="宋体" panose="02010600030101010101" pitchFamily="2" charset="-122"/>
              </a:rPr>
              <a:t>或</a:t>
            </a:r>
            <a:r>
              <a:rPr lang="zh-CN" altLang="en-US">
                <a:solidFill>
                  <a:schemeClr val="hlink"/>
                </a:solidFill>
                <a:latin typeface="Times New Roman" panose="02020603050405020304" pitchFamily="18" charset="0"/>
                <a:ea typeface="宋体" panose="02010600030101010101" pitchFamily="2" charset="-122"/>
              </a:rPr>
              <a:t>插口</a:t>
            </a:r>
            <a:r>
              <a:rPr lang="zh-CN" altLang="en-US">
                <a:latin typeface="Times New Roman" panose="02020603050405020304" pitchFamily="18" charset="0"/>
                <a:ea typeface="宋体" panose="02010600030101010101" pitchFamily="2" charset="-122"/>
              </a:rPr>
              <a:t>。</a:t>
            </a:r>
          </a:p>
          <a:p>
            <a:pPr eaLnBrk="1" hangingPunct="1">
              <a:lnSpc>
                <a:spcPct val="90000"/>
              </a:lnSpc>
              <a:defRPr/>
            </a:pPr>
            <a:r>
              <a:rPr lang="zh-CN" altLang="en-US">
                <a:latin typeface="Times New Roman" panose="02020603050405020304" pitchFamily="18" charset="0"/>
                <a:ea typeface="宋体" panose="02010600030101010101" pitchFamily="2" charset="-122"/>
              </a:rPr>
              <a:t>端口号</a:t>
            </a:r>
            <a:r>
              <a:rPr lang="zh-CN" altLang="en-US">
                <a:solidFill>
                  <a:schemeClr val="hlink"/>
                </a:solidFill>
                <a:latin typeface="Times New Roman" panose="02020603050405020304" pitchFamily="18" charset="0"/>
                <a:ea typeface="宋体" panose="02010600030101010101" pitchFamily="2" charset="-122"/>
              </a:rPr>
              <a:t>拼接到</a:t>
            </a:r>
            <a:r>
              <a:rPr lang="en-US" altLang="zh-CN">
                <a:latin typeface="Times New Roman" panose="02020603050405020304" pitchFamily="18" charset="0"/>
                <a:ea typeface="宋体" panose="02010600030101010101" pitchFamily="2" charset="-122"/>
              </a:rPr>
              <a:t>(contatenated with) IP </a:t>
            </a:r>
            <a:r>
              <a:rPr lang="zh-CN" altLang="en-US">
                <a:latin typeface="Times New Roman" panose="02020603050405020304" pitchFamily="18" charset="0"/>
                <a:ea typeface="宋体" panose="02010600030101010101" pitchFamily="2" charset="-122"/>
              </a:rPr>
              <a:t>地址即构成了套接字。   </a:t>
            </a:r>
          </a:p>
        </p:txBody>
      </p:sp>
      <p:sp>
        <p:nvSpPr>
          <p:cNvPr id="2" name="幻灯片编号占位符 1">
            <a:extLst>
              <a:ext uri="{FF2B5EF4-FFF2-40B4-BE49-F238E27FC236}">
                <a16:creationId xmlns:a16="http://schemas.microsoft.com/office/drawing/2014/main" id="{8DBD99C5-7FE7-B446-B904-1DB81804280C}"/>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A91DBB6A-3E06-064E-97B0-897267671EB2}" type="slidenum">
              <a:rPr lang="en-US" altLang="zh-CN" sz="1050"/>
              <a:pPr>
                <a:defRPr/>
              </a:pPr>
              <a:t>33</a:t>
            </a:fld>
            <a:endParaRPr lang="en-US" altLang="zh-CN" sz="1050"/>
          </a:p>
        </p:txBody>
      </p:sp>
    </p:spTree>
    <p:extLst>
      <p:ext uri="{BB962C8B-B14F-4D97-AF65-F5344CB8AC3E}">
        <p14:creationId xmlns:p14="http://schemas.microsoft.com/office/powerpoint/2010/main" val="25247679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4277" name="Rectangle 5">
            <a:extLst>
              <a:ext uri="{FF2B5EF4-FFF2-40B4-BE49-F238E27FC236}">
                <a16:creationId xmlns:a16="http://schemas.microsoft.com/office/drawing/2014/main" id="{181BECD3-853F-1940-A47D-F07709C723A0}"/>
              </a:ext>
            </a:extLst>
          </p:cNvPr>
          <p:cNvSpPr>
            <a:spLocks noChangeArrowheads="1"/>
          </p:cNvSpPr>
          <p:nvPr/>
        </p:nvSpPr>
        <p:spPr bwMode="auto">
          <a:xfrm>
            <a:off x="1763316" y="3112294"/>
            <a:ext cx="5941219" cy="971550"/>
          </a:xfrm>
          <a:prstGeom prst="rect">
            <a:avLst/>
          </a:prstGeom>
          <a:solidFill>
            <a:srgbClr val="FFFF99"/>
          </a:solidFill>
          <a:ln w="28575">
            <a:solidFill>
              <a:schemeClr val="fo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694276" name="Rectangle 4">
            <a:extLst>
              <a:ext uri="{FF2B5EF4-FFF2-40B4-BE49-F238E27FC236}">
                <a16:creationId xmlns:a16="http://schemas.microsoft.com/office/drawing/2014/main" id="{859FC3AA-82EE-024F-A3CE-1FA51A1CDB6B}"/>
              </a:ext>
            </a:extLst>
          </p:cNvPr>
          <p:cNvSpPr>
            <a:spLocks noChangeArrowheads="1"/>
          </p:cNvSpPr>
          <p:nvPr/>
        </p:nvSpPr>
        <p:spPr bwMode="auto">
          <a:xfrm>
            <a:off x="1763316" y="1491854"/>
            <a:ext cx="5941219" cy="539353"/>
          </a:xfrm>
          <a:prstGeom prst="rect">
            <a:avLst/>
          </a:prstGeom>
          <a:solidFill>
            <a:srgbClr val="FFFF99"/>
          </a:solidFill>
          <a:ln w="28575">
            <a:solidFill>
              <a:schemeClr val="fo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694274" name="Rectangle 2">
            <a:extLst>
              <a:ext uri="{FF2B5EF4-FFF2-40B4-BE49-F238E27FC236}">
                <a16:creationId xmlns:a16="http://schemas.microsoft.com/office/drawing/2014/main" id="{A1E3DEA2-4F2E-374B-BCE2-99DE6759541B}"/>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套接字 </a:t>
            </a:r>
            <a:r>
              <a:rPr lang="en-US" altLang="zh-CN" dirty="0">
                <a:latin typeface="Times New Roman" panose="02020603050405020304" pitchFamily="18" charset="0"/>
                <a:ea typeface="宋体" panose="02010600030101010101" pitchFamily="2" charset="-122"/>
              </a:rPr>
              <a:t>(socket)</a:t>
            </a:r>
          </a:p>
        </p:txBody>
      </p:sp>
      <p:sp>
        <p:nvSpPr>
          <p:cNvPr id="694275" name="Rectangle 3">
            <a:extLst>
              <a:ext uri="{FF2B5EF4-FFF2-40B4-BE49-F238E27FC236}">
                <a16:creationId xmlns:a16="http://schemas.microsoft.com/office/drawing/2014/main" id="{E6255BFD-F6C7-B847-9ACD-19F802CD26BE}"/>
              </a:ext>
            </a:extLst>
          </p:cNvPr>
          <p:cNvSpPr>
            <a:spLocks noGrp="1" noChangeArrowheads="1"/>
          </p:cNvSpPr>
          <p:nvPr>
            <p:ph type="body" idx="1"/>
          </p:nvPr>
        </p:nvSpPr>
        <p:spPr>
          <a:xfrm>
            <a:off x="1656160" y="1538288"/>
            <a:ext cx="6098381" cy="3086100"/>
          </a:xfrm>
        </p:spPr>
        <p:txBody>
          <a:bodyPr/>
          <a:lstStyle/>
          <a:p>
            <a:pPr eaLnBrk="1" hangingPunct="1">
              <a:spcAft>
                <a:spcPct val="30000"/>
              </a:spcAft>
              <a:buFont typeface="Wingdings" pitchFamily="2" charset="2"/>
              <a:buNone/>
              <a:defRPr/>
            </a:pPr>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套接字 </a:t>
            </a:r>
            <a:r>
              <a:rPr lang="en-US" altLang="zh-CN">
                <a:latin typeface="Times New Roman" panose="02020603050405020304" pitchFamily="18" charset="0"/>
                <a:ea typeface="宋体" panose="02010600030101010101" pitchFamily="2" charset="-122"/>
              </a:rPr>
              <a:t>socket = (IP</a:t>
            </a:r>
            <a:r>
              <a:rPr lang="zh-CN" altLang="en-US">
                <a:latin typeface="Times New Roman" panose="02020603050405020304" pitchFamily="18" charset="0"/>
                <a:ea typeface="宋体" panose="02010600030101010101" pitchFamily="2" charset="-122"/>
              </a:rPr>
              <a:t>地址</a:t>
            </a:r>
            <a:r>
              <a:rPr lang="en-US" altLang="zh-CN">
                <a:latin typeface="Times New Roman" panose="02020603050405020304" pitchFamily="18" charset="0"/>
                <a:ea typeface="宋体" panose="02010600030101010101" pitchFamily="2" charset="-122"/>
              </a:rPr>
              <a:t>: </a:t>
            </a:r>
            <a:r>
              <a:rPr lang="zh-CN" altLang="en-US">
                <a:latin typeface="Times New Roman" panose="02020603050405020304" pitchFamily="18" charset="0"/>
                <a:ea typeface="宋体" panose="02010600030101010101" pitchFamily="2" charset="-122"/>
              </a:rPr>
              <a:t>端口号</a:t>
            </a:r>
            <a:r>
              <a:rPr lang="en-US" altLang="zh-CN">
                <a:latin typeface="Times New Roman" panose="02020603050405020304" pitchFamily="18" charset="0"/>
                <a:ea typeface="宋体" panose="02010600030101010101" pitchFamily="2" charset="-122"/>
              </a:rPr>
              <a:t>)      (5-1)</a:t>
            </a:r>
          </a:p>
          <a:p>
            <a:pPr eaLnBrk="1" hangingPunct="1">
              <a:spcBef>
                <a:spcPct val="40000"/>
              </a:spcBef>
              <a:spcAft>
                <a:spcPct val="50000"/>
              </a:spcAft>
              <a:defRPr/>
            </a:pPr>
            <a:r>
              <a:rPr lang="zh-CN" altLang="en-US">
                <a:latin typeface="Times New Roman" panose="02020603050405020304" pitchFamily="18" charset="0"/>
                <a:ea typeface="宋体" panose="02010600030101010101" pitchFamily="2" charset="-122"/>
              </a:rPr>
              <a:t>每一条 </a:t>
            </a:r>
            <a:r>
              <a:rPr lang="en-US" altLang="zh-CN" b="1">
                <a:latin typeface="Times New Roman" panose="02020603050405020304" pitchFamily="18" charset="0"/>
                <a:ea typeface="宋体" panose="02010600030101010101" pitchFamily="2" charset="-122"/>
              </a:rPr>
              <a:t>TCP </a:t>
            </a:r>
            <a:r>
              <a:rPr lang="zh-CN" altLang="en-US">
                <a:latin typeface="Times New Roman" panose="02020603050405020304" pitchFamily="18" charset="0"/>
                <a:ea typeface="宋体" panose="02010600030101010101" pitchFamily="2" charset="-122"/>
              </a:rPr>
              <a:t>连接唯一地被通信两端的两个端点（即两个套接字）所确定。即：</a:t>
            </a:r>
          </a:p>
          <a:p>
            <a:pPr eaLnBrk="1" hangingPunct="1">
              <a:buFont typeface="Wingdings" pitchFamily="2" charset="2"/>
              <a:buNone/>
              <a:defRPr/>
            </a:pPr>
            <a:r>
              <a:rPr lang="zh-CN" altLang="en-US">
                <a:latin typeface="Times New Roman" panose="02020603050405020304" pitchFamily="18" charset="0"/>
                <a:ea typeface="宋体" panose="02010600030101010101" pitchFamily="2" charset="-122"/>
              </a:rPr>
              <a:t>  </a:t>
            </a:r>
            <a:r>
              <a:rPr lang="en-US" altLang="zh-CN">
                <a:latin typeface="Times New Roman" panose="02020603050405020304" pitchFamily="18" charset="0"/>
                <a:ea typeface="宋体" panose="02010600030101010101" pitchFamily="2" charset="-122"/>
              </a:rPr>
              <a:t>TCP </a:t>
            </a:r>
            <a:r>
              <a:rPr lang="zh-CN" altLang="en-US">
                <a:latin typeface="Times New Roman" panose="02020603050405020304" pitchFamily="18" charset="0"/>
                <a:ea typeface="宋体" panose="02010600030101010101" pitchFamily="2" charset="-122"/>
              </a:rPr>
              <a:t>连接 </a:t>
            </a:r>
            <a:r>
              <a:rPr lang="en-US" altLang="zh-CN">
                <a:latin typeface="Times New Roman" panose="02020603050405020304" pitchFamily="18" charset="0"/>
                <a:ea typeface="宋体" panose="02010600030101010101" pitchFamily="2" charset="-122"/>
              </a:rPr>
              <a:t>::= {socket1, socket2} </a:t>
            </a:r>
          </a:p>
          <a:p>
            <a:pPr eaLnBrk="1" hangingPunct="1">
              <a:buFont typeface="Wingdings" pitchFamily="2" charset="2"/>
              <a:buNone/>
              <a:defRPr/>
            </a:pPr>
            <a:r>
              <a:rPr lang="en-US" altLang="zh-CN">
                <a:latin typeface="Times New Roman" panose="02020603050405020304" pitchFamily="18" charset="0"/>
                <a:ea typeface="宋体" panose="02010600030101010101" pitchFamily="2" charset="-122"/>
              </a:rPr>
              <a:t>             = {(IP1: port1), (IP2: port2)}     (5-2)</a:t>
            </a:r>
          </a:p>
        </p:txBody>
      </p:sp>
      <p:sp>
        <p:nvSpPr>
          <p:cNvPr id="2" name="幻灯片编号占位符 1">
            <a:extLst>
              <a:ext uri="{FF2B5EF4-FFF2-40B4-BE49-F238E27FC236}">
                <a16:creationId xmlns:a16="http://schemas.microsoft.com/office/drawing/2014/main" id="{6C01359D-BE7C-9E4E-804C-957BAB87D0EA}"/>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2384D38-5836-3D42-BCAA-0BC355EA6986}" type="slidenum">
              <a:rPr lang="en-US" altLang="zh-CN" sz="1050"/>
              <a:pPr>
                <a:defRPr/>
              </a:pPr>
              <a:t>34</a:t>
            </a:fld>
            <a:endParaRPr lang="en-US" altLang="zh-CN" sz="1050"/>
          </a:p>
        </p:txBody>
      </p:sp>
    </p:spTree>
    <p:extLst>
      <p:ext uri="{BB962C8B-B14F-4D97-AF65-F5344CB8AC3E}">
        <p14:creationId xmlns:p14="http://schemas.microsoft.com/office/powerpoint/2010/main" val="41557888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7346" name="Rectangle 2">
            <a:extLst>
              <a:ext uri="{FF2B5EF4-FFF2-40B4-BE49-F238E27FC236}">
                <a16:creationId xmlns:a16="http://schemas.microsoft.com/office/drawing/2014/main" id="{86AB232B-A6C9-5D40-B8D1-6A9B6F96C8A9}"/>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同一个名词 </a:t>
            </a:r>
            <a:r>
              <a:rPr lang="en-US" altLang="zh-CN" dirty="0">
                <a:latin typeface="Times New Roman" panose="02020603050405020304" pitchFamily="18" charset="0"/>
                <a:ea typeface="宋体" panose="02010600030101010101" pitchFamily="2" charset="-122"/>
              </a:rPr>
              <a:t>socket</a:t>
            </a:r>
            <a:r>
              <a:rPr lang="zh-CN" altLang="en-US" dirty="0">
                <a:latin typeface="Times New Roman" panose="02020603050405020304" pitchFamily="18" charset="0"/>
                <a:ea typeface="宋体" panose="02010600030101010101" pitchFamily="2" charset="-122"/>
              </a:rPr>
              <a:t>有多种不同的意思 </a:t>
            </a:r>
          </a:p>
        </p:txBody>
      </p:sp>
      <p:sp>
        <p:nvSpPr>
          <p:cNvPr id="697347" name="Rectangle 3">
            <a:extLst>
              <a:ext uri="{FF2B5EF4-FFF2-40B4-BE49-F238E27FC236}">
                <a16:creationId xmlns:a16="http://schemas.microsoft.com/office/drawing/2014/main" id="{B2E71D0B-3C18-D646-8993-1D9342DC5396}"/>
              </a:ext>
            </a:extLst>
          </p:cNvPr>
          <p:cNvSpPr>
            <a:spLocks noGrp="1" noChangeArrowheads="1"/>
          </p:cNvSpPr>
          <p:nvPr>
            <p:ph type="body" idx="1"/>
          </p:nvPr>
        </p:nvSpPr>
        <p:spPr>
          <a:xfrm>
            <a:off x="133563" y="1059656"/>
            <a:ext cx="8804953" cy="3671888"/>
          </a:xfrm>
        </p:spPr>
        <p:txBody>
          <a:bodyPr/>
          <a:lstStyle/>
          <a:p>
            <a:pPr marL="457200" indent="-457200" algn="just" eaLnBrk="1" hangingPunct="1">
              <a:defRPr/>
            </a:pPr>
            <a:r>
              <a:rPr lang="zh-CN" altLang="en-US" dirty="0">
                <a:ea typeface="宋体" panose="02010600030101010101" pitchFamily="2" charset="-122"/>
              </a:rPr>
              <a:t>应用编程接口</a:t>
            </a:r>
            <a:r>
              <a:rPr lang="zh-CN" altLang="en-US" sz="800" dirty="0">
                <a:ea typeface="宋体" panose="02010600030101010101" pitchFamily="2" charset="-122"/>
              </a:rPr>
              <a:t> </a:t>
            </a:r>
            <a:r>
              <a:rPr lang="en-US" altLang="zh-CN" dirty="0">
                <a:ea typeface="宋体" panose="02010600030101010101" pitchFamily="2" charset="-122"/>
              </a:rPr>
              <a:t>API</a:t>
            </a:r>
            <a:r>
              <a:rPr lang="en-US" altLang="zh-CN" sz="800" dirty="0">
                <a:ea typeface="宋体" panose="02010600030101010101" pitchFamily="2" charset="-122"/>
              </a:rPr>
              <a:t> </a:t>
            </a:r>
            <a:r>
              <a:rPr lang="zh-CN" altLang="en-US" dirty="0">
                <a:ea typeface="宋体" panose="02010600030101010101" pitchFamily="2" charset="-122"/>
              </a:rPr>
              <a:t>称为 </a:t>
            </a:r>
            <a:r>
              <a:rPr lang="en-US" altLang="zh-CN" dirty="0">
                <a:ea typeface="宋体" panose="02010600030101010101" pitchFamily="2" charset="-122"/>
              </a:rPr>
              <a:t>socket API, </a:t>
            </a:r>
            <a:r>
              <a:rPr lang="zh-CN" altLang="en-US" dirty="0">
                <a:ea typeface="宋体" panose="02010600030101010101" pitchFamily="2" charset="-122"/>
              </a:rPr>
              <a:t>简称为 </a:t>
            </a:r>
            <a:r>
              <a:rPr lang="en-US" altLang="zh-CN" dirty="0">
                <a:ea typeface="宋体" panose="02010600030101010101" pitchFamily="2" charset="-122"/>
              </a:rPr>
              <a:t>socket</a:t>
            </a:r>
            <a:r>
              <a:rPr lang="zh-CN" altLang="en-US" dirty="0">
                <a:ea typeface="宋体" panose="02010600030101010101" pitchFamily="2" charset="-122"/>
              </a:rPr>
              <a:t>。</a:t>
            </a:r>
          </a:p>
          <a:p>
            <a:pPr marL="457200" indent="-457200" algn="just" eaLnBrk="1" hangingPunct="1">
              <a:defRPr/>
            </a:pPr>
            <a:r>
              <a:rPr lang="en-US" altLang="zh-CN" dirty="0">
                <a:ea typeface="宋体" panose="02010600030101010101" pitchFamily="2" charset="-122"/>
              </a:rPr>
              <a:t>socket API </a:t>
            </a:r>
            <a:r>
              <a:rPr lang="zh-CN" altLang="en-US" dirty="0">
                <a:ea typeface="宋体" panose="02010600030101010101" pitchFamily="2" charset="-122"/>
              </a:rPr>
              <a:t>中使用的一个函数名也叫作 </a:t>
            </a:r>
            <a:r>
              <a:rPr lang="en-US" altLang="zh-CN" dirty="0">
                <a:ea typeface="宋体" panose="02010600030101010101" pitchFamily="2" charset="-122"/>
              </a:rPr>
              <a:t>socket</a:t>
            </a:r>
            <a:r>
              <a:rPr lang="zh-CN" altLang="en-US" dirty="0">
                <a:ea typeface="宋体" panose="02010600030101010101" pitchFamily="2" charset="-122"/>
              </a:rPr>
              <a:t>。</a:t>
            </a:r>
          </a:p>
          <a:p>
            <a:pPr marL="457200" indent="-457200" algn="just" eaLnBrk="1" hangingPunct="1">
              <a:defRPr/>
            </a:pPr>
            <a:r>
              <a:rPr lang="zh-CN" altLang="en-US" dirty="0">
                <a:ea typeface="宋体" panose="02010600030101010101" pitchFamily="2" charset="-122"/>
              </a:rPr>
              <a:t>调用 </a:t>
            </a:r>
            <a:r>
              <a:rPr lang="en-US" altLang="zh-CN" dirty="0">
                <a:ea typeface="宋体" panose="02010600030101010101" pitchFamily="2" charset="-122"/>
              </a:rPr>
              <a:t>socket </a:t>
            </a:r>
            <a:r>
              <a:rPr lang="zh-CN" altLang="en-US" dirty="0">
                <a:ea typeface="宋体" panose="02010600030101010101" pitchFamily="2" charset="-122"/>
              </a:rPr>
              <a:t>函数的端点称为 </a:t>
            </a:r>
            <a:r>
              <a:rPr lang="en-US" altLang="zh-CN" dirty="0">
                <a:ea typeface="宋体" panose="02010600030101010101" pitchFamily="2" charset="-122"/>
              </a:rPr>
              <a:t>socket</a:t>
            </a:r>
            <a:r>
              <a:rPr lang="zh-CN" altLang="en-US" dirty="0">
                <a:ea typeface="宋体" panose="02010600030101010101" pitchFamily="2" charset="-122"/>
              </a:rPr>
              <a:t>。</a:t>
            </a:r>
          </a:p>
          <a:p>
            <a:pPr marL="457200" indent="-457200" algn="just" eaLnBrk="1" hangingPunct="1">
              <a:defRPr/>
            </a:pPr>
            <a:r>
              <a:rPr lang="zh-CN" altLang="en-US" dirty="0">
                <a:ea typeface="宋体" panose="02010600030101010101" pitchFamily="2" charset="-122"/>
              </a:rPr>
              <a:t>调用 </a:t>
            </a:r>
            <a:r>
              <a:rPr lang="en-US" altLang="zh-CN" dirty="0">
                <a:ea typeface="宋体" panose="02010600030101010101" pitchFamily="2" charset="-122"/>
              </a:rPr>
              <a:t>socket </a:t>
            </a:r>
            <a:r>
              <a:rPr lang="zh-CN" altLang="en-US" dirty="0">
                <a:ea typeface="宋体" panose="02010600030101010101" pitchFamily="2" charset="-122"/>
              </a:rPr>
              <a:t>函数时其返回值称为 </a:t>
            </a:r>
            <a:r>
              <a:rPr lang="en-US" altLang="zh-CN" dirty="0">
                <a:ea typeface="宋体" panose="02010600030101010101" pitchFamily="2" charset="-122"/>
              </a:rPr>
              <a:t>socket </a:t>
            </a:r>
            <a:r>
              <a:rPr lang="zh-CN" altLang="en-US" dirty="0">
                <a:ea typeface="宋体" panose="02010600030101010101" pitchFamily="2" charset="-122"/>
              </a:rPr>
              <a:t>描述符，可简称为 </a:t>
            </a:r>
            <a:r>
              <a:rPr lang="en-US" altLang="zh-CN" dirty="0">
                <a:ea typeface="宋体" panose="02010600030101010101" pitchFamily="2" charset="-122"/>
              </a:rPr>
              <a:t>socket</a:t>
            </a:r>
            <a:r>
              <a:rPr lang="zh-CN" altLang="en-US" dirty="0">
                <a:ea typeface="宋体" panose="02010600030101010101" pitchFamily="2" charset="-122"/>
              </a:rPr>
              <a:t>。</a:t>
            </a:r>
          </a:p>
          <a:p>
            <a:pPr marL="457200" indent="-457200" algn="just" eaLnBrk="1" hangingPunct="1">
              <a:defRPr/>
            </a:pPr>
            <a:r>
              <a:rPr lang="zh-CN" altLang="en-US" dirty="0">
                <a:ea typeface="宋体" panose="02010600030101010101" pitchFamily="2" charset="-122"/>
              </a:rPr>
              <a:t>在操作系统内核中连网协议的 </a:t>
            </a:r>
            <a:r>
              <a:rPr lang="en-US" altLang="zh-CN" dirty="0">
                <a:ea typeface="宋体" panose="02010600030101010101" pitchFamily="2" charset="-122"/>
              </a:rPr>
              <a:t>Berkeley </a:t>
            </a:r>
            <a:r>
              <a:rPr lang="zh-CN" altLang="en-US" dirty="0">
                <a:ea typeface="宋体" panose="02010600030101010101" pitchFamily="2" charset="-122"/>
              </a:rPr>
              <a:t>实现，称为 </a:t>
            </a:r>
            <a:r>
              <a:rPr lang="en-US" altLang="zh-CN" dirty="0">
                <a:ea typeface="宋体" panose="02010600030101010101" pitchFamily="2" charset="-122"/>
              </a:rPr>
              <a:t>socket </a:t>
            </a:r>
            <a:r>
              <a:rPr lang="zh-CN" altLang="en-US" dirty="0">
                <a:ea typeface="宋体" panose="02010600030101010101" pitchFamily="2" charset="-122"/>
              </a:rPr>
              <a:t>实现。    </a:t>
            </a:r>
          </a:p>
        </p:txBody>
      </p:sp>
      <p:sp>
        <p:nvSpPr>
          <p:cNvPr id="2" name="幻灯片编号占位符 1">
            <a:extLst>
              <a:ext uri="{FF2B5EF4-FFF2-40B4-BE49-F238E27FC236}">
                <a16:creationId xmlns:a16="http://schemas.microsoft.com/office/drawing/2014/main" id="{947C1F27-816F-3045-8BFF-805ABF7EC796}"/>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F17E623-E8B1-424C-9AB0-65D857DB2A84}" type="slidenum">
              <a:rPr lang="en-US" altLang="zh-CN" sz="1050"/>
              <a:pPr>
                <a:defRPr/>
              </a:pPr>
              <a:t>35</a:t>
            </a:fld>
            <a:endParaRPr lang="en-US" altLang="zh-CN" sz="1050"/>
          </a:p>
        </p:txBody>
      </p:sp>
    </p:spTree>
    <p:extLst>
      <p:ext uri="{BB962C8B-B14F-4D97-AF65-F5344CB8AC3E}">
        <p14:creationId xmlns:p14="http://schemas.microsoft.com/office/powerpoint/2010/main" val="31367064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9394" name="Rectangle 2">
            <a:extLst>
              <a:ext uri="{FF2B5EF4-FFF2-40B4-BE49-F238E27FC236}">
                <a16:creationId xmlns:a16="http://schemas.microsoft.com/office/drawing/2014/main" id="{F2057B97-08BF-7948-B575-08DEFCDA6893}"/>
              </a:ext>
            </a:extLst>
          </p:cNvPr>
          <p:cNvSpPr>
            <a:spLocks noGrp="1" noChangeArrowheads="1"/>
          </p:cNvSpPr>
          <p:nvPr>
            <p:ph type="title"/>
          </p:nvPr>
        </p:nvSpPr>
        <p:spPr>
          <a:xfrm>
            <a:off x="139096" y="270868"/>
            <a:ext cx="5844778" cy="610106"/>
          </a:xfrm>
        </p:spPr>
        <p:txBody>
          <a:bodyPr/>
          <a:lstStyle/>
          <a:p>
            <a:pPr eaLnBrk="1" hangingPunct="1">
              <a:defRPr/>
            </a:pPr>
            <a:r>
              <a:rPr lang="en-US" altLang="zh-CN" dirty="0">
                <a:latin typeface="Times New Roman" panose="02020603050405020304" pitchFamily="18" charset="0"/>
                <a:ea typeface="宋体" panose="02010600030101010101" pitchFamily="2" charset="-122"/>
              </a:rPr>
              <a:t>5.4  </a:t>
            </a:r>
            <a:r>
              <a:rPr lang="zh-CN" altLang="en-US" dirty="0">
                <a:latin typeface="Times New Roman" panose="02020603050405020304" pitchFamily="18" charset="0"/>
                <a:ea typeface="宋体" panose="02010600030101010101" pitchFamily="2" charset="-122"/>
              </a:rPr>
              <a:t>可靠传输的工作原理</a:t>
            </a:r>
          </a:p>
        </p:txBody>
      </p:sp>
      <p:sp>
        <p:nvSpPr>
          <p:cNvPr id="699396" name="Line 4">
            <a:extLst>
              <a:ext uri="{FF2B5EF4-FFF2-40B4-BE49-F238E27FC236}">
                <a16:creationId xmlns:a16="http://schemas.microsoft.com/office/drawing/2014/main" id="{CC342C17-3A7B-6747-A166-8FD55C10E3EB}"/>
              </a:ext>
            </a:extLst>
          </p:cNvPr>
          <p:cNvSpPr>
            <a:spLocks noChangeShapeType="1"/>
          </p:cNvSpPr>
          <p:nvPr/>
        </p:nvSpPr>
        <p:spPr bwMode="auto">
          <a:xfrm>
            <a:off x="2107645" y="1696403"/>
            <a:ext cx="0" cy="2905125"/>
          </a:xfrm>
          <a:prstGeom prst="line">
            <a:avLst/>
          </a:prstGeom>
          <a:noFill/>
          <a:ln w="12700">
            <a:solidFill>
              <a:schemeClr val="tx1"/>
            </a:solidFill>
            <a:round/>
            <a:headEnd type="none" w="sm" len="sm"/>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699397" name="Rectangle 5">
            <a:extLst>
              <a:ext uri="{FF2B5EF4-FFF2-40B4-BE49-F238E27FC236}">
                <a16:creationId xmlns:a16="http://schemas.microsoft.com/office/drawing/2014/main" id="{2AC76240-7038-2B44-9153-ACBE3642D1AC}"/>
              </a:ext>
            </a:extLst>
          </p:cNvPr>
          <p:cNvSpPr>
            <a:spLocks noChangeArrowheads="1"/>
          </p:cNvSpPr>
          <p:nvPr/>
        </p:nvSpPr>
        <p:spPr bwMode="auto">
          <a:xfrm>
            <a:off x="1732598" y="4744403"/>
            <a:ext cx="1889940" cy="392898"/>
          </a:xfrm>
          <a:prstGeom prst="rect">
            <a:avLst/>
          </a:prstGeom>
          <a:noFill/>
          <a:ln>
            <a:noFill/>
          </a:ln>
          <a:effectLst/>
        </p:spPr>
        <p:txBody>
          <a:bodyPr wrap="none" lIns="69056" tIns="34529" rIns="69056" bIns="34529">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2100">
                <a:solidFill>
                  <a:schemeClr val="folHlink"/>
                </a:solidFill>
                <a:latin typeface="Arial" panose="020B0604020202020204" pitchFamily="34" charset="0"/>
              </a:rPr>
              <a:t>(a) </a:t>
            </a:r>
            <a:r>
              <a:rPr kumimoji="1" lang="zh-CN" altLang="en-US" sz="2100">
                <a:solidFill>
                  <a:schemeClr val="folHlink"/>
                </a:solidFill>
                <a:latin typeface="Arial" panose="020B0604020202020204" pitchFamily="34" charset="0"/>
              </a:rPr>
              <a:t>无差错情况</a:t>
            </a:r>
          </a:p>
        </p:txBody>
      </p:sp>
      <p:sp>
        <p:nvSpPr>
          <p:cNvPr id="699398" name="Line 6">
            <a:extLst>
              <a:ext uri="{FF2B5EF4-FFF2-40B4-BE49-F238E27FC236}">
                <a16:creationId xmlns:a16="http://schemas.microsoft.com/office/drawing/2014/main" id="{E60A3A68-8540-1D4D-9151-30C8983F13CF}"/>
              </a:ext>
            </a:extLst>
          </p:cNvPr>
          <p:cNvSpPr>
            <a:spLocks noChangeShapeType="1"/>
          </p:cNvSpPr>
          <p:nvPr/>
        </p:nvSpPr>
        <p:spPr bwMode="auto">
          <a:xfrm>
            <a:off x="2107645" y="1869044"/>
            <a:ext cx="1131094" cy="360759"/>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99399" name="Line 7">
            <a:extLst>
              <a:ext uri="{FF2B5EF4-FFF2-40B4-BE49-F238E27FC236}">
                <a16:creationId xmlns:a16="http://schemas.microsoft.com/office/drawing/2014/main" id="{2CE9E1B4-2846-3B4A-A8C1-26663745F939}"/>
              </a:ext>
            </a:extLst>
          </p:cNvPr>
          <p:cNvSpPr>
            <a:spLocks noChangeShapeType="1"/>
          </p:cNvSpPr>
          <p:nvPr/>
        </p:nvSpPr>
        <p:spPr bwMode="auto">
          <a:xfrm flipH="1">
            <a:off x="2107645" y="2301240"/>
            <a:ext cx="1131094" cy="359569"/>
          </a:xfrm>
          <a:prstGeom prst="line">
            <a:avLst/>
          </a:prstGeom>
          <a:noFill/>
          <a:ln w="28575">
            <a:solidFill>
              <a:schemeClr val="fo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99400" name="Line 8">
            <a:extLst>
              <a:ext uri="{FF2B5EF4-FFF2-40B4-BE49-F238E27FC236}">
                <a16:creationId xmlns:a16="http://schemas.microsoft.com/office/drawing/2014/main" id="{FDCF36A2-E876-1E48-9C7F-28CF5B5BE64A}"/>
              </a:ext>
            </a:extLst>
          </p:cNvPr>
          <p:cNvSpPr>
            <a:spLocks noChangeShapeType="1"/>
          </p:cNvSpPr>
          <p:nvPr/>
        </p:nvSpPr>
        <p:spPr bwMode="auto">
          <a:xfrm>
            <a:off x="2107645" y="2732247"/>
            <a:ext cx="1131094" cy="359569"/>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99401" name="Line 9">
            <a:extLst>
              <a:ext uri="{FF2B5EF4-FFF2-40B4-BE49-F238E27FC236}">
                <a16:creationId xmlns:a16="http://schemas.microsoft.com/office/drawing/2014/main" id="{B05BFD65-09AB-A048-8EB3-26EC7E6C0339}"/>
              </a:ext>
            </a:extLst>
          </p:cNvPr>
          <p:cNvSpPr>
            <a:spLocks noChangeShapeType="1"/>
          </p:cNvSpPr>
          <p:nvPr/>
        </p:nvSpPr>
        <p:spPr bwMode="auto">
          <a:xfrm flipH="1">
            <a:off x="2107645" y="3163253"/>
            <a:ext cx="1131094" cy="359569"/>
          </a:xfrm>
          <a:prstGeom prst="line">
            <a:avLst/>
          </a:prstGeom>
          <a:noFill/>
          <a:ln w="28575">
            <a:solidFill>
              <a:schemeClr val="fo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99402" name="Line 10">
            <a:extLst>
              <a:ext uri="{FF2B5EF4-FFF2-40B4-BE49-F238E27FC236}">
                <a16:creationId xmlns:a16="http://schemas.microsoft.com/office/drawing/2014/main" id="{056A876B-ACE6-FE47-84F1-496656722EF0}"/>
              </a:ext>
            </a:extLst>
          </p:cNvPr>
          <p:cNvSpPr>
            <a:spLocks noChangeShapeType="1"/>
          </p:cNvSpPr>
          <p:nvPr/>
        </p:nvSpPr>
        <p:spPr bwMode="auto">
          <a:xfrm>
            <a:off x="2107645" y="3594259"/>
            <a:ext cx="1131094" cy="360760"/>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99403" name="Line 11">
            <a:extLst>
              <a:ext uri="{FF2B5EF4-FFF2-40B4-BE49-F238E27FC236}">
                <a16:creationId xmlns:a16="http://schemas.microsoft.com/office/drawing/2014/main" id="{A5F59E98-C2F7-6D4C-9975-2BB120E052C4}"/>
              </a:ext>
            </a:extLst>
          </p:cNvPr>
          <p:cNvSpPr>
            <a:spLocks noChangeShapeType="1"/>
          </p:cNvSpPr>
          <p:nvPr/>
        </p:nvSpPr>
        <p:spPr bwMode="auto">
          <a:xfrm flipH="1">
            <a:off x="2107645" y="4025265"/>
            <a:ext cx="1131094" cy="360760"/>
          </a:xfrm>
          <a:prstGeom prst="line">
            <a:avLst/>
          </a:prstGeom>
          <a:noFill/>
          <a:ln w="28575">
            <a:solidFill>
              <a:schemeClr val="fo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99404" name="Text Box 12">
            <a:extLst>
              <a:ext uri="{FF2B5EF4-FFF2-40B4-BE49-F238E27FC236}">
                <a16:creationId xmlns:a16="http://schemas.microsoft.com/office/drawing/2014/main" id="{06548F71-6C1E-AC48-8068-B516F7618668}"/>
              </a:ext>
            </a:extLst>
          </p:cNvPr>
          <p:cNvSpPr txBox="1">
            <a:spLocks noChangeArrowheads="1"/>
          </p:cNvSpPr>
          <p:nvPr/>
        </p:nvSpPr>
        <p:spPr bwMode="auto">
          <a:xfrm>
            <a:off x="1921104" y="1359456"/>
            <a:ext cx="338554" cy="369332"/>
          </a:xfrm>
          <a:prstGeom prst="rect">
            <a:avLst/>
          </a:prstGeom>
          <a:noFill/>
          <a:ln>
            <a:noFill/>
          </a:ln>
          <a:effectLst/>
        </p:spPr>
        <p:txBody>
          <a:bodyPr wrap="none">
            <a:spAutoFit/>
          </a:bodyPr>
          <a:lstStyle/>
          <a:p>
            <a:pPr algn="ctr" eaLnBrk="1" hangingPunct="1">
              <a:defRPr/>
            </a:pPr>
            <a:r>
              <a:rPr lang="en-US" altLang="zh-CN">
                <a:solidFill>
                  <a:schemeClr val="folHlink"/>
                </a:solidFill>
                <a:latin typeface="Arial" charset="0"/>
                <a:ea typeface="黑体" charset="-122"/>
                <a:cs typeface="+mn-cs"/>
              </a:rPr>
              <a:t>A</a:t>
            </a:r>
          </a:p>
        </p:txBody>
      </p:sp>
      <p:sp>
        <p:nvSpPr>
          <p:cNvPr id="699405" name="Text Box 13">
            <a:extLst>
              <a:ext uri="{FF2B5EF4-FFF2-40B4-BE49-F238E27FC236}">
                <a16:creationId xmlns:a16="http://schemas.microsoft.com/office/drawing/2014/main" id="{C0A54697-235E-0649-8B94-4B1FE3292220}"/>
              </a:ext>
            </a:extLst>
          </p:cNvPr>
          <p:cNvSpPr txBox="1">
            <a:spLocks noChangeArrowheads="1"/>
          </p:cNvSpPr>
          <p:nvPr/>
        </p:nvSpPr>
        <p:spPr bwMode="auto">
          <a:xfrm>
            <a:off x="1353979" y="1617822"/>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699406" name="Text Box 14">
            <a:extLst>
              <a:ext uri="{FF2B5EF4-FFF2-40B4-BE49-F238E27FC236}">
                <a16:creationId xmlns:a16="http://schemas.microsoft.com/office/drawing/2014/main" id="{D34933C6-371C-2F4B-AAE0-65AA8F4B94A1}"/>
              </a:ext>
            </a:extLst>
          </p:cNvPr>
          <p:cNvSpPr txBox="1">
            <a:spLocks noChangeArrowheads="1"/>
          </p:cNvSpPr>
          <p:nvPr/>
        </p:nvSpPr>
        <p:spPr bwMode="auto">
          <a:xfrm>
            <a:off x="3238739" y="2071450"/>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确认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699407" name="Text Box 15">
            <a:extLst>
              <a:ext uri="{FF2B5EF4-FFF2-40B4-BE49-F238E27FC236}">
                <a16:creationId xmlns:a16="http://schemas.microsoft.com/office/drawing/2014/main" id="{40E1F3C9-C95F-0E4E-ABC1-92F7DB9ED076}"/>
              </a:ext>
            </a:extLst>
          </p:cNvPr>
          <p:cNvSpPr txBox="1">
            <a:spLocks noChangeArrowheads="1"/>
          </p:cNvSpPr>
          <p:nvPr/>
        </p:nvSpPr>
        <p:spPr bwMode="auto">
          <a:xfrm>
            <a:off x="3084345" y="1359456"/>
            <a:ext cx="338554" cy="369332"/>
          </a:xfrm>
          <a:prstGeom prst="rect">
            <a:avLst/>
          </a:prstGeom>
          <a:noFill/>
          <a:ln>
            <a:noFill/>
          </a:ln>
          <a:effectLst/>
        </p:spPr>
        <p:txBody>
          <a:bodyPr wrap="none">
            <a:spAutoFit/>
          </a:bodyPr>
          <a:lstStyle/>
          <a:p>
            <a:pPr algn="ctr" eaLnBrk="1" hangingPunct="1">
              <a:defRPr/>
            </a:pPr>
            <a:r>
              <a:rPr lang="en-US" altLang="zh-CN">
                <a:solidFill>
                  <a:schemeClr val="folHlink"/>
                </a:solidFill>
                <a:latin typeface="Arial" charset="0"/>
                <a:ea typeface="黑体" charset="-122"/>
                <a:cs typeface="+mn-cs"/>
              </a:rPr>
              <a:t>B</a:t>
            </a:r>
          </a:p>
        </p:txBody>
      </p:sp>
      <p:sp>
        <p:nvSpPr>
          <p:cNvPr id="699408" name="Line 16">
            <a:extLst>
              <a:ext uri="{FF2B5EF4-FFF2-40B4-BE49-F238E27FC236}">
                <a16:creationId xmlns:a16="http://schemas.microsoft.com/office/drawing/2014/main" id="{0510F56C-9403-9947-9D79-E93151D82797}"/>
              </a:ext>
            </a:extLst>
          </p:cNvPr>
          <p:cNvSpPr>
            <a:spLocks noChangeShapeType="1"/>
          </p:cNvSpPr>
          <p:nvPr/>
        </p:nvSpPr>
        <p:spPr bwMode="auto">
          <a:xfrm>
            <a:off x="3238739" y="1696403"/>
            <a:ext cx="0" cy="2905125"/>
          </a:xfrm>
          <a:prstGeom prst="line">
            <a:avLst/>
          </a:prstGeom>
          <a:noFill/>
          <a:ln w="12700">
            <a:solidFill>
              <a:schemeClr val="tx1"/>
            </a:solidFill>
            <a:round/>
            <a:headEnd type="none" w="sm" len="sm"/>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699409" name="Text Box 17">
            <a:extLst>
              <a:ext uri="{FF2B5EF4-FFF2-40B4-BE49-F238E27FC236}">
                <a16:creationId xmlns:a16="http://schemas.microsoft.com/office/drawing/2014/main" id="{363BC38D-5F7B-844C-ADCA-EC54F771BCDB}"/>
              </a:ext>
            </a:extLst>
          </p:cNvPr>
          <p:cNvSpPr txBox="1">
            <a:spLocks noChangeArrowheads="1"/>
          </p:cNvSpPr>
          <p:nvPr/>
        </p:nvSpPr>
        <p:spPr bwMode="auto">
          <a:xfrm>
            <a:off x="1353979" y="2502456"/>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2</a:t>
            </a:r>
          </a:p>
        </p:txBody>
      </p:sp>
      <p:sp>
        <p:nvSpPr>
          <p:cNvPr id="699410" name="Text Box 18">
            <a:extLst>
              <a:ext uri="{FF2B5EF4-FFF2-40B4-BE49-F238E27FC236}">
                <a16:creationId xmlns:a16="http://schemas.microsoft.com/office/drawing/2014/main" id="{72563E05-7953-314A-BE2D-5E5A7451CB9C}"/>
              </a:ext>
            </a:extLst>
          </p:cNvPr>
          <p:cNvSpPr txBox="1">
            <a:spLocks noChangeArrowheads="1"/>
          </p:cNvSpPr>
          <p:nvPr/>
        </p:nvSpPr>
        <p:spPr bwMode="auto">
          <a:xfrm>
            <a:off x="1353979" y="3388281"/>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3</a:t>
            </a:r>
          </a:p>
        </p:txBody>
      </p:sp>
      <p:sp>
        <p:nvSpPr>
          <p:cNvPr id="699411" name="Text Box 19">
            <a:extLst>
              <a:ext uri="{FF2B5EF4-FFF2-40B4-BE49-F238E27FC236}">
                <a16:creationId xmlns:a16="http://schemas.microsoft.com/office/drawing/2014/main" id="{E9B0EF7A-2AE3-3E4B-8CF5-C18B7CC0BABF}"/>
              </a:ext>
            </a:extLst>
          </p:cNvPr>
          <p:cNvSpPr txBox="1">
            <a:spLocks noChangeArrowheads="1"/>
          </p:cNvSpPr>
          <p:nvPr/>
        </p:nvSpPr>
        <p:spPr bwMode="auto">
          <a:xfrm>
            <a:off x="3238739" y="2933463"/>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确认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2</a:t>
            </a:r>
          </a:p>
        </p:txBody>
      </p:sp>
      <p:sp>
        <p:nvSpPr>
          <p:cNvPr id="699412" name="Text Box 20">
            <a:extLst>
              <a:ext uri="{FF2B5EF4-FFF2-40B4-BE49-F238E27FC236}">
                <a16:creationId xmlns:a16="http://schemas.microsoft.com/office/drawing/2014/main" id="{EB0FEFB4-7F10-094D-99E1-ED73EF41F946}"/>
              </a:ext>
            </a:extLst>
          </p:cNvPr>
          <p:cNvSpPr txBox="1">
            <a:spLocks noChangeArrowheads="1"/>
          </p:cNvSpPr>
          <p:nvPr/>
        </p:nvSpPr>
        <p:spPr bwMode="auto">
          <a:xfrm>
            <a:off x="3238739" y="3795475"/>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确认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3</a:t>
            </a:r>
          </a:p>
        </p:txBody>
      </p:sp>
      <p:sp>
        <p:nvSpPr>
          <p:cNvPr id="699413" name="Line 21">
            <a:extLst>
              <a:ext uri="{FF2B5EF4-FFF2-40B4-BE49-F238E27FC236}">
                <a16:creationId xmlns:a16="http://schemas.microsoft.com/office/drawing/2014/main" id="{CE7D250A-7189-A84D-972F-501B81597A26}"/>
              </a:ext>
            </a:extLst>
          </p:cNvPr>
          <p:cNvSpPr>
            <a:spLocks noChangeShapeType="1"/>
          </p:cNvSpPr>
          <p:nvPr/>
        </p:nvSpPr>
        <p:spPr bwMode="auto">
          <a:xfrm>
            <a:off x="5466398" y="1696403"/>
            <a:ext cx="0" cy="2905125"/>
          </a:xfrm>
          <a:prstGeom prst="line">
            <a:avLst/>
          </a:prstGeom>
          <a:noFill/>
          <a:ln w="12700">
            <a:solidFill>
              <a:schemeClr val="tx1"/>
            </a:solidFill>
            <a:round/>
            <a:headEnd type="none" w="sm" len="sm"/>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699414" name="Line 22">
            <a:extLst>
              <a:ext uri="{FF2B5EF4-FFF2-40B4-BE49-F238E27FC236}">
                <a16:creationId xmlns:a16="http://schemas.microsoft.com/office/drawing/2014/main" id="{9293400B-02CF-D246-A816-94117DDC2DF9}"/>
              </a:ext>
            </a:extLst>
          </p:cNvPr>
          <p:cNvSpPr>
            <a:spLocks noChangeShapeType="1"/>
          </p:cNvSpPr>
          <p:nvPr/>
        </p:nvSpPr>
        <p:spPr bwMode="auto">
          <a:xfrm>
            <a:off x="5466398" y="1869044"/>
            <a:ext cx="628650" cy="216694"/>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99415" name="Line 23">
            <a:extLst>
              <a:ext uri="{FF2B5EF4-FFF2-40B4-BE49-F238E27FC236}">
                <a16:creationId xmlns:a16="http://schemas.microsoft.com/office/drawing/2014/main" id="{745E341F-C237-AC4A-8BC6-F79FE4AFA684}"/>
              </a:ext>
            </a:extLst>
          </p:cNvPr>
          <p:cNvSpPr>
            <a:spLocks noChangeShapeType="1"/>
          </p:cNvSpPr>
          <p:nvPr/>
        </p:nvSpPr>
        <p:spPr bwMode="auto">
          <a:xfrm flipH="1">
            <a:off x="5466398" y="2301240"/>
            <a:ext cx="1131094" cy="359569"/>
          </a:xfrm>
          <a:prstGeom prst="line">
            <a:avLst/>
          </a:prstGeom>
          <a:noFill/>
          <a:ln w="9525">
            <a:solidFill>
              <a:schemeClr val="tx1"/>
            </a:solidFill>
            <a:prstDash val="dash"/>
            <a:round/>
            <a:headEnd type="none" w="sm" len="sm"/>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699416" name="Line 24">
            <a:extLst>
              <a:ext uri="{FF2B5EF4-FFF2-40B4-BE49-F238E27FC236}">
                <a16:creationId xmlns:a16="http://schemas.microsoft.com/office/drawing/2014/main" id="{559B93FC-B6BE-3B4C-ACC4-B5F49AC91ED3}"/>
              </a:ext>
            </a:extLst>
          </p:cNvPr>
          <p:cNvSpPr>
            <a:spLocks noChangeShapeType="1"/>
          </p:cNvSpPr>
          <p:nvPr/>
        </p:nvSpPr>
        <p:spPr bwMode="auto">
          <a:xfrm>
            <a:off x="5466398" y="2876313"/>
            <a:ext cx="1131094" cy="359569"/>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99417" name="Line 25">
            <a:extLst>
              <a:ext uri="{FF2B5EF4-FFF2-40B4-BE49-F238E27FC236}">
                <a16:creationId xmlns:a16="http://schemas.microsoft.com/office/drawing/2014/main" id="{BCCB04CB-991C-0345-BEC3-D1FFD716C00F}"/>
              </a:ext>
            </a:extLst>
          </p:cNvPr>
          <p:cNvSpPr>
            <a:spLocks noChangeShapeType="1"/>
          </p:cNvSpPr>
          <p:nvPr/>
        </p:nvSpPr>
        <p:spPr bwMode="auto">
          <a:xfrm flipH="1">
            <a:off x="5466398" y="3307319"/>
            <a:ext cx="1131094" cy="359569"/>
          </a:xfrm>
          <a:prstGeom prst="line">
            <a:avLst/>
          </a:prstGeom>
          <a:noFill/>
          <a:ln w="28575">
            <a:solidFill>
              <a:schemeClr val="fo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99418" name="Line 26">
            <a:extLst>
              <a:ext uri="{FF2B5EF4-FFF2-40B4-BE49-F238E27FC236}">
                <a16:creationId xmlns:a16="http://schemas.microsoft.com/office/drawing/2014/main" id="{BDC543A9-D5A0-0C44-8E9F-C85E3F1FFD48}"/>
              </a:ext>
            </a:extLst>
          </p:cNvPr>
          <p:cNvSpPr>
            <a:spLocks noChangeShapeType="1"/>
          </p:cNvSpPr>
          <p:nvPr/>
        </p:nvSpPr>
        <p:spPr bwMode="auto">
          <a:xfrm>
            <a:off x="5466398" y="3738325"/>
            <a:ext cx="1131094" cy="360759"/>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699419" name="Text Box 27">
            <a:extLst>
              <a:ext uri="{FF2B5EF4-FFF2-40B4-BE49-F238E27FC236}">
                <a16:creationId xmlns:a16="http://schemas.microsoft.com/office/drawing/2014/main" id="{F1B6E5F4-A6B7-9349-9FD5-47002B156C73}"/>
              </a:ext>
            </a:extLst>
          </p:cNvPr>
          <p:cNvSpPr txBox="1">
            <a:spLocks noChangeArrowheads="1"/>
          </p:cNvSpPr>
          <p:nvPr/>
        </p:nvSpPr>
        <p:spPr bwMode="auto">
          <a:xfrm>
            <a:off x="5302479" y="1359456"/>
            <a:ext cx="338554" cy="369332"/>
          </a:xfrm>
          <a:prstGeom prst="rect">
            <a:avLst/>
          </a:prstGeom>
          <a:noFill/>
          <a:ln>
            <a:noFill/>
          </a:ln>
          <a:effectLst/>
        </p:spPr>
        <p:txBody>
          <a:bodyPr wrap="none">
            <a:spAutoFit/>
          </a:bodyPr>
          <a:lstStyle/>
          <a:p>
            <a:pPr algn="ctr" eaLnBrk="1" hangingPunct="1">
              <a:defRPr/>
            </a:pPr>
            <a:r>
              <a:rPr lang="en-US" altLang="zh-CN">
                <a:solidFill>
                  <a:schemeClr val="folHlink"/>
                </a:solidFill>
                <a:latin typeface="Arial" charset="0"/>
                <a:ea typeface="黑体" charset="-122"/>
                <a:cs typeface="+mn-cs"/>
              </a:rPr>
              <a:t>A</a:t>
            </a:r>
          </a:p>
        </p:txBody>
      </p:sp>
      <p:sp>
        <p:nvSpPr>
          <p:cNvPr id="699420" name="Text Box 28">
            <a:extLst>
              <a:ext uri="{FF2B5EF4-FFF2-40B4-BE49-F238E27FC236}">
                <a16:creationId xmlns:a16="http://schemas.microsoft.com/office/drawing/2014/main" id="{37D22479-BDD9-974E-8983-C2FD658BE694}"/>
              </a:ext>
            </a:extLst>
          </p:cNvPr>
          <p:cNvSpPr txBox="1">
            <a:spLocks noChangeArrowheads="1"/>
          </p:cNvSpPr>
          <p:nvPr/>
        </p:nvSpPr>
        <p:spPr bwMode="auto">
          <a:xfrm>
            <a:off x="4487704" y="1617822"/>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699421" name="Text Box 29">
            <a:extLst>
              <a:ext uri="{FF2B5EF4-FFF2-40B4-BE49-F238E27FC236}">
                <a16:creationId xmlns:a16="http://schemas.microsoft.com/office/drawing/2014/main" id="{EA84A6A8-1AEB-AF4A-B4BB-6B3456DE6386}"/>
              </a:ext>
            </a:extLst>
          </p:cNvPr>
          <p:cNvSpPr txBox="1">
            <a:spLocks noChangeArrowheads="1"/>
          </p:cNvSpPr>
          <p:nvPr/>
        </p:nvSpPr>
        <p:spPr bwMode="auto">
          <a:xfrm>
            <a:off x="6439526" y="1359456"/>
            <a:ext cx="338554" cy="369332"/>
          </a:xfrm>
          <a:prstGeom prst="rect">
            <a:avLst/>
          </a:prstGeom>
          <a:noFill/>
          <a:ln>
            <a:noFill/>
          </a:ln>
          <a:effectLst/>
        </p:spPr>
        <p:txBody>
          <a:bodyPr wrap="none">
            <a:spAutoFit/>
          </a:bodyPr>
          <a:lstStyle/>
          <a:p>
            <a:pPr algn="ctr" eaLnBrk="1" hangingPunct="1">
              <a:defRPr/>
            </a:pPr>
            <a:r>
              <a:rPr lang="en-US" altLang="zh-CN">
                <a:solidFill>
                  <a:schemeClr val="folHlink"/>
                </a:solidFill>
                <a:latin typeface="Arial" charset="0"/>
                <a:ea typeface="黑体" charset="-122"/>
                <a:cs typeface="+mn-cs"/>
              </a:rPr>
              <a:t>B</a:t>
            </a:r>
          </a:p>
        </p:txBody>
      </p:sp>
      <p:sp>
        <p:nvSpPr>
          <p:cNvPr id="699422" name="Line 30">
            <a:extLst>
              <a:ext uri="{FF2B5EF4-FFF2-40B4-BE49-F238E27FC236}">
                <a16:creationId xmlns:a16="http://schemas.microsoft.com/office/drawing/2014/main" id="{38F71947-B665-A04A-9E6B-16A765279A59}"/>
              </a:ext>
            </a:extLst>
          </p:cNvPr>
          <p:cNvSpPr>
            <a:spLocks noChangeShapeType="1"/>
          </p:cNvSpPr>
          <p:nvPr/>
        </p:nvSpPr>
        <p:spPr bwMode="auto">
          <a:xfrm>
            <a:off x="6597491" y="1696403"/>
            <a:ext cx="0" cy="2905125"/>
          </a:xfrm>
          <a:prstGeom prst="line">
            <a:avLst/>
          </a:prstGeom>
          <a:noFill/>
          <a:ln w="12700">
            <a:solidFill>
              <a:schemeClr val="tx1"/>
            </a:solidFill>
            <a:round/>
            <a:headEnd type="none" w="sm" len="sm"/>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699423" name="Text Box 31">
            <a:extLst>
              <a:ext uri="{FF2B5EF4-FFF2-40B4-BE49-F238E27FC236}">
                <a16:creationId xmlns:a16="http://schemas.microsoft.com/office/drawing/2014/main" id="{23A8E991-51FD-E54A-8290-6CABE85102BA}"/>
              </a:ext>
            </a:extLst>
          </p:cNvPr>
          <p:cNvSpPr txBox="1">
            <a:spLocks noChangeArrowheads="1"/>
          </p:cNvSpPr>
          <p:nvPr/>
        </p:nvSpPr>
        <p:spPr bwMode="auto">
          <a:xfrm>
            <a:off x="4054317" y="2646522"/>
            <a:ext cx="1237839" cy="323165"/>
          </a:xfrm>
          <a:prstGeom prst="rect">
            <a:avLst/>
          </a:prstGeom>
          <a:solidFill>
            <a:srgbClr val="FFFF99"/>
          </a:solidFill>
          <a:ln w="9525">
            <a:solidFill>
              <a:schemeClr val="folHlink"/>
            </a:solidFill>
            <a:miter lim="800000"/>
            <a:headEnd/>
            <a:tailEnd/>
          </a:ln>
          <a:effectLst>
            <a:outerShdw blurRad="63500" dist="53882"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超时重传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699424" name="Text Box 32">
            <a:extLst>
              <a:ext uri="{FF2B5EF4-FFF2-40B4-BE49-F238E27FC236}">
                <a16:creationId xmlns:a16="http://schemas.microsoft.com/office/drawing/2014/main" id="{AAD9A3A3-38E2-8147-8258-230EBEE82D67}"/>
              </a:ext>
            </a:extLst>
          </p:cNvPr>
          <p:cNvSpPr txBox="1">
            <a:spLocks noChangeArrowheads="1"/>
          </p:cNvSpPr>
          <p:nvPr/>
        </p:nvSpPr>
        <p:spPr bwMode="auto">
          <a:xfrm>
            <a:off x="4652011" y="3508534"/>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2</a:t>
            </a:r>
          </a:p>
        </p:txBody>
      </p:sp>
      <p:sp>
        <p:nvSpPr>
          <p:cNvPr id="699425" name="Text Box 33">
            <a:extLst>
              <a:ext uri="{FF2B5EF4-FFF2-40B4-BE49-F238E27FC236}">
                <a16:creationId xmlns:a16="http://schemas.microsoft.com/office/drawing/2014/main" id="{9859CF7F-1EC3-FE4A-8B00-CE52E894E917}"/>
              </a:ext>
            </a:extLst>
          </p:cNvPr>
          <p:cNvSpPr txBox="1">
            <a:spLocks noChangeArrowheads="1"/>
          </p:cNvSpPr>
          <p:nvPr/>
        </p:nvSpPr>
        <p:spPr bwMode="auto">
          <a:xfrm>
            <a:off x="6597492" y="3125153"/>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确认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699426" name="Text Box 34">
            <a:extLst>
              <a:ext uri="{FF2B5EF4-FFF2-40B4-BE49-F238E27FC236}">
                <a16:creationId xmlns:a16="http://schemas.microsoft.com/office/drawing/2014/main" id="{BC45E550-1C12-E245-AC7F-53324E9AF0AE}"/>
              </a:ext>
            </a:extLst>
          </p:cNvPr>
          <p:cNvSpPr txBox="1">
            <a:spLocks noChangeArrowheads="1"/>
          </p:cNvSpPr>
          <p:nvPr/>
        </p:nvSpPr>
        <p:spPr bwMode="auto">
          <a:xfrm>
            <a:off x="6649335" y="1976200"/>
            <a:ext cx="1146469" cy="553998"/>
          </a:xfrm>
          <a:prstGeom prst="rect">
            <a:avLst/>
          </a:prstGeom>
          <a:solidFill>
            <a:srgbClr val="FFFF99"/>
          </a:solidFill>
          <a:ln w="9525">
            <a:solidFill>
              <a:schemeClr val="folHlink"/>
            </a:solidFill>
            <a:miter lim="800000"/>
            <a:headEnd/>
            <a:tailEnd/>
          </a:ln>
          <a:effectLst>
            <a:outerShdw blurRad="63500" dist="53882"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丢弃有差错</a:t>
            </a:r>
          </a:p>
          <a:p>
            <a:pPr algn="ctr" eaLnBrk="1" hangingPunct="1">
              <a:defRPr/>
            </a:pPr>
            <a:r>
              <a:rPr lang="zh-CN" altLang="en-US" sz="1500">
                <a:solidFill>
                  <a:schemeClr val="folHlink"/>
                </a:solidFill>
                <a:latin typeface="Arial" panose="020B0604020202020204" pitchFamily="34" charset="0"/>
              </a:rPr>
              <a:t>的报文</a:t>
            </a:r>
            <a:endParaRPr lang="zh-CN" altLang="en-US" sz="1500" baseline="-25000">
              <a:solidFill>
                <a:schemeClr val="folHlink"/>
              </a:solidFill>
              <a:latin typeface="Arial" panose="020B0604020202020204" pitchFamily="34" charset="0"/>
            </a:endParaRPr>
          </a:p>
        </p:txBody>
      </p:sp>
      <p:sp>
        <p:nvSpPr>
          <p:cNvPr id="699427" name="Line 35">
            <a:extLst>
              <a:ext uri="{FF2B5EF4-FFF2-40B4-BE49-F238E27FC236}">
                <a16:creationId xmlns:a16="http://schemas.microsoft.com/office/drawing/2014/main" id="{3A6BB045-D8AE-C64A-BCD2-5AAE23C0FC7B}"/>
              </a:ext>
            </a:extLst>
          </p:cNvPr>
          <p:cNvSpPr>
            <a:spLocks noChangeShapeType="1"/>
          </p:cNvSpPr>
          <p:nvPr/>
        </p:nvSpPr>
        <p:spPr bwMode="auto">
          <a:xfrm>
            <a:off x="6095048" y="2085737"/>
            <a:ext cx="508397" cy="160734"/>
          </a:xfrm>
          <a:prstGeom prst="line">
            <a:avLst/>
          </a:prstGeom>
          <a:noFill/>
          <a:ln w="12700">
            <a:solidFill>
              <a:schemeClr val="tx1"/>
            </a:solidFill>
            <a:prstDash val="dash"/>
            <a:round/>
            <a:headEnd type="none" w="sm" len="sm"/>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699428" name="Line 36">
            <a:extLst>
              <a:ext uri="{FF2B5EF4-FFF2-40B4-BE49-F238E27FC236}">
                <a16:creationId xmlns:a16="http://schemas.microsoft.com/office/drawing/2014/main" id="{D99CBCE3-5581-EB41-9964-30DA88211C6D}"/>
              </a:ext>
            </a:extLst>
          </p:cNvPr>
          <p:cNvSpPr>
            <a:spLocks noChangeShapeType="1"/>
          </p:cNvSpPr>
          <p:nvPr/>
        </p:nvSpPr>
        <p:spPr bwMode="auto">
          <a:xfrm>
            <a:off x="5241370" y="1869044"/>
            <a:ext cx="188119" cy="0"/>
          </a:xfrm>
          <a:prstGeom prst="line">
            <a:avLst/>
          </a:prstGeom>
          <a:noFill/>
          <a:ln w="12700">
            <a:solidFill>
              <a:schemeClr val="tx1"/>
            </a:solidFill>
            <a:round/>
            <a:headEnd type="none" w="sm" len="sm"/>
            <a:tailEnd type="none" w="sm" len="sm"/>
          </a:ln>
          <a:effectLst/>
        </p:spPr>
        <p:txBody>
          <a:bodyPr/>
          <a:lstStyle/>
          <a:p>
            <a:pPr eaLnBrk="1" hangingPunct="1">
              <a:defRPr/>
            </a:pPr>
            <a:endParaRPr lang="zh-CN" altLang="en-US">
              <a:latin typeface="Tahoma" charset="0"/>
              <a:ea typeface="宋体" charset="-122"/>
              <a:cs typeface="+mn-cs"/>
            </a:endParaRPr>
          </a:p>
        </p:txBody>
      </p:sp>
      <p:sp>
        <p:nvSpPr>
          <p:cNvPr id="699429" name="Line 37">
            <a:extLst>
              <a:ext uri="{FF2B5EF4-FFF2-40B4-BE49-F238E27FC236}">
                <a16:creationId xmlns:a16="http://schemas.microsoft.com/office/drawing/2014/main" id="{CE1B47A7-B3B5-1840-8E03-2257808C40FE}"/>
              </a:ext>
            </a:extLst>
          </p:cNvPr>
          <p:cNvSpPr>
            <a:spLocks noChangeShapeType="1"/>
          </p:cNvSpPr>
          <p:nvPr/>
        </p:nvSpPr>
        <p:spPr bwMode="auto">
          <a:xfrm>
            <a:off x="5241370" y="2876312"/>
            <a:ext cx="188119" cy="0"/>
          </a:xfrm>
          <a:prstGeom prst="line">
            <a:avLst/>
          </a:prstGeom>
          <a:noFill/>
          <a:ln w="12700">
            <a:solidFill>
              <a:schemeClr val="tx1"/>
            </a:solidFill>
            <a:round/>
            <a:headEnd type="none" w="sm" len="sm"/>
            <a:tailEnd type="none" w="sm" len="sm"/>
          </a:ln>
          <a:effectLst/>
        </p:spPr>
        <p:txBody>
          <a:bodyPr/>
          <a:lstStyle/>
          <a:p>
            <a:pPr eaLnBrk="1" hangingPunct="1">
              <a:defRPr/>
            </a:pPr>
            <a:endParaRPr lang="zh-CN" altLang="en-US">
              <a:latin typeface="Tahoma" charset="0"/>
              <a:ea typeface="宋体" charset="-122"/>
              <a:cs typeface="+mn-cs"/>
            </a:endParaRPr>
          </a:p>
        </p:txBody>
      </p:sp>
      <p:sp>
        <p:nvSpPr>
          <p:cNvPr id="699430" name="Line 38">
            <a:extLst>
              <a:ext uri="{FF2B5EF4-FFF2-40B4-BE49-F238E27FC236}">
                <a16:creationId xmlns:a16="http://schemas.microsoft.com/office/drawing/2014/main" id="{B289870F-EB40-1D44-89D5-7A00C9EA3368}"/>
              </a:ext>
            </a:extLst>
          </p:cNvPr>
          <p:cNvSpPr>
            <a:spLocks noChangeShapeType="1"/>
          </p:cNvSpPr>
          <p:nvPr/>
        </p:nvSpPr>
        <p:spPr bwMode="auto">
          <a:xfrm>
            <a:off x="5336620" y="1859519"/>
            <a:ext cx="0" cy="1007269"/>
          </a:xfrm>
          <a:prstGeom prst="line">
            <a:avLst/>
          </a:prstGeom>
          <a:noFill/>
          <a:ln w="12700">
            <a:solidFill>
              <a:schemeClr val="tx1"/>
            </a:solidFill>
            <a:round/>
            <a:headEnd type="triangle" w="sm" len="med"/>
            <a:tailEnd type="triangle" w="sm" len="med"/>
          </a:ln>
          <a:effectLst/>
        </p:spPr>
        <p:txBody>
          <a:bodyPr/>
          <a:lstStyle/>
          <a:p>
            <a:pPr eaLnBrk="1" hangingPunct="1">
              <a:defRPr/>
            </a:pPr>
            <a:endParaRPr lang="zh-CN" altLang="en-US">
              <a:latin typeface="Tahoma" charset="0"/>
              <a:ea typeface="宋体" charset="-122"/>
              <a:cs typeface="+mn-cs"/>
            </a:endParaRPr>
          </a:p>
        </p:txBody>
      </p:sp>
      <p:grpSp>
        <p:nvGrpSpPr>
          <p:cNvPr id="89125" name="Group 39">
            <a:extLst>
              <a:ext uri="{FF2B5EF4-FFF2-40B4-BE49-F238E27FC236}">
                <a16:creationId xmlns:a16="http://schemas.microsoft.com/office/drawing/2014/main" id="{A827089C-2EBD-0147-A650-4411F6F087C3}"/>
              </a:ext>
            </a:extLst>
          </p:cNvPr>
          <p:cNvGrpSpPr>
            <a:grpSpLocks/>
          </p:cNvGrpSpPr>
          <p:nvPr/>
        </p:nvGrpSpPr>
        <p:grpSpPr bwMode="auto">
          <a:xfrm>
            <a:off x="5113972" y="1996442"/>
            <a:ext cx="492527" cy="508327"/>
            <a:chOff x="475" y="2386"/>
            <a:chExt cx="356" cy="321"/>
          </a:xfrm>
        </p:grpSpPr>
        <p:sp>
          <p:nvSpPr>
            <p:cNvPr id="699432" name="Oval 40">
              <a:extLst>
                <a:ext uri="{FF2B5EF4-FFF2-40B4-BE49-F238E27FC236}">
                  <a16:creationId xmlns:a16="http://schemas.microsoft.com/office/drawing/2014/main" id="{1ED700EC-4E28-2B4C-B3E3-912136B367AF}"/>
                </a:ext>
              </a:extLst>
            </p:cNvPr>
            <p:cNvSpPr>
              <a:spLocks noChangeArrowheads="1"/>
            </p:cNvSpPr>
            <p:nvPr/>
          </p:nvSpPr>
          <p:spPr bwMode="auto">
            <a:xfrm>
              <a:off x="543" y="2505"/>
              <a:ext cx="181" cy="181"/>
            </a:xfrm>
            <a:prstGeom prst="ellipse">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699433" name="Text Box 41">
              <a:extLst>
                <a:ext uri="{FF2B5EF4-FFF2-40B4-BE49-F238E27FC236}">
                  <a16:creationId xmlns:a16="http://schemas.microsoft.com/office/drawing/2014/main" id="{9D68D344-92F6-5B4F-A8C9-306CF6831A8F}"/>
                </a:ext>
              </a:extLst>
            </p:cNvPr>
            <p:cNvSpPr txBox="1">
              <a:spLocks noChangeArrowheads="1"/>
            </p:cNvSpPr>
            <p:nvPr/>
          </p:nvSpPr>
          <p:spPr bwMode="auto">
            <a:xfrm>
              <a:off x="475" y="2386"/>
              <a:ext cx="356" cy="32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2700">
                  <a:solidFill>
                    <a:schemeClr val="folHlink"/>
                  </a:solidFill>
                  <a:latin typeface="Arial" panose="020B0604020202020204" pitchFamily="34" charset="0"/>
                  <a:sym typeface="Wingdings" pitchFamily="2" charset="2"/>
                </a:rPr>
                <a:t></a:t>
              </a:r>
            </a:p>
          </p:txBody>
        </p:sp>
      </p:grpSp>
      <p:grpSp>
        <p:nvGrpSpPr>
          <p:cNvPr id="89126" name="Group 42">
            <a:extLst>
              <a:ext uri="{FF2B5EF4-FFF2-40B4-BE49-F238E27FC236}">
                <a16:creationId xmlns:a16="http://schemas.microsoft.com/office/drawing/2014/main" id="{AB959311-96BA-4747-8518-5E81F9182529}"/>
              </a:ext>
            </a:extLst>
          </p:cNvPr>
          <p:cNvGrpSpPr>
            <a:grpSpLocks/>
          </p:cNvGrpSpPr>
          <p:nvPr/>
        </p:nvGrpSpPr>
        <p:grpSpPr bwMode="auto">
          <a:xfrm>
            <a:off x="6120051" y="2014300"/>
            <a:ext cx="188119" cy="215503"/>
            <a:chOff x="3651" y="709"/>
            <a:chExt cx="136" cy="136"/>
          </a:xfrm>
        </p:grpSpPr>
        <p:sp>
          <p:nvSpPr>
            <p:cNvPr id="699435" name="Line 43">
              <a:extLst>
                <a:ext uri="{FF2B5EF4-FFF2-40B4-BE49-F238E27FC236}">
                  <a16:creationId xmlns:a16="http://schemas.microsoft.com/office/drawing/2014/main" id="{01359DFF-2E1B-7740-B00D-622A0D2C26B5}"/>
                </a:ext>
              </a:extLst>
            </p:cNvPr>
            <p:cNvSpPr>
              <a:spLocks noChangeShapeType="1"/>
            </p:cNvSpPr>
            <p:nvPr/>
          </p:nvSpPr>
          <p:spPr bwMode="auto">
            <a:xfrm flipH="1">
              <a:off x="3651" y="709"/>
              <a:ext cx="136" cy="136"/>
            </a:xfrm>
            <a:prstGeom prst="line">
              <a:avLst/>
            </a:prstGeom>
            <a:noFill/>
            <a:ln w="38100">
              <a:solidFill>
                <a:schemeClr val="tx1"/>
              </a:solidFill>
              <a:round/>
              <a:headEnd type="none" w="sm" len="sm"/>
              <a:tailEnd type="none" w="sm" len="sm"/>
            </a:ln>
            <a:effectLst/>
          </p:spPr>
          <p:txBody>
            <a:bodyPr/>
            <a:lstStyle/>
            <a:p>
              <a:pPr eaLnBrk="1" hangingPunct="1">
                <a:defRPr/>
              </a:pPr>
              <a:endParaRPr lang="zh-CN" altLang="en-US">
                <a:latin typeface="Tahoma" charset="0"/>
                <a:ea typeface="宋体" charset="-122"/>
                <a:cs typeface="+mn-cs"/>
              </a:endParaRPr>
            </a:p>
          </p:txBody>
        </p:sp>
        <p:sp>
          <p:nvSpPr>
            <p:cNvPr id="699436" name="Line 44">
              <a:extLst>
                <a:ext uri="{FF2B5EF4-FFF2-40B4-BE49-F238E27FC236}">
                  <a16:creationId xmlns:a16="http://schemas.microsoft.com/office/drawing/2014/main" id="{8FE7A97A-2C94-9449-B594-05E17FCFEC6C}"/>
                </a:ext>
              </a:extLst>
            </p:cNvPr>
            <p:cNvSpPr>
              <a:spLocks noChangeShapeType="1"/>
            </p:cNvSpPr>
            <p:nvPr/>
          </p:nvSpPr>
          <p:spPr bwMode="auto">
            <a:xfrm>
              <a:off x="3651" y="709"/>
              <a:ext cx="136" cy="136"/>
            </a:xfrm>
            <a:prstGeom prst="line">
              <a:avLst/>
            </a:prstGeom>
            <a:noFill/>
            <a:ln w="38100">
              <a:solidFill>
                <a:schemeClr val="tx1"/>
              </a:solidFill>
              <a:round/>
              <a:headEnd type="none" w="sm" len="sm"/>
              <a:tailEnd type="none" w="sm" len="sm"/>
            </a:ln>
            <a:effectLst/>
          </p:spPr>
          <p:txBody>
            <a:bodyPr/>
            <a:lstStyle/>
            <a:p>
              <a:pPr eaLnBrk="1" hangingPunct="1">
                <a:defRPr/>
              </a:pPr>
              <a:endParaRPr lang="zh-CN" altLang="en-US">
                <a:latin typeface="Tahoma" charset="0"/>
                <a:ea typeface="宋体" charset="-122"/>
                <a:cs typeface="+mn-cs"/>
              </a:endParaRPr>
            </a:p>
          </p:txBody>
        </p:sp>
      </p:grpSp>
      <p:sp>
        <p:nvSpPr>
          <p:cNvPr id="699437" name="Rectangle 45">
            <a:extLst>
              <a:ext uri="{FF2B5EF4-FFF2-40B4-BE49-F238E27FC236}">
                <a16:creationId xmlns:a16="http://schemas.microsoft.com/office/drawing/2014/main" id="{005D5E27-5125-314F-9A60-953ABBEB6AF2}"/>
              </a:ext>
            </a:extLst>
          </p:cNvPr>
          <p:cNvSpPr>
            <a:spLocks noChangeArrowheads="1"/>
          </p:cNvSpPr>
          <p:nvPr/>
        </p:nvSpPr>
        <p:spPr bwMode="auto">
          <a:xfrm>
            <a:off x="5256848" y="4744403"/>
            <a:ext cx="1620635" cy="392898"/>
          </a:xfrm>
          <a:prstGeom prst="rect">
            <a:avLst/>
          </a:prstGeom>
          <a:noFill/>
          <a:ln>
            <a:noFill/>
          </a:ln>
          <a:effectLst/>
        </p:spPr>
        <p:txBody>
          <a:bodyPr wrap="none" lIns="69056" tIns="34529" rIns="69056" bIns="34529">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2100">
                <a:solidFill>
                  <a:schemeClr val="folHlink"/>
                </a:solidFill>
                <a:latin typeface="Arial" panose="020B0604020202020204" pitchFamily="34" charset="0"/>
              </a:rPr>
              <a:t>(b) </a:t>
            </a:r>
            <a:r>
              <a:rPr kumimoji="1" lang="zh-CN" altLang="en-US" sz="2100">
                <a:solidFill>
                  <a:schemeClr val="folHlink"/>
                </a:solidFill>
                <a:latin typeface="Arial" panose="020B0604020202020204" pitchFamily="34" charset="0"/>
              </a:rPr>
              <a:t>超时重传</a:t>
            </a:r>
          </a:p>
        </p:txBody>
      </p:sp>
      <p:sp>
        <p:nvSpPr>
          <p:cNvPr id="699438" name="Rectangle 46">
            <a:extLst>
              <a:ext uri="{FF2B5EF4-FFF2-40B4-BE49-F238E27FC236}">
                <a16:creationId xmlns:a16="http://schemas.microsoft.com/office/drawing/2014/main" id="{60629645-E5B5-0F44-90B5-86B306835D7A}"/>
              </a:ext>
            </a:extLst>
          </p:cNvPr>
          <p:cNvSpPr>
            <a:spLocks noChangeArrowheads="1"/>
          </p:cNvSpPr>
          <p:nvPr/>
        </p:nvSpPr>
        <p:spPr bwMode="auto">
          <a:xfrm>
            <a:off x="2086214" y="4407456"/>
            <a:ext cx="192360" cy="300565"/>
          </a:xfrm>
          <a:prstGeom prst="rect">
            <a:avLst/>
          </a:prstGeom>
          <a:noFill/>
          <a:ln>
            <a:noFill/>
          </a:ln>
          <a:effectLst/>
        </p:spPr>
        <p:txBody>
          <a:bodyPr wrap="none" lIns="69056" tIns="34529" rIns="69056" bIns="34529">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i="1">
                <a:solidFill>
                  <a:schemeClr val="folHlink"/>
                </a:solidFill>
                <a:ea typeface="黑体" charset="-122"/>
              </a:rPr>
              <a:t>t</a:t>
            </a:r>
          </a:p>
        </p:txBody>
      </p:sp>
      <p:sp>
        <p:nvSpPr>
          <p:cNvPr id="699439" name="Rectangle 47">
            <a:extLst>
              <a:ext uri="{FF2B5EF4-FFF2-40B4-BE49-F238E27FC236}">
                <a16:creationId xmlns:a16="http://schemas.microsoft.com/office/drawing/2014/main" id="{FB7C0B00-3648-734A-B2A0-9DA8B376C202}"/>
              </a:ext>
            </a:extLst>
          </p:cNvPr>
          <p:cNvSpPr>
            <a:spLocks noChangeArrowheads="1"/>
          </p:cNvSpPr>
          <p:nvPr/>
        </p:nvSpPr>
        <p:spPr bwMode="auto">
          <a:xfrm>
            <a:off x="3216116" y="4407456"/>
            <a:ext cx="192360" cy="300565"/>
          </a:xfrm>
          <a:prstGeom prst="rect">
            <a:avLst/>
          </a:prstGeom>
          <a:noFill/>
          <a:ln>
            <a:noFill/>
          </a:ln>
          <a:effectLst/>
        </p:spPr>
        <p:txBody>
          <a:bodyPr wrap="none" lIns="69056" tIns="34529" rIns="69056" bIns="34529">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i="1">
                <a:solidFill>
                  <a:schemeClr val="folHlink"/>
                </a:solidFill>
                <a:ea typeface="黑体" charset="-122"/>
              </a:rPr>
              <a:t>t</a:t>
            </a:r>
          </a:p>
        </p:txBody>
      </p:sp>
      <p:sp>
        <p:nvSpPr>
          <p:cNvPr id="699440" name="Rectangle 48">
            <a:extLst>
              <a:ext uri="{FF2B5EF4-FFF2-40B4-BE49-F238E27FC236}">
                <a16:creationId xmlns:a16="http://schemas.microsoft.com/office/drawing/2014/main" id="{EA54E519-F2BB-2249-B9DE-47248FF78450}"/>
              </a:ext>
            </a:extLst>
          </p:cNvPr>
          <p:cNvSpPr>
            <a:spLocks noChangeArrowheads="1"/>
          </p:cNvSpPr>
          <p:nvPr/>
        </p:nvSpPr>
        <p:spPr bwMode="auto">
          <a:xfrm>
            <a:off x="5428298" y="4407456"/>
            <a:ext cx="192360" cy="300565"/>
          </a:xfrm>
          <a:prstGeom prst="rect">
            <a:avLst/>
          </a:prstGeom>
          <a:noFill/>
          <a:ln>
            <a:noFill/>
          </a:ln>
          <a:effectLst/>
        </p:spPr>
        <p:txBody>
          <a:bodyPr wrap="none" lIns="69056" tIns="34529" rIns="69056" bIns="34529">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i="1">
                <a:solidFill>
                  <a:schemeClr val="folHlink"/>
                </a:solidFill>
                <a:ea typeface="黑体" charset="-122"/>
              </a:rPr>
              <a:t>t</a:t>
            </a:r>
          </a:p>
        </p:txBody>
      </p:sp>
      <p:sp>
        <p:nvSpPr>
          <p:cNvPr id="699441" name="Rectangle 49">
            <a:extLst>
              <a:ext uri="{FF2B5EF4-FFF2-40B4-BE49-F238E27FC236}">
                <a16:creationId xmlns:a16="http://schemas.microsoft.com/office/drawing/2014/main" id="{8C33837A-C0DF-D24B-AC68-C8EFC7A2C301}"/>
              </a:ext>
            </a:extLst>
          </p:cNvPr>
          <p:cNvSpPr>
            <a:spLocks noChangeArrowheads="1"/>
          </p:cNvSpPr>
          <p:nvPr/>
        </p:nvSpPr>
        <p:spPr bwMode="auto">
          <a:xfrm>
            <a:off x="6558201" y="4407456"/>
            <a:ext cx="192360" cy="300565"/>
          </a:xfrm>
          <a:prstGeom prst="rect">
            <a:avLst/>
          </a:prstGeom>
          <a:noFill/>
          <a:ln>
            <a:noFill/>
          </a:ln>
          <a:effectLst/>
        </p:spPr>
        <p:txBody>
          <a:bodyPr wrap="none" lIns="69056" tIns="34529" rIns="69056" bIns="34529">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i="1">
                <a:solidFill>
                  <a:schemeClr val="folHlink"/>
                </a:solidFill>
                <a:ea typeface="黑体" charset="-122"/>
              </a:rPr>
              <a:t>t</a:t>
            </a:r>
          </a:p>
        </p:txBody>
      </p:sp>
      <p:sp>
        <p:nvSpPr>
          <p:cNvPr id="2" name="幻灯片编号占位符 1">
            <a:extLst>
              <a:ext uri="{FF2B5EF4-FFF2-40B4-BE49-F238E27FC236}">
                <a16:creationId xmlns:a16="http://schemas.microsoft.com/office/drawing/2014/main" id="{A6A6CBFA-3FF4-F648-93BE-4D77350396C9}"/>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26C6297-11E8-2742-9B33-7D0B0A6CA7F6}" type="slidenum">
              <a:rPr lang="en-US" altLang="zh-CN" sz="1050"/>
              <a:pPr>
                <a:defRPr/>
              </a:pPr>
              <a:t>36</a:t>
            </a:fld>
            <a:endParaRPr lang="en-US" altLang="zh-CN" sz="1050"/>
          </a:p>
        </p:txBody>
      </p:sp>
      <p:sp>
        <p:nvSpPr>
          <p:cNvPr id="3" name="矩形 2">
            <a:extLst>
              <a:ext uri="{FF2B5EF4-FFF2-40B4-BE49-F238E27FC236}">
                <a16:creationId xmlns:a16="http://schemas.microsoft.com/office/drawing/2014/main" id="{8ED1DBCF-27EA-7D4B-949E-F4C6F6E2D6B3}"/>
              </a:ext>
            </a:extLst>
          </p:cNvPr>
          <p:cNvSpPr/>
          <p:nvPr/>
        </p:nvSpPr>
        <p:spPr>
          <a:xfrm>
            <a:off x="139684" y="982008"/>
            <a:ext cx="2962671" cy="461665"/>
          </a:xfrm>
          <a:prstGeom prst="rect">
            <a:avLst/>
          </a:prstGeom>
        </p:spPr>
        <p:txBody>
          <a:bodyPr wrap="none">
            <a:spAutoFit/>
          </a:bodyPr>
          <a:lstStyle/>
          <a:p>
            <a:r>
              <a:rPr lang="en-US" altLang="zh-CN" sz="2400" dirty="0"/>
              <a:t>5.4.1  </a:t>
            </a:r>
            <a:r>
              <a:rPr lang="zh-CN" altLang="en-US" sz="2400" dirty="0"/>
              <a:t>停止等待协议</a:t>
            </a:r>
            <a:r>
              <a:rPr lang="zh-CN" altLang="en-US" sz="2400" dirty="0">
                <a:latin typeface="Times New Roman" panose="02020603050405020304" pitchFamily="18" charset="0"/>
              </a:rPr>
              <a:t> </a:t>
            </a:r>
            <a:endParaRPr lang="zh-CN" altLang="en-US" sz="2400" dirty="0"/>
          </a:p>
        </p:txBody>
      </p:sp>
    </p:spTree>
    <p:extLst>
      <p:ext uri="{BB962C8B-B14F-4D97-AF65-F5344CB8AC3E}">
        <p14:creationId xmlns:p14="http://schemas.microsoft.com/office/powerpoint/2010/main" val="5742431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442" name="Rectangle 2">
            <a:extLst>
              <a:ext uri="{FF2B5EF4-FFF2-40B4-BE49-F238E27FC236}">
                <a16:creationId xmlns:a16="http://schemas.microsoft.com/office/drawing/2014/main" id="{DEF4B41B-7F8E-9D44-BD60-150264F12B47}"/>
              </a:ext>
            </a:extLst>
          </p:cNvPr>
          <p:cNvSpPr>
            <a:spLocks noGrp="1" noChangeArrowheads="1"/>
          </p:cNvSpPr>
          <p:nvPr>
            <p:ph type="title"/>
          </p:nvPr>
        </p:nvSpPr>
        <p:spPr>
          <a:xfrm>
            <a:off x="133564" y="330274"/>
            <a:ext cx="6531556" cy="548408"/>
          </a:xfrm>
        </p:spPr>
        <p:txBody>
          <a:bodyPr/>
          <a:lstStyle/>
          <a:p>
            <a:pPr eaLnBrk="1" hangingPunct="1">
              <a:defRPr/>
            </a:pPr>
            <a:r>
              <a:rPr lang="zh-CN" altLang="en-US" dirty="0">
                <a:latin typeface="Times New Roman" panose="02020603050405020304" pitchFamily="18" charset="0"/>
                <a:ea typeface="宋体" panose="02010600030101010101" pitchFamily="2" charset="-122"/>
              </a:rPr>
              <a:t>请注意</a:t>
            </a:r>
          </a:p>
        </p:txBody>
      </p:sp>
      <p:sp>
        <p:nvSpPr>
          <p:cNvPr id="701443" name="Rectangle 3">
            <a:extLst>
              <a:ext uri="{FF2B5EF4-FFF2-40B4-BE49-F238E27FC236}">
                <a16:creationId xmlns:a16="http://schemas.microsoft.com/office/drawing/2014/main" id="{E573F604-2236-524D-973A-851570783F2F}"/>
              </a:ext>
            </a:extLst>
          </p:cNvPr>
          <p:cNvSpPr>
            <a:spLocks noGrp="1" noChangeArrowheads="1"/>
          </p:cNvSpPr>
          <p:nvPr>
            <p:ph type="body" idx="1"/>
          </p:nvPr>
        </p:nvSpPr>
        <p:spPr/>
        <p:txBody>
          <a:bodyPr/>
          <a:lstStyle/>
          <a:p>
            <a:pPr eaLnBrk="1" hangingPunct="1">
              <a:defRPr/>
            </a:pPr>
            <a:r>
              <a:rPr lang="zh-CN" altLang="en-US">
                <a:latin typeface="Times New Roman" panose="02020603050405020304" pitchFamily="18" charset="0"/>
                <a:ea typeface="宋体" panose="02010600030101010101" pitchFamily="2" charset="-122"/>
              </a:rPr>
              <a:t>在发送完一个分组后，必须暂时保留已发送的分组的副本。</a:t>
            </a:r>
          </a:p>
          <a:p>
            <a:pPr eaLnBrk="1" hangingPunct="1">
              <a:defRPr/>
            </a:pPr>
            <a:r>
              <a:rPr lang="zh-CN" altLang="en-US">
                <a:latin typeface="Times New Roman" panose="02020603050405020304" pitchFamily="18" charset="0"/>
                <a:ea typeface="宋体" panose="02010600030101010101" pitchFamily="2" charset="-122"/>
              </a:rPr>
              <a:t>分组和确认分组都必须进行编号。</a:t>
            </a:r>
          </a:p>
          <a:p>
            <a:pPr eaLnBrk="1" hangingPunct="1">
              <a:defRPr/>
            </a:pPr>
            <a:r>
              <a:rPr lang="zh-CN" altLang="en-US">
                <a:latin typeface="Times New Roman" panose="02020603050405020304" pitchFamily="18" charset="0"/>
                <a:ea typeface="宋体" panose="02010600030101010101" pitchFamily="2" charset="-122"/>
              </a:rPr>
              <a:t>超时计时器的重传时间应当比数据在分组传输的平均往返时间更长一些。 </a:t>
            </a:r>
          </a:p>
        </p:txBody>
      </p:sp>
      <p:sp>
        <p:nvSpPr>
          <p:cNvPr id="2" name="幻灯片编号占位符 1">
            <a:extLst>
              <a:ext uri="{FF2B5EF4-FFF2-40B4-BE49-F238E27FC236}">
                <a16:creationId xmlns:a16="http://schemas.microsoft.com/office/drawing/2014/main" id="{A81F3F6C-2D3B-B54E-8C0C-E848A80D4CB8}"/>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F3BE513-173D-0546-9E3B-61A5FAADD15F}" type="slidenum">
              <a:rPr lang="en-US" altLang="zh-CN" sz="1050"/>
              <a:pPr>
                <a:defRPr/>
              </a:pPr>
              <a:t>37</a:t>
            </a:fld>
            <a:endParaRPr lang="en-US" altLang="zh-CN" sz="1050"/>
          </a:p>
        </p:txBody>
      </p:sp>
    </p:spTree>
    <p:extLst>
      <p:ext uri="{BB962C8B-B14F-4D97-AF65-F5344CB8AC3E}">
        <p14:creationId xmlns:p14="http://schemas.microsoft.com/office/powerpoint/2010/main" val="10370275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502" name="Text Box 38">
            <a:extLst>
              <a:ext uri="{FF2B5EF4-FFF2-40B4-BE49-F238E27FC236}">
                <a16:creationId xmlns:a16="http://schemas.microsoft.com/office/drawing/2014/main" id="{9D698F5E-77A3-1C46-8AB5-D38382CAB256}"/>
              </a:ext>
            </a:extLst>
          </p:cNvPr>
          <p:cNvSpPr txBox="1">
            <a:spLocks noChangeArrowheads="1"/>
          </p:cNvSpPr>
          <p:nvPr/>
        </p:nvSpPr>
        <p:spPr bwMode="auto">
          <a:xfrm>
            <a:off x="6516291" y="3009900"/>
            <a:ext cx="1432322" cy="553998"/>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丢弃重复的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a:p>
            <a:pPr eaLnBrk="1" hangingPunct="1">
              <a:defRPr/>
            </a:pPr>
            <a:r>
              <a:rPr lang="zh-CN" altLang="en-US" sz="1500">
                <a:solidFill>
                  <a:schemeClr val="folHlink"/>
                </a:solidFill>
                <a:latin typeface="Arial" panose="020B0604020202020204" pitchFamily="34" charset="0"/>
              </a:rPr>
              <a:t>重传确认</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702466" name="Rectangle 2">
            <a:extLst>
              <a:ext uri="{FF2B5EF4-FFF2-40B4-BE49-F238E27FC236}">
                <a16:creationId xmlns:a16="http://schemas.microsoft.com/office/drawing/2014/main" id="{7FAD673E-E5B4-C04D-956E-3EE8CCF8B04B}"/>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确认丢失和确认迟到 </a:t>
            </a:r>
          </a:p>
        </p:txBody>
      </p:sp>
      <p:sp>
        <p:nvSpPr>
          <p:cNvPr id="702468" name="Line 4">
            <a:extLst>
              <a:ext uri="{FF2B5EF4-FFF2-40B4-BE49-F238E27FC236}">
                <a16:creationId xmlns:a16="http://schemas.microsoft.com/office/drawing/2014/main" id="{266D25B2-5DD9-8646-B8B0-F07F2EF9190F}"/>
              </a:ext>
            </a:extLst>
          </p:cNvPr>
          <p:cNvSpPr>
            <a:spLocks noChangeShapeType="1"/>
          </p:cNvSpPr>
          <p:nvPr/>
        </p:nvSpPr>
        <p:spPr bwMode="auto">
          <a:xfrm>
            <a:off x="2046685" y="1853803"/>
            <a:ext cx="0" cy="2537222"/>
          </a:xfrm>
          <a:prstGeom prst="line">
            <a:avLst/>
          </a:prstGeom>
          <a:noFill/>
          <a:ln w="12700">
            <a:solidFill>
              <a:schemeClr val="tx1"/>
            </a:solidFill>
            <a:round/>
            <a:headEnd type="none" w="sm" len="sm"/>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702469" name="Line 5">
            <a:extLst>
              <a:ext uri="{FF2B5EF4-FFF2-40B4-BE49-F238E27FC236}">
                <a16:creationId xmlns:a16="http://schemas.microsoft.com/office/drawing/2014/main" id="{72FEECAB-A7AC-5945-B64A-69EE9E2086DD}"/>
              </a:ext>
            </a:extLst>
          </p:cNvPr>
          <p:cNvSpPr>
            <a:spLocks noChangeShapeType="1"/>
          </p:cNvSpPr>
          <p:nvPr/>
        </p:nvSpPr>
        <p:spPr bwMode="auto">
          <a:xfrm flipH="1">
            <a:off x="2480072" y="2381250"/>
            <a:ext cx="542925" cy="189310"/>
          </a:xfrm>
          <a:prstGeom prst="line">
            <a:avLst/>
          </a:prstGeom>
          <a:noFill/>
          <a:ln w="28575">
            <a:solidFill>
              <a:schemeClr val="fo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2470" name="Line 6">
            <a:extLst>
              <a:ext uri="{FF2B5EF4-FFF2-40B4-BE49-F238E27FC236}">
                <a16:creationId xmlns:a16="http://schemas.microsoft.com/office/drawing/2014/main" id="{426FBFF4-31A6-7C4D-B214-43E1647A3764}"/>
              </a:ext>
            </a:extLst>
          </p:cNvPr>
          <p:cNvSpPr>
            <a:spLocks noChangeShapeType="1"/>
          </p:cNvSpPr>
          <p:nvPr/>
        </p:nvSpPr>
        <p:spPr bwMode="auto">
          <a:xfrm>
            <a:off x="2046685" y="2884885"/>
            <a:ext cx="976313" cy="314325"/>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2471" name="Line 7">
            <a:extLst>
              <a:ext uri="{FF2B5EF4-FFF2-40B4-BE49-F238E27FC236}">
                <a16:creationId xmlns:a16="http://schemas.microsoft.com/office/drawing/2014/main" id="{143F1879-37E4-4748-B3DC-D80A799D1BF4}"/>
              </a:ext>
            </a:extLst>
          </p:cNvPr>
          <p:cNvSpPr>
            <a:spLocks noChangeShapeType="1"/>
          </p:cNvSpPr>
          <p:nvPr/>
        </p:nvSpPr>
        <p:spPr bwMode="auto">
          <a:xfrm flipH="1">
            <a:off x="2046685" y="3261122"/>
            <a:ext cx="976313" cy="314325"/>
          </a:xfrm>
          <a:prstGeom prst="line">
            <a:avLst/>
          </a:prstGeom>
          <a:noFill/>
          <a:ln w="28575">
            <a:solidFill>
              <a:schemeClr val="fo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2472" name="Line 8">
            <a:extLst>
              <a:ext uri="{FF2B5EF4-FFF2-40B4-BE49-F238E27FC236}">
                <a16:creationId xmlns:a16="http://schemas.microsoft.com/office/drawing/2014/main" id="{D2102953-A5A8-B84D-BB05-E1BD5827111B}"/>
              </a:ext>
            </a:extLst>
          </p:cNvPr>
          <p:cNvSpPr>
            <a:spLocks noChangeShapeType="1"/>
          </p:cNvSpPr>
          <p:nvPr/>
        </p:nvSpPr>
        <p:spPr bwMode="auto">
          <a:xfrm>
            <a:off x="2046685" y="3637360"/>
            <a:ext cx="976313" cy="314325"/>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2473" name="Text Box 9">
            <a:extLst>
              <a:ext uri="{FF2B5EF4-FFF2-40B4-BE49-F238E27FC236}">
                <a16:creationId xmlns:a16="http://schemas.microsoft.com/office/drawing/2014/main" id="{B9C453C2-85A8-C040-BC1F-A22D121BCD61}"/>
              </a:ext>
            </a:extLst>
          </p:cNvPr>
          <p:cNvSpPr txBox="1">
            <a:spLocks noChangeArrowheads="1"/>
          </p:cNvSpPr>
          <p:nvPr/>
        </p:nvSpPr>
        <p:spPr bwMode="auto">
          <a:xfrm>
            <a:off x="1882766" y="1534716"/>
            <a:ext cx="338554" cy="369332"/>
          </a:xfrm>
          <a:prstGeom prst="rect">
            <a:avLst/>
          </a:prstGeom>
          <a:noFill/>
          <a:ln>
            <a:noFill/>
          </a:ln>
          <a:effectLst/>
        </p:spPr>
        <p:txBody>
          <a:bodyPr wrap="none">
            <a:spAutoFit/>
          </a:bodyPr>
          <a:lstStyle/>
          <a:p>
            <a:pPr algn="ctr" eaLnBrk="1" hangingPunct="1">
              <a:defRPr/>
            </a:pPr>
            <a:r>
              <a:rPr lang="en-US" altLang="zh-CN">
                <a:solidFill>
                  <a:schemeClr val="folHlink"/>
                </a:solidFill>
                <a:latin typeface="Arial" charset="0"/>
                <a:ea typeface="黑体" charset="-122"/>
                <a:cs typeface="+mn-cs"/>
              </a:rPr>
              <a:t>A</a:t>
            </a:r>
          </a:p>
        </p:txBody>
      </p:sp>
      <p:sp>
        <p:nvSpPr>
          <p:cNvPr id="702474" name="Text Box 10">
            <a:extLst>
              <a:ext uri="{FF2B5EF4-FFF2-40B4-BE49-F238E27FC236}">
                <a16:creationId xmlns:a16="http://schemas.microsoft.com/office/drawing/2014/main" id="{730E702E-CC05-1B44-9C6A-563B02E1F2D3}"/>
              </a:ext>
            </a:extLst>
          </p:cNvPr>
          <p:cNvSpPr txBox="1">
            <a:spLocks noChangeArrowheads="1"/>
          </p:cNvSpPr>
          <p:nvPr/>
        </p:nvSpPr>
        <p:spPr bwMode="auto">
          <a:xfrm>
            <a:off x="1115616" y="1775223"/>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702475" name="Text Box 11">
            <a:extLst>
              <a:ext uri="{FF2B5EF4-FFF2-40B4-BE49-F238E27FC236}">
                <a16:creationId xmlns:a16="http://schemas.microsoft.com/office/drawing/2014/main" id="{EF54629D-37F3-BA4F-AAF7-E8B33DDFE918}"/>
              </a:ext>
            </a:extLst>
          </p:cNvPr>
          <p:cNvSpPr txBox="1">
            <a:spLocks noChangeArrowheads="1"/>
          </p:cNvSpPr>
          <p:nvPr/>
        </p:nvSpPr>
        <p:spPr bwMode="auto">
          <a:xfrm>
            <a:off x="2862650" y="1534716"/>
            <a:ext cx="338554" cy="369332"/>
          </a:xfrm>
          <a:prstGeom prst="rect">
            <a:avLst/>
          </a:prstGeom>
          <a:noFill/>
          <a:ln>
            <a:noFill/>
          </a:ln>
          <a:effectLst/>
        </p:spPr>
        <p:txBody>
          <a:bodyPr wrap="none">
            <a:spAutoFit/>
          </a:bodyPr>
          <a:lstStyle/>
          <a:p>
            <a:pPr algn="ctr" eaLnBrk="1" hangingPunct="1">
              <a:defRPr/>
            </a:pPr>
            <a:r>
              <a:rPr lang="en-US" altLang="zh-CN">
                <a:solidFill>
                  <a:schemeClr val="folHlink"/>
                </a:solidFill>
                <a:latin typeface="Arial" charset="0"/>
                <a:ea typeface="黑体" charset="-122"/>
                <a:cs typeface="+mn-cs"/>
              </a:rPr>
              <a:t>B</a:t>
            </a:r>
          </a:p>
        </p:txBody>
      </p:sp>
      <p:sp>
        <p:nvSpPr>
          <p:cNvPr id="702476" name="Line 12">
            <a:extLst>
              <a:ext uri="{FF2B5EF4-FFF2-40B4-BE49-F238E27FC236}">
                <a16:creationId xmlns:a16="http://schemas.microsoft.com/office/drawing/2014/main" id="{D865B613-6752-A146-A76E-CD92EBB3F324}"/>
              </a:ext>
            </a:extLst>
          </p:cNvPr>
          <p:cNvSpPr>
            <a:spLocks noChangeShapeType="1"/>
          </p:cNvSpPr>
          <p:nvPr/>
        </p:nvSpPr>
        <p:spPr bwMode="auto">
          <a:xfrm>
            <a:off x="3022997" y="1853803"/>
            <a:ext cx="0" cy="2537222"/>
          </a:xfrm>
          <a:prstGeom prst="line">
            <a:avLst/>
          </a:prstGeom>
          <a:noFill/>
          <a:ln w="12700">
            <a:solidFill>
              <a:schemeClr val="tx1"/>
            </a:solidFill>
            <a:round/>
            <a:headEnd type="none" w="sm" len="sm"/>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702477" name="Text Box 13">
            <a:extLst>
              <a:ext uri="{FF2B5EF4-FFF2-40B4-BE49-F238E27FC236}">
                <a16:creationId xmlns:a16="http://schemas.microsoft.com/office/drawing/2014/main" id="{0377B35A-483E-7A42-98B4-C31C3A874ACE}"/>
              </a:ext>
            </a:extLst>
          </p:cNvPr>
          <p:cNvSpPr txBox="1">
            <a:spLocks noChangeArrowheads="1"/>
          </p:cNvSpPr>
          <p:nvPr/>
        </p:nvSpPr>
        <p:spPr bwMode="auto">
          <a:xfrm>
            <a:off x="1153995" y="2586037"/>
            <a:ext cx="853119" cy="553998"/>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超时</a:t>
            </a:r>
          </a:p>
          <a:p>
            <a:pPr algn="ctr" eaLnBrk="1" hangingPunct="1">
              <a:defRPr/>
            </a:pPr>
            <a:r>
              <a:rPr lang="zh-CN" altLang="en-US" sz="1500">
                <a:solidFill>
                  <a:schemeClr val="folHlink"/>
                </a:solidFill>
                <a:latin typeface="Arial" panose="020B0604020202020204" pitchFamily="34" charset="0"/>
              </a:rPr>
              <a:t>重传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702478" name="Text Box 14">
            <a:extLst>
              <a:ext uri="{FF2B5EF4-FFF2-40B4-BE49-F238E27FC236}">
                <a16:creationId xmlns:a16="http://schemas.microsoft.com/office/drawing/2014/main" id="{F412EA1D-A936-DD45-A303-825E8AEB84FD}"/>
              </a:ext>
            </a:extLst>
          </p:cNvPr>
          <p:cNvSpPr txBox="1">
            <a:spLocks noChangeArrowheads="1"/>
          </p:cNvSpPr>
          <p:nvPr/>
        </p:nvSpPr>
        <p:spPr bwMode="auto">
          <a:xfrm>
            <a:off x="1341835" y="3429000"/>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2</a:t>
            </a:r>
          </a:p>
        </p:txBody>
      </p:sp>
      <p:sp>
        <p:nvSpPr>
          <p:cNvPr id="702479" name="Text Box 15">
            <a:extLst>
              <a:ext uri="{FF2B5EF4-FFF2-40B4-BE49-F238E27FC236}">
                <a16:creationId xmlns:a16="http://schemas.microsoft.com/office/drawing/2014/main" id="{F0A3D2BD-6BD6-EF43-A13C-1340C56EE856}"/>
              </a:ext>
            </a:extLst>
          </p:cNvPr>
          <p:cNvSpPr txBox="1">
            <a:spLocks noChangeArrowheads="1"/>
          </p:cNvSpPr>
          <p:nvPr/>
        </p:nvSpPr>
        <p:spPr bwMode="auto">
          <a:xfrm>
            <a:off x="3051572" y="2870597"/>
            <a:ext cx="1430200" cy="553998"/>
          </a:xfrm>
          <a:prstGeom prst="rect">
            <a:avLst/>
          </a:prstGeom>
          <a:solidFill>
            <a:srgbClr val="FFFF99"/>
          </a:solidFill>
          <a:ln w="9525">
            <a:solidFill>
              <a:schemeClr val="folHlink"/>
            </a:solidFill>
            <a:miter lim="800000"/>
            <a:headEnd/>
            <a:tailEnd/>
          </a:ln>
          <a:effectLst>
            <a:outerShdw blurRad="63500" dist="46662" dir="3284183"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丢弃重复的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a:p>
            <a:pPr eaLnBrk="1" hangingPunct="1">
              <a:defRPr/>
            </a:pPr>
            <a:r>
              <a:rPr lang="zh-CN" altLang="en-US" sz="1500">
                <a:solidFill>
                  <a:schemeClr val="folHlink"/>
                </a:solidFill>
                <a:latin typeface="Arial" panose="020B0604020202020204" pitchFamily="34" charset="0"/>
              </a:rPr>
              <a:t>重传确认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702480" name="Line 16">
            <a:extLst>
              <a:ext uri="{FF2B5EF4-FFF2-40B4-BE49-F238E27FC236}">
                <a16:creationId xmlns:a16="http://schemas.microsoft.com/office/drawing/2014/main" id="{05F17E57-7520-9E49-9E4D-CD0B978D5943}"/>
              </a:ext>
            </a:extLst>
          </p:cNvPr>
          <p:cNvSpPr>
            <a:spLocks noChangeShapeType="1"/>
          </p:cNvSpPr>
          <p:nvPr/>
        </p:nvSpPr>
        <p:spPr bwMode="auto">
          <a:xfrm flipH="1">
            <a:off x="2027635" y="2581275"/>
            <a:ext cx="438150" cy="141685"/>
          </a:xfrm>
          <a:prstGeom prst="line">
            <a:avLst/>
          </a:prstGeom>
          <a:noFill/>
          <a:ln w="12700">
            <a:solidFill>
              <a:schemeClr val="tx1"/>
            </a:solidFill>
            <a:prstDash val="dash"/>
            <a:round/>
            <a:headEnd type="none" w="sm" len="sm"/>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02481" name="Line 17">
            <a:extLst>
              <a:ext uri="{FF2B5EF4-FFF2-40B4-BE49-F238E27FC236}">
                <a16:creationId xmlns:a16="http://schemas.microsoft.com/office/drawing/2014/main" id="{14CD2605-589C-4641-B631-758301019520}"/>
              </a:ext>
            </a:extLst>
          </p:cNvPr>
          <p:cNvSpPr>
            <a:spLocks noChangeShapeType="1"/>
          </p:cNvSpPr>
          <p:nvPr/>
        </p:nvSpPr>
        <p:spPr bwMode="auto">
          <a:xfrm>
            <a:off x="1851423" y="2005013"/>
            <a:ext cx="163115" cy="0"/>
          </a:xfrm>
          <a:prstGeom prst="line">
            <a:avLst/>
          </a:prstGeom>
          <a:noFill/>
          <a:ln w="12700">
            <a:solidFill>
              <a:schemeClr val="tx1"/>
            </a:solidFill>
            <a:round/>
            <a:headEnd type="none" w="sm" len="sm"/>
            <a:tailEnd type="none" w="sm" len="sm"/>
          </a:ln>
          <a:effectLst/>
        </p:spPr>
        <p:txBody>
          <a:bodyPr/>
          <a:lstStyle/>
          <a:p>
            <a:pPr eaLnBrk="1" hangingPunct="1">
              <a:defRPr/>
            </a:pPr>
            <a:endParaRPr lang="zh-CN" altLang="en-US">
              <a:latin typeface="Tahoma" charset="0"/>
              <a:ea typeface="宋体" charset="-122"/>
              <a:cs typeface="+mn-cs"/>
            </a:endParaRPr>
          </a:p>
        </p:txBody>
      </p:sp>
      <p:sp>
        <p:nvSpPr>
          <p:cNvPr id="702482" name="Line 18">
            <a:extLst>
              <a:ext uri="{FF2B5EF4-FFF2-40B4-BE49-F238E27FC236}">
                <a16:creationId xmlns:a16="http://schemas.microsoft.com/office/drawing/2014/main" id="{6E356B67-651D-C14A-A285-88D2CD314B06}"/>
              </a:ext>
            </a:extLst>
          </p:cNvPr>
          <p:cNvSpPr>
            <a:spLocks noChangeShapeType="1"/>
          </p:cNvSpPr>
          <p:nvPr/>
        </p:nvSpPr>
        <p:spPr bwMode="auto">
          <a:xfrm>
            <a:off x="1851423" y="2884885"/>
            <a:ext cx="163115" cy="0"/>
          </a:xfrm>
          <a:prstGeom prst="line">
            <a:avLst/>
          </a:prstGeom>
          <a:noFill/>
          <a:ln w="12700">
            <a:solidFill>
              <a:schemeClr val="tx1"/>
            </a:solidFill>
            <a:round/>
            <a:headEnd type="none" w="sm" len="sm"/>
            <a:tailEnd type="none" w="sm" len="sm"/>
          </a:ln>
          <a:effectLst/>
        </p:spPr>
        <p:txBody>
          <a:bodyPr/>
          <a:lstStyle/>
          <a:p>
            <a:pPr eaLnBrk="1" hangingPunct="1">
              <a:defRPr/>
            </a:pPr>
            <a:endParaRPr lang="zh-CN" altLang="en-US">
              <a:latin typeface="Tahoma" charset="0"/>
              <a:ea typeface="宋体" charset="-122"/>
              <a:cs typeface="+mn-cs"/>
            </a:endParaRPr>
          </a:p>
        </p:txBody>
      </p:sp>
      <p:sp>
        <p:nvSpPr>
          <p:cNvPr id="702483" name="Line 19">
            <a:extLst>
              <a:ext uri="{FF2B5EF4-FFF2-40B4-BE49-F238E27FC236}">
                <a16:creationId xmlns:a16="http://schemas.microsoft.com/office/drawing/2014/main" id="{834CF392-3353-0E48-AF15-0BA0F6544619}"/>
              </a:ext>
            </a:extLst>
          </p:cNvPr>
          <p:cNvSpPr>
            <a:spLocks noChangeShapeType="1"/>
          </p:cNvSpPr>
          <p:nvPr/>
        </p:nvSpPr>
        <p:spPr bwMode="auto">
          <a:xfrm>
            <a:off x="1933575" y="1996678"/>
            <a:ext cx="0" cy="879872"/>
          </a:xfrm>
          <a:prstGeom prst="line">
            <a:avLst/>
          </a:prstGeom>
          <a:noFill/>
          <a:ln w="12700">
            <a:solidFill>
              <a:schemeClr val="tx1"/>
            </a:solidFill>
            <a:round/>
            <a:headEnd type="triangle" w="sm" len="me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02484" name="Oval 20">
            <a:extLst>
              <a:ext uri="{FF2B5EF4-FFF2-40B4-BE49-F238E27FC236}">
                <a16:creationId xmlns:a16="http://schemas.microsoft.com/office/drawing/2014/main" id="{CBA7DCF8-092B-FA41-BE6F-928F19E55EFB}"/>
              </a:ext>
            </a:extLst>
          </p:cNvPr>
          <p:cNvSpPr>
            <a:spLocks noChangeArrowheads="1"/>
          </p:cNvSpPr>
          <p:nvPr/>
        </p:nvSpPr>
        <p:spPr bwMode="auto">
          <a:xfrm>
            <a:off x="1822848" y="2281238"/>
            <a:ext cx="216694" cy="250031"/>
          </a:xfrm>
          <a:prstGeom prst="ellipse">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02485" name="Text Box 21">
            <a:extLst>
              <a:ext uri="{FF2B5EF4-FFF2-40B4-BE49-F238E27FC236}">
                <a16:creationId xmlns:a16="http://schemas.microsoft.com/office/drawing/2014/main" id="{E7FB2FA2-1E8B-2847-9051-365535EF321D}"/>
              </a:ext>
            </a:extLst>
          </p:cNvPr>
          <p:cNvSpPr txBox="1">
            <a:spLocks noChangeArrowheads="1"/>
          </p:cNvSpPr>
          <p:nvPr/>
        </p:nvSpPr>
        <p:spPr bwMode="auto">
          <a:xfrm>
            <a:off x="1709738" y="2144317"/>
            <a:ext cx="49244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2700">
                <a:solidFill>
                  <a:schemeClr val="folHlink"/>
                </a:solidFill>
                <a:latin typeface="Arial" panose="020B0604020202020204" pitchFamily="34" charset="0"/>
                <a:sym typeface="Wingdings" pitchFamily="2" charset="2"/>
              </a:rPr>
              <a:t></a:t>
            </a:r>
          </a:p>
        </p:txBody>
      </p:sp>
      <p:grpSp>
        <p:nvGrpSpPr>
          <p:cNvPr id="93205" name="Group 22">
            <a:extLst>
              <a:ext uri="{FF2B5EF4-FFF2-40B4-BE49-F238E27FC236}">
                <a16:creationId xmlns:a16="http://schemas.microsoft.com/office/drawing/2014/main" id="{2481D335-9B1B-4B41-BABB-9E480F1482E5}"/>
              </a:ext>
            </a:extLst>
          </p:cNvPr>
          <p:cNvGrpSpPr>
            <a:grpSpLocks/>
          </p:cNvGrpSpPr>
          <p:nvPr/>
        </p:nvGrpSpPr>
        <p:grpSpPr bwMode="auto">
          <a:xfrm>
            <a:off x="2445544" y="2444354"/>
            <a:ext cx="161925" cy="188119"/>
            <a:chOff x="3651" y="709"/>
            <a:chExt cx="136" cy="136"/>
          </a:xfrm>
        </p:grpSpPr>
        <p:sp>
          <p:nvSpPr>
            <p:cNvPr id="702487" name="Line 23">
              <a:extLst>
                <a:ext uri="{FF2B5EF4-FFF2-40B4-BE49-F238E27FC236}">
                  <a16:creationId xmlns:a16="http://schemas.microsoft.com/office/drawing/2014/main" id="{E939DC82-DA23-024B-AB33-004D59DA7642}"/>
                </a:ext>
              </a:extLst>
            </p:cNvPr>
            <p:cNvSpPr>
              <a:spLocks noChangeShapeType="1"/>
            </p:cNvSpPr>
            <p:nvPr/>
          </p:nvSpPr>
          <p:spPr bwMode="auto">
            <a:xfrm flipH="1">
              <a:off x="3651" y="709"/>
              <a:ext cx="136" cy="136"/>
            </a:xfrm>
            <a:prstGeom prst="line">
              <a:avLst/>
            </a:prstGeom>
            <a:noFill/>
            <a:ln w="38100">
              <a:solidFill>
                <a:schemeClr val="tx1"/>
              </a:solidFill>
              <a:round/>
              <a:headEnd type="none" w="sm" len="sm"/>
              <a:tailEnd type="none" w="sm" len="sm"/>
            </a:ln>
            <a:effectLst/>
          </p:spPr>
          <p:txBody>
            <a:bodyPr/>
            <a:lstStyle/>
            <a:p>
              <a:pPr eaLnBrk="1" hangingPunct="1">
                <a:defRPr/>
              </a:pPr>
              <a:endParaRPr lang="zh-CN" altLang="en-US">
                <a:latin typeface="Tahoma" charset="0"/>
                <a:ea typeface="宋体" charset="-122"/>
                <a:cs typeface="+mn-cs"/>
              </a:endParaRPr>
            </a:p>
          </p:txBody>
        </p:sp>
        <p:sp>
          <p:nvSpPr>
            <p:cNvPr id="702488" name="Line 24">
              <a:extLst>
                <a:ext uri="{FF2B5EF4-FFF2-40B4-BE49-F238E27FC236}">
                  <a16:creationId xmlns:a16="http://schemas.microsoft.com/office/drawing/2014/main" id="{14E11697-E2AC-CC40-BBC5-6403B1449008}"/>
                </a:ext>
              </a:extLst>
            </p:cNvPr>
            <p:cNvSpPr>
              <a:spLocks noChangeShapeType="1"/>
            </p:cNvSpPr>
            <p:nvPr/>
          </p:nvSpPr>
          <p:spPr bwMode="auto">
            <a:xfrm>
              <a:off x="3651" y="709"/>
              <a:ext cx="136" cy="136"/>
            </a:xfrm>
            <a:prstGeom prst="line">
              <a:avLst/>
            </a:prstGeom>
            <a:noFill/>
            <a:ln w="38100">
              <a:solidFill>
                <a:schemeClr val="tx1"/>
              </a:solidFill>
              <a:round/>
              <a:headEnd type="none" w="sm" len="sm"/>
              <a:tailEnd type="none" w="sm" len="sm"/>
            </a:ln>
            <a:effectLst/>
          </p:spPr>
          <p:txBody>
            <a:bodyPr/>
            <a:lstStyle/>
            <a:p>
              <a:pPr eaLnBrk="1" hangingPunct="1">
                <a:defRPr/>
              </a:pPr>
              <a:endParaRPr lang="zh-CN" altLang="en-US">
                <a:latin typeface="Tahoma" charset="0"/>
                <a:ea typeface="宋体" charset="-122"/>
                <a:cs typeface="+mn-cs"/>
              </a:endParaRPr>
            </a:p>
          </p:txBody>
        </p:sp>
      </p:grpSp>
      <p:sp>
        <p:nvSpPr>
          <p:cNvPr id="702489" name="Rectangle 25">
            <a:extLst>
              <a:ext uri="{FF2B5EF4-FFF2-40B4-BE49-F238E27FC236}">
                <a16:creationId xmlns:a16="http://schemas.microsoft.com/office/drawing/2014/main" id="{675E56F2-1942-7046-B609-C00BD2366BCD}"/>
              </a:ext>
            </a:extLst>
          </p:cNvPr>
          <p:cNvSpPr>
            <a:spLocks noChangeArrowheads="1"/>
          </p:cNvSpPr>
          <p:nvPr/>
        </p:nvSpPr>
        <p:spPr bwMode="auto">
          <a:xfrm>
            <a:off x="1709738" y="4667250"/>
            <a:ext cx="1620635" cy="392898"/>
          </a:xfrm>
          <a:prstGeom prst="rect">
            <a:avLst/>
          </a:prstGeom>
          <a:noFill/>
          <a:ln>
            <a:noFill/>
          </a:ln>
          <a:effectLst/>
        </p:spPr>
        <p:txBody>
          <a:bodyPr wrap="none" lIns="69056" tIns="34529" rIns="69056" bIns="34529">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2100">
                <a:solidFill>
                  <a:schemeClr val="folHlink"/>
                </a:solidFill>
                <a:latin typeface="Arial" panose="020B0604020202020204" pitchFamily="34" charset="0"/>
              </a:rPr>
              <a:t>(a) </a:t>
            </a:r>
            <a:r>
              <a:rPr kumimoji="1" lang="zh-CN" altLang="en-US" sz="2100">
                <a:solidFill>
                  <a:schemeClr val="folHlink"/>
                </a:solidFill>
                <a:latin typeface="Arial" panose="020B0604020202020204" pitchFamily="34" charset="0"/>
              </a:rPr>
              <a:t>确认丢失</a:t>
            </a:r>
          </a:p>
        </p:txBody>
      </p:sp>
      <p:sp>
        <p:nvSpPr>
          <p:cNvPr id="702490" name="Line 26">
            <a:extLst>
              <a:ext uri="{FF2B5EF4-FFF2-40B4-BE49-F238E27FC236}">
                <a16:creationId xmlns:a16="http://schemas.microsoft.com/office/drawing/2014/main" id="{E4112115-D971-6B42-9BD6-B1C7B450C74D}"/>
              </a:ext>
            </a:extLst>
          </p:cNvPr>
          <p:cNvSpPr>
            <a:spLocks noChangeShapeType="1"/>
          </p:cNvSpPr>
          <p:nvPr/>
        </p:nvSpPr>
        <p:spPr bwMode="auto">
          <a:xfrm>
            <a:off x="2043112" y="2015729"/>
            <a:ext cx="976313" cy="314325"/>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2491" name="Text Box 27">
            <a:extLst>
              <a:ext uri="{FF2B5EF4-FFF2-40B4-BE49-F238E27FC236}">
                <a16:creationId xmlns:a16="http://schemas.microsoft.com/office/drawing/2014/main" id="{0B98A184-0B41-8042-A3B2-70F1CF29618B}"/>
              </a:ext>
            </a:extLst>
          </p:cNvPr>
          <p:cNvSpPr txBox="1">
            <a:spLocks noChangeArrowheads="1"/>
          </p:cNvSpPr>
          <p:nvPr/>
        </p:nvSpPr>
        <p:spPr bwMode="auto">
          <a:xfrm>
            <a:off x="3042048" y="2214563"/>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确认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702492" name="Line 28">
            <a:extLst>
              <a:ext uri="{FF2B5EF4-FFF2-40B4-BE49-F238E27FC236}">
                <a16:creationId xmlns:a16="http://schemas.microsoft.com/office/drawing/2014/main" id="{C83BD3A0-535E-F843-9005-21C407C53B70}"/>
              </a:ext>
            </a:extLst>
          </p:cNvPr>
          <p:cNvSpPr>
            <a:spLocks noChangeShapeType="1"/>
          </p:cNvSpPr>
          <p:nvPr/>
        </p:nvSpPr>
        <p:spPr bwMode="auto">
          <a:xfrm>
            <a:off x="5542360" y="1853803"/>
            <a:ext cx="0" cy="2537222"/>
          </a:xfrm>
          <a:prstGeom prst="line">
            <a:avLst/>
          </a:prstGeom>
          <a:noFill/>
          <a:ln w="12700">
            <a:solidFill>
              <a:schemeClr val="tx1"/>
            </a:solidFill>
            <a:round/>
            <a:headEnd type="none" w="sm" len="sm"/>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702493" name="Line 29">
            <a:extLst>
              <a:ext uri="{FF2B5EF4-FFF2-40B4-BE49-F238E27FC236}">
                <a16:creationId xmlns:a16="http://schemas.microsoft.com/office/drawing/2014/main" id="{152A96D5-B344-BA48-BE47-1EAF0031255E}"/>
              </a:ext>
            </a:extLst>
          </p:cNvPr>
          <p:cNvSpPr>
            <a:spLocks noChangeShapeType="1"/>
          </p:cNvSpPr>
          <p:nvPr/>
        </p:nvSpPr>
        <p:spPr bwMode="auto">
          <a:xfrm>
            <a:off x="5542360" y="2884885"/>
            <a:ext cx="976313" cy="314325"/>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2494" name="Line 30">
            <a:extLst>
              <a:ext uri="{FF2B5EF4-FFF2-40B4-BE49-F238E27FC236}">
                <a16:creationId xmlns:a16="http://schemas.microsoft.com/office/drawing/2014/main" id="{2C689E52-45A2-A240-85F8-86C4D04BC3D4}"/>
              </a:ext>
            </a:extLst>
          </p:cNvPr>
          <p:cNvSpPr>
            <a:spLocks noChangeShapeType="1"/>
          </p:cNvSpPr>
          <p:nvPr/>
        </p:nvSpPr>
        <p:spPr bwMode="auto">
          <a:xfrm flipH="1">
            <a:off x="5542360" y="3261122"/>
            <a:ext cx="976313" cy="314325"/>
          </a:xfrm>
          <a:prstGeom prst="line">
            <a:avLst/>
          </a:prstGeom>
          <a:noFill/>
          <a:ln w="28575">
            <a:solidFill>
              <a:schemeClr val="fo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2495" name="Line 31">
            <a:extLst>
              <a:ext uri="{FF2B5EF4-FFF2-40B4-BE49-F238E27FC236}">
                <a16:creationId xmlns:a16="http://schemas.microsoft.com/office/drawing/2014/main" id="{CA8E1C94-5B3B-F748-8F80-A02BE04916F8}"/>
              </a:ext>
            </a:extLst>
          </p:cNvPr>
          <p:cNvSpPr>
            <a:spLocks noChangeShapeType="1"/>
          </p:cNvSpPr>
          <p:nvPr/>
        </p:nvSpPr>
        <p:spPr bwMode="auto">
          <a:xfrm>
            <a:off x="5542360" y="3637360"/>
            <a:ext cx="976313" cy="314325"/>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2496" name="Text Box 32">
            <a:extLst>
              <a:ext uri="{FF2B5EF4-FFF2-40B4-BE49-F238E27FC236}">
                <a16:creationId xmlns:a16="http://schemas.microsoft.com/office/drawing/2014/main" id="{6CCF6CBB-37B5-614C-8396-AE251C72CD84}"/>
              </a:ext>
            </a:extLst>
          </p:cNvPr>
          <p:cNvSpPr txBox="1">
            <a:spLocks noChangeArrowheads="1"/>
          </p:cNvSpPr>
          <p:nvPr/>
        </p:nvSpPr>
        <p:spPr bwMode="auto">
          <a:xfrm>
            <a:off x="5384394" y="1534716"/>
            <a:ext cx="338554" cy="369332"/>
          </a:xfrm>
          <a:prstGeom prst="rect">
            <a:avLst/>
          </a:prstGeom>
          <a:noFill/>
          <a:ln>
            <a:noFill/>
          </a:ln>
          <a:effectLst/>
        </p:spPr>
        <p:txBody>
          <a:bodyPr wrap="none">
            <a:spAutoFit/>
          </a:bodyPr>
          <a:lstStyle/>
          <a:p>
            <a:pPr algn="ctr" eaLnBrk="1" hangingPunct="1">
              <a:defRPr/>
            </a:pPr>
            <a:r>
              <a:rPr lang="en-US" altLang="zh-CN">
                <a:solidFill>
                  <a:schemeClr val="folHlink"/>
                </a:solidFill>
                <a:latin typeface="Arial" charset="0"/>
                <a:ea typeface="黑体" charset="-122"/>
                <a:cs typeface="+mn-cs"/>
              </a:rPr>
              <a:t>A</a:t>
            </a:r>
          </a:p>
        </p:txBody>
      </p:sp>
      <p:sp>
        <p:nvSpPr>
          <p:cNvPr id="702497" name="Text Box 33">
            <a:extLst>
              <a:ext uri="{FF2B5EF4-FFF2-40B4-BE49-F238E27FC236}">
                <a16:creationId xmlns:a16="http://schemas.microsoft.com/office/drawing/2014/main" id="{530FBA36-0DFA-2848-9D5B-788611780224}"/>
              </a:ext>
            </a:extLst>
          </p:cNvPr>
          <p:cNvSpPr txBox="1">
            <a:spLocks noChangeArrowheads="1"/>
          </p:cNvSpPr>
          <p:nvPr/>
        </p:nvSpPr>
        <p:spPr bwMode="auto">
          <a:xfrm>
            <a:off x="4624388" y="1775223"/>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702498" name="Text Box 34">
            <a:extLst>
              <a:ext uri="{FF2B5EF4-FFF2-40B4-BE49-F238E27FC236}">
                <a16:creationId xmlns:a16="http://schemas.microsoft.com/office/drawing/2014/main" id="{926478CE-9240-694C-BFAE-F197924CE6A2}"/>
              </a:ext>
            </a:extLst>
          </p:cNvPr>
          <p:cNvSpPr txBox="1">
            <a:spLocks noChangeArrowheads="1"/>
          </p:cNvSpPr>
          <p:nvPr/>
        </p:nvSpPr>
        <p:spPr bwMode="auto">
          <a:xfrm>
            <a:off x="6355944" y="1534716"/>
            <a:ext cx="338554" cy="369332"/>
          </a:xfrm>
          <a:prstGeom prst="rect">
            <a:avLst/>
          </a:prstGeom>
          <a:noFill/>
          <a:ln>
            <a:noFill/>
          </a:ln>
          <a:effectLst/>
        </p:spPr>
        <p:txBody>
          <a:bodyPr wrap="none">
            <a:spAutoFit/>
          </a:bodyPr>
          <a:lstStyle/>
          <a:p>
            <a:pPr algn="ctr" eaLnBrk="1" hangingPunct="1">
              <a:defRPr/>
            </a:pPr>
            <a:r>
              <a:rPr lang="en-US" altLang="zh-CN">
                <a:solidFill>
                  <a:schemeClr val="folHlink"/>
                </a:solidFill>
                <a:latin typeface="Arial" charset="0"/>
                <a:ea typeface="黑体" charset="-122"/>
                <a:cs typeface="+mn-cs"/>
              </a:rPr>
              <a:t>B</a:t>
            </a:r>
          </a:p>
        </p:txBody>
      </p:sp>
      <p:sp>
        <p:nvSpPr>
          <p:cNvPr id="702499" name="Line 35">
            <a:extLst>
              <a:ext uri="{FF2B5EF4-FFF2-40B4-BE49-F238E27FC236}">
                <a16:creationId xmlns:a16="http://schemas.microsoft.com/office/drawing/2014/main" id="{CEB8F7BC-94F8-FC46-9F31-FF1AB879F01B}"/>
              </a:ext>
            </a:extLst>
          </p:cNvPr>
          <p:cNvSpPr>
            <a:spLocks noChangeShapeType="1"/>
          </p:cNvSpPr>
          <p:nvPr/>
        </p:nvSpPr>
        <p:spPr bwMode="auto">
          <a:xfrm>
            <a:off x="6518672" y="1853803"/>
            <a:ext cx="0" cy="2537222"/>
          </a:xfrm>
          <a:prstGeom prst="line">
            <a:avLst/>
          </a:prstGeom>
          <a:noFill/>
          <a:ln w="12700">
            <a:solidFill>
              <a:schemeClr val="tx1"/>
            </a:solidFill>
            <a:round/>
            <a:headEnd type="none" w="sm" len="sm"/>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702500" name="Text Box 36">
            <a:extLst>
              <a:ext uri="{FF2B5EF4-FFF2-40B4-BE49-F238E27FC236}">
                <a16:creationId xmlns:a16="http://schemas.microsoft.com/office/drawing/2014/main" id="{78A2B205-030F-D645-BE04-8459FD4D4D86}"/>
              </a:ext>
            </a:extLst>
          </p:cNvPr>
          <p:cNvSpPr txBox="1">
            <a:spLocks noChangeArrowheads="1"/>
          </p:cNvSpPr>
          <p:nvPr/>
        </p:nvSpPr>
        <p:spPr bwMode="auto">
          <a:xfrm>
            <a:off x="4662767" y="2625328"/>
            <a:ext cx="853119" cy="553998"/>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超时</a:t>
            </a:r>
          </a:p>
          <a:p>
            <a:pPr algn="ctr" eaLnBrk="1" hangingPunct="1">
              <a:defRPr/>
            </a:pPr>
            <a:r>
              <a:rPr lang="zh-CN" altLang="en-US" sz="1500">
                <a:solidFill>
                  <a:schemeClr val="folHlink"/>
                </a:solidFill>
                <a:latin typeface="Arial" panose="020B0604020202020204" pitchFamily="34" charset="0"/>
              </a:rPr>
              <a:t>重传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702501" name="Text Box 37">
            <a:extLst>
              <a:ext uri="{FF2B5EF4-FFF2-40B4-BE49-F238E27FC236}">
                <a16:creationId xmlns:a16="http://schemas.microsoft.com/office/drawing/2014/main" id="{FBCD4DEF-2E9A-224C-A73B-0069918348D6}"/>
              </a:ext>
            </a:extLst>
          </p:cNvPr>
          <p:cNvSpPr txBox="1">
            <a:spLocks noChangeArrowheads="1"/>
          </p:cNvSpPr>
          <p:nvPr/>
        </p:nvSpPr>
        <p:spPr bwMode="auto">
          <a:xfrm>
            <a:off x="4838701" y="3429000"/>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2</a:t>
            </a:r>
          </a:p>
        </p:txBody>
      </p:sp>
      <p:sp>
        <p:nvSpPr>
          <p:cNvPr id="702503" name="Line 39">
            <a:extLst>
              <a:ext uri="{FF2B5EF4-FFF2-40B4-BE49-F238E27FC236}">
                <a16:creationId xmlns:a16="http://schemas.microsoft.com/office/drawing/2014/main" id="{D0BCAFFC-E71A-294B-9665-5D46F486CC28}"/>
              </a:ext>
            </a:extLst>
          </p:cNvPr>
          <p:cNvSpPr>
            <a:spLocks noChangeShapeType="1"/>
          </p:cNvSpPr>
          <p:nvPr/>
        </p:nvSpPr>
        <p:spPr bwMode="auto">
          <a:xfrm>
            <a:off x="5347098" y="2005013"/>
            <a:ext cx="163115" cy="0"/>
          </a:xfrm>
          <a:prstGeom prst="line">
            <a:avLst/>
          </a:prstGeom>
          <a:noFill/>
          <a:ln w="12700">
            <a:solidFill>
              <a:schemeClr val="tx1"/>
            </a:solidFill>
            <a:round/>
            <a:headEnd type="none" w="sm" len="sm"/>
            <a:tailEnd type="none" w="sm" len="sm"/>
          </a:ln>
          <a:effectLst/>
        </p:spPr>
        <p:txBody>
          <a:bodyPr/>
          <a:lstStyle/>
          <a:p>
            <a:pPr eaLnBrk="1" hangingPunct="1">
              <a:defRPr/>
            </a:pPr>
            <a:endParaRPr lang="zh-CN" altLang="en-US">
              <a:latin typeface="Tahoma" charset="0"/>
              <a:ea typeface="宋体" charset="-122"/>
              <a:cs typeface="+mn-cs"/>
            </a:endParaRPr>
          </a:p>
        </p:txBody>
      </p:sp>
      <p:sp>
        <p:nvSpPr>
          <p:cNvPr id="702504" name="Line 40">
            <a:extLst>
              <a:ext uri="{FF2B5EF4-FFF2-40B4-BE49-F238E27FC236}">
                <a16:creationId xmlns:a16="http://schemas.microsoft.com/office/drawing/2014/main" id="{530B587F-0A99-3846-9B90-A6D97170C0EA}"/>
              </a:ext>
            </a:extLst>
          </p:cNvPr>
          <p:cNvSpPr>
            <a:spLocks noChangeShapeType="1"/>
          </p:cNvSpPr>
          <p:nvPr/>
        </p:nvSpPr>
        <p:spPr bwMode="auto">
          <a:xfrm>
            <a:off x="5347098" y="2884885"/>
            <a:ext cx="163115" cy="0"/>
          </a:xfrm>
          <a:prstGeom prst="line">
            <a:avLst/>
          </a:prstGeom>
          <a:noFill/>
          <a:ln w="12700">
            <a:solidFill>
              <a:schemeClr val="tx1"/>
            </a:solidFill>
            <a:round/>
            <a:headEnd type="none" w="sm" len="sm"/>
            <a:tailEnd type="none" w="sm" len="sm"/>
          </a:ln>
          <a:effectLst/>
        </p:spPr>
        <p:txBody>
          <a:bodyPr/>
          <a:lstStyle/>
          <a:p>
            <a:pPr eaLnBrk="1" hangingPunct="1">
              <a:defRPr/>
            </a:pPr>
            <a:endParaRPr lang="zh-CN" altLang="en-US">
              <a:latin typeface="Tahoma" charset="0"/>
              <a:ea typeface="宋体" charset="-122"/>
              <a:cs typeface="+mn-cs"/>
            </a:endParaRPr>
          </a:p>
        </p:txBody>
      </p:sp>
      <p:sp>
        <p:nvSpPr>
          <p:cNvPr id="702505" name="Line 41">
            <a:extLst>
              <a:ext uri="{FF2B5EF4-FFF2-40B4-BE49-F238E27FC236}">
                <a16:creationId xmlns:a16="http://schemas.microsoft.com/office/drawing/2014/main" id="{B8B19325-B335-6C47-9857-81AD1995E17C}"/>
              </a:ext>
            </a:extLst>
          </p:cNvPr>
          <p:cNvSpPr>
            <a:spLocks noChangeShapeType="1"/>
          </p:cNvSpPr>
          <p:nvPr/>
        </p:nvSpPr>
        <p:spPr bwMode="auto">
          <a:xfrm>
            <a:off x="5430441" y="1996678"/>
            <a:ext cx="0" cy="879872"/>
          </a:xfrm>
          <a:prstGeom prst="line">
            <a:avLst/>
          </a:prstGeom>
          <a:noFill/>
          <a:ln w="12700">
            <a:solidFill>
              <a:schemeClr val="tx1"/>
            </a:solidFill>
            <a:round/>
            <a:headEnd type="triangle" w="sm" len="me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02507" name="Oval 43">
            <a:extLst>
              <a:ext uri="{FF2B5EF4-FFF2-40B4-BE49-F238E27FC236}">
                <a16:creationId xmlns:a16="http://schemas.microsoft.com/office/drawing/2014/main" id="{D69E58D6-19F0-5143-8B96-4C032F999DF9}"/>
              </a:ext>
            </a:extLst>
          </p:cNvPr>
          <p:cNvSpPr>
            <a:spLocks noChangeArrowheads="1"/>
          </p:cNvSpPr>
          <p:nvPr/>
        </p:nvSpPr>
        <p:spPr bwMode="auto">
          <a:xfrm>
            <a:off x="5318523" y="2281238"/>
            <a:ext cx="216694" cy="250031"/>
          </a:xfrm>
          <a:prstGeom prst="ellipse">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02508" name="Text Box 44">
            <a:extLst>
              <a:ext uri="{FF2B5EF4-FFF2-40B4-BE49-F238E27FC236}">
                <a16:creationId xmlns:a16="http://schemas.microsoft.com/office/drawing/2014/main" id="{007DE931-6634-E040-94E7-F30308470D61}"/>
              </a:ext>
            </a:extLst>
          </p:cNvPr>
          <p:cNvSpPr txBox="1">
            <a:spLocks noChangeArrowheads="1"/>
          </p:cNvSpPr>
          <p:nvPr/>
        </p:nvSpPr>
        <p:spPr bwMode="auto">
          <a:xfrm>
            <a:off x="5206604" y="2193132"/>
            <a:ext cx="49244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2700">
                <a:solidFill>
                  <a:schemeClr val="folHlink"/>
                </a:solidFill>
                <a:latin typeface="Arial" panose="020B0604020202020204" pitchFamily="34" charset="0"/>
                <a:sym typeface="Wingdings" pitchFamily="2" charset="2"/>
              </a:rPr>
              <a:t></a:t>
            </a:r>
          </a:p>
        </p:txBody>
      </p:sp>
      <p:sp>
        <p:nvSpPr>
          <p:cNvPr id="702509" name="Rectangle 45">
            <a:extLst>
              <a:ext uri="{FF2B5EF4-FFF2-40B4-BE49-F238E27FC236}">
                <a16:creationId xmlns:a16="http://schemas.microsoft.com/office/drawing/2014/main" id="{7B6290A7-358B-E748-AA53-C2042A133348}"/>
              </a:ext>
            </a:extLst>
          </p:cNvPr>
          <p:cNvSpPr>
            <a:spLocks noChangeArrowheads="1"/>
          </p:cNvSpPr>
          <p:nvPr/>
        </p:nvSpPr>
        <p:spPr bwMode="auto">
          <a:xfrm>
            <a:off x="5220892" y="4667250"/>
            <a:ext cx="1620635" cy="392898"/>
          </a:xfrm>
          <a:prstGeom prst="rect">
            <a:avLst/>
          </a:prstGeom>
          <a:noFill/>
          <a:ln>
            <a:noFill/>
          </a:ln>
          <a:effectLst/>
        </p:spPr>
        <p:txBody>
          <a:bodyPr wrap="none" lIns="69056" tIns="34529" rIns="69056" bIns="34529">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2100">
                <a:solidFill>
                  <a:schemeClr val="folHlink"/>
                </a:solidFill>
                <a:latin typeface="Arial" panose="020B0604020202020204" pitchFamily="34" charset="0"/>
              </a:rPr>
              <a:t>(b) </a:t>
            </a:r>
            <a:r>
              <a:rPr kumimoji="1" lang="zh-CN" altLang="en-US" sz="2100">
                <a:solidFill>
                  <a:schemeClr val="folHlink"/>
                </a:solidFill>
                <a:latin typeface="Arial" panose="020B0604020202020204" pitchFamily="34" charset="0"/>
              </a:rPr>
              <a:t>确认迟到</a:t>
            </a:r>
          </a:p>
        </p:txBody>
      </p:sp>
      <p:sp>
        <p:nvSpPr>
          <p:cNvPr id="702510" name="Line 46">
            <a:extLst>
              <a:ext uri="{FF2B5EF4-FFF2-40B4-BE49-F238E27FC236}">
                <a16:creationId xmlns:a16="http://schemas.microsoft.com/office/drawing/2014/main" id="{4B1528C1-BB9A-EC40-950C-02C802AFAF0B}"/>
              </a:ext>
            </a:extLst>
          </p:cNvPr>
          <p:cNvSpPr>
            <a:spLocks noChangeShapeType="1"/>
          </p:cNvSpPr>
          <p:nvPr/>
        </p:nvSpPr>
        <p:spPr bwMode="auto">
          <a:xfrm>
            <a:off x="5538787" y="2015729"/>
            <a:ext cx="976313" cy="314325"/>
          </a:xfrm>
          <a:prstGeom prst="line">
            <a:avLst/>
          </a:prstGeom>
          <a:noFill/>
          <a:ln w="57150">
            <a:solidFill>
              <a:schemeClr val="hlink"/>
            </a:solidFill>
            <a:round/>
            <a:headEnd type="none" w="sm" len="sm"/>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2511" name="Text Box 47">
            <a:extLst>
              <a:ext uri="{FF2B5EF4-FFF2-40B4-BE49-F238E27FC236}">
                <a16:creationId xmlns:a16="http://schemas.microsoft.com/office/drawing/2014/main" id="{9A53655C-C5A6-8844-80C6-EBBE52C2D38C}"/>
              </a:ext>
            </a:extLst>
          </p:cNvPr>
          <p:cNvSpPr txBox="1">
            <a:spLocks noChangeArrowheads="1"/>
          </p:cNvSpPr>
          <p:nvPr/>
        </p:nvSpPr>
        <p:spPr bwMode="auto">
          <a:xfrm>
            <a:off x="6537723" y="2214563"/>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确认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702512" name="Freeform 48">
            <a:extLst>
              <a:ext uri="{FF2B5EF4-FFF2-40B4-BE49-F238E27FC236}">
                <a16:creationId xmlns:a16="http://schemas.microsoft.com/office/drawing/2014/main" id="{6380270F-A40F-7B46-9724-39725D45A832}"/>
              </a:ext>
            </a:extLst>
          </p:cNvPr>
          <p:cNvSpPr>
            <a:spLocks/>
          </p:cNvSpPr>
          <p:nvPr/>
        </p:nvSpPr>
        <p:spPr bwMode="auto">
          <a:xfrm>
            <a:off x="5556648" y="2381250"/>
            <a:ext cx="953690" cy="1696641"/>
          </a:xfrm>
          <a:custGeom>
            <a:avLst/>
            <a:gdLst>
              <a:gd name="T0" fmla="*/ 1271587 w 798"/>
              <a:gd name="T1" fmla="*/ 0 h 1134"/>
              <a:gd name="T2" fmla="*/ 938552 w 798"/>
              <a:gd name="T3" fmla="*/ 139641 h 1134"/>
              <a:gd name="T4" fmla="*/ 742556 w 798"/>
              <a:gd name="T5" fmla="*/ 432888 h 1134"/>
              <a:gd name="T6" fmla="*/ 666069 w 798"/>
              <a:gd name="T7" fmla="*/ 750073 h 1134"/>
              <a:gd name="T8" fmla="*/ 613485 w 798"/>
              <a:gd name="T9" fmla="*/ 1318612 h 1134"/>
              <a:gd name="T10" fmla="*/ 493975 w 798"/>
              <a:gd name="T11" fmla="*/ 2030783 h 1134"/>
              <a:gd name="T12" fmla="*/ 0 w 798"/>
              <a:gd name="T13" fmla="*/ 2262188 h 113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98" h="1134">
                <a:moveTo>
                  <a:pt x="798" y="0"/>
                </a:moveTo>
                <a:cubicBezTo>
                  <a:pt x="763" y="12"/>
                  <a:pt x="644" y="34"/>
                  <a:pt x="589" y="70"/>
                </a:cubicBezTo>
                <a:cubicBezTo>
                  <a:pt x="534" y="106"/>
                  <a:pt x="494" y="166"/>
                  <a:pt x="466" y="217"/>
                </a:cubicBezTo>
                <a:cubicBezTo>
                  <a:pt x="438" y="268"/>
                  <a:pt x="431" y="302"/>
                  <a:pt x="418" y="376"/>
                </a:cubicBezTo>
                <a:cubicBezTo>
                  <a:pt x="405" y="450"/>
                  <a:pt x="403" y="554"/>
                  <a:pt x="385" y="661"/>
                </a:cubicBezTo>
                <a:cubicBezTo>
                  <a:pt x="367" y="768"/>
                  <a:pt x="374" y="939"/>
                  <a:pt x="310" y="1018"/>
                </a:cubicBezTo>
                <a:cubicBezTo>
                  <a:pt x="246" y="1097"/>
                  <a:pt x="65" y="1110"/>
                  <a:pt x="0" y="1134"/>
                </a:cubicBezTo>
              </a:path>
            </a:pathLst>
          </a:custGeom>
          <a:noFill/>
          <a:ln w="28575" cap="flat" cmpd="sng">
            <a:solidFill>
              <a:schemeClr val="folHlink"/>
            </a:solidFill>
            <a:prstDash val="solid"/>
            <a:round/>
            <a:headEnd type="none" w="sm" len="sm"/>
            <a:tailEnd type="triangle" w="med" len="lg"/>
          </a:ln>
          <a:effectLst/>
        </p:spPr>
        <p:txBody>
          <a:bodyPr/>
          <a:lstStyle/>
          <a:p>
            <a:pPr>
              <a:defRPr/>
            </a:pPr>
            <a:endParaRPr lang="zh-CN" altLang="en-US"/>
          </a:p>
        </p:txBody>
      </p:sp>
      <p:sp>
        <p:nvSpPr>
          <p:cNvPr id="702513" name="Text Box 49">
            <a:extLst>
              <a:ext uri="{FF2B5EF4-FFF2-40B4-BE49-F238E27FC236}">
                <a16:creationId xmlns:a16="http://schemas.microsoft.com/office/drawing/2014/main" id="{3844FD4A-4751-604E-95EC-6E3F258E297E}"/>
              </a:ext>
            </a:extLst>
          </p:cNvPr>
          <p:cNvSpPr txBox="1">
            <a:spLocks noChangeArrowheads="1"/>
          </p:cNvSpPr>
          <p:nvPr/>
        </p:nvSpPr>
        <p:spPr bwMode="auto">
          <a:xfrm>
            <a:off x="4168095" y="3807619"/>
            <a:ext cx="1338829" cy="784830"/>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收下迟到</a:t>
            </a:r>
          </a:p>
          <a:p>
            <a:pPr algn="ctr" eaLnBrk="1" hangingPunct="1">
              <a:defRPr/>
            </a:pPr>
            <a:r>
              <a:rPr lang="zh-CN" altLang="en-US" sz="1500">
                <a:solidFill>
                  <a:schemeClr val="folHlink"/>
                </a:solidFill>
                <a:latin typeface="Arial" panose="020B0604020202020204" pitchFamily="34" charset="0"/>
              </a:rPr>
              <a:t>的确认</a:t>
            </a:r>
          </a:p>
          <a:p>
            <a:pPr algn="ctr" eaLnBrk="1" hangingPunct="1">
              <a:defRPr/>
            </a:pPr>
            <a:r>
              <a:rPr lang="zh-CN" altLang="en-US" sz="1500">
                <a:solidFill>
                  <a:schemeClr val="folHlink"/>
                </a:solidFill>
                <a:latin typeface="Arial" panose="020B0604020202020204" pitchFamily="34" charset="0"/>
              </a:rPr>
              <a:t>但什么也不做</a:t>
            </a:r>
            <a:endParaRPr lang="zh-CN" altLang="en-US" sz="1500" baseline="-25000">
              <a:solidFill>
                <a:schemeClr val="folHlink"/>
              </a:solidFill>
              <a:latin typeface="Arial" panose="020B0604020202020204" pitchFamily="34" charset="0"/>
            </a:endParaRPr>
          </a:p>
        </p:txBody>
      </p:sp>
      <p:sp>
        <p:nvSpPr>
          <p:cNvPr id="702514" name="Rectangle 50">
            <a:extLst>
              <a:ext uri="{FF2B5EF4-FFF2-40B4-BE49-F238E27FC236}">
                <a16:creationId xmlns:a16="http://schemas.microsoft.com/office/drawing/2014/main" id="{20B373B1-3967-4746-ADFB-2F6723FD3929}"/>
              </a:ext>
            </a:extLst>
          </p:cNvPr>
          <p:cNvSpPr>
            <a:spLocks noChangeArrowheads="1"/>
          </p:cNvSpPr>
          <p:nvPr/>
        </p:nvSpPr>
        <p:spPr bwMode="auto">
          <a:xfrm>
            <a:off x="2028825" y="4223147"/>
            <a:ext cx="192360" cy="300565"/>
          </a:xfrm>
          <a:prstGeom prst="rect">
            <a:avLst/>
          </a:prstGeom>
          <a:noFill/>
          <a:ln>
            <a:noFill/>
          </a:ln>
          <a:effectLst/>
        </p:spPr>
        <p:txBody>
          <a:bodyPr wrap="none" lIns="69056" tIns="34529" rIns="69056" bIns="34529">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i="1">
                <a:solidFill>
                  <a:schemeClr val="folHlink"/>
                </a:solidFill>
                <a:ea typeface="黑体" charset="-122"/>
              </a:rPr>
              <a:t>t</a:t>
            </a:r>
          </a:p>
        </p:txBody>
      </p:sp>
      <p:sp>
        <p:nvSpPr>
          <p:cNvPr id="702515" name="Rectangle 51">
            <a:extLst>
              <a:ext uri="{FF2B5EF4-FFF2-40B4-BE49-F238E27FC236}">
                <a16:creationId xmlns:a16="http://schemas.microsoft.com/office/drawing/2014/main" id="{434AA33D-3EEC-164C-82F1-C7DA2B08EC18}"/>
              </a:ext>
            </a:extLst>
          </p:cNvPr>
          <p:cNvSpPr>
            <a:spLocks noChangeArrowheads="1"/>
          </p:cNvSpPr>
          <p:nvPr/>
        </p:nvSpPr>
        <p:spPr bwMode="auto">
          <a:xfrm>
            <a:off x="3003947" y="4223147"/>
            <a:ext cx="192360" cy="300565"/>
          </a:xfrm>
          <a:prstGeom prst="rect">
            <a:avLst/>
          </a:prstGeom>
          <a:noFill/>
          <a:ln>
            <a:noFill/>
          </a:ln>
          <a:effectLst/>
        </p:spPr>
        <p:txBody>
          <a:bodyPr wrap="none" lIns="69056" tIns="34529" rIns="69056" bIns="34529">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i="1">
                <a:solidFill>
                  <a:schemeClr val="folHlink"/>
                </a:solidFill>
                <a:ea typeface="黑体" charset="-122"/>
              </a:rPr>
              <a:t>t</a:t>
            </a:r>
          </a:p>
        </p:txBody>
      </p:sp>
      <p:sp>
        <p:nvSpPr>
          <p:cNvPr id="702516" name="Rectangle 52">
            <a:extLst>
              <a:ext uri="{FF2B5EF4-FFF2-40B4-BE49-F238E27FC236}">
                <a16:creationId xmlns:a16="http://schemas.microsoft.com/office/drawing/2014/main" id="{87783A18-27AC-3847-86D9-10CE49D55AF0}"/>
              </a:ext>
            </a:extLst>
          </p:cNvPr>
          <p:cNvSpPr>
            <a:spLocks noChangeArrowheads="1"/>
          </p:cNvSpPr>
          <p:nvPr/>
        </p:nvSpPr>
        <p:spPr bwMode="auto">
          <a:xfrm>
            <a:off x="5516166" y="4223147"/>
            <a:ext cx="192360" cy="300565"/>
          </a:xfrm>
          <a:prstGeom prst="rect">
            <a:avLst/>
          </a:prstGeom>
          <a:noFill/>
          <a:ln>
            <a:noFill/>
          </a:ln>
          <a:effectLst/>
        </p:spPr>
        <p:txBody>
          <a:bodyPr wrap="none" lIns="69056" tIns="34529" rIns="69056" bIns="34529">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i="1">
                <a:solidFill>
                  <a:schemeClr val="folHlink"/>
                </a:solidFill>
                <a:ea typeface="黑体" charset="-122"/>
              </a:rPr>
              <a:t>t</a:t>
            </a:r>
          </a:p>
        </p:txBody>
      </p:sp>
      <p:sp>
        <p:nvSpPr>
          <p:cNvPr id="702517" name="Rectangle 53">
            <a:extLst>
              <a:ext uri="{FF2B5EF4-FFF2-40B4-BE49-F238E27FC236}">
                <a16:creationId xmlns:a16="http://schemas.microsoft.com/office/drawing/2014/main" id="{B0889F66-6953-BF4F-B593-07458C080446}"/>
              </a:ext>
            </a:extLst>
          </p:cNvPr>
          <p:cNvSpPr>
            <a:spLocks noChangeArrowheads="1"/>
          </p:cNvSpPr>
          <p:nvPr/>
        </p:nvSpPr>
        <p:spPr bwMode="auto">
          <a:xfrm>
            <a:off x="6492479" y="4223147"/>
            <a:ext cx="192360" cy="300565"/>
          </a:xfrm>
          <a:prstGeom prst="rect">
            <a:avLst/>
          </a:prstGeom>
          <a:noFill/>
          <a:ln>
            <a:noFill/>
          </a:ln>
          <a:effectLst/>
        </p:spPr>
        <p:txBody>
          <a:bodyPr wrap="none" lIns="69056" tIns="34529" rIns="69056" bIns="34529">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i="1">
                <a:solidFill>
                  <a:schemeClr val="folHlink"/>
                </a:solidFill>
                <a:ea typeface="黑体" charset="-122"/>
              </a:rPr>
              <a:t>t</a:t>
            </a:r>
          </a:p>
        </p:txBody>
      </p:sp>
      <p:sp>
        <p:nvSpPr>
          <p:cNvPr id="2" name="幻灯片编号占位符 1">
            <a:extLst>
              <a:ext uri="{FF2B5EF4-FFF2-40B4-BE49-F238E27FC236}">
                <a16:creationId xmlns:a16="http://schemas.microsoft.com/office/drawing/2014/main" id="{D974AAB9-CE6F-EB41-AEA4-14FB108E75AD}"/>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D294521-89DA-7142-A6F0-F1ADCBC89ED0}" type="slidenum">
              <a:rPr lang="en-US" altLang="zh-CN" sz="1050"/>
              <a:pPr>
                <a:defRPr/>
              </a:pPr>
              <a:t>38</a:t>
            </a:fld>
            <a:endParaRPr lang="en-US" altLang="zh-CN" sz="1050"/>
          </a:p>
        </p:txBody>
      </p:sp>
    </p:spTree>
    <p:extLst>
      <p:ext uri="{BB962C8B-B14F-4D97-AF65-F5344CB8AC3E}">
        <p14:creationId xmlns:p14="http://schemas.microsoft.com/office/powerpoint/2010/main" val="14202953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5538" name="Rectangle 2">
            <a:extLst>
              <a:ext uri="{FF2B5EF4-FFF2-40B4-BE49-F238E27FC236}">
                <a16:creationId xmlns:a16="http://schemas.microsoft.com/office/drawing/2014/main" id="{9CC369F0-89A0-C04F-BC22-1592E6D519F4}"/>
              </a:ext>
            </a:extLst>
          </p:cNvPr>
          <p:cNvSpPr>
            <a:spLocks noGrp="1" noChangeArrowheads="1"/>
          </p:cNvSpPr>
          <p:nvPr>
            <p:ph type="title"/>
          </p:nvPr>
        </p:nvSpPr>
        <p:spPr>
          <a:xfrm>
            <a:off x="160020" y="160735"/>
            <a:ext cx="7436168" cy="683419"/>
          </a:xfrm>
        </p:spPr>
        <p:txBody>
          <a:bodyPr/>
          <a:lstStyle/>
          <a:p>
            <a:pPr eaLnBrk="1" hangingPunct="1">
              <a:defRPr/>
            </a:pPr>
            <a:r>
              <a:rPr lang="zh-CN" altLang="en-US" dirty="0">
                <a:latin typeface="Times New Roman" panose="02020603050405020304" pitchFamily="18" charset="0"/>
                <a:ea typeface="宋体" panose="02010600030101010101" pitchFamily="2" charset="-122"/>
              </a:rPr>
              <a:t>可靠通信的实现</a:t>
            </a:r>
          </a:p>
        </p:txBody>
      </p:sp>
      <p:sp>
        <p:nvSpPr>
          <p:cNvPr id="705539" name="Rectangle 3">
            <a:extLst>
              <a:ext uri="{FF2B5EF4-FFF2-40B4-BE49-F238E27FC236}">
                <a16:creationId xmlns:a16="http://schemas.microsoft.com/office/drawing/2014/main" id="{5728FD0E-2E8F-2942-BFAA-B700A61A88F4}"/>
              </a:ext>
            </a:extLst>
          </p:cNvPr>
          <p:cNvSpPr>
            <a:spLocks noGrp="1" noChangeArrowheads="1"/>
          </p:cNvSpPr>
          <p:nvPr>
            <p:ph type="body" idx="1"/>
          </p:nvPr>
        </p:nvSpPr>
        <p:spPr>
          <a:xfrm>
            <a:off x="160020" y="1059656"/>
            <a:ext cx="8732520" cy="3671888"/>
          </a:xfrm>
        </p:spPr>
        <p:txBody>
          <a:bodyPr/>
          <a:lstStyle/>
          <a:p>
            <a:pPr eaLnBrk="1" hangingPunct="1">
              <a:defRPr/>
            </a:pPr>
            <a:r>
              <a:rPr lang="zh-CN" altLang="en-US" dirty="0">
                <a:latin typeface="Times New Roman" panose="02020603050405020304" pitchFamily="18" charset="0"/>
                <a:ea typeface="宋体" panose="02010600030101010101" pitchFamily="2" charset="-122"/>
              </a:rPr>
              <a:t>使用上述的确认和重传机制，我们就可以</a:t>
            </a:r>
            <a:r>
              <a:rPr lang="zh-CN" altLang="en-US" dirty="0">
                <a:solidFill>
                  <a:schemeClr val="hlink"/>
                </a:solidFill>
                <a:latin typeface="Times New Roman" panose="02020603050405020304" pitchFamily="18" charset="0"/>
                <a:ea typeface="宋体" panose="02010600030101010101" pitchFamily="2" charset="-122"/>
              </a:rPr>
              <a:t>在不可靠的传输网络上实现可靠的通信</a:t>
            </a:r>
            <a:r>
              <a:rPr lang="zh-CN" altLang="en-US" dirty="0">
                <a:latin typeface="Times New Roman" panose="02020603050405020304" pitchFamily="18" charset="0"/>
                <a:ea typeface="宋体" panose="02010600030101010101" pitchFamily="2" charset="-122"/>
              </a:rPr>
              <a:t>。</a:t>
            </a:r>
          </a:p>
          <a:p>
            <a:pPr eaLnBrk="1" hangingPunct="1">
              <a:defRPr/>
            </a:pPr>
            <a:r>
              <a:rPr lang="zh-CN" altLang="en-US" dirty="0">
                <a:latin typeface="Times New Roman" panose="02020603050405020304" pitchFamily="18" charset="0"/>
                <a:ea typeface="宋体" panose="02010600030101010101" pitchFamily="2" charset="-122"/>
              </a:rPr>
              <a:t>这种可靠传输协议常称为</a:t>
            </a:r>
            <a:r>
              <a:rPr lang="zh-CN" altLang="en-US" dirty="0">
                <a:solidFill>
                  <a:schemeClr val="hlink"/>
                </a:solidFill>
                <a:latin typeface="Times New Roman" panose="02020603050405020304" pitchFamily="18" charset="0"/>
                <a:ea typeface="宋体" panose="02010600030101010101" pitchFamily="2" charset="-122"/>
              </a:rPr>
              <a:t>自动重传请求</a:t>
            </a:r>
            <a:r>
              <a:rPr lang="en-US" altLang="zh-CN" dirty="0">
                <a:solidFill>
                  <a:schemeClr val="hlink"/>
                </a:solidFill>
                <a:latin typeface="Times New Roman" panose="02020603050405020304" pitchFamily="18" charset="0"/>
                <a:ea typeface="宋体" panose="02010600030101010101" pitchFamily="2" charset="-122"/>
              </a:rPr>
              <a:t>ARQ</a:t>
            </a:r>
            <a:r>
              <a:rPr lang="en-US" altLang="zh-CN" dirty="0">
                <a:latin typeface="Times New Roman" panose="02020603050405020304" pitchFamily="18" charset="0"/>
                <a:ea typeface="宋体" panose="02010600030101010101" pitchFamily="2" charset="-122"/>
              </a:rPr>
              <a:t> (Automatic Repeat </a:t>
            </a:r>
            <a:r>
              <a:rPr lang="en-US" altLang="zh-CN" dirty="0" err="1">
                <a:latin typeface="Times New Roman" panose="02020603050405020304" pitchFamily="18" charset="0"/>
                <a:ea typeface="宋体" panose="02010600030101010101" pitchFamily="2" charset="-122"/>
              </a:rPr>
              <a:t>reQuest</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a:t>
            </a:r>
          </a:p>
          <a:p>
            <a:pPr eaLnBrk="1" hangingPunct="1">
              <a:defRPr/>
            </a:pPr>
            <a:r>
              <a:rPr lang="en-US" altLang="zh-CN" dirty="0">
                <a:latin typeface="Times New Roman" panose="02020603050405020304" pitchFamily="18" charset="0"/>
                <a:ea typeface="宋体" panose="02010600030101010101" pitchFamily="2" charset="-122"/>
              </a:rPr>
              <a:t>ARQ </a:t>
            </a:r>
            <a:r>
              <a:rPr lang="zh-CN" altLang="en-US" dirty="0">
                <a:latin typeface="Times New Roman" panose="02020603050405020304" pitchFamily="18" charset="0"/>
                <a:ea typeface="宋体" panose="02010600030101010101" pitchFamily="2" charset="-122"/>
              </a:rPr>
              <a:t>表明重传的请求是</a:t>
            </a:r>
            <a:r>
              <a:rPr lang="zh-CN" altLang="en-US" dirty="0">
                <a:solidFill>
                  <a:schemeClr val="hlink"/>
                </a:solidFill>
                <a:latin typeface="Times New Roman" panose="02020603050405020304" pitchFamily="18" charset="0"/>
                <a:ea typeface="宋体" panose="02010600030101010101" pitchFamily="2" charset="-122"/>
              </a:rPr>
              <a:t>自动</a:t>
            </a:r>
            <a:r>
              <a:rPr lang="zh-CN" altLang="en-US" dirty="0">
                <a:latin typeface="Times New Roman" panose="02020603050405020304" pitchFamily="18" charset="0"/>
                <a:ea typeface="宋体" panose="02010600030101010101" pitchFamily="2" charset="-122"/>
              </a:rPr>
              <a:t>进行的。接收方不需要请求发送方重传某个出错的分组 。</a:t>
            </a:r>
          </a:p>
        </p:txBody>
      </p:sp>
      <p:sp>
        <p:nvSpPr>
          <p:cNvPr id="2" name="幻灯片编号占位符 1">
            <a:extLst>
              <a:ext uri="{FF2B5EF4-FFF2-40B4-BE49-F238E27FC236}">
                <a16:creationId xmlns:a16="http://schemas.microsoft.com/office/drawing/2014/main" id="{630E97D9-2750-BA40-A51C-84920C0A1CE5}"/>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D3A65616-577D-8741-97F9-3610BD71A9DD}" type="slidenum">
              <a:rPr lang="en-US" altLang="zh-CN" sz="1050"/>
              <a:pPr>
                <a:defRPr/>
              </a:pPr>
              <a:t>39</a:t>
            </a:fld>
            <a:endParaRPr lang="en-US" altLang="zh-CN" sz="1050"/>
          </a:p>
        </p:txBody>
      </p:sp>
    </p:spTree>
    <p:extLst>
      <p:ext uri="{BB962C8B-B14F-4D97-AF65-F5344CB8AC3E}">
        <p14:creationId xmlns:p14="http://schemas.microsoft.com/office/powerpoint/2010/main" val="9320798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586" name="Rectangle 2">
            <a:extLst>
              <a:ext uri="{FF2B5EF4-FFF2-40B4-BE49-F238E27FC236}">
                <a16:creationId xmlns:a16="http://schemas.microsoft.com/office/drawing/2014/main" id="{8C6D0DAA-19D8-764F-9A2E-D7A96155A6F0}"/>
              </a:ext>
            </a:extLst>
          </p:cNvPr>
          <p:cNvSpPr>
            <a:spLocks noGrp="1" noChangeArrowheads="1"/>
          </p:cNvSpPr>
          <p:nvPr>
            <p:ph type="title"/>
          </p:nvPr>
        </p:nvSpPr>
        <p:spPr>
          <a:xfrm>
            <a:off x="160020" y="160735"/>
            <a:ext cx="7274243" cy="765572"/>
          </a:xfrm>
        </p:spPr>
        <p:txBody>
          <a:bodyPr/>
          <a:lstStyle/>
          <a:p>
            <a:pPr eaLnBrk="1" hangingPunct="1">
              <a:defRPr/>
            </a:pPr>
            <a:r>
              <a:rPr lang="zh-CN" altLang="en-US" dirty="0">
                <a:latin typeface="Times New Roman" panose="02020603050405020304" pitchFamily="18" charset="0"/>
                <a:ea typeface="宋体" panose="02010600030101010101" pitchFamily="2" charset="-122"/>
              </a:rPr>
              <a:t>信道利用率 </a:t>
            </a:r>
          </a:p>
        </p:txBody>
      </p:sp>
      <p:sp>
        <p:nvSpPr>
          <p:cNvPr id="707587" name="Rectangle 3">
            <a:extLst>
              <a:ext uri="{FF2B5EF4-FFF2-40B4-BE49-F238E27FC236}">
                <a16:creationId xmlns:a16="http://schemas.microsoft.com/office/drawing/2014/main" id="{558D9AF8-E392-1146-BD94-78AC3B81B322}"/>
              </a:ext>
            </a:extLst>
          </p:cNvPr>
          <p:cNvSpPr>
            <a:spLocks noGrp="1" noChangeArrowheads="1"/>
          </p:cNvSpPr>
          <p:nvPr>
            <p:ph type="body" idx="1"/>
          </p:nvPr>
        </p:nvSpPr>
        <p:spPr>
          <a:xfrm>
            <a:off x="160020" y="1038227"/>
            <a:ext cx="8766810" cy="654190"/>
          </a:xfrm>
        </p:spPr>
        <p:txBody>
          <a:bodyPr/>
          <a:lstStyle/>
          <a:p>
            <a:pPr eaLnBrk="1" hangingPunct="1">
              <a:defRPr/>
            </a:pPr>
            <a:r>
              <a:rPr lang="zh-CN" altLang="en-US" dirty="0">
                <a:latin typeface="Times New Roman" panose="02020603050405020304" pitchFamily="18" charset="0"/>
                <a:ea typeface="宋体" panose="02010600030101010101" pitchFamily="2" charset="-122"/>
              </a:rPr>
              <a:t>停止等待协议的优点是简单，但缺点是信道利用率太低。 </a:t>
            </a:r>
          </a:p>
        </p:txBody>
      </p:sp>
      <p:sp>
        <p:nvSpPr>
          <p:cNvPr id="707588" name="Text Box 4">
            <a:extLst>
              <a:ext uri="{FF2B5EF4-FFF2-40B4-BE49-F238E27FC236}">
                <a16:creationId xmlns:a16="http://schemas.microsoft.com/office/drawing/2014/main" id="{CE73134E-8360-6A4F-ADBE-6DF1DF7FAC76}"/>
              </a:ext>
            </a:extLst>
          </p:cNvPr>
          <p:cNvSpPr txBox="1">
            <a:spLocks noChangeArrowheads="1"/>
          </p:cNvSpPr>
          <p:nvPr/>
        </p:nvSpPr>
        <p:spPr bwMode="auto">
          <a:xfrm>
            <a:off x="1709737" y="3451622"/>
            <a:ext cx="436338" cy="369332"/>
          </a:xfrm>
          <a:prstGeom prst="rect">
            <a:avLst/>
          </a:prstGeom>
          <a:noFill/>
          <a:ln>
            <a:noFill/>
          </a:ln>
          <a:effectLst/>
        </p:spPr>
        <p:txBody>
          <a:bodyPr wrap="none">
            <a:spAutoFit/>
          </a:bodyPr>
          <a:lstStyle/>
          <a:p>
            <a:pPr eaLnBrk="1" hangingPunct="1">
              <a:defRPr/>
            </a:pPr>
            <a:r>
              <a:rPr lang="en-US" altLang="zh-CN" i="1">
                <a:solidFill>
                  <a:schemeClr val="folHlink"/>
                </a:solidFill>
                <a:latin typeface="Arial" charset="0"/>
                <a:ea typeface="黑体" charset="-122"/>
              </a:rPr>
              <a:t>T</a:t>
            </a:r>
            <a:r>
              <a:rPr lang="en-US" altLang="zh-CN" i="1" baseline="-25000">
                <a:solidFill>
                  <a:schemeClr val="folHlink"/>
                </a:solidFill>
                <a:latin typeface="Arial" charset="0"/>
                <a:ea typeface="黑体" charset="-122"/>
              </a:rPr>
              <a:t>D</a:t>
            </a:r>
          </a:p>
        </p:txBody>
      </p:sp>
      <p:sp>
        <p:nvSpPr>
          <p:cNvPr id="707589" name="Line 5">
            <a:extLst>
              <a:ext uri="{FF2B5EF4-FFF2-40B4-BE49-F238E27FC236}">
                <a16:creationId xmlns:a16="http://schemas.microsoft.com/office/drawing/2014/main" id="{B44D5626-ABB3-C649-A2F8-2FF0928A9595}"/>
              </a:ext>
            </a:extLst>
          </p:cNvPr>
          <p:cNvSpPr>
            <a:spLocks noChangeShapeType="1"/>
          </p:cNvSpPr>
          <p:nvPr/>
        </p:nvSpPr>
        <p:spPr bwMode="auto">
          <a:xfrm flipV="1">
            <a:off x="1776413" y="3468291"/>
            <a:ext cx="0" cy="595313"/>
          </a:xfrm>
          <a:prstGeom prst="line">
            <a:avLst/>
          </a:prstGeom>
          <a:noFill/>
          <a:ln w="9525">
            <a:solidFill>
              <a:schemeClr val="tx1"/>
            </a:solidFill>
            <a:round/>
            <a:headEn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707590" name="Line 6">
            <a:extLst>
              <a:ext uri="{FF2B5EF4-FFF2-40B4-BE49-F238E27FC236}">
                <a16:creationId xmlns:a16="http://schemas.microsoft.com/office/drawing/2014/main" id="{E4C972E5-0467-EA40-91E8-CAF221741CED}"/>
              </a:ext>
            </a:extLst>
          </p:cNvPr>
          <p:cNvSpPr>
            <a:spLocks noChangeShapeType="1"/>
          </p:cNvSpPr>
          <p:nvPr/>
        </p:nvSpPr>
        <p:spPr bwMode="auto">
          <a:xfrm>
            <a:off x="2056210" y="3514725"/>
            <a:ext cx="0" cy="296466"/>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07591" name="Line 7">
            <a:extLst>
              <a:ext uri="{FF2B5EF4-FFF2-40B4-BE49-F238E27FC236}">
                <a16:creationId xmlns:a16="http://schemas.microsoft.com/office/drawing/2014/main" id="{A2882616-D87B-0346-814E-085D586FE106}"/>
              </a:ext>
            </a:extLst>
          </p:cNvPr>
          <p:cNvSpPr>
            <a:spLocks noChangeShapeType="1"/>
          </p:cNvSpPr>
          <p:nvPr/>
        </p:nvSpPr>
        <p:spPr bwMode="auto">
          <a:xfrm>
            <a:off x="4508897" y="3514725"/>
            <a:ext cx="0" cy="296466"/>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07592" name="Line 8">
            <a:extLst>
              <a:ext uri="{FF2B5EF4-FFF2-40B4-BE49-F238E27FC236}">
                <a16:creationId xmlns:a16="http://schemas.microsoft.com/office/drawing/2014/main" id="{A4DE6013-0D42-BF42-B731-4CC13DDB9524}"/>
              </a:ext>
            </a:extLst>
          </p:cNvPr>
          <p:cNvSpPr>
            <a:spLocks noChangeShapeType="1"/>
          </p:cNvSpPr>
          <p:nvPr/>
        </p:nvSpPr>
        <p:spPr bwMode="auto">
          <a:xfrm>
            <a:off x="2055019" y="3661172"/>
            <a:ext cx="2452688" cy="0"/>
          </a:xfrm>
          <a:prstGeom prst="line">
            <a:avLst/>
          </a:prstGeom>
          <a:noFill/>
          <a:ln w="9525">
            <a:solidFill>
              <a:schemeClr val="folHlink"/>
            </a:solidFill>
            <a:round/>
            <a:headEnd type="triangle" w="sm" len="me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07593" name="Text Box 9">
            <a:extLst>
              <a:ext uri="{FF2B5EF4-FFF2-40B4-BE49-F238E27FC236}">
                <a16:creationId xmlns:a16="http://schemas.microsoft.com/office/drawing/2014/main" id="{92E0BBD0-AB9A-5548-9A63-3CF57D9F326F}"/>
              </a:ext>
            </a:extLst>
          </p:cNvPr>
          <p:cNvSpPr txBox="1">
            <a:spLocks noChangeArrowheads="1"/>
          </p:cNvSpPr>
          <p:nvPr/>
        </p:nvSpPr>
        <p:spPr bwMode="auto">
          <a:xfrm>
            <a:off x="2947988" y="3469481"/>
            <a:ext cx="629339" cy="369332"/>
          </a:xfrm>
          <a:prstGeom prst="rect">
            <a:avLst/>
          </a:prstGeom>
          <a:solidFill>
            <a:schemeClr val="bg1"/>
          </a:solidFill>
          <a:ln>
            <a:noFill/>
          </a:ln>
          <a:effectLst/>
        </p:spPr>
        <p:txBody>
          <a:bodyPr wrap="none">
            <a:spAutoFit/>
          </a:bodyPr>
          <a:lstStyle/>
          <a:p>
            <a:pPr eaLnBrk="1" hangingPunct="1">
              <a:defRPr/>
            </a:pPr>
            <a:r>
              <a:rPr lang="en-US" altLang="zh-CN">
                <a:solidFill>
                  <a:schemeClr val="folHlink"/>
                </a:solidFill>
                <a:latin typeface="Arial" charset="0"/>
                <a:ea typeface="黑体" charset="-122"/>
              </a:rPr>
              <a:t>RTT</a:t>
            </a:r>
          </a:p>
        </p:txBody>
      </p:sp>
      <p:sp>
        <p:nvSpPr>
          <p:cNvPr id="707594" name="Line 10">
            <a:extLst>
              <a:ext uri="{FF2B5EF4-FFF2-40B4-BE49-F238E27FC236}">
                <a16:creationId xmlns:a16="http://schemas.microsoft.com/office/drawing/2014/main" id="{84A3FA11-5636-3447-86AE-3E03600758CE}"/>
              </a:ext>
            </a:extLst>
          </p:cNvPr>
          <p:cNvSpPr>
            <a:spLocks noChangeShapeType="1"/>
          </p:cNvSpPr>
          <p:nvPr/>
        </p:nvSpPr>
        <p:spPr bwMode="auto">
          <a:xfrm rot="5400000" flipH="1" flipV="1">
            <a:off x="1608535" y="3494485"/>
            <a:ext cx="0" cy="333375"/>
          </a:xfrm>
          <a:prstGeom prst="line">
            <a:avLst/>
          </a:prstGeom>
          <a:noFill/>
          <a:ln w="9525">
            <a:solidFill>
              <a:schemeClr val="folHlink"/>
            </a:solidFill>
            <a:round/>
            <a:headEn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07595" name="Text Box 11">
            <a:extLst>
              <a:ext uri="{FF2B5EF4-FFF2-40B4-BE49-F238E27FC236}">
                <a16:creationId xmlns:a16="http://schemas.microsoft.com/office/drawing/2014/main" id="{322BD2E8-37CC-154D-AC8E-1F990839F56B}"/>
              </a:ext>
            </a:extLst>
          </p:cNvPr>
          <p:cNvSpPr txBox="1">
            <a:spLocks noChangeArrowheads="1"/>
          </p:cNvSpPr>
          <p:nvPr/>
        </p:nvSpPr>
        <p:spPr bwMode="auto">
          <a:xfrm>
            <a:off x="1277542" y="3242072"/>
            <a:ext cx="338554" cy="369332"/>
          </a:xfrm>
          <a:prstGeom prst="rect">
            <a:avLst/>
          </a:prstGeom>
          <a:noFill/>
          <a:ln>
            <a:noFill/>
          </a:ln>
          <a:effectLst/>
        </p:spPr>
        <p:txBody>
          <a:bodyPr wrap="none">
            <a:spAutoFit/>
          </a:bodyPr>
          <a:lstStyle/>
          <a:p>
            <a:pPr eaLnBrk="1" hangingPunct="1">
              <a:defRPr/>
            </a:pPr>
            <a:r>
              <a:rPr lang="en-US" altLang="zh-CN">
                <a:solidFill>
                  <a:schemeClr val="folHlink"/>
                </a:solidFill>
                <a:latin typeface="Arial" charset="0"/>
                <a:ea typeface="黑体" charset="-122"/>
                <a:cs typeface="+mn-cs"/>
              </a:rPr>
              <a:t>A</a:t>
            </a:r>
          </a:p>
        </p:txBody>
      </p:sp>
      <p:sp>
        <p:nvSpPr>
          <p:cNvPr id="707596" name="Line 12">
            <a:extLst>
              <a:ext uri="{FF2B5EF4-FFF2-40B4-BE49-F238E27FC236}">
                <a16:creationId xmlns:a16="http://schemas.microsoft.com/office/drawing/2014/main" id="{D3E95587-60A1-DF4F-8113-D0A460F7BB2C}"/>
              </a:ext>
            </a:extLst>
          </p:cNvPr>
          <p:cNvSpPr>
            <a:spLocks noChangeShapeType="1"/>
          </p:cNvSpPr>
          <p:nvPr/>
        </p:nvSpPr>
        <p:spPr bwMode="auto">
          <a:xfrm flipV="1">
            <a:off x="4564856" y="3468291"/>
            <a:ext cx="0" cy="595313"/>
          </a:xfrm>
          <a:prstGeom prst="line">
            <a:avLst/>
          </a:prstGeom>
          <a:noFill/>
          <a:ln w="9525">
            <a:solidFill>
              <a:schemeClr val="tx1"/>
            </a:solidFill>
            <a:round/>
            <a:headEnd/>
            <a:tailEnd type="none" w="sm" len="med"/>
          </a:ln>
          <a:effectLst/>
        </p:spPr>
        <p:txBody>
          <a:bodyPr/>
          <a:lstStyle/>
          <a:p>
            <a:pPr eaLnBrk="1" hangingPunct="1">
              <a:defRPr/>
            </a:pPr>
            <a:endParaRPr lang="zh-CN" altLang="en-US">
              <a:latin typeface="Tahoma" charset="0"/>
              <a:ea typeface="宋体" charset="-122"/>
              <a:cs typeface="+mn-cs"/>
            </a:endParaRPr>
          </a:p>
        </p:txBody>
      </p:sp>
      <p:sp>
        <p:nvSpPr>
          <p:cNvPr id="707597" name="Line 13">
            <a:extLst>
              <a:ext uri="{FF2B5EF4-FFF2-40B4-BE49-F238E27FC236}">
                <a16:creationId xmlns:a16="http://schemas.microsoft.com/office/drawing/2014/main" id="{33D55F7B-02D3-9640-8D31-8B7629E281AF}"/>
              </a:ext>
            </a:extLst>
          </p:cNvPr>
          <p:cNvSpPr>
            <a:spLocks noChangeShapeType="1"/>
          </p:cNvSpPr>
          <p:nvPr/>
        </p:nvSpPr>
        <p:spPr bwMode="auto">
          <a:xfrm>
            <a:off x="1776413" y="3960019"/>
            <a:ext cx="2788444" cy="0"/>
          </a:xfrm>
          <a:prstGeom prst="line">
            <a:avLst/>
          </a:prstGeom>
          <a:noFill/>
          <a:ln w="9525">
            <a:solidFill>
              <a:schemeClr val="folHlink"/>
            </a:solidFill>
            <a:round/>
            <a:headEnd type="triangle" w="sm" len="me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07598" name="Text Box 14">
            <a:extLst>
              <a:ext uri="{FF2B5EF4-FFF2-40B4-BE49-F238E27FC236}">
                <a16:creationId xmlns:a16="http://schemas.microsoft.com/office/drawing/2014/main" id="{4F10D9E9-29CF-3446-8524-7A898494DFE7}"/>
              </a:ext>
            </a:extLst>
          </p:cNvPr>
          <p:cNvSpPr txBox="1">
            <a:spLocks noChangeArrowheads="1"/>
          </p:cNvSpPr>
          <p:nvPr/>
        </p:nvSpPr>
        <p:spPr bwMode="auto">
          <a:xfrm>
            <a:off x="2357438" y="3794522"/>
            <a:ext cx="1629164" cy="369332"/>
          </a:xfrm>
          <a:prstGeom prst="rect">
            <a:avLst/>
          </a:prstGeom>
          <a:solidFill>
            <a:schemeClr val="bg1"/>
          </a:solidFill>
          <a:ln>
            <a:noFill/>
          </a:ln>
          <a:effectLst/>
        </p:spPr>
        <p:txBody>
          <a:bodyPr wrap="none">
            <a:spAutoFit/>
          </a:bodyPr>
          <a:lstStyle/>
          <a:p>
            <a:pPr eaLnBrk="1" hangingPunct="1">
              <a:defRPr/>
            </a:pPr>
            <a:r>
              <a:rPr lang="en-US" altLang="zh-CN" i="1">
                <a:solidFill>
                  <a:schemeClr val="folHlink"/>
                </a:solidFill>
                <a:latin typeface="Arial" charset="0"/>
                <a:ea typeface="黑体" charset="-122"/>
              </a:rPr>
              <a:t>T</a:t>
            </a:r>
            <a:r>
              <a:rPr lang="en-US" altLang="zh-CN" i="1" baseline="-25000">
                <a:solidFill>
                  <a:schemeClr val="folHlink"/>
                </a:solidFill>
                <a:latin typeface="Arial" charset="0"/>
                <a:ea typeface="黑体" charset="-122"/>
              </a:rPr>
              <a:t>D</a:t>
            </a:r>
            <a:r>
              <a:rPr lang="en-US" altLang="zh-CN">
                <a:solidFill>
                  <a:schemeClr val="folHlink"/>
                </a:solidFill>
                <a:latin typeface="Arial" charset="0"/>
                <a:ea typeface="黑体" charset="-122"/>
              </a:rPr>
              <a:t> + RTT + </a:t>
            </a:r>
            <a:r>
              <a:rPr lang="en-US" altLang="zh-CN" i="1">
                <a:solidFill>
                  <a:schemeClr val="folHlink"/>
                </a:solidFill>
                <a:latin typeface="Arial" charset="0"/>
                <a:ea typeface="黑体" charset="-122"/>
              </a:rPr>
              <a:t>T</a:t>
            </a:r>
            <a:r>
              <a:rPr lang="en-US" altLang="zh-CN" i="1" baseline="-25000">
                <a:solidFill>
                  <a:schemeClr val="folHlink"/>
                </a:solidFill>
                <a:latin typeface="Arial" charset="0"/>
                <a:ea typeface="黑体" charset="-122"/>
              </a:rPr>
              <a:t>A</a:t>
            </a:r>
          </a:p>
        </p:txBody>
      </p:sp>
      <p:sp>
        <p:nvSpPr>
          <p:cNvPr id="707599" name="Freeform 15">
            <a:extLst>
              <a:ext uri="{FF2B5EF4-FFF2-40B4-BE49-F238E27FC236}">
                <a16:creationId xmlns:a16="http://schemas.microsoft.com/office/drawing/2014/main" id="{66ACBCD2-3EE4-2A42-BB09-01F92B487123}"/>
              </a:ext>
            </a:extLst>
          </p:cNvPr>
          <p:cNvSpPr>
            <a:spLocks/>
          </p:cNvSpPr>
          <p:nvPr/>
        </p:nvSpPr>
        <p:spPr bwMode="auto">
          <a:xfrm>
            <a:off x="3282553" y="2381250"/>
            <a:ext cx="1271588" cy="1087041"/>
          </a:xfrm>
          <a:custGeom>
            <a:avLst/>
            <a:gdLst>
              <a:gd name="T0" fmla="*/ 0 w 1035"/>
              <a:gd name="T1" fmla="*/ 3985 h 1091"/>
              <a:gd name="T2" fmla="*/ 1634840 w 1035"/>
              <a:gd name="T3" fmla="*/ 1449388 h 1091"/>
              <a:gd name="T4" fmla="*/ 1695450 w 1035"/>
              <a:gd name="T5" fmla="*/ 1438760 h 1091"/>
              <a:gd name="T6" fmla="*/ 73715 w 1035"/>
              <a:gd name="T7" fmla="*/ 0 h 1091"/>
              <a:gd name="T8" fmla="*/ 0 w 1035"/>
              <a:gd name="T9" fmla="*/ 3985 h 10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5" h="1091">
                <a:moveTo>
                  <a:pt x="0" y="3"/>
                </a:moveTo>
                <a:lnTo>
                  <a:pt x="998" y="1091"/>
                </a:lnTo>
                <a:lnTo>
                  <a:pt x="1035" y="1083"/>
                </a:lnTo>
                <a:lnTo>
                  <a:pt x="45" y="0"/>
                </a:lnTo>
                <a:lnTo>
                  <a:pt x="0" y="3"/>
                </a:lnTo>
                <a:close/>
              </a:path>
            </a:pathLst>
          </a:custGeom>
          <a:solidFill>
            <a:schemeClr val="folHlink"/>
          </a:solidFill>
          <a:ln>
            <a:noFill/>
          </a:ln>
          <a:effectLst/>
        </p:spPr>
        <p:txBody>
          <a:bodyPr/>
          <a:lstStyle/>
          <a:p>
            <a:pPr>
              <a:defRPr/>
            </a:pPr>
            <a:endParaRPr lang="zh-CN" altLang="en-US"/>
          </a:p>
        </p:txBody>
      </p:sp>
      <p:sp>
        <p:nvSpPr>
          <p:cNvPr id="707600" name="Freeform 16">
            <a:extLst>
              <a:ext uri="{FF2B5EF4-FFF2-40B4-BE49-F238E27FC236}">
                <a16:creationId xmlns:a16="http://schemas.microsoft.com/office/drawing/2014/main" id="{6BB97D90-45E1-B84A-8009-4B145F8CCEA2}"/>
              </a:ext>
            </a:extLst>
          </p:cNvPr>
          <p:cNvSpPr>
            <a:spLocks/>
          </p:cNvSpPr>
          <p:nvPr/>
        </p:nvSpPr>
        <p:spPr bwMode="auto">
          <a:xfrm>
            <a:off x="1776413" y="2381250"/>
            <a:ext cx="1498997" cy="1087041"/>
          </a:xfrm>
          <a:custGeom>
            <a:avLst/>
            <a:gdLst>
              <a:gd name="T0" fmla="*/ 0 w 1218"/>
              <a:gd name="T1" fmla="*/ 1449388 h 1091"/>
              <a:gd name="T2" fmla="*/ 1636016 w 1218"/>
              <a:gd name="T3" fmla="*/ 3985 h 1091"/>
              <a:gd name="T4" fmla="*/ 1998663 w 1218"/>
              <a:gd name="T5" fmla="*/ 0 h 1091"/>
              <a:gd name="T6" fmla="*/ 369211 w 1218"/>
              <a:gd name="T7" fmla="*/ 1442746 h 1091"/>
              <a:gd name="T8" fmla="*/ 0 w 1218"/>
              <a:gd name="T9" fmla="*/ 1449388 h 10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8" h="1091">
                <a:moveTo>
                  <a:pt x="0" y="1091"/>
                </a:moveTo>
                <a:lnTo>
                  <a:pt x="997" y="3"/>
                </a:lnTo>
                <a:lnTo>
                  <a:pt x="1218" y="0"/>
                </a:lnTo>
                <a:lnTo>
                  <a:pt x="225" y="1086"/>
                </a:lnTo>
                <a:lnTo>
                  <a:pt x="0" y="1091"/>
                </a:lnTo>
                <a:close/>
              </a:path>
            </a:pathLst>
          </a:custGeom>
          <a:solidFill>
            <a:schemeClr val="hlink"/>
          </a:solidFill>
          <a:ln>
            <a:noFill/>
          </a:ln>
          <a:effectLst/>
        </p:spPr>
        <p:txBody>
          <a:bodyPr/>
          <a:lstStyle/>
          <a:p>
            <a:pPr>
              <a:defRPr/>
            </a:pPr>
            <a:endParaRPr lang="zh-CN" altLang="en-US"/>
          </a:p>
        </p:txBody>
      </p:sp>
      <p:sp>
        <p:nvSpPr>
          <p:cNvPr id="707601" name="Text Box 17">
            <a:extLst>
              <a:ext uri="{FF2B5EF4-FFF2-40B4-BE49-F238E27FC236}">
                <a16:creationId xmlns:a16="http://schemas.microsoft.com/office/drawing/2014/main" id="{C740F3CD-6F1A-F24D-B339-3D931BFE1687}"/>
              </a:ext>
            </a:extLst>
          </p:cNvPr>
          <p:cNvSpPr txBox="1">
            <a:spLocks noChangeArrowheads="1"/>
          </p:cNvSpPr>
          <p:nvPr/>
        </p:nvSpPr>
        <p:spPr bwMode="auto">
          <a:xfrm>
            <a:off x="1288256" y="2176463"/>
            <a:ext cx="338554" cy="369332"/>
          </a:xfrm>
          <a:prstGeom prst="rect">
            <a:avLst/>
          </a:prstGeom>
          <a:noFill/>
          <a:ln>
            <a:noFill/>
          </a:ln>
          <a:effectLst/>
        </p:spPr>
        <p:txBody>
          <a:bodyPr wrap="none">
            <a:spAutoFit/>
          </a:bodyPr>
          <a:lstStyle/>
          <a:p>
            <a:pPr eaLnBrk="1" hangingPunct="1">
              <a:defRPr/>
            </a:pPr>
            <a:r>
              <a:rPr lang="en-US" altLang="zh-CN">
                <a:solidFill>
                  <a:schemeClr val="folHlink"/>
                </a:solidFill>
                <a:latin typeface="Arial" charset="0"/>
                <a:ea typeface="黑体" charset="-122"/>
                <a:cs typeface="+mn-cs"/>
              </a:rPr>
              <a:t>B</a:t>
            </a:r>
          </a:p>
        </p:txBody>
      </p:sp>
      <p:sp>
        <p:nvSpPr>
          <p:cNvPr id="707602" name="Line 18">
            <a:extLst>
              <a:ext uri="{FF2B5EF4-FFF2-40B4-BE49-F238E27FC236}">
                <a16:creationId xmlns:a16="http://schemas.microsoft.com/office/drawing/2014/main" id="{74CF95D7-1AF8-DD40-A582-A4C52B5D1DB1}"/>
              </a:ext>
            </a:extLst>
          </p:cNvPr>
          <p:cNvSpPr>
            <a:spLocks noChangeShapeType="1"/>
          </p:cNvSpPr>
          <p:nvPr/>
        </p:nvSpPr>
        <p:spPr bwMode="auto">
          <a:xfrm flipV="1">
            <a:off x="1776413" y="2383632"/>
            <a:ext cx="1226344" cy="108466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07603" name="Line 19">
            <a:extLst>
              <a:ext uri="{FF2B5EF4-FFF2-40B4-BE49-F238E27FC236}">
                <a16:creationId xmlns:a16="http://schemas.microsoft.com/office/drawing/2014/main" id="{8B597239-4316-7448-AC62-6B28DFD51727}"/>
              </a:ext>
            </a:extLst>
          </p:cNvPr>
          <p:cNvSpPr>
            <a:spLocks noChangeShapeType="1"/>
          </p:cNvSpPr>
          <p:nvPr/>
        </p:nvSpPr>
        <p:spPr bwMode="auto">
          <a:xfrm flipV="1">
            <a:off x="2055019" y="2383632"/>
            <a:ext cx="1225154" cy="108466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07604" name="Line 20">
            <a:extLst>
              <a:ext uri="{FF2B5EF4-FFF2-40B4-BE49-F238E27FC236}">
                <a16:creationId xmlns:a16="http://schemas.microsoft.com/office/drawing/2014/main" id="{A16766AE-31F0-994F-B5D4-177C47E66C9F}"/>
              </a:ext>
            </a:extLst>
          </p:cNvPr>
          <p:cNvSpPr>
            <a:spLocks noChangeShapeType="1"/>
          </p:cNvSpPr>
          <p:nvPr/>
        </p:nvSpPr>
        <p:spPr bwMode="auto">
          <a:xfrm flipH="1" flipV="1">
            <a:off x="3282554" y="2383632"/>
            <a:ext cx="1225153" cy="108466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07605" name="Line 21">
            <a:extLst>
              <a:ext uri="{FF2B5EF4-FFF2-40B4-BE49-F238E27FC236}">
                <a16:creationId xmlns:a16="http://schemas.microsoft.com/office/drawing/2014/main" id="{DBD6837B-B721-1A47-B928-845FE1CC9C86}"/>
              </a:ext>
            </a:extLst>
          </p:cNvPr>
          <p:cNvSpPr>
            <a:spLocks noChangeShapeType="1"/>
          </p:cNvSpPr>
          <p:nvPr/>
        </p:nvSpPr>
        <p:spPr bwMode="auto">
          <a:xfrm flipH="1" flipV="1">
            <a:off x="3337322" y="2383632"/>
            <a:ext cx="1227534" cy="108466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07606" name="Text Box 22">
            <a:extLst>
              <a:ext uri="{FF2B5EF4-FFF2-40B4-BE49-F238E27FC236}">
                <a16:creationId xmlns:a16="http://schemas.microsoft.com/office/drawing/2014/main" id="{7F9EADF8-B4E9-A34A-9A68-420A08B890B7}"/>
              </a:ext>
            </a:extLst>
          </p:cNvPr>
          <p:cNvSpPr txBox="1">
            <a:spLocks noChangeArrowheads="1"/>
          </p:cNvSpPr>
          <p:nvPr/>
        </p:nvSpPr>
        <p:spPr bwMode="auto">
          <a:xfrm rot="19131970">
            <a:off x="1737807" y="2789516"/>
            <a:ext cx="646331"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Arial" panose="020B0604020202020204" pitchFamily="34" charset="0"/>
              </a:rPr>
              <a:t>分组</a:t>
            </a:r>
          </a:p>
        </p:txBody>
      </p:sp>
      <p:sp>
        <p:nvSpPr>
          <p:cNvPr id="707607" name="Text Box 23">
            <a:extLst>
              <a:ext uri="{FF2B5EF4-FFF2-40B4-BE49-F238E27FC236}">
                <a16:creationId xmlns:a16="http://schemas.microsoft.com/office/drawing/2014/main" id="{CD50F6D6-2261-CA4E-8B1C-8D3915EFCD24}"/>
              </a:ext>
            </a:extLst>
          </p:cNvPr>
          <p:cNvSpPr txBox="1">
            <a:spLocks noChangeArrowheads="1"/>
          </p:cNvSpPr>
          <p:nvPr/>
        </p:nvSpPr>
        <p:spPr bwMode="auto">
          <a:xfrm rot="2307784">
            <a:off x="3601135" y="2500194"/>
            <a:ext cx="646331"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Arial" panose="020B0604020202020204" pitchFamily="34" charset="0"/>
              </a:rPr>
              <a:t>确认</a:t>
            </a:r>
          </a:p>
        </p:txBody>
      </p:sp>
      <p:sp>
        <p:nvSpPr>
          <p:cNvPr id="707608" name="Text Box 24">
            <a:extLst>
              <a:ext uri="{FF2B5EF4-FFF2-40B4-BE49-F238E27FC236}">
                <a16:creationId xmlns:a16="http://schemas.microsoft.com/office/drawing/2014/main" id="{170760B4-77CC-BD4E-A321-2A74427DBFB2}"/>
              </a:ext>
            </a:extLst>
          </p:cNvPr>
          <p:cNvSpPr txBox="1">
            <a:spLocks noChangeArrowheads="1"/>
          </p:cNvSpPr>
          <p:nvPr/>
        </p:nvSpPr>
        <p:spPr bwMode="auto">
          <a:xfrm>
            <a:off x="7521178" y="2175272"/>
            <a:ext cx="248786" cy="369332"/>
          </a:xfrm>
          <a:prstGeom prst="rect">
            <a:avLst/>
          </a:prstGeom>
          <a:noFill/>
          <a:ln>
            <a:noFill/>
          </a:ln>
          <a:effectLst/>
        </p:spPr>
        <p:txBody>
          <a:bodyPr wrap="none">
            <a:spAutoFit/>
          </a:bodyPr>
          <a:lstStyle/>
          <a:p>
            <a:pPr eaLnBrk="1" hangingPunct="1">
              <a:defRPr/>
            </a:pPr>
            <a:r>
              <a:rPr lang="en-US" altLang="zh-CN" i="1">
                <a:solidFill>
                  <a:schemeClr val="folHlink"/>
                </a:solidFill>
                <a:latin typeface="Arial" charset="0"/>
                <a:ea typeface="黑体" charset="-122"/>
              </a:rPr>
              <a:t>t</a:t>
            </a:r>
          </a:p>
        </p:txBody>
      </p:sp>
      <p:sp>
        <p:nvSpPr>
          <p:cNvPr id="707609" name="Text Box 25">
            <a:extLst>
              <a:ext uri="{FF2B5EF4-FFF2-40B4-BE49-F238E27FC236}">
                <a16:creationId xmlns:a16="http://schemas.microsoft.com/office/drawing/2014/main" id="{9B3E302C-A160-2744-8D46-620CBBEEB7BB}"/>
              </a:ext>
            </a:extLst>
          </p:cNvPr>
          <p:cNvSpPr txBox="1">
            <a:spLocks noChangeArrowheads="1"/>
          </p:cNvSpPr>
          <p:nvPr/>
        </p:nvSpPr>
        <p:spPr bwMode="auto">
          <a:xfrm>
            <a:off x="7521178" y="3230166"/>
            <a:ext cx="248786" cy="369332"/>
          </a:xfrm>
          <a:prstGeom prst="rect">
            <a:avLst/>
          </a:prstGeom>
          <a:noFill/>
          <a:ln>
            <a:noFill/>
          </a:ln>
          <a:effectLst/>
        </p:spPr>
        <p:txBody>
          <a:bodyPr wrap="none">
            <a:spAutoFit/>
          </a:bodyPr>
          <a:lstStyle/>
          <a:p>
            <a:pPr eaLnBrk="1" hangingPunct="1">
              <a:defRPr/>
            </a:pPr>
            <a:r>
              <a:rPr lang="en-US" altLang="zh-CN" i="1">
                <a:solidFill>
                  <a:schemeClr val="folHlink"/>
                </a:solidFill>
                <a:latin typeface="Arial" charset="0"/>
                <a:ea typeface="黑体" charset="-122"/>
              </a:rPr>
              <a:t>t</a:t>
            </a:r>
          </a:p>
        </p:txBody>
      </p:sp>
      <p:sp>
        <p:nvSpPr>
          <p:cNvPr id="707610" name="Line 26">
            <a:extLst>
              <a:ext uri="{FF2B5EF4-FFF2-40B4-BE49-F238E27FC236}">
                <a16:creationId xmlns:a16="http://schemas.microsoft.com/office/drawing/2014/main" id="{27DA3A0F-1C4C-0B4A-A503-CAC44780F7F8}"/>
              </a:ext>
            </a:extLst>
          </p:cNvPr>
          <p:cNvSpPr>
            <a:spLocks noChangeShapeType="1"/>
          </p:cNvSpPr>
          <p:nvPr/>
        </p:nvSpPr>
        <p:spPr bwMode="auto">
          <a:xfrm>
            <a:off x="4118372" y="2926556"/>
            <a:ext cx="213122" cy="185738"/>
          </a:xfrm>
          <a:prstGeom prst="line">
            <a:avLst/>
          </a:prstGeom>
          <a:noFill/>
          <a:ln w="28575">
            <a:solidFill>
              <a:schemeClr val="folHlink"/>
            </a:solidFill>
            <a:round/>
            <a:headEnd type="none" w="sm" len="me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7611" name="Line 27">
            <a:extLst>
              <a:ext uri="{FF2B5EF4-FFF2-40B4-BE49-F238E27FC236}">
                <a16:creationId xmlns:a16="http://schemas.microsoft.com/office/drawing/2014/main" id="{136D8250-D526-714B-A90F-7DB55EB21B56}"/>
              </a:ext>
            </a:extLst>
          </p:cNvPr>
          <p:cNvSpPr>
            <a:spLocks noChangeShapeType="1"/>
          </p:cNvSpPr>
          <p:nvPr/>
        </p:nvSpPr>
        <p:spPr bwMode="auto">
          <a:xfrm rot="15894661">
            <a:off x="2352081" y="2641402"/>
            <a:ext cx="172640" cy="230981"/>
          </a:xfrm>
          <a:prstGeom prst="line">
            <a:avLst/>
          </a:prstGeom>
          <a:noFill/>
          <a:ln w="28575">
            <a:solidFill>
              <a:schemeClr val="folHlink"/>
            </a:solidFill>
            <a:round/>
            <a:headEnd type="none" w="sm" len="me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7612" name="Freeform 28">
            <a:extLst>
              <a:ext uri="{FF2B5EF4-FFF2-40B4-BE49-F238E27FC236}">
                <a16:creationId xmlns:a16="http://schemas.microsoft.com/office/drawing/2014/main" id="{9ABB3521-CD7A-4443-AE10-DF5C048E192C}"/>
              </a:ext>
            </a:extLst>
          </p:cNvPr>
          <p:cNvSpPr>
            <a:spLocks/>
          </p:cNvSpPr>
          <p:nvPr/>
        </p:nvSpPr>
        <p:spPr bwMode="auto">
          <a:xfrm>
            <a:off x="6093619" y="2383632"/>
            <a:ext cx="1271588" cy="1088231"/>
          </a:xfrm>
          <a:custGeom>
            <a:avLst/>
            <a:gdLst>
              <a:gd name="T0" fmla="*/ 0 w 1035"/>
              <a:gd name="T1" fmla="*/ 3990 h 1091"/>
              <a:gd name="T2" fmla="*/ 1634840 w 1035"/>
              <a:gd name="T3" fmla="*/ 1450975 h 1091"/>
              <a:gd name="T4" fmla="*/ 1695450 w 1035"/>
              <a:gd name="T5" fmla="*/ 1440335 h 1091"/>
              <a:gd name="T6" fmla="*/ 73715 w 1035"/>
              <a:gd name="T7" fmla="*/ 0 h 1091"/>
              <a:gd name="T8" fmla="*/ 0 w 1035"/>
              <a:gd name="T9" fmla="*/ 3990 h 10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5" h="1091">
                <a:moveTo>
                  <a:pt x="0" y="3"/>
                </a:moveTo>
                <a:lnTo>
                  <a:pt x="998" y="1091"/>
                </a:lnTo>
                <a:lnTo>
                  <a:pt x="1035" y="1083"/>
                </a:lnTo>
                <a:lnTo>
                  <a:pt x="45" y="0"/>
                </a:lnTo>
                <a:lnTo>
                  <a:pt x="0" y="3"/>
                </a:lnTo>
                <a:close/>
              </a:path>
            </a:pathLst>
          </a:custGeom>
          <a:solidFill>
            <a:schemeClr val="folHlink"/>
          </a:solidFill>
          <a:ln>
            <a:noFill/>
          </a:ln>
          <a:effectLst/>
        </p:spPr>
        <p:txBody>
          <a:bodyPr/>
          <a:lstStyle/>
          <a:p>
            <a:pPr>
              <a:defRPr/>
            </a:pPr>
            <a:endParaRPr lang="zh-CN" altLang="en-US"/>
          </a:p>
        </p:txBody>
      </p:sp>
      <p:sp>
        <p:nvSpPr>
          <p:cNvPr id="707613" name="Freeform 29">
            <a:extLst>
              <a:ext uri="{FF2B5EF4-FFF2-40B4-BE49-F238E27FC236}">
                <a16:creationId xmlns:a16="http://schemas.microsoft.com/office/drawing/2014/main" id="{028CEDBD-0064-8549-B968-A11EABF5A5B2}"/>
              </a:ext>
            </a:extLst>
          </p:cNvPr>
          <p:cNvSpPr>
            <a:spLocks/>
          </p:cNvSpPr>
          <p:nvPr/>
        </p:nvSpPr>
        <p:spPr bwMode="auto">
          <a:xfrm>
            <a:off x="4587478" y="2383632"/>
            <a:ext cx="1498997" cy="1088231"/>
          </a:xfrm>
          <a:custGeom>
            <a:avLst/>
            <a:gdLst>
              <a:gd name="T0" fmla="*/ 0 w 1218"/>
              <a:gd name="T1" fmla="*/ 1450975 h 1091"/>
              <a:gd name="T2" fmla="*/ 1636015 w 1218"/>
              <a:gd name="T3" fmla="*/ 3990 h 1091"/>
              <a:gd name="T4" fmla="*/ 1998662 w 1218"/>
              <a:gd name="T5" fmla="*/ 0 h 1091"/>
              <a:gd name="T6" fmla="*/ 369211 w 1218"/>
              <a:gd name="T7" fmla="*/ 1444325 h 1091"/>
              <a:gd name="T8" fmla="*/ 0 w 1218"/>
              <a:gd name="T9" fmla="*/ 1450975 h 109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18" h="1091">
                <a:moveTo>
                  <a:pt x="0" y="1091"/>
                </a:moveTo>
                <a:lnTo>
                  <a:pt x="997" y="3"/>
                </a:lnTo>
                <a:lnTo>
                  <a:pt x="1218" y="0"/>
                </a:lnTo>
                <a:lnTo>
                  <a:pt x="225" y="1086"/>
                </a:lnTo>
                <a:lnTo>
                  <a:pt x="0" y="1091"/>
                </a:lnTo>
                <a:close/>
              </a:path>
            </a:pathLst>
          </a:custGeom>
          <a:solidFill>
            <a:schemeClr val="hlink"/>
          </a:solidFill>
          <a:ln>
            <a:noFill/>
          </a:ln>
          <a:effectLst/>
        </p:spPr>
        <p:txBody>
          <a:bodyPr/>
          <a:lstStyle/>
          <a:p>
            <a:pPr>
              <a:defRPr/>
            </a:pPr>
            <a:endParaRPr lang="zh-CN" altLang="en-US"/>
          </a:p>
        </p:txBody>
      </p:sp>
      <p:sp>
        <p:nvSpPr>
          <p:cNvPr id="707614" name="Line 30">
            <a:extLst>
              <a:ext uri="{FF2B5EF4-FFF2-40B4-BE49-F238E27FC236}">
                <a16:creationId xmlns:a16="http://schemas.microsoft.com/office/drawing/2014/main" id="{0AA345BE-BB98-2E42-8211-68BCE4AFEEC1}"/>
              </a:ext>
            </a:extLst>
          </p:cNvPr>
          <p:cNvSpPr>
            <a:spLocks noChangeShapeType="1"/>
          </p:cNvSpPr>
          <p:nvPr/>
        </p:nvSpPr>
        <p:spPr bwMode="auto">
          <a:xfrm flipV="1">
            <a:off x="4587479" y="2387204"/>
            <a:ext cx="1226344" cy="108465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07615" name="Line 31">
            <a:extLst>
              <a:ext uri="{FF2B5EF4-FFF2-40B4-BE49-F238E27FC236}">
                <a16:creationId xmlns:a16="http://schemas.microsoft.com/office/drawing/2014/main" id="{272B0CE6-8C60-3440-8636-75C1DF1AF327}"/>
              </a:ext>
            </a:extLst>
          </p:cNvPr>
          <p:cNvSpPr>
            <a:spLocks noChangeShapeType="1"/>
          </p:cNvSpPr>
          <p:nvPr/>
        </p:nvSpPr>
        <p:spPr bwMode="auto">
          <a:xfrm flipV="1">
            <a:off x="4866085" y="2387204"/>
            <a:ext cx="1225153" cy="108465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07616" name="Line 32">
            <a:extLst>
              <a:ext uri="{FF2B5EF4-FFF2-40B4-BE49-F238E27FC236}">
                <a16:creationId xmlns:a16="http://schemas.microsoft.com/office/drawing/2014/main" id="{4F733AC3-88F0-D046-902A-FCDD057E0092}"/>
              </a:ext>
            </a:extLst>
          </p:cNvPr>
          <p:cNvSpPr>
            <a:spLocks noChangeShapeType="1"/>
          </p:cNvSpPr>
          <p:nvPr/>
        </p:nvSpPr>
        <p:spPr bwMode="auto">
          <a:xfrm flipH="1" flipV="1">
            <a:off x="6093619" y="2387204"/>
            <a:ext cx="1225154" cy="108465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07617" name="Line 33">
            <a:extLst>
              <a:ext uri="{FF2B5EF4-FFF2-40B4-BE49-F238E27FC236}">
                <a16:creationId xmlns:a16="http://schemas.microsoft.com/office/drawing/2014/main" id="{76D70CA4-EAF2-6943-8248-AE2B1FD91ACF}"/>
              </a:ext>
            </a:extLst>
          </p:cNvPr>
          <p:cNvSpPr>
            <a:spLocks noChangeShapeType="1"/>
          </p:cNvSpPr>
          <p:nvPr/>
        </p:nvSpPr>
        <p:spPr bwMode="auto">
          <a:xfrm flipH="1" flipV="1">
            <a:off x="6149579" y="2387204"/>
            <a:ext cx="1226344" cy="108465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07618" name="Text Box 34">
            <a:extLst>
              <a:ext uri="{FF2B5EF4-FFF2-40B4-BE49-F238E27FC236}">
                <a16:creationId xmlns:a16="http://schemas.microsoft.com/office/drawing/2014/main" id="{C35BC4E1-C93B-C848-B2E9-6B4E53E73751}"/>
              </a:ext>
            </a:extLst>
          </p:cNvPr>
          <p:cNvSpPr txBox="1">
            <a:spLocks noChangeArrowheads="1"/>
          </p:cNvSpPr>
          <p:nvPr/>
        </p:nvSpPr>
        <p:spPr bwMode="auto">
          <a:xfrm rot="19044759">
            <a:off x="4492318" y="2844880"/>
            <a:ext cx="646331"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Arial" panose="020B0604020202020204" pitchFamily="34" charset="0"/>
              </a:rPr>
              <a:t>分组</a:t>
            </a:r>
          </a:p>
        </p:txBody>
      </p:sp>
      <p:sp>
        <p:nvSpPr>
          <p:cNvPr id="707619" name="Line 35">
            <a:extLst>
              <a:ext uri="{FF2B5EF4-FFF2-40B4-BE49-F238E27FC236}">
                <a16:creationId xmlns:a16="http://schemas.microsoft.com/office/drawing/2014/main" id="{5CA038D4-EE84-234F-857D-4FEBF316C6D8}"/>
              </a:ext>
            </a:extLst>
          </p:cNvPr>
          <p:cNvSpPr>
            <a:spLocks noChangeShapeType="1"/>
          </p:cNvSpPr>
          <p:nvPr/>
        </p:nvSpPr>
        <p:spPr bwMode="auto">
          <a:xfrm rot="15894661">
            <a:off x="5128022" y="2667001"/>
            <a:ext cx="172641" cy="229790"/>
          </a:xfrm>
          <a:prstGeom prst="line">
            <a:avLst/>
          </a:prstGeom>
          <a:noFill/>
          <a:ln w="28575">
            <a:solidFill>
              <a:schemeClr val="folHlink"/>
            </a:solidFill>
            <a:round/>
            <a:headEnd type="none" w="sm" len="me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7620" name="Text Box 36">
            <a:extLst>
              <a:ext uri="{FF2B5EF4-FFF2-40B4-BE49-F238E27FC236}">
                <a16:creationId xmlns:a16="http://schemas.microsoft.com/office/drawing/2014/main" id="{74479A25-6469-384C-BBD7-BF57AF4A1A91}"/>
              </a:ext>
            </a:extLst>
          </p:cNvPr>
          <p:cNvSpPr txBox="1">
            <a:spLocks noChangeArrowheads="1"/>
          </p:cNvSpPr>
          <p:nvPr/>
        </p:nvSpPr>
        <p:spPr bwMode="auto">
          <a:xfrm rot="2510398">
            <a:off x="6476495" y="2556153"/>
            <a:ext cx="646331"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Arial" panose="020B0604020202020204" pitchFamily="34" charset="0"/>
              </a:rPr>
              <a:t>确认</a:t>
            </a:r>
          </a:p>
        </p:txBody>
      </p:sp>
      <p:sp>
        <p:nvSpPr>
          <p:cNvPr id="707621" name="Line 37">
            <a:extLst>
              <a:ext uri="{FF2B5EF4-FFF2-40B4-BE49-F238E27FC236}">
                <a16:creationId xmlns:a16="http://schemas.microsoft.com/office/drawing/2014/main" id="{8D4AB478-7A0E-D440-9CB6-8ADCE3387E00}"/>
              </a:ext>
            </a:extLst>
          </p:cNvPr>
          <p:cNvSpPr>
            <a:spLocks noChangeShapeType="1"/>
          </p:cNvSpPr>
          <p:nvPr/>
        </p:nvSpPr>
        <p:spPr bwMode="auto">
          <a:xfrm>
            <a:off x="6967538" y="2956322"/>
            <a:ext cx="213122" cy="185738"/>
          </a:xfrm>
          <a:prstGeom prst="line">
            <a:avLst/>
          </a:prstGeom>
          <a:noFill/>
          <a:ln w="28575">
            <a:solidFill>
              <a:schemeClr val="folHlink"/>
            </a:solidFill>
            <a:round/>
            <a:headEnd type="none" w="sm" len="me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07622" name="Line 38">
            <a:extLst>
              <a:ext uri="{FF2B5EF4-FFF2-40B4-BE49-F238E27FC236}">
                <a16:creationId xmlns:a16="http://schemas.microsoft.com/office/drawing/2014/main" id="{A80FF612-F527-334D-AA4F-67133708480B}"/>
              </a:ext>
            </a:extLst>
          </p:cNvPr>
          <p:cNvSpPr>
            <a:spLocks noChangeShapeType="1"/>
          </p:cNvSpPr>
          <p:nvPr/>
        </p:nvSpPr>
        <p:spPr bwMode="auto">
          <a:xfrm>
            <a:off x="1607344" y="2383631"/>
            <a:ext cx="5935266" cy="0"/>
          </a:xfrm>
          <a:prstGeom prst="line">
            <a:avLst/>
          </a:prstGeom>
          <a:noFill/>
          <a:ln w="9525">
            <a:solidFill>
              <a:schemeClr val="folHlink"/>
            </a:solidFill>
            <a:round/>
            <a:headEn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07623" name="Line 39">
            <a:extLst>
              <a:ext uri="{FF2B5EF4-FFF2-40B4-BE49-F238E27FC236}">
                <a16:creationId xmlns:a16="http://schemas.microsoft.com/office/drawing/2014/main" id="{AEF8077F-A117-6D41-B5EF-7142C45BABD6}"/>
              </a:ext>
            </a:extLst>
          </p:cNvPr>
          <p:cNvSpPr>
            <a:spLocks noChangeShapeType="1"/>
          </p:cNvSpPr>
          <p:nvPr/>
        </p:nvSpPr>
        <p:spPr bwMode="auto">
          <a:xfrm>
            <a:off x="1607344" y="3468291"/>
            <a:ext cx="5935266" cy="0"/>
          </a:xfrm>
          <a:prstGeom prst="line">
            <a:avLst/>
          </a:prstGeom>
          <a:noFill/>
          <a:ln w="9525">
            <a:solidFill>
              <a:schemeClr val="folHlink"/>
            </a:solidFill>
            <a:round/>
            <a:headEn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7EBCA3DE-D1D1-1B4D-81EF-951F91BABEB5}"/>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1947BED-499C-D34D-B4E7-C9469BC9D542}" type="slidenum">
              <a:rPr lang="en-US" altLang="zh-CN" sz="1050"/>
              <a:pPr>
                <a:defRPr/>
              </a:pPr>
              <a:t>40</a:t>
            </a:fld>
            <a:endParaRPr lang="en-US" altLang="zh-CN" sz="1050"/>
          </a:p>
        </p:txBody>
      </p:sp>
    </p:spTree>
    <p:extLst>
      <p:ext uri="{BB962C8B-B14F-4D97-AF65-F5344CB8AC3E}">
        <p14:creationId xmlns:p14="http://schemas.microsoft.com/office/powerpoint/2010/main" val="15259415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634" name="Rectangle 2">
            <a:extLst>
              <a:ext uri="{FF2B5EF4-FFF2-40B4-BE49-F238E27FC236}">
                <a16:creationId xmlns:a16="http://schemas.microsoft.com/office/drawing/2014/main" id="{CB7CA766-99BA-C546-9936-650FBE57A089}"/>
              </a:ext>
            </a:extLst>
          </p:cNvPr>
          <p:cNvSpPr>
            <a:spLocks noGrp="1" noChangeArrowheads="1"/>
          </p:cNvSpPr>
          <p:nvPr>
            <p:ph type="title"/>
          </p:nvPr>
        </p:nvSpPr>
        <p:spPr>
          <a:xfrm>
            <a:off x="171450" y="227529"/>
            <a:ext cx="7371160" cy="605075"/>
          </a:xfrm>
        </p:spPr>
        <p:txBody>
          <a:bodyPr/>
          <a:lstStyle/>
          <a:p>
            <a:pPr eaLnBrk="1" hangingPunct="1">
              <a:defRPr/>
            </a:pPr>
            <a:r>
              <a:rPr lang="zh-CN" altLang="en-US" dirty="0">
                <a:latin typeface="Times New Roman" panose="02020603050405020304" pitchFamily="18" charset="0"/>
                <a:ea typeface="宋体" panose="02010600030101010101" pitchFamily="2" charset="-122"/>
              </a:rPr>
              <a:t>信道的利用率 </a:t>
            </a:r>
            <a:r>
              <a:rPr lang="en-US" altLang="zh-CN" i="1" dirty="0">
                <a:latin typeface="Times New Roman" panose="02020603050405020304" pitchFamily="18" charset="0"/>
                <a:ea typeface="宋体" panose="02010600030101010101" pitchFamily="2" charset="-122"/>
              </a:rPr>
              <a:t>U</a:t>
            </a:r>
            <a:r>
              <a:rPr lang="en-US" altLang="zh-CN" dirty="0">
                <a:latin typeface="Times New Roman" panose="02020603050405020304" pitchFamily="18" charset="0"/>
                <a:ea typeface="宋体" panose="02010600030101010101" pitchFamily="2" charset="-122"/>
              </a:rPr>
              <a:t> </a:t>
            </a:r>
          </a:p>
        </p:txBody>
      </p:sp>
      <p:sp>
        <p:nvSpPr>
          <p:cNvPr id="709637" name="Rectangle 5">
            <a:extLst>
              <a:ext uri="{FF2B5EF4-FFF2-40B4-BE49-F238E27FC236}">
                <a16:creationId xmlns:a16="http://schemas.microsoft.com/office/drawing/2014/main" id="{71E0DC31-38FB-B847-841E-66C80B327DC2}"/>
              </a:ext>
            </a:extLst>
          </p:cNvPr>
          <p:cNvSpPr>
            <a:spLocks noChangeArrowheads="1"/>
          </p:cNvSpPr>
          <p:nvPr/>
        </p:nvSpPr>
        <p:spPr bwMode="auto">
          <a:xfrm>
            <a:off x="1143000" y="2244209"/>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graphicFrame>
        <p:nvGraphicFramePr>
          <p:cNvPr id="99331" name="Object 4">
            <a:extLst>
              <a:ext uri="{FF2B5EF4-FFF2-40B4-BE49-F238E27FC236}">
                <a16:creationId xmlns:a16="http://schemas.microsoft.com/office/drawing/2014/main" id="{D80A84E3-7A05-484A-8587-7CA3B4B9DDA0}"/>
              </a:ext>
            </a:extLst>
          </p:cNvPr>
          <p:cNvGraphicFramePr>
            <a:graphicFrameLocks noChangeAspect="1"/>
          </p:cNvGraphicFramePr>
          <p:nvPr/>
        </p:nvGraphicFramePr>
        <p:xfrm>
          <a:off x="3087292" y="1924050"/>
          <a:ext cx="2402681" cy="835819"/>
        </p:xfrm>
        <a:graphic>
          <a:graphicData uri="http://schemas.openxmlformats.org/presentationml/2006/ole">
            <mc:AlternateContent xmlns:mc="http://schemas.openxmlformats.org/markup-compatibility/2006">
              <mc:Choice xmlns:v="urn:schemas-microsoft-com:vml" Requires="v">
                <p:oleObj spid="_x0000_s86026" name="公式" r:id="rId4" imgW="25158700" imgH="8775700" progId="Equation.3">
                  <p:embed/>
                </p:oleObj>
              </mc:Choice>
              <mc:Fallback>
                <p:oleObj name="公式" r:id="rId4" imgW="25158700" imgH="8775700" progId="Equation.3">
                  <p:embed/>
                  <p:pic>
                    <p:nvPicPr>
                      <p:cNvPr id="99331" name="Object 4">
                        <a:extLst>
                          <a:ext uri="{FF2B5EF4-FFF2-40B4-BE49-F238E27FC236}">
                            <a16:creationId xmlns:a16="http://schemas.microsoft.com/office/drawing/2014/main" id="{D80A84E3-7A05-484A-8587-7CA3B4B9DDA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87292" y="1924050"/>
                        <a:ext cx="2402681" cy="835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09638" name="Text Box 6">
            <a:extLst>
              <a:ext uri="{FF2B5EF4-FFF2-40B4-BE49-F238E27FC236}">
                <a16:creationId xmlns:a16="http://schemas.microsoft.com/office/drawing/2014/main" id="{19E14FB2-A205-4A4F-A5D9-5885DD00BDB3}"/>
              </a:ext>
            </a:extLst>
          </p:cNvPr>
          <p:cNvSpPr txBox="1">
            <a:spLocks noChangeArrowheads="1"/>
          </p:cNvSpPr>
          <p:nvPr/>
        </p:nvSpPr>
        <p:spPr bwMode="auto">
          <a:xfrm>
            <a:off x="6609160" y="2187179"/>
            <a:ext cx="835485" cy="461665"/>
          </a:xfrm>
          <a:prstGeom prst="rect">
            <a:avLst/>
          </a:prstGeom>
          <a:noFill/>
          <a:ln>
            <a:noFill/>
          </a:ln>
          <a:effectLst/>
        </p:spPr>
        <p:txBody>
          <a:bodyPr wrap="none">
            <a:spAutoFit/>
          </a:bodyPr>
          <a:lstStyle/>
          <a:p>
            <a:pPr eaLnBrk="1" hangingPunct="1">
              <a:defRPr/>
            </a:pPr>
            <a:r>
              <a:rPr lang="en-US" altLang="zh-CN" sz="2400">
                <a:solidFill>
                  <a:schemeClr val="folHlink"/>
                </a:solidFill>
                <a:latin typeface="Arial" charset="0"/>
                <a:ea typeface="宋体" charset="-122"/>
              </a:rPr>
              <a:t>(5-3)</a:t>
            </a:r>
          </a:p>
        </p:txBody>
      </p:sp>
      <p:sp>
        <p:nvSpPr>
          <p:cNvPr id="2" name="幻灯片编号占位符 1">
            <a:extLst>
              <a:ext uri="{FF2B5EF4-FFF2-40B4-BE49-F238E27FC236}">
                <a16:creationId xmlns:a16="http://schemas.microsoft.com/office/drawing/2014/main" id="{27A770A5-A6A7-2E44-920C-CAAE59F46852}"/>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40C2FEA-96D8-1945-A3EB-65A354127643}" type="slidenum">
              <a:rPr lang="en-US" altLang="zh-CN" sz="1050"/>
              <a:pPr>
                <a:defRPr/>
              </a:pPr>
              <a:t>41</a:t>
            </a:fld>
            <a:endParaRPr lang="en-US" altLang="zh-CN" sz="1050"/>
          </a:p>
        </p:txBody>
      </p:sp>
    </p:spTree>
    <p:extLst>
      <p:ext uri="{BB962C8B-B14F-4D97-AF65-F5344CB8AC3E}">
        <p14:creationId xmlns:p14="http://schemas.microsoft.com/office/powerpoint/2010/main" val="23417343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1682" name="Rectangle 2">
            <a:extLst>
              <a:ext uri="{FF2B5EF4-FFF2-40B4-BE49-F238E27FC236}">
                <a16:creationId xmlns:a16="http://schemas.microsoft.com/office/drawing/2014/main" id="{BF78797A-9214-3B48-95AC-561D2152A399}"/>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流水线传输 </a:t>
            </a:r>
          </a:p>
        </p:txBody>
      </p:sp>
      <p:sp>
        <p:nvSpPr>
          <p:cNvPr id="711683" name="Rectangle 3">
            <a:extLst>
              <a:ext uri="{FF2B5EF4-FFF2-40B4-BE49-F238E27FC236}">
                <a16:creationId xmlns:a16="http://schemas.microsoft.com/office/drawing/2014/main" id="{88719657-B977-B441-8614-6F70B78AECC9}"/>
              </a:ext>
            </a:extLst>
          </p:cNvPr>
          <p:cNvSpPr>
            <a:spLocks noGrp="1" noChangeArrowheads="1"/>
          </p:cNvSpPr>
          <p:nvPr>
            <p:ph type="body" idx="1"/>
          </p:nvPr>
        </p:nvSpPr>
        <p:spPr>
          <a:xfrm>
            <a:off x="133563" y="1020605"/>
            <a:ext cx="8804952" cy="1565672"/>
          </a:xfrm>
        </p:spPr>
        <p:txBody>
          <a:bodyPr/>
          <a:lstStyle/>
          <a:p>
            <a:pPr eaLnBrk="1" hangingPunct="1">
              <a:defRPr/>
            </a:pPr>
            <a:r>
              <a:rPr lang="zh-CN" altLang="en-US" sz="2100" dirty="0">
                <a:ea typeface="宋体" panose="02010600030101010101" pitchFamily="2" charset="-122"/>
              </a:rPr>
              <a:t>发送方可</a:t>
            </a:r>
            <a:r>
              <a:rPr lang="zh-CN" altLang="en-US" sz="2100" dirty="0">
                <a:solidFill>
                  <a:schemeClr val="hlink"/>
                </a:solidFill>
                <a:ea typeface="宋体" panose="02010600030101010101" pitchFamily="2" charset="-122"/>
              </a:rPr>
              <a:t>连续发送</a:t>
            </a:r>
            <a:r>
              <a:rPr lang="zh-CN" altLang="en-US" sz="2100" dirty="0">
                <a:ea typeface="宋体" panose="02010600030101010101" pitchFamily="2" charset="-122"/>
              </a:rPr>
              <a:t>多个分组，不必每发完一个分组就停顿下来等待对方的确认。</a:t>
            </a:r>
          </a:p>
          <a:p>
            <a:pPr eaLnBrk="1" hangingPunct="1">
              <a:defRPr/>
            </a:pPr>
            <a:r>
              <a:rPr lang="zh-CN" altLang="en-US" sz="2100" dirty="0">
                <a:ea typeface="宋体" panose="02010600030101010101" pitchFamily="2" charset="-122"/>
              </a:rPr>
              <a:t>由于信道上一直有数据不间断地传送，这种传输方式可获得很高的信道利用率。 </a:t>
            </a:r>
          </a:p>
        </p:txBody>
      </p:sp>
      <p:sp>
        <p:nvSpPr>
          <p:cNvPr id="711684" name="Freeform 4">
            <a:extLst>
              <a:ext uri="{FF2B5EF4-FFF2-40B4-BE49-F238E27FC236}">
                <a16:creationId xmlns:a16="http://schemas.microsoft.com/office/drawing/2014/main" id="{A096F9ED-937A-CC41-BE7D-FD509FF0BD50}"/>
              </a:ext>
            </a:extLst>
          </p:cNvPr>
          <p:cNvSpPr>
            <a:spLocks/>
          </p:cNvSpPr>
          <p:nvPr/>
        </p:nvSpPr>
        <p:spPr bwMode="auto">
          <a:xfrm>
            <a:off x="1734741" y="2995613"/>
            <a:ext cx="5261372" cy="1220391"/>
          </a:xfrm>
          <a:custGeom>
            <a:avLst/>
            <a:gdLst>
              <a:gd name="T0" fmla="*/ 0 w 4131"/>
              <a:gd name="T1" fmla="*/ 1627188 h 1088"/>
              <a:gd name="T2" fmla="*/ 1676099 w 4131"/>
              <a:gd name="T3" fmla="*/ 0 h 1088"/>
              <a:gd name="T4" fmla="*/ 7015162 w 4131"/>
              <a:gd name="T5" fmla="*/ 8973 h 1088"/>
              <a:gd name="T6" fmla="*/ 5374725 w 4131"/>
              <a:gd name="T7" fmla="*/ 1615223 h 1088"/>
              <a:gd name="T8" fmla="*/ 0 w 4131"/>
              <a:gd name="T9" fmla="*/ 1627188 h 10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131" h="1088">
                <a:moveTo>
                  <a:pt x="0" y="1088"/>
                </a:moveTo>
                <a:lnTo>
                  <a:pt x="987" y="0"/>
                </a:lnTo>
                <a:lnTo>
                  <a:pt x="4131" y="6"/>
                </a:lnTo>
                <a:lnTo>
                  <a:pt x="3165" y="1080"/>
                </a:lnTo>
                <a:lnTo>
                  <a:pt x="0" y="1088"/>
                </a:lnTo>
                <a:close/>
              </a:path>
            </a:pathLst>
          </a:custGeom>
          <a:solidFill>
            <a:srgbClr val="FF99CC"/>
          </a:solidFill>
          <a:ln>
            <a:noFill/>
          </a:ln>
          <a:effectLst/>
        </p:spPr>
        <p:txBody>
          <a:bodyPr/>
          <a:lstStyle/>
          <a:p>
            <a:pPr>
              <a:defRPr/>
            </a:pPr>
            <a:endParaRPr lang="zh-CN" altLang="en-US"/>
          </a:p>
        </p:txBody>
      </p:sp>
      <p:sp>
        <p:nvSpPr>
          <p:cNvPr id="711685" name="Line 5">
            <a:extLst>
              <a:ext uri="{FF2B5EF4-FFF2-40B4-BE49-F238E27FC236}">
                <a16:creationId xmlns:a16="http://schemas.microsoft.com/office/drawing/2014/main" id="{4AE87E59-D259-3C40-A0AD-BBA60AA4B3CC}"/>
              </a:ext>
            </a:extLst>
          </p:cNvPr>
          <p:cNvSpPr>
            <a:spLocks noChangeShapeType="1"/>
          </p:cNvSpPr>
          <p:nvPr/>
        </p:nvSpPr>
        <p:spPr bwMode="auto">
          <a:xfrm>
            <a:off x="1528762" y="4216004"/>
            <a:ext cx="6148388" cy="0"/>
          </a:xfrm>
          <a:prstGeom prst="line">
            <a:avLst/>
          </a:prstGeom>
          <a:noFill/>
          <a:ln w="9525">
            <a:solidFill>
              <a:schemeClr val="tx1"/>
            </a:solidFill>
            <a:round/>
            <a:headEn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11686" name="Line 6">
            <a:extLst>
              <a:ext uri="{FF2B5EF4-FFF2-40B4-BE49-F238E27FC236}">
                <a16:creationId xmlns:a16="http://schemas.microsoft.com/office/drawing/2014/main" id="{E741AE32-CC40-1E43-B6D3-1CB0D7A77B7F}"/>
              </a:ext>
            </a:extLst>
          </p:cNvPr>
          <p:cNvSpPr>
            <a:spLocks noChangeShapeType="1"/>
          </p:cNvSpPr>
          <p:nvPr/>
        </p:nvSpPr>
        <p:spPr bwMode="auto">
          <a:xfrm>
            <a:off x="1528762" y="2995613"/>
            <a:ext cx="6148388" cy="0"/>
          </a:xfrm>
          <a:prstGeom prst="line">
            <a:avLst/>
          </a:prstGeom>
          <a:noFill/>
          <a:ln w="9525">
            <a:solidFill>
              <a:schemeClr val="tx1"/>
            </a:solidFill>
            <a:round/>
            <a:headEn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11687" name="Text Box 7">
            <a:extLst>
              <a:ext uri="{FF2B5EF4-FFF2-40B4-BE49-F238E27FC236}">
                <a16:creationId xmlns:a16="http://schemas.microsoft.com/office/drawing/2014/main" id="{C558BC13-E134-0347-AD51-CDD0D5B2F889}"/>
              </a:ext>
            </a:extLst>
          </p:cNvPr>
          <p:cNvSpPr txBox="1">
            <a:spLocks noChangeArrowheads="1"/>
          </p:cNvSpPr>
          <p:nvPr/>
        </p:nvSpPr>
        <p:spPr bwMode="auto">
          <a:xfrm>
            <a:off x="1257300" y="2787254"/>
            <a:ext cx="338554" cy="369332"/>
          </a:xfrm>
          <a:prstGeom prst="rect">
            <a:avLst/>
          </a:prstGeom>
          <a:noFill/>
          <a:ln>
            <a:noFill/>
          </a:ln>
          <a:effectLst/>
        </p:spPr>
        <p:txBody>
          <a:bodyPr wrap="none">
            <a:spAutoFit/>
          </a:bodyPr>
          <a:lstStyle/>
          <a:p>
            <a:pPr eaLnBrk="1" hangingPunct="1">
              <a:defRPr/>
            </a:pPr>
            <a:r>
              <a:rPr lang="en-US" altLang="zh-CN">
                <a:solidFill>
                  <a:schemeClr val="folHlink"/>
                </a:solidFill>
                <a:latin typeface="Arial" charset="0"/>
                <a:ea typeface="黑体" charset="-122"/>
              </a:rPr>
              <a:t>B</a:t>
            </a:r>
          </a:p>
        </p:txBody>
      </p:sp>
      <p:sp>
        <p:nvSpPr>
          <p:cNvPr id="711688" name="Line 8">
            <a:extLst>
              <a:ext uri="{FF2B5EF4-FFF2-40B4-BE49-F238E27FC236}">
                <a16:creationId xmlns:a16="http://schemas.microsoft.com/office/drawing/2014/main" id="{C7D0B91F-C7DF-344A-8C9D-64145865348A}"/>
              </a:ext>
            </a:extLst>
          </p:cNvPr>
          <p:cNvSpPr>
            <a:spLocks noChangeShapeType="1"/>
          </p:cNvSpPr>
          <p:nvPr/>
        </p:nvSpPr>
        <p:spPr bwMode="auto">
          <a:xfrm flipV="1">
            <a:off x="1726407" y="2995613"/>
            <a:ext cx="1270397"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689" name="Line 9">
            <a:extLst>
              <a:ext uri="{FF2B5EF4-FFF2-40B4-BE49-F238E27FC236}">
                <a16:creationId xmlns:a16="http://schemas.microsoft.com/office/drawing/2014/main" id="{8CF28C38-0088-864F-9729-A5274A1380A3}"/>
              </a:ext>
            </a:extLst>
          </p:cNvPr>
          <p:cNvSpPr>
            <a:spLocks noChangeShapeType="1"/>
          </p:cNvSpPr>
          <p:nvPr/>
        </p:nvSpPr>
        <p:spPr bwMode="auto">
          <a:xfrm flipV="1">
            <a:off x="2016919" y="2995613"/>
            <a:ext cx="1269206"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690" name="Text Box 10">
            <a:extLst>
              <a:ext uri="{FF2B5EF4-FFF2-40B4-BE49-F238E27FC236}">
                <a16:creationId xmlns:a16="http://schemas.microsoft.com/office/drawing/2014/main" id="{6376C8AF-3893-7941-AE3E-DE39FF40D979}"/>
              </a:ext>
            </a:extLst>
          </p:cNvPr>
          <p:cNvSpPr txBox="1">
            <a:spLocks noChangeArrowheads="1"/>
          </p:cNvSpPr>
          <p:nvPr/>
        </p:nvSpPr>
        <p:spPr bwMode="auto">
          <a:xfrm rot="18918223">
            <a:off x="1684229" y="3477102"/>
            <a:ext cx="646331"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Arial" panose="020B0604020202020204" pitchFamily="34" charset="0"/>
              </a:rPr>
              <a:t>分组</a:t>
            </a:r>
          </a:p>
        </p:txBody>
      </p:sp>
      <p:sp>
        <p:nvSpPr>
          <p:cNvPr id="711691" name="Text Box 11">
            <a:extLst>
              <a:ext uri="{FF2B5EF4-FFF2-40B4-BE49-F238E27FC236}">
                <a16:creationId xmlns:a16="http://schemas.microsoft.com/office/drawing/2014/main" id="{5E59FC19-53AC-9940-A8CD-18F758FD98F0}"/>
              </a:ext>
            </a:extLst>
          </p:cNvPr>
          <p:cNvSpPr txBox="1">
            <a:spLocks noChangeArrowheads="1"/>
          </p:cNvSpPr>
          <p:nvPr/>
        </p:nvSpPr>
        <p:spPr bwMode="auto">
          <a:xfrm>
            <a:off x="7661672" y="2768204"/>
            <a:ext cx="248786" cy="369332"/>
          </a:xfrm>
          <a:prstGeom prst="rect">
            <a:avLst/>
          </a:prstGeom>
          <a:noFill/>
          <a:ln>
            <a:noFill/>
          </a:ln>
          <a:effectLst/>
        </p:spPr>
        <p:txBody>
          <a:bodyPr wrap="none">
            <a:spAutoFit/>
          </a:bodyPr>
          <a:lstStyle/>
          <a:p>
            <a:pPr eaLnBrk="1" hangingPunct="1">
              <a:defRPr/>
            </a:pPr>
            <a:r>
              <a:rPr lang="en-US" altLang="zh-CN" i="1">
                <a:solidFill>
                  <a:schemeClr val="folHlink"/>
                </a:solidFill>
                <a:latin typeface="Arial" charset="0"/>
                <a:ea typeface="黑体" charset="-122"/>
              </a:rPr>
              <a:t>t</a:t>
            </a:r>
          </a:p>
        </p:txBody>
      </p:sp>
      <p:sp>
        <p:nvSpPr>
          <p:cNvPr id="711692" name="Text Box 12">
            <a:extLst>
              <a:ext uri="{FF2B5EF4-FFF2-40B4-BE49-F238E27FC236}">
                <a16:creationId xmlns:a16="http://schemas.microsoft.com/office/drawing/2014/main" id="{75BE27E5-4252-8141-804A-18568A45476F}"/>
              </a:ext>
            </a:extLst>
          </p:cNvPr>
          <p:cNvSpPr txBox="1">
            <a:spLocks noChangeArrowheads="1"/>
          </p:cNvSpPr>
          <p:nvPr/>
        </p:nvSpPr>
        <p:spPr bwMode="auto">
          <a:xfrm>
            <a:off x="7661672" y="3957638"/>
            <a:ext cx="248786" cy="369332"/>
          </a:xfrm>
          <a:prstGeom prst="rect">
            <a:avLst/>
          </a:prstGeom>
          <a:noFill/>
          <a:ln>
            <a:noFill/>
          </a:ln>
          <a:effectLst/>
        </p:spPr>
        <p:txBody>
          <a:bodyPr wrap="none">
            <a:spAutoFit/>
          </a:bodyPr>
          <a:lstStyle/>
          <a:p>
            <a:pPr eaLnBrk="1" hangingPunct="1">
              <a:defRPr/>
            </a:pPr>
            <a:r>
              <a:rPr lang="en-US" altLang="zh-CN" i="1">
                <a:solidFill>
                  <a:schemeClr val="folHlink"/>
                </a:solidFill>
                <a:latin typeface="Arial" charset="0"/>
                <a:ea typeface="黑体" charset="-122"/>
              </a:rPr>
              <a:t>t</a:t>
            </a:r>
          </a:p>
        </p:txBody>
      </p:sp>
      <p:sp>
        <p:nvSpPr>
          <p:cNvPr id="711693" name="Text Box 13">
            <a:extLst>
              <a:ext uri="{FF2B5EF4-FFF2-40B4-BE49-F238E27FC236}">
                <a16:creationId xmlns:a16="http://schemas.microsoft.com/office/drawing/2014/main" id="{632A530A-DE10-B745-9043-4CC23995FB09}"/>
              </a:ext>
            </a:extLst>
          </p:cNvPr>
          <p:cNvSpPr txBox="1">
            <a:spLocks noChangeArrowheads="1"/>
          </p:cNvSpPr>
          <p:nvPr/>
        </p:nvSpPr>
        <p:spPr bwMode="auto">
          <a:xfrm>
            <a:off x="1246585" y="3998119"/>
            <a:ext cx="338554" cy="369332"/>
          </a:xfrm>
          <a:prstGeom prst="rect">
            <a:avLst/>
          </a:prstGeom>
          <a:noFill/>
          <a:ln>
            <a:noFill/>
          </a:ln>
          <a:effectLst/>
        </p:spPr>
        <p:txBody>
          <a:bodyPr wrap="none">
            <a:spAutoFit/>
          </a:bodyPr>
          <a:lstStyle/>
          <a:p>
            <a:pPr eaLnBrk="1" hangingPunct="1">
              <a:defRPr/>
            </a:pPr>
            <a:r>
              <a:rPr lang="en-US" altLang="zh-CN">
                <a:solidFill>
                  <a:schemeClr val="folHlink"/>
                </a:solidFill>
                <a:latin typeface="Arial" charset="0"/>
                <a:ea typeface="黑体" charset="-122"/>
              </a:rPr>
              <a:t>A</a:t>
            </a:r>
          </a:p>
        </p:txBody>
      </p:sp>
      <p:sp>
        <p:nvSpPr>
          <p:cNvPr id="711694" name="Line 14">
            <a:extLst>
              <a:ext uri="{FF2B5EF4-FFF2-40B4-BE49-F238E27FC236}">
                <a16:creationId xmlns:a16="http://schemas.microsoft.com/office/drawing/2014/main" id="{02788DE4-6325-F048-A854-DB07953D4CFC}"/>
              </a:ext>
            </a:extLst>
          </p:cNvPr>
          <p:cNvSpPr>
            <a:spLocks noChangeShapeType="1"/>
          </p:cNvSpPr>
          <p:nvPr/>
        </p:nvSpPr>
        <p:spPr bwMode="auto">
          <a:xfrm rot="15894661">
            <a:off x="2271713" y="3193257"/>
            <a:ext cx="263128" cy="346472"/>
          </a:xfrm>
          <a:prstGeom prst="line">
            <a:avLst/>
          </a:prstGeom>
          <a:noFill/>
          <a:ln w="57150">
            <a:solidFill>
              <a:schemeClr val="hlink"/>
            </a:solidFill>
            <a:round/>
            <a:headEnd type="none" w="sm" len="me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11695" name="Line 15">
            <a:extLst>
              <a:ext uri="{FF2B5EF4-FFF2-40B4-BE49-F238E27FC236}">
                <a16:creationId xmlns:a16="http://schemas.microsoft.com/office/drawing/2014/main" id="{180E17DD-C4C6-B747-869D-BDE560FB8EB8}"/>
              </a:ext>
            </a:extLst>
          </p:cNvPr>
          <p:cNvSpPr>
            <a:spLocks noChangeShapeType="1"/>
          </p:cNvSpPr>
          <p:nvPr/>
        </p:nvSpPr>
        <p:spPr bwMode="auto">
          <a:xfrm flipV="1">
            <a:off x="2303860" y="2999185"/>
            <a:ext cx="1270397" cy="122039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696" name="Line 16">
            <a:extLst>
              <a:ext uri="{FF2B5EF4-FFF2-40B4-BE49-F238E27FC236}">
                <a16:creationId xmlns:a16="http://schemas.microsoft.com/office/drawing/2014/main" id="{B6AF1B32-F267-854C-BE85-0A53D0599C04}"/>
              </a:ext>
            </a:extLst>
          </p:cNvPr>
          <p:cNvSpPr>
            <a:spLocks noChangeShapeType="1"/>
          </p:cNvSpPr>
          <p:nvPr/>
        </p:nvSpPr>
        <p:spPr bwMode="auto">
          <a:xfrm flipV="1">
            <a:off x="4904185" y="2999185"/>
            <a:ext cx="1270397" cy="122039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697" name="Line 17">
            <a:extLst>
              <a:ext uri="{FF2B5EF4-FFF2-40B4-BE49-F238E27FC236}">
                <a16:creationId xmlns:a16="http://schemas.microsoft.com/office/drawing/2014/main" id="{33C823F2-096F-5845-96CD-39E338FAF701}"/>
              </a:ext>
            </a:extLst>
          </p:cNvPr>
          <p:cNvSpPr>
            <a:spLocks noChangeShapeType="1"/>
          </p:cNvSpPr>
          <p:nvPr/>
        </p:nvSpPr>
        <p:spPr bwMode="auto">
          <a:xfrm flipH="1" flipV="1">
            <a:off x="3287316" y="2999185"/>
            <a:ext cx="1270397" cy="1220390"/>
          </a:xfrm>
          <a:prstGeom prst="line">
            <a:avLst/>
          </a:prstGeom>
          <a:noFill/>
          <a:ln w="38100">
            <a:solidFill>
              <a:schemeClr val="folHlink"/>
            </a:solidFill>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711698" name="Text Box 18">
            <a:extLst>
              <a:ext uri="{FF2B5EF4-FFF2-40B4-BE49-F238E27FC236}">
                <a16:creationId xmlns:a16="http://schemas.microsoft.com/office/drawing/2014/main" id="{09099DF9-EB55-2A4A-8EDA-8E0DD9CD893F}"/>
              </a:ext>
            </a:extLst>
          </p:cNvPr>
          <p:cNvSpPr txBox="1">
            <a:spLocks noChangeArrowheads="1"/>
          </p:cNvSpPr>
          <p:nvPr/>
        </p:nvSpPr>
        <p:spPr bwMode="auto">
          <a:xfrm rot="2268438">
            <a:off x="3263135" y="3314582"/>
            <a:ext cx="659155" cy="369332"/>
          </a:xfrm>
          <a:prstGeom prst="rect">
            <a:avLst/>
          </a:prstGeom>
          <a:noFill/>
          <a:ln>
            <a:noFill/>
          </a:ln>
          <a:effectLst/>
        </p:spPr>
        <p:txBody>
          <a:bodyPr wrap="none">
            <a:spAutoFit/>
          </a:bodyPr>
          <a:lstStyle/>
          <a:p>
            <a:pPr eaLnBrk="1" hangingPunct="1">
              <a:defRPr/>
            </a:pPr>
            <a:r>
              <a:rPr lang="en-US" altLang="zh-CN">
                <a:solidFill>
                  <a:schemeClr val="folHlink"/>
                </a:solidFill>
                <a:latin typeface="Arial" charset="0"/>
                <a:ea typeface="黑体" charset="-122"/>
              </a:rPr>
              <a:t>ACK</a:t>
            </a:r>
          </a:p>
        </p:txBody>
      </p:sp>
      <p:sp>
        <p:nvSpPr>
          <p:cNvPr id="711699" name="Line 19">
            <a:extLst>
              <a:ext uri="{FF2B5EF4-FFF2-40B4-BE49-F238E27FC236}">
                <a16:creationId xmlns:a16="http://schemas.microsoft.com/office/drawing/2014/main" id="{B50FDA64-9009-8D45-B109-0B8BF07D58BE}"/>
              </a:ext>
            </a:extLst>
          </p:cNvPr>
          <p:cNvSpPr>
            <a:spLocks noChangeShapeType="1"/>
          </p:cNvSpPr>
          <p:nvPr/>
        </p:nvSpPr>
        <p:spPr bwMode="auto">
          <a:xfrm>
            <a:off x="3812381" y="3668316"/>
            <a:ext cx="219075" cy="209550"/>
          </a:xfrm>
          <a:prstGeom prst="line">
            <a:avLst/>
          </a:prstGeom>
          <a:noFill/>
          <a:ln w="28575">
            <a:solidFill>
              <a:schemeClr val="folHlink"/>
            </a:solidFill>
            <a:round/>
            <a:headEnd type="none" w="sm" len="me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11700" name="Line 20">
            <a:extLst>
              <a:ext uri="{FF2B5EF4-FFF2-40B4-BE49-F238E27FC236}">
                <a16:creationId xmlns:a16="http://schemas.microsoft.com/office/drawing/2014/main" id="{B734912E-1EEC-B542-8C84-A8C4C48060CC}"/>
              </a:ext>
            </a:extLst>
          </p:cNvPr>
          <p:cNvSpPr>
            <a:spLocks noChangeShapeType="1"/>
          </p:cNvSpPr>
          <p:nvPr/>
        </p:nvSpPr>
        <p:spPr bwMode="auto">
          <a:xfrm flipV="1">
            <a:off x="2591992" y="2995613"/>
            <a:ext cx="1269206"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01" name="Line 21">
            <a:extLst>
              <a:ext uri="{FF2B5EF4-FFF2-40B4-BE49-F238E27FC236}">
                <a16:creationId xmlns:a16="http://schemas.microsoft.com/office/drawing/2014/main" id="{ABE954DC-3DBA-C14A-9CEF-C3565F10C63C}"/>
              </a:ext>
            </a:extLst>
          </p:cNvPr>
          <p:cNvSpPr>
            <a:spLocks noChangeShapeType="1"/>
          </p:cNvSpPr>
          <p:nvPr/>
        </p:nvSpPr>
        <p:spPr bwMode="auto">
          <a:xfrm flipV="1">
            <a:off x="2881313" y="2995613"/>
            <a:ext cx="1270397"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02" name="Line 22">
            <a:extLst>
              <a:ext uri="{FF2B5EF4-FFF2-40B4-BE49-F238E27FC236}">
                <a16:creationId xmlns:a16="http://schemas.microsoft.com/office/drawing/2014/main" id="{4EBA0E86-EC13-C345-AE23-EB96D1511520}"/>
              </a:ext>
            </a:extLst>
          </p:cNvPr>
          <p:cNvSpPr>
            <a:spLocks noChangeShapeType="1"/>
          </p:cNvSpPr>
          <p:nvPr/>
        </p:nvSpPr>
        <p:spPr bwMode="auto">
          <a:xfrm flipV="1">
            <a:off x="3183732" y="3009900"/>
            <a:ext cx="1269206"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03" name="Line 23">
            <a:extLst>
              <a:ext uri="{FF2B5EF4-FFF2-40B4-BE49-F238E27FC236}">
                <a16:creationId xmlns:a16="http://schemas.microsoft.com/office/drawing/2014/main" id="{862DA416-D35D-724B-86FA-0DEBCDCC16DE}"/>
              </a:ext>
            </a:extLst>
          </p:cNvPr>
          <p:cNvSpPr>
            <a:spLocks noChangeShapeType="1"/>
          </p:cNvSpPr>
          <p:nvPr/>
        </p:nvSpPr>
        <p:spPr bwMode="auto">
          <a:xfrm flipV="1">
            <a:off x="3461147" y="2995613"/>
            <a:ext cx="1271588"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04" name="Line 24">
            <a:extLst>
              <a:ext uri="{FF2B5EF4-FFF2-40B4-BE49-F238E27FC236}">
                <a16:creationId xmlns:a16="http://schemas.microsoft.com/office/drawing/2014/main" id="{506FAA8B-9B01-D445-B65D-CD7F17AB4908}"/>
              </a:ext>
            </a:extLst>
          </p:cNvPr>
          <p:cNvSpPr>
            <a:spLocks noChangeShapeType="1"/>
          </p:cNvSpPr>
          <p:nvPr/>
        </p:nvSpPr>
        <p:spPr bwMode="auto">
          <a:xfrm flipV="1">
            <a:off x="4042172" y="2995613"/>
            <a:ext cx="1271588"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05" name="Line 25">
            <a:extLst>
              <a:ext uri="{FF2B5EF4-FFF2-40B4-BE49-F238E27FC236}">
                <a16:creationId xmlns:a16="http://schemas.microsoft.com/office/drawing/2014/main" id="{B9228C49-F523-924F-9903-A4FD86A4D6E4}"/>
              </a:ext>
            </a:extLst>
          </p:cNvPr>
          <p:cNvSpPr>
            <a:spLocks noChangeShapeType="1"/>
          </p:cNvSpPr>
          <p:nvPr/>
        </p:nvSpPr>
        <p:spPr bwMode="auto">
          <a:xfrm flipV="1">
            <a:off x="4333876" y="2995613"/>
            <a:ext cx="1269206"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06" name="Line 26">
            <a:extLst>
              <a:ext uri="{FF2B5EF4-FFF2-40B4-BE49-F238E27FC236}">
                <a16:creationId xmlns:a16="http://schemas.microsoft.com/office/drawing/2014/main" id="{6063D4BB-B1A1-BF4D-99B5-CD4762FC1950}"/>
              </a:ext>
            </a:extLst>
          </p:cNvPr>
          <p:cNvSpPr>
            <a:spLocks noChangeShapeType="1"/>
          </p:cNvSpPr>
          <p:nvPr/>
        </p:nvSpPr>
        <p:spPr bwMode="auto">
          <a:xfrm flipV="1">
            <a:off x="4623197" y="2995613"/>
            <a:ext cx="1270397"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07" name="Line 27">
            <a:extLst>
              <a:ext uri="{FF2B5EF4-FFF2-40B4-BE49-F238E27FC236}">
                <a16:creationId xmlns:a16="http://schemas.microsoft.com/office/drawing/2014/main" id="{81441C97-056A-8745-AFDA-14D54ABBAA90}"/>
              </a:ext>
            </a:extLst>
          </p:cNvPr>
          <p:cNvSpPr>
            <a:spLocks noChangeShapeType="1"/>
          </p:cNvSpPr>
          <p:nvPr/>
        </p:nvSpPr>
        <p:spPr bwMode="auto">
          <a:xfrm flipV="1">
            <a:off x="4914901" y="2995613"/>
            <a:ext cx="1269206"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08" name="Line 28">
            <a:extLst>
              <a:ext uri="{FF2B5EF4-FFF2-40B4-BE49-F238E27FC236}">
                <a16:creationId xmlns:a16="http://schemas.microsoft.com/office/drawing/2014/main" id="{E80BB668-A25A-3D40-8BB2-810602FF7521}"/>
              </a:ext>
            </a:extLst>
          </p:cNvPr>
          <p:cNvSpPr>
            <a:spLocks noChangeShapeType="1"/>
          </p:cNvSpPr>
          <p:nvPr/>
        </p:nvSpPr>
        <p:spPr bwMode="auto">
          <a:xfrm flipV="1">
            <a:off x="3748087" y="2995613"/>
            <a:ext cx="1271588"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09" name="Line 29">
            <a:extLst>
              <a:ext uri="{FF2B5EF4-FFF2-40B4-BE49-F238E27FC236}">
                <a16:creationId xmlns:a16="http://schemas.microsoft.com/office/drawing/2014/main" id="{FA0D6D6C-F3E7-944C-96BD-2825A8E3B54E}"/>
              </a:ext>
            </a:extLst>
          </p:cNvPr>
          <p:cNvSpPr>
            <a:spLocks noChangeShapeType="1"/>
          </p:cNvSpPr>
          <p:nvPr/>
        </p:nvSpPr>
        <p:spPr bwMode="auto">
          <a:xfrm flipV="1">
            <a:off x="5192316" y="2995613"/>
            <a:ext cx="1270397"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10" name="Line 30">
            <a:extLst>
              <a:ext uri="{FF2B5EF4-FFF2-40B4-BE49-F238E27FC236}">
                <a16:creationId xmlns:a16="http://schemas.microsoft.com/office/drawing/2014/main" id="{651DBF9A-6D3C-1A43-95D1-7AE88C899D62}"/>
              </a:ext>
            </a:extLst>
          </p:cNvPr>
          <p:cNvSpPr>
            <a:spLocks noChangeShapeType="1"/>
          </p:cNvSpPr>
          <p:nvPr/>
        </p:nvSpPr>
        <p:spPr bwMode="auto">
          <a:xfrm flipV="1">
            <a:off x="5472113" y="2995613"/>
            <a:ext cx="1269206"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11" name="Line 31">
            <a:extLst>
              <a:ext uri="{FF2B5EF4-FFF2-40B4-BE49-F238E27FC236}">
                <a16:creationId xmlns:a16="http://schemas.microsoft.com/office/drawing/2014/main" id="{A7351DA3-2A84-5248-A97E-81B34C57A89E}"/>
              </a:ext>
            </a:extLst>
          </p:cNvPr>
          <p:cNvSpPr>
            <a:spLocks noChangeShapeType="1"/>
          </p:cNvSpPr>
          <p:nvPr/>
        </p:nvSpPr>
        <p:spPr bwMode="auto">
          <a:xfrm flipV="1">
            <a:off x="5750719" y="2995613"/>
            <a:ext cx="1270397" cy="122039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1712" name="Line 32">
            <a:extLst>
              <a:ext uri="{FF2B5EF4-FFF2-40B4-BE49-F238E27FC236}">
                <a16:creationId xmlns:a16="http://schemas.microsoft.com/office/drawing/2014/main" id="{F4635DD8-AA15-4247-89FA-206AA8CD7D6A}"/>
              </a:ext>
            </a:extLst>
          </p:cNvPr>
          <p:cNvSpPr>
            <a:spLocks noChangeShapeType="1"/>
          </p:cNvSpPr>
          <p:nvPr/>
        </p:nvSpPr>
        <p:spPr bwMode="auto">
          <a:xfrm flipH="1" flipV="1">
            <a:off x="3575447" y="2999185"/>
            <a:ext cx="1270397" cy="1220390"/>
          </a:xfrm>
          <a:prstGeom prst="line">
            <a:avLst/>
          </a:prstGeom>
          <a:noFill/>
          <a:ln w="38100">
            <a:solidFill>
              <a:schemeClr val="folHlink"/>
            </a:solidFill>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711713" name="Line 33">
            <a:extLst>
              <a:ext uri="{FF2B5EF4-FFF2-40B4-BE49-F238E27FC236}">
                <a16:creationId xmlns:a16="http://schemas.microsoft.com/office/drawing/2014/main" id="{073D6608-F8EF-5942-ABC9-A7EAE847AC9A}"/>
              </a:ext>
            </a:extLst>
          </p:cNvPr>
          <p:cNvSpPr>
            <a:spLocks noChangeShapeType="1"/>
          </p:cNvSpPr>
          <p:nvPr/>
        </p:nvSpPr>
        <p:spPr bwMode="auto">
          <a:xfrm flipH="1" flipV="1">
            <a:off x="3862388" y="2999185"/>
            <a:ext cx="1270397" cy="1220390"/>
          </a:xfrm>
          <a:prstGeom prst="line">
            <a:avLst/>
          </a:prstGeom>
          <a:noFill/>
          <a:ln w="38100">
            <a:solidFill>
              <a:schemeClr val="folHlink"/>
            </a:solidFill>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711714" name="Line 34">
            <a:extLst>
              <a:ext uri="{FF2B5EF4-FFF2-40B4-BE49-F238E27FC236}">
                <a16:creationId xmlns:a16="http://schemas.microsoft.com/office/drawing/2014/main" id="{8C5BE637-FF28-9446-B499-C3DDD5C1564B}"/>
              </a:ext>
            </a:extLst>
          </p:cNvPr>
          <p:cNvSpPr>
            <a:spLocks noChangeShapeType="1"/>
          </p:cNvSpPr>
          <p:nvPr/>
        </p:nvSpPr>
        <p:spPr bwMode="auto">
          <a:xfrm flipH="1" flipV="1">
            <a:off x="4151710" y="2999185"/>
            <a:ext cx="1269206" cy="1220390"/>
          </a:xfrm>
          <a:prstGeom prst="line">
            <a:avLst/>
          </a:prstGeom>
          <a:noFill/>
          <a:ln w="38100">
            <a:solidFill>
              <a:schemeClr val="folHlink"/>
            </a:solidFill>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711715" name="Line 35">
            <a:extLst>
              <a:ext uri="{FF2B5EF4-FFF2-40B4-BE49-F238E27FC236}">
                <a16:creationId xmlns:a16="http://schemas.microsoft.com/office/drawing/2014/main" id="{E66F184B-88DA-5846-8F4C-6B706B46A942}"/>
              </a:ext>
            </a:extLst>
          </p:cNvPr>
          <p:cNvSpPr>
            <a:spLocks noChangeShapeType="1"/>
          </p:cNvSpPr>
          <p:nvPr/>
        </p:nvSpPr>
        <p:spPr bwMode="auto">
          <a:xfrm flipH="1" flipV="1">
            <a:off x="4439842" y="2999185"/>
            <a:ext cx="1269206" cy="1220390"/>
          </a:xfrm>
          <a:prstGeom prst="line">
            <a:avLst/>
          </a:prstGeom>
          <a:noFill/>
          <a:ln w="38100">
            <a:solidFill>
              <a:schemeClr val="folHlink"/>
            </a:solidFill>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711716" name="Line 36">
            <a:extLst>
              <a:ext uri="{FF2B5EF4-FFF2-40B4-BE49-F238E27FC236}">
                <a16:creationId xmlns:a16="http://schemas.microsoft.com/office/drawing/2014/main" id="{1067E6E4-8354-8D48-9026-67318319479F}"/>
              </a:ext>
            </a:extLst>
          </p:cNvPr>
          <p:cNvSpPr>
            <a:spLocks noChangeShapeType="1"/>
          </p:cNvSpPr>
          <p:nvPr/>
        </p:nvSpPr>
        <p:spPr bwMode="auto">
          <a:xfrm flipH="1" flipV="1">
            <a:off x="4726782" y="2999185"/>
            <a:ext cx="1270397" cy="1220390"/>
          </a:xfrm>
          <a:prstGeom prst="line">
            <a:avLst/>
          </a:prstGeom>
          <a:noFill/>
          <a:ln w="38100">
            <a:solidFill>
              <a:schemeClr val="folHlink"/>
            </a:solidFill>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711717" name="Line 37">
            <a:extLst>
              <a:ext uri="{FF2B5EF4-FFF2-40B4-BE49-F238E27FC236}">
                <a16:creationId xmlns:a16="http://schemas.microsoft.com/office/drawing/2014/main" id="{266526D4-F285-2A42-82A9-184E16F24847}"/>
              </a:ext>
            </a:extLst>
          </p:cNvPr>
          <p:cNvSpPr>
            <a:spLocks noChangeShapeType="1"/>
          </p:cNvSpPr>
          <p:nvPr/>
        </p:nvSpPr>
        <p:spPr bwMode="auto">
          <a:xfrm flipH="1" flipV="1">
            <a:off x="5014913" y="2999185"/>
            <a:ext cx="1269206" cy="1220390"/>
          </a:xfrm>
          <a:prstGeom prst="line">
            <a:avLst/>
          </a:prstGeom>
          <a:noFill/>
          <a:ln w="38100">
            <a:solidFill>
              <a:schemeClr val="folHlink"/>
            </a:solidFill>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711718" name="Line 38">
            <a:extLst>
              <a:ext uri="{FF2B5EF4-FFF2-40B4-BE49-F238E27FC236}">
                <a16:creationId xmlns:a16="http://schemas.microsoft.com/office/drawing/2014/main" id="{0D1B662A-7B39-D546-A249-CD8EBA4CAD15}"/>
              </a:ext>
            </a:extLst>
          </p:cNvPr>
          <p:cNvSpPr>
            <a:spLocks noChangeShapeType="1"/>
          </p:cNvSpPr>
          <p:nvPr/>
        </p:nvSpPr>
        <p:spPr bwMode="auto">
          <a:xfrm flipH="1" flipV="1">
            <a:off x="5303044" y="2999185"/>
            <a:ext cx="1269206" cy="1220390"/>
          </a:xfrm>
          <a:prstGeom prst="line">
            <a:avLst/>
          </a:prstGeom>
          <a:noFill/>
          <a:ln w="38100">
            <a:solidFill>
              <a:schemeClr val="folHlink"/>
            </a:solidFill>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711719" name="Line 39">
            <a:extLst>
              <a:ext uri="{FF2B5EF4-FFF2-40B4-BE49-F238E27FC236}">
                <a16:creationId xmlns:a16="http://schemas.microsoft.com/office/drawing/2014/main" id="{43612F5B-D25A-2D41-A921-1F6BEFB02833}"/>
              </a:ext>
            </a:extLst>
          </p:cNvPr>
          <p:cNvSpPr>
            <a:spLocks noChangeShapeType="1"/>
          </p:cNvSpPr>
          <p:nvPr/>
        </p:nvSpPr>
        <p:spPr bwMode="auto">
          <a:xfrm flipH="1" flipV="1">
            <a:off x="5589985" y="2999185"/>
            <a:ext cx="1271588" cy="1220390"/>
          </a:xfrm>
          <a:prstGeom prst="line">
            <a:avLst/>
          </a:prstGeom>
          <a:noFill/>
          <a:ln w="38100">
            <a:solidFill>
              <a:schemeClr val="folHlink"/>
            </a:solidFill>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711720" name="Line 40">
            <a:extLst>
              <a:ext uri="{FF2B5EF4-FFF2-40B4-BE49-F238E27FC236}">
                <a16:creationId xmlns:a16="http://schemas.microsoft.com/office/drawing/2014/main" id="{56EAD02F-9C66-4A43-B2F4-D5E153E98146}"/>
              </a:ext>
            </a:extLst>
          </p:cNvPr>
          <p:cNvSpPr>
            <a:spLocks noChangeShapeType="1"/>
          </p:cNvSpPr>
          <p:nvPr/>
        </p:nvSpPr>
        <p:spPr bwMode="auto">
          <a:xfrm flipH="1" flipV="1">
            <a:off x="5878117" y="2999185"/>
            <a:ext cx="1269206" cy="1220390"/>
          </a:xfrm>
          <a:prstGeom prst="line">
            <a:avLst/>
          </a:prstGeom>
          <a:noFill/>
          <a:ln w="38100">
            <a:solidFill>
              <a:schemeClr val="folHlink"/>
            </a:solidFill>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711721" name="Line 41">
            <a:extLst>
              <a:ext uri="{FF2B5EF4-FFF2-40B4-BE49-F238E27FC236}">
                <a16:creationId xmlns:a16="http://schemas.microsoft.com/office/drawing/2014/main" id="{AB15CC2C-9659-8046-A560-712D1284557A}"/>
              </a:ext>
            </a:extLst>
          </p:cNvPr>
          <p:cNvSpPr>
            <a:spLocks noChangeShapeType="1"/>
          </p:cNvSpPr>
          <p:nvPr/>
        </p:nvSpPr>
        <p:spPr bwMode="auto">
          <a:xfrm flipH="1" flipV="1">
            <a:off x="6166247" y="2999185"/>
            <a:ext cx="1270397" cy="1220390"/>
          </a:xfrm>
          <a:prstGeom prst="line">
            <a:avLst/>
          </a:prstGeom>
          <a:noFill/>
          <a:ln w="38100">
            <a:solidFill>
              <a:schemeClr val="folHlink"/>
            </a:solidFill>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D7F4D85C-C2EC-4B44-A65D-4E760C5C1A0F}"/>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41FBDCE-4883-C444-BCE3-4276E08E140F}" type="slidenum">
              <a:rPr lang="en-US" altLang="zh-CN" sz="1050"/>
              <a:pPr>
                <a:defRPr/>
              </a:pPr>
              <a:t>42</a:t>
            </a:fld>
            <a:endParaRPr lang="en-US" altLang="zh-CN" sz="1050"/>
          </a:p>
        </p:txBody>
      </p:sp>
    </p:spTree>
    <p:extLst>
      <p:ext uri="{BB962C8B-B14F-4D97-AF65-F5344CB8AC3E}">
        <p14:creationId xmlns:p14="http://schemas.microsoft.com/office/powerpoint/2010/main" val="27915069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3757" name="Rectangle 29">
            <a:extLst>
              <a:ext uri="{FF2B5EF4-FFF2-40B4-BE49-F238E27FC236}">
                <a16:creationId xmlns:a16="http://schemas.microsoft.com/office/drawing/2014/main" id="{FA85454D-F90A-5545-9DA1-9CABFECDF2E5}"/>
              </a:ext>
            </a:extLst>
          </p:cNvPr>
          <p:cNvSpPr>
            <a:spLocks noChangeArrowheads="1"/>
          </p:cNvSpPr>
          <p:nvPr/>
        </p:nvSpPr>
        <p:spPr bwMode="auto">
          <a:xfrm>
            <a:off x="1608535" y="1971675"/>
            <a:ext cx="2559844" cy="683419"/>
          </a:xfrm>
          <a:prstGeom prst="rect">
            <a:avLst/>
          </a:prstGeom>
          <a:solidFill>
            <a:srgbClr val="66FF99"/>
          </a:solidFill>
          <a:ln w="28575">
            <a:solidFill>
              <a:srgbClr val="80808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13745" name="Rectangle 17">
            <a:extLst>
              <a:ext uri="{FF2B5EF4-FFF2-40B4-BE49-F238E27FC236}">
                <a16:creationId xmlns:a16="http://schemas.microsoft.com/office/drawing/2014/main" id="{B39AB856-4720-4243-BED7-EFBD23E45613}"/>
              </a:ext>
            </a:extLst>
          </p:cNvPr>
          <p:cNvSpPr>
            <a:spLocks noChangeArrowheads="1"/>
          </p:cNvSpPr>
          <p:nvPr/>
        </p:nvSpPr>
        <p:spPr bwMode="auto">
          <a:xfrm>
            <a:off x="1608535" y="2124075"/>
            <a:ext cx="6142434" cy="378619"/>
          </a:xfrm>
          <a:prstGeom prst="rect">
            <a:avLst/>
          </a:prstGeom>
          <a:solidFill>
            <a:srgbClr val="FFFF99"/>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13730" name="Rectangle 2">
            <a:extLst>
              <a:ext uri="{FF2B5EF4-FFF2-40B4-BE49-F238E27FC236}">
                <a16:creationId xmlns:a16="http://schemas.microsoft.com/office/drawing/2014/main" id="{AC97D931-99A3-564A-8BCE-118296DA6E96}"/>
              </a:ext>
            </a:extLst>
          </p:cNvPr>
          <p:cNvSpPr>
            <a:spLocks noGrp="1" noChangeArrowheads="1"/>
          </p:cNvSpPr>
          <p:nvPr>
            <p:ph type="title"/>
          </p:nvPr>
        </p:nvSpPr>
        <p:spPr>
          <a:xfrm>
            <a:off x="160020" y="160735"/>
            <a:ext cx="7382590" cy="770334"/>
          </a:xfrm>
        </p:spPr>
        <p:txBody>
          <a:bodyPr/>
          <a:lstStyle/>
          <a:p>
            <a:pPr eaLnBrk="1" hangingPunct="1">
              <a:defRPr/>
            </a:pPr>
            <a:r>
              <a:rPr lang="en-US" altLang="zh-CN" dirty="0">
                <a:latin typeface="Times New Roman" panose="02020603050405020304" pitchFamily="18" charset="0"/>
                <a:ea typeface="宋体" panose="02010600030101010101" pitchFamily="2" charset="-122"/>
              </a:rPr>
              <a:t>5.4.2  </a:t>
            </a:r>
            <a:r>
              <a:rPr lang="zh-CN" altLang="en-US" dirty="0">
                <a:latin typeface="Times New Roman" panose="02020603050405020304" pitchFamily="18" charset="0"/>
                <a:ea typeface="宋体" panose="02010600030101010101" pitchFamily="2" charset="-122"/>
              </a:rPr>
              <a:t>连续 </a:t>
            </a:r>
            <a:r>
              <a:rPr lang="en-US" altLang="zh-CN" dirty="0">
                <a:latin typeface="Times New Roman" panose="02020603050405020304" pitchFamily="18" charset="0"/>
                <a:ea typeface="宋体" panose="02010600030101010101" pitchFamily="2" charset="-122"/>
              </a:rPr>
              <a:t>ARQ </a:t>
            </a:r>
            <a:r>
              <a:rPr lang="zh-CN" altLang="en-US" dirty="0">
                <a:latin typeface="Times New Roman" panose="02020603050405020304" pitchFamily="18" charset="0"/>
                <a:ea typeface="宋体" panose="02010600030101010101" pitchFamily="2" charset="-122"/>
              </a:rPr>
              <a:t>协议 </a:t>
            </a:r>
          </a:p>
        </p:txBody>
      </p:sp>
      <p:sp>
        <p:nvSpPr>
          <p:cNvPr id="713733" name="Rectangle 5">
            <a:extLst>
              <a:ext uri="{FF2B5EF4-FFF2-40B4-BE49-F238E27FC236}">
                <a16:creationId xmlns:a16="http://schemas.microsoft.com/office/drawing/2014/main" id="{68008724-98CB-9140-B311-B34785972A9F}"/>
              </a:ext>
            </a:extLst>
          </p:cNvPr>
          <p:cNvSpPr>
            <a:spLocks noChangeArrowheads="1"/>
          </p:cNvSpPr>
          <p:nvPr/>
        </p:nvSpPr>
        <p:spPr bwMode="auto">
          <a:xfrm>
            <a:off x="1608535" y="2124075"/>
            <a:ext cx="511969"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1</a:t>
            </a:r>
          </a:p>
        </p:txBody>
      </p:sp>
      <p:sp>
        <p:nvSpPr>
          <p:cNvPr id="713734" name="Rectangle 6">
            <a:extLst>
              <a:ext uri="{FF2B5EF4-FFF2-40B4-BE49-F238E27FC236}">
                <a16:creationId xmlns:a16="http://schemas.microsoft.com/office/drawing/2014/main" id="{F0410241-5644-6B46-8FB4-054D82EA7416}"/>
              </a:ext>
            </a:extLst>
          </p:cNvPr>
          <p:cNvSpPr>
            <a:spLocks noChangeArrowheads="1"/>
          </p:cNvSpPr>
          <p:nvPr/>
        </p:nvSpPr>
        <p:spPr bwMode="auto">
          <a:xfrm>
            <a:off x="2120504" y="2124075"/>
            <a:ext cx="511969"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2</a:t>
            </a:r>
          </a:p>
        </p:txBody>
      </p:sp>
      <p:sp>
        <p:nvSpPr>
          <p:cNvPr id="713735" name="Rectangle 7">
            <a:extLst>
              <a:ext uri="{FF2B5EF4-FFF2-40B4-BE49-F238E27FC236}">
                <a16:creationId xmlns:a16="http://schemas.microsoft.com/office/drawing/2014/main" id="{9F000975-DE01-4D4C-8A0A-62FEC849F6E2}"/>
              </a:ext>
            </a:extLst>
          </p:cNvPr>
          <p:cNvSpPr>
            <a:spLocks noChangeArrowheads="1"/>
          </p:cNvSpPr>
          <p:nvPr/>
        </p:nvSpPr>
        <p:spPr bwMode="auto">
          <a:xfrm>
            <a:off x="2633663" y="2124075"/>
            <a:ext cx="511969"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3</a:t>
            </a:r>
          </a:p>
        </p:txBody>
      </p:sp>
      <p:sp>
        <p:nvSpPr>
          <p:cNvPr id="713736" name="Rectangle 8">
            <a:extLst>
              <a:ext uri="{FF2B5EF4-FFF2-40B4-BE49-F238E27FC236}">
                <a16:creationId xmlns:a16="http://schemas.microsoft.com/office/drawing/2014/main" id="{2280923E-F781-294F-945A-563F494B9FA0}"/>
              </a:ext>
            </a:extLst>
          </p:cNvPr>
          <p:cNvSpPr>
            <a:spLocks noChangeArrowheads="1"/>
          </p:cNvSpPr>
          <p:nvPr/>
        </p:nvSpPr>
        <p:spPr bwMode="auto">
          <a:xfrm>
            <a:off x="3145631" y="2124075"/>
            <a:ext cx="510779"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4</a:t>
            </a:r>
          </a:p>
        </p:txBody>
      </p:sp>
      <p:sp>
        <p:nvSpPr>
          <p:cNvPr id="713737" name="Rectangle 9">
            <a:extLst>
              <a:ext uri="{FF2B5EF4-FFF2-40B4-BE49-F238E27FC236}">
                <a16:creationId xmlns:a16="http://schemas.microsoft.com/office/drawing/2014/main" id="{859A6C28-1E0D-814D-A5A9-F149C6792021}"/>
              </a:ext>
            </a:extLst>
          </p:cNvPr>
          <p:cNvSpPr>
            <a:spLocks noChangeArrowheads="1"/>
          </p:cNvSpPr>
          <p:nvPr/>
        </p:nvSpPr>
        <p:spPr bwMode="auto">
          <a:xfrm>
            <a:off x="3658791" y="2124075"/>
            <a:ext cx="510778"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5</a:t>
            </a:r>
          </a:p>
        </p:txBody>
      </p:sp>
      <p:sp>
        <p:nvSpPr>
          <p:cNvPr id="713738" name="Rectangle 10">
            <a:extLst>
              <a:ext uri="{FF2B5EF4-FFF2-40B4-BE49-F238E27FC236}">
                <a16:creationId xmlns:a16="http://schemas.microsoft.com/office/drawing/2014/main" id="{44EF7F57-6ED3-1448-8580-5B6E5F09BE12}"/>
              </a:ext>
            </a:extLst>
          </p:cNvPr>
          <p:cNvSpPr>
            <a:spLocks noChangeArrowheads="1"/>
          </p:cNvSpPr>
          <p:nvPr/>
        </p:nvSpPr>
        <p:spPr bwMode="auto">
          <a:xfrm>
            <a:off x="4171950" y="2124075"/>
            <a:ext cx="511969"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6</a:t>
            </a:r>
          </a:p>
        </p:txBody>
      </p:sp>
      <p:sp>
        <p:nvSpPr>
          <p:cNvPr id="713739" name="Rectangle 11">
            <a:extLst>
              <a:ext uri="{FF2B5EF4-FFF2-40B4-BE49-F238E27FC236}">
                <a16:creationId xmlns:a16="http://schemas.microsoft.com/office/drawing/2014/main" id="{21E74271-DDCE-B344-9BDA-DF805C43D6E0}"/>
              </a:ext>
            </a:extLst>
          </p:cNvPr>
          <p:cNvSpPr>
            <a:spLocks noChangeArrowheads="1"/>
          </p:cNvSpPr>
          <p:nvPr/>
        </p:nvSpPr>
        <p:spPr bwMode="auto">
          <a:xfrm>
            <a:off x="4683919" y="2124075"/>
            <a:ext cx="510779"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7</a:t>
            </a:r>
          </a:p>
        </p:txBody>
      </p:sp>
      <p:sp>
        <p:nvSpPr>
          <p:cNvPr id="713740" name="Rectangle 12">
            <a:extLst>
              <a:ext uri="{FF2B5EF4-FFF2-40B4-BE49-F238E27FC236}">
                <a16:creationId xmlns:a16="http://schemas.microsoft.com/office/drawing/2014/main" id="{255E2DFC-15E6-3B42-8940-EBDB9C2B1DE0}"/>
              </a:ext>
            </a:extLst>
          </p:cNvPr>
          <p:cNvSpPr>
            <a:spLocks noChangeArrowheads="1"/>
          </p:cNvSpPr>
          <p:nvPr/>
        </p:nvSpPr>
        <p:spPr bwMode="auto">
          <a:xfrm>
            <a:off x="5197079" y="2124075"/>
            <a:ext cx="510778"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8</a:t>
            </a:r>
          </a:p>
        </p:txBody>
      </p:sp>
      <p:sp>
        <p:nvSpPr>
          <p:cNvPr id="713741" name="Rectangle 13">
            <a:extLst>
              <a:ext uri="{FF2B5EF4-FFF2-40B4-BE49-F238E27FC236}">
                <a16:creationId xmlns:a16="http://schemas.microsoft.com/office/drawing/2014/main" id="{0B1F7CDC-F7DD-3844-95BD-B3CD8379FFDA}"/>
              </a:ext>
            </a:extLst>
          </p:cNvPr>
          <p:cNvSpPr>
            <a:spLocks noChangeArrowheads="1"/>
          </p:cNvSpPr>
          <p:nvPr/>
        </p:nvSpPr>
        <p:spPr bwMode="auto">
          <a:xfrm>
            <a:off x="5707857" y="2124075"/>
            <a:ext cx="511969"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9</a:t>
            </a:r>
          </a:p>
        </p:txBody>
      </p:sp>
      <p:sp>
        <p:nvSpPr>
          <p:cNvPr id="713742" name="Rectangle 14">
            <a:extLst>
              <a:ext uri="{FF2B5EF4-FFF2-40B4-BE49-F238E27FC236}">
                <a16:creationId xmlns:a16="http://schemas.microsoft.com/office/drawing/2014/main" id="{F1518A5F-B6C2-FC40-B9F0-BC33B34CD7E1}"/>
              </a:ext>
            </a:extLst>
          </p:cNvPr>
          <p:cNvSpPr>
            <a:spLocks noChangeArrowheads="1"/>
          </p:cNvSpPr>
          <p:nvPr/>
        </p:nvSpPr>
        <p:spPr bwMode="auto">
          <a:xfrm>
            <a:off x="6222206" y="2124075"/>
            <a:ext cx="510779"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10</a:t>
            </a:r>
          </a:p>
        </p:txBody>
      </p:sp>
      <p:sp>
        <p:nvSpPr>
          <p:cNvPr id="713743" name="Rectangle 15">
            <a:extLst>
              <a:ext uri="{FF2B5EF4-FFF2-40B4-BE49-F238E27FC236}">
                <a16:creationId xmlns:a16="http://schemas.microsoft.com/office/drawing/2014/main" id="{56B351F6-954A-DB43-A344-861B0789BD41}"/>
              </a:ext>
            </a:extLst>
          </p:cNvPr>
          <p:cNvSpPr>
            <a:spLocks noChangeArrowheads="1"/>
          </p:cNvSpPr>
          <p:nvPr/>
        </p:nvSpPr>
        <p:spPr bwMode="auto">
          <a:xfrm>
            <a:off x="6735366" y="2124075"/>
            <a:ext cx="510778"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11</a:t>
            </a:r>
          </a:p>
        </p:txBody>
      </p:sp>
      <p:sp>
        <p:nvSpPr>
          <p:cNvPr id="713744" name="Rectangle 16">
            <a:extLst>
              <a:ext uri="{FF2B5EF4-FFF2-40B4-BE49-F238E27FC236}">
                <a16:creationId xmlns:a16="http://schemas.microsoft.com/office/drawing/2014/main" id="{13DDD8E4-82B5-1A48-A63B-E638039B5658}"/>
              </a:ext>
            </a:extLst>
          </p:cNvPr>
          <p:cNvSpPr>
            <a:spLocks noChangeArrowheads="1"/>
          </p:cNvSpPr>
          <p:nvPr/>
        </p:nvSpPr>
        <p:spPr bwMode="auto">
          <a:xfrm>
            <a:off x="7246144" y="2124075"/>
            <a:ext cx="511969" cy="3786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12</a:t>
            </a:r>
          </a:p>
        </p:txBody>
      </p:sp>
      <p:sp>
        <p:nvSpPr>
          <p:cNvPr id="713746" name="Line 18">
            <a:extLst>
              <a:ext uri="{FF2B5EF4-FFF2-40B4-BE49-F238E27FC236}">
                <a16:creationId xmlns:a16="http://schemas.microsoft.com/office/drawing/2014/main" id="{95483CFD-70CB-3A4E-A7A6-271C1B4125C8}"/>
              </a:ext>
            </a:extLst>
          </p:cNvPr>
          <p:cNvSpPr>
            <a:spLocks noChangeShapeType="1"/>
          </p:cNvSpPr>
          <p:nvPr/>
        </p:nvSpPr>
        <p:spPr bwMode="auto">
          <a:xfrm>
            <a:off x="2120504" y="2124075"/>
            <a:ext cx="0" cy="3786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47" name="Line 19">
            <a:extLst>
              <a:ext uri="{FF2B5EF4-FFF2-40B4-BE49-F238E27FC236}">
                <a16:creationId xmlns:a16="http://schemas.microsoft.com/office/drawing/2014/main" id="{16BED775-A0AA-5D49-BA36-960ED513C586}"/>
              </a:ext>
            </a:extLst>
          </p:cNvPr>
          <p:cNvSpPr>
            <a:spLocks noChangeShapeType="1"/>
          </p:cNvSpPr>
          <p:nvPr/>
        </p:nvSpPr>
        <p:spPr bwMode="auto">
          <a:xfrm>
            <a:off x="2632472" y="2124075"/>
            <a:ext cx="0" cy="3786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48" name="Line 20">
            <a:extLst>
              <a:ext uri="{FF2B5EF4-FFF2-40B4-BE49-F238E27FC236}">
                <a16:creationId xmlns:a16="http://schemas.microsoft.com/office/drawing/2014/main" id="{7D9EC37A-2DFA-8240-A704-A3F5E4C42EDA}"/>
              </a:ext>
            </a:extLst>
          </p:cNvPr>
          <p:cNvSpPr>
            <a:spLocks noChangeShapeType="1"/>
          </p:cNvSpPr>
          <p:nvPr/>
        </p:nvSpPr>
        <p:spPr bwMode="auto">
          <a:xfrm>
            <a:off x="3143250" y="2124075"/>
            <a:ext cx="0" cy="3786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49" name="Line 21">
            <a:extLst>
              <a:ext uri="{FF2B5EF4-FFF2-40B4-BE49-F238E27FC236}">
                <a16:creationId xmlns:a16="http://schemas.microsoft.com/office/drawing/2014/main" id="{E0AE02EC-2488-A34D-B09C-E8456351299F}"/>
              </a:ext>
            </a:extLst>
          </p:cNvPr>
          <p:cNvSpPr>
            <a:spLocks noChangeShapeType="1"/>
          </p:cNvSpPr>
          <p:nvPr/>
        </p:nvSpPr>
        <p:spPr bwMode="auto">
          <a:xfrm>
            <a:off x="3655219" y="2124075"/>
            <a:ext cx="0" cy="3786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50" name="Line 22">
            <a:extLst>
              <a:ext uri="{FF2B5EF4-FFF2-40B4-BE49-F238E27FC236}">
                <a16:creationId xmlns:a16="http://schemas.microsoft.com/office/drawing/2014/main" id="{58EE5946-FAB4-7B4D-83D0-FE58AAEF2E13}"/>
              </a:ext>
            </a:extLst>
          </p:cNvPr>
          <p:cNvSpPr>
            <a:spLocks noChangeShapeType="1"/>
          </p:cNvSpPr>
          <p:nvPr/>
        </p:nvSpPr>
        <p:spPr bwMode="auto">
          <a:xfrm>
            <a:off x="4165997" y="2124075"/>
            <a:ext cx="0" cy="3786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51" name="Line 23">
            <a:extLst>
              <a:ext uri="{FF2B5EF4-FFF2-40B4-BE49-F238E27FC236}">
                <a16:creationId xmlns:a16="http://schemas.microsoft.com/office/drawing/2014/main" id="{51D947F4-4DCF-024F-8560-5A42CB20BC81}"/>
              </a:ext>
            </a:extLst>
          </p:cNvPr>
          <p:cNvSpPr>
            <a:spLocks noChangeShapeType="1"/>
          </p:cNvSpPr>
          <p:nvPr/>
        </p:nvSpPr>
        <p:spPr bwMode="auto">
          <a:xfrm>
            <a:off x="4677966" y="2124075"/>
            <a:ext cx="0" cy="3786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52" name="Line 24">
            <a:extLst>
              <a:ext uri="{FF2B5EF4-FFF2-40B4-BE49-F238E27FC236}">
                <a16:creationId xmlns:a16="http://schemas.microsoft.com/office/drawing/2014/main" id="{DC438FDA-30CD-9649-A9E6-5B5F526A5082}"/>
              </a:ext>
            </a:extLst>
          </p:cNvPr>
          <p:cNvSpPr>
            <a:spLocks noChangeShapeType="1"/>
          </p:cNvSpPr>
          <p:nvPr/>
        </p:nvSpPr>
        <p:spPr bwMode="auto">
          <a:xfrm>
            <a:off x="5189935" y="2124075"/>
            <a:ext cx="0" cy="3786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53" name="Line 25">
            <a:extLst>
              <a:ext uri="{FF2B5EF4-FFF2-40B4-BE49-F238E27FC236}">
                <a16:creationId xmlns:a16="http://schemas.microsoft.com/office/drawing/2014/main" id="{6900E028-C206-FE40-9A45-EE3FD52C3614}"/>
              </a:ext>
            </a:extLst>
          </p:cNvPr>
          <p:cNvSpPr>
            <a:spLocks noChangeShapeType="1"/>
          </p:cNvSpPr>
          <p:nvPr/>
        </p:nvSpPr>
        <p:spPr bwMode="auto">
          <a:xfrm>
            <a:off x="5700713" y="2124075"/>
            <a:ext cx="0" cy="3786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54" name="Line 26">
            <a:extLst>
              <a:ext uri="{FF2B5EF4-FFF2-40B4-BE49-F238E27FC236}">
                <a16:creationId xmlns:a16="http://schemas.microsoft.com/office/drawing/2014/main" id="{4FF570E8-BCE6-9544-BDF3-1C3CFE5C81B7}"/>
              </a:ext>
            </a:extLst>
          </p:cNvPr>
          <p:cNvSpPr>
            <a:spLocks noChangeShapeType="1"/>
          </p:cNvSpPr>
          <p:nvPr/>
        </p:nvSpPr>
        <p:spPr bwMode="auto">
          <a:xfrm>
            <a:off x="6212681" y="2124075"/>
            <a:ext cx="0" cy="3786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55" name="Line 27">
            <a:extLst>
              <a:ext uri="{FF2B5EF4-FFF2-40B4-BE49-F238E27FC236}">
                <a16:creationId xmlns:a16="http://schemas.microsoft.com/office/drawing/2014/main" id="{7EC6D563-BC53-7448-A874-53F5A99036DC}"/>
              </a:ext>
            </a:extLst>
          </p:cNvPr>
          <p:cNvSpPr>
            <a:spLocks noChangeShapeType="1"/>
          </p:cNvSpPr>
          <p:nvPr/>
        </p:nvSpPr>
        <p:spPr bwMode="auto">
          <a:xfrm>
            <a:off x="6723460" y="2124075"/>
            <a:ext cx="0" cy="3786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56" name="Line 28">
            <a:extLst>
              <a:ext uri="{FF2B5EF4-FFF2-40B4-BE49-F238E27FC236}">
                <a16:creationId xmlns:a16="http://schemas.microsoft.com/office/drawing/2014/main" id="{2DD1C143-B828-B148-9D41-40E152294709}"/>
              </a:ext>
            </a:extLst>
          </p:cNvPr>
          <p:cNvSpPr>
            <a:spLocks noChangeShapeType="1"/>
          </p:cNvSpPr>
          <p:nvPr/>
        </p:nvSpPr>
        <p:spPr bwMode="auto">
          <a:xfrm>
            <a:off x="7235429" y="2124075"/>
            <a:ext cx="0" cy="3786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58" name="Text Box 30">
            <a:extLst>
              <a:ext uri="{FF2B5EF4-FFF2-40B4-BE49-F238E27FC236}">
                <a16:creationId xmlns:a16="http://schemas.microsoft.com/office/drawing/2014/main" id="{B5CFBB48-5E50-3F44-A701-46C07B1157FE}"/>
              </a:ext>
            </a:extLst>
          </p:cNvPr>
          <p:cNvSpPr txBox="1">
            <a:spLocks noChangeArrowheads="1"/>
          </p:cNvSpPr>
          <p:nvPr/>
        </p:nvSpPr>
        <p:spPr bwMode="auto">
          <a:xfrm>
            <a:off x="2627710" y="2658666"/>
            <a:ext cx="4365298"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800">
                <a:solidFill>
                  <a:schemeClr val="folHlink"/>
                </a:solidFill>
                <a:latin typeface="Times New Roman" panose="02020603050405020304" pitchFamily="18" charset="0"/>
              </a:rPr>
              <a:t>(a) </a:t>
            </a:r>
            <a:r>
              <a:rPr lang="zh-CN" altLang="en-US" sz="1800">
                <a:solidFill>
                  <a:schemeClr val="folHlink"/>
                </a:solidFill>
                <a:latin typeface="Times New Roman" panose="02020603050405020304" pitchFamily="18" charset="0"/>
              </a:rPr>
              <a:t>发送方维持发送窗口（发送窗口是 </a:t>
            </a:r>
            <a:r>
              <a:rPr lang="en-US" altLang="zh-CN" sz="1800">
                <a:solidFill>
                  <a:schemeClr val="folHlink"/>
                </a:solidFill>
                <a:latin typeface="Times New Roman" panose="02020603050405020304" pitchFamily="18" charset="0"/>
              </a:rPr>
              <a:t>5</a:t>
            </a:r>
            <a:r>
              <a:rPr lang="zh-CN" altLang="en-US" sz="1800">
                <a:solidFill>
                  <a:schemeClr val="folHlink"/>
                </a:solidFill>
                <a:latin typeface="Times New Roman" panose="02020603050405020304" pitchFamily="18" charset="0"/>
              </a:rPr>
              <a:t>）</a:t>
            </a:r>
          </a:p>
        </p:txBody>
      </p:sp>
      <p:sp>
        <p:nvSpPr>
          <p:cNvPr id="713759" name="Text Box 31">
            <a:extLst>
              <a:ext uri="{FF2B5EF4-FFF2-40B4-BE49-F238E27FC236}">
                <a16:creationId xmlns:a16="http://schemas.microsoft.com/office/drawing/2014/main" id="{5FA45F06-3786-E643-8334-8626A432DF47}"/>
              </a:ext>
            </a:extLst>
          </p:cNvPr>
          <p:cNvSpPr txBox="1">
            <a:spLocks noChangeArrowheads="1"/>
          </p:cNvSpPr>
          <p:nvPr/>
        </p:nvSpPr>
        <p:spPr bwMode="auto">
          <a:xfrm>
            <a:off x="2305050" y="1581150"/>
            <a:ext cx="1107996"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Times New Roman" panose="02020603050405020304" pitchFamily="18" charset="0"/>
              </a:rPr>
              <a:t>发送窗口</a:t>
            </a:r>
          </a:p>
        </p:txBody>
      </p:sp>
      <p:grpSp>
        <p:nvGrpSpPr>
          <p:cNvPr id="713791" name="Group 63">
            <a:extLst>
              <a:ext uri="{FF2B5EF4-FFF2-40B4-BE49-F238E27FC236}">
                <a16:creationId xmlns:a16="http://schemas.microsoft.com/office/drawing/2014/main" id="{175DFF28-4D8D-C34C-B1AB-49587A3B8C3C}"/>
              </a:ext>
            </a:extLst>
          </p:cNvPr>
          <p:cNvGrpSpPr>
            <a:grpSpLocks/>
          </p:cNvGrpSpPr>
          <p:nvPr/>
        </p:nvGrpSpPr>
        <p:grpSpPr bwMode="auto">
          <a:xfrm>
            <a:off x="1601391" y="3219449"/>
            <a:ext cx="6149578" cy="1425178"/>
            <a:chOff x="385" y="2704"/>
            <a:chExt cx="5165" cy="1197"/>
          </a:xfrm>
        </p:grpSpPr>
        <p:sp>
          <p:nvSpPr>
            <p:cNvPr id="713788" name="Rectangle 60">
              <a:extLst>
                <a:ext uri="{FF2B5EF4-FFF2-40B4-BE49-F238E27FC236}">
                  <a16:creationId xmlns:a16="http://schemas.microsoft.com/office/drawing/2014/main" id="{5D174E61-B789-194A-A2A3-422A3936D7E0}"/>
                </a:ext>
              </a:extLst>
            </p:cNvPr>
            <p:cNvSpPr>
              <a:spLocks noChangeArrowheads="1"/>
            </p:cNvSpPr>
            <p:nvPr/>
          </p:nvSpPr>
          <p:spPr bwMode="auto">
            <a:xfrm>
              <a:off x="821" y="3012"/>
              <a:ext cx="2150" cy="575"/>
            </a:xfrm>
            <a:prstGeom prst="rect">
              <a:avLst/>
            </a:prstGeom>
            <a:solidFill>
              <a:srgbClr val="66FF99"/>
            </a:solidFill>
            <a:ln w="28575">
              <a:solidFill>
                <a:srgbClr val="80808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13776" name="Rectangle 48">
              <a:extLst>
                <a:ext uri="{FF2B5EF4-FFF2-40B4-BE49-F238E27FC236}">
                  <a16:creationId xmlns:a16="http://schemas.microsoft.com/office/drawing/2014/main" id="{40DC66B5-A993-CB41-B2F0-934252995D02}"/>
                </a:ext>
              </a:extLst>
            </p:cNvPr>
            <p:cNvSpPr>
              <a:spLocks noChangeArrowheads="1"/>
            </p:cNvSpPr>
            <p:nvPr/>
          </p:nvSpPr>
          <p:spPr bwMode="auto">
            <a:xfrm>
              <a:off x="385" y="3140"/>
              <a:ext cx="5158" cy="319"/>
            </a:xfrm>
            <a:prstGeom prst="rect">
              <a:avLst/>
            </a:prstGeom>
            <a:solidFill>
              <a:srgbClr val="FFFF99"/>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13760" name="Text Box 32">
              <a:extLst>
                <a:ext uri="{FF2B5EF4-FFF2-40B4-BE49-F238E27FC236}">
                  <a16:creationId xmlns:a16="http://schemas.microsoft.com/office/drawing/2014/main" id="{E4E1426F-0125-DA4B-9F76-E1C5F84A7D37}"/>
                </a:ext>
              </a:extLst>
            </p:cNvPr>
            <p:cNvSpPr txBox="1">
              <a:spLocks noChangeArrowheads="1"/>
            </p:cNvSpPr>
            <p:nvPr/>
          </p:nvSpPr>
          <p:spPr bwMode="auto">
            <a:xfrm>
              <a:off x="1258" y="3591"/>
              <a:ext cx="3338" cy="310"/>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800">
                  <a:solidFill>
                    <a:schemeClr val="folHlink"/>
                  </a:solidFill>
                  <a:latin typeface="Times New Roman" panose="02020603050405020304" pitchFamily="18" charset="0"/>
                </a:rPr>
                <a:t>(b) </a:t>
              </a:r>
              <a:r>
                <a:rPr lang="zh-CN" altLang="en-US" sz="1800">
                  <a:solidFill>
                    <a:schemeClr val="folHlink"/>
                  </a:solidFill>
                  <a:latin typeface="Times New Roman" panose="02020603050405020304" pitchFamily="18" charset="0"/>
                </a:rPr>
                <a:t>收到一个确认后发送窗口向前滑动</a:t>
              </a:r>
            </a:p>
          </p:txBody>
        </p:sp>
        <p:sp>
          <p:nvSpPr>
            <p:cNvPr id="713761" name="Line 33">
              <a:extLst>
                <a:ext uri="{FF2B5EF4-FFF2-40B4-BE49-F238E27FC236}">
                  <a16:creationId xmlns:a16="http://schemas.microsoft.com/office/drawing/2014/main" id="{B981C6C7-12DA-3748-852C-C16CE33F17D8}"/>
                </a:ext>
              </a:extLst>
            </p:cNvPr>
            <p:cNvSpPr>
              <a:spLocks noChangeShapeType="1"/>
            </p:cNvSpPr>
            <p:nvPr/>
          </p:nvSpPr>
          <p:spPr bwMode="auto">
            <a:xfrm>
              <a:off x="3016" y="3067"/>
              <a:ext cx="421" cy="0"/>
            </a:xfrm>
            <a:prstGeom prst="line">
              <a:avLst/>
            </a:prstGeom>
            <a:noFill/>
            <a:ln w="5715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13762" name="Text Box 34">
              <a:extLst>
                <a:ext uri="{FF2B5EF4-FFF2-40B4-BE49-F238E27FC236}">
                  <a16:creationId xmlns:a16="http://schemas.microsoft.com/office/drawing/2014/main" id="{C7EE8EC5-C325-124A-BBE5-62D33C7EDE0C}"/>
                </a:ext>
              </a:extLst>
            </p:cNvPr>
            <p:cNvSpPr txBox="1">
              <a:spLocks noChangeArrowheads="1"/>
            </p:cNvSpPr>
            <p:nvPr/>
          </p:nvSpPr>
          <p:spPr bwMode="auto">
            <a:xfrm>
              <a:off x="3424" y="2840"/>
              <a:ext cx="543" cy="310"/>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Times New Roman" panose="02020603050405020304" pitchFamily="18" charset="0"/>
                </a:rPr>
                <a:t>向前</a:t>
              </a:r>
            </a:p>
          </p:txBody>
        </p:sp>
        <p:sp>
          <p:nvSpPr>
            <p:cNvPr id="713764" name="Rectangle 36">
              <a:extLst>
                <a:ext uri="{FF2B5EF4-FFF2-40B4-BE49-F238E27FC236}">
                  <a16:creationId xmlns:a16="http://schemas.microsoft.com/office/drawing/2014/main" id="{027FB5BE-7D4B-1D4E-9E42-9D4B715AF419}"/>
                </a:ext>
              </a:extLst>
            </p:cNvPr>
            <p:cNvSpPr>
              <a:spLocks noChangeArrowheads="1"/>
            </p:cNvSpPr>
            <p:nvPr/>
          </p:nvSpPr>
          <p:spPr bwMode="auto">
            <a:xfrm>
              <a:off x="385" y="3140"/>
              <a:ext cx="430"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1</a:t>
              </a:r>
            </a:p>
          </p:txBody>
        </p:sp>
        <p:sp>
          <p:nvSpPr>
            <p:cNvPr id="713765" name="Rectangle 37">
              <a:extLst>
                <a:ext uri="{FF2B5EF4-FFF2-40B4-BE49-F238E27FC236}">
                  <a16:creationId xmlns:a16="http://schemas.microsoft.com/office/drawing/2014/main" id="{92B46320-B754-4847-9937-1800EEF042BE}"/>
                </a:ext>
              </a:extLst>
            </p:cNvPr>
            <p:cNvSpPr>
              <a:spLocks noChangeArrowheads="1"/>
            </p:cNvSpPr>
            <p:nvPr/>
          </p:nvSpPr>
          <p:spPr bwMode="auto">
            <a:xfrm>
              <a:off x="815" y="3140"/>
              <a:ext cx="429"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2</a:t>
              </a:r>
            </a:p>
          </p:txBody>
        </p:sp>
        <p:sp>
          <p:nvSpPr>
            <p:cNvPr id="713766" name="Rectangle 38">
              <a:extLst>
                <a:ext uri="{FF2B5EF4-FFF2-40B4-BE49-F238E27FC236}">
                  <a16:creationId xmlns:a16="http://schemas.microsoft.com/office/drawing/2014/main" id="{42BBB309-80C2-0A4F-9428-19F43282F991}"/>
                </a:ext>
              </a:extLst>
            </p:cNvPr>
            <p:cNvSpPr>
              <a:spLocks noChangeArrowheads="1"/>
            </p:cNvSpPr>
            <p:nvPr/>
          </p:nvSpPr>
          <p:spPr bwMode="auto">
            <a:xfrm>
              <a:off x="1246" y="3140"/>
              <a:ext cx="429"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3</a:t>
              </a:r>
            </a:p>
          </p:txBody>
        </p:sp>
        <p:sp>
          <p:nvSpPr>
            <p:cNvPr id="713767" name="Rectangle 39">
              <a:extLst>
                <a:ext uri="{FF2B5EF4-FFF2-40B4-BE49-F238E27FC236}">
                  <a16:creationId xmlns:a16="http://schemas.microsoft.com/office/drawing/2014/main" id="{A3A466C8-E8EF-B24A-A095-3B4C5EECC504}"/>
                </a:ext>
              </a:extLst>
            </p:cNvPr>
            <p:cNvSpPr>
              <a:spLocks noChangeArrowheads="1"/>
            </p:cNvSpPr>
            <p:nvPr/>
          </p:nvSpPr>
          <p:spPr bwMode="auto">
            <a:xfrm>
              <a:off x="1675" y="3140"/>
              <a:ext cx="430"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4</a:t>
              </a:r>
            </a:p>
          </p:txBody>
        </p:sp>
        <p:sp>
          <p:nvSpPr>
            <p:cNvPr id="713768" name="Rectangle 40">
              <a:extLst>
                <a:ext uri="{FF2B5EF4-FFF2-40B4-BE49-F238E27FC236}">
                  <a16:creationId xmlns:a16="http://schemas.microsoft.com/office/drawing/2014/main" id="{606C55CB-0933-C44D-868F-42BE5F240DA6}"/>
                </a:ext>
              </a:extLst>
            </p:cNvPr>
            <p:cNvSpPr>
              <a:spLocks noChangeArrowheads="1"/>
            </p:cNvSpPr>
            <p:nvPr/>
          </p:nvSpPr>
          <p:spPr bwMode="auto">
            <a:xfrm>
              <a:off x="2107" y="3140"/>
              <a:ext cx="429"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5</a:t>
              </a:r>
            </a:p>
          </p:txBody>
        </p:sp>
        <p:sp>
          <p:nvSpPr>
            <p:cNvPr id="713769" name="Rectangle 41">
              <a:extLst>
                <a:ext uri="{FF2B5EF4-FFF2-40B4-BE49-F238E27FC236}">
                  <a16:creationId xmlns:a16="http://schemas.microsoft.com/office/drawing/2014/main" id="{0CB50DE3-DF3E-0B49-85F9-DB885E075670}"/>
                </a:ext>
              </a:extLst>
            </p:cNvPr>
            <p:cNvSpPr>
              <a:spLocks noChangeArrowheads="1"/>
            </p:cNvSpPr>
            <p:nvPr/>
          </p:nvSpPr>
          <p:spPr bwMode="auto">
            <a:xfrm>
              <a:off x="2538" y="3140"/>
              <a:ext cx="429"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6</a:t>
              </a:r>
            </a:p>
          </p:txBody>
        </p:sp>
        <p:sp>
          <p:nvSpPr>
            <p:cNvPr id="713770" name="Rectangle 42">
              <a:extLst>
                <a:ext uri="{FF2B5EF4-FFF2-40B4-BE49-F238E27FC236}">
                  <a16:creationId xmlns:a16="http://schemas.microsoft.com/office/drawing/2014/main" id="{3DA150D7-E62E-9A4C-B226-418FF5230FD9}"/>
                </a:ext>
              </a:extLst>
            </p:cNvPr>
            <p:cNvSpPr>
              <a:spLocks noChangeArrowheads="1"/>
            </p:cNvSpPr>
            <p:nvPr/>
          </p:nvSpPr>
          <p:spPr bwMode="auto">
            <a:xfrm>
              <a:off x="2967" y="3140"/>
              <a:ext cx="430"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7</a:t>
              </a:r>
            </a:p>
          </p:txBody>
        </p:sp>
        <p:sp>
          <p:nvSpPr>
            <p:cNvPr id="713771" name="Rectangle 43">
              <a:extLst>
                <a:ext uri="{FF2B5EF4-FFF2-40B4-BE49-F238E27FC236}">
                  <a16:creationId xmlns:a16="http://schemas.microsoft.com/office/drawing/2014/main" id="{1CE03409-DB66-8F43-B013-DCF9261DCF0B}"/>
                </a:ext>
              </a:extLst>
            </p:cNvPr>
            <p:cNvSpPr>
              <a:spLocks noChangeArrowheads="1"/>
            </p:cNvSpPr>
            <p:nvPr/>
          </p:nvSpPr>
          <p:spPr bwMode="auto">
            <a:xfrm>
              <a:off x="3399" y="3140"/>
              <a:ext cx="429"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8</a:t>
              </a:r>
            </a:p>
          </p:txBody>
        </p:sp>
        <p:sp>
          <p:nvSpPr>
            <p:cNvPr id="713772" name="Rectangle 44">
              <a:extLst>
                <a:ext uri="{FF2B5EF4-FFF2-40B4-BE49-F238E27FC236}">
                  <a16:creationId xmlns:a16="http://schemas.microsoft.com/office/drawing/2014/main" id="{CFA69CA4-DE52-DE48-92AB-CAF4A0F3750C}"/>
                </a:ext>
              </a:extLst>
            </p:cNvPr>
            <p:cNvSpPr>
              <a:spLocks noChangeArrowheads="1"/>
            </p:cNvSpPr>
            <p:nvPr/>
          </p:nvSpPr>
          <p:spPr bwMode="auto">
            <a:xfrm>
              <a:off x="3828" y="3140"/>
              <a:ext cx="430"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9</a:t>
              </a:r>
            </a:p>
          </p:txBody>
        </p:sp>
        <p:sp>
          <p:nvSpPr>
            <p:cNvPr id="713773" name="Rectangle 45">
              <a:extLst>
                <a:ext uri="{FF2B5EF4-FFF2-40B4-BE49-F238E27FC236}">
                  <a16:creationId xmlns:a16="http://schemas.microsoft.com/office/drawing/2014/main" id="{56589015-6FFA-3446-8608-78EAF4FC1094}"/>
                </a:ext>
              </a:extLst>
            </p:cNvPr>
            <p:cNvSpPr>
              <a:spLocks noChangeArrowheads="1"/>
            </p:cNvSpPr>
            <p:nvPr/>
          </p:nvSpPr>
          <p:spPr bwMode="auto">
            <a:xfrm>
              <a:off x="4259" y="3140"/>
              <a:ext cx="430"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10</a:t>
              </a:r>
            </a:p>
          </p:txBody>
        </p:sp>
        <p:sp>
          <p:nvSpPr>
            <p:cNvPr id="713774" name="Rectangle 46">
              <a:extLst>
                <a:ext uri="{FF2B5EF4-FFF2-40B4-BE49-F238E27FC236}">
                  <a16:creationId xmlns:a16="http://schemas.microsoft.com/office/drawing/2014/main" id="{1C0F312A-9B13-564F-AF1B-D7B086001525}"/>
                </a:ext>
              </a:extLst>
            </p:cNvPr>
            <p:cNvSpPr>
              <a:spLocks noChangeArrowheads="1"/>
            </p:cNvSpPr>
            <p:nvPr/>
          </p:nvSpPr>
          <p:spPr bwMode="auto">
            <a:xfrm>
              <a:off x="4690" y="3140"/>
              <a:ext cx="430"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11</a:t>
              </a:r>
            </a:p>
          </p:txBody>
        </p:sp>
        <p:sp>
          <p:nvSpPr>
            <p:cNvPr id="713775" name="Rectangle 47">
              <a:extLst>
                <a:ext uri="{FF2B5EF4-FFF2-40B4-BE49-F238E27FC236}">
                  <a16:creationId xmlns:a16="http://schemas.microsoft.com/office/drawing/2014/main" id="{DA0C3FDA-0E88-AC4F-A929-146BC641E050}"/>
                </a:ext>
              </a:extLst>
            </p:cNvPr>
            <p:cNvSpPr>
              <a:spLocks noChangeArrowheads="1"/>
            </p:cNvSpPr>
            <p:nvPr/>
          </p:nvSpPr>
          <p:spPr bwMode="auto">
            <a:xfrm>
              <a:off x="5120" y="3140"/>
              <a:ext cx="430" cy="319"/>
            </a:xfrm>
            <a:prstGeom prst="rect">
              <a:avLst/>
            </a:prstGeom>
            <a:noFill/>
            <a:ln>
              <a:noFill/>
            </a:ln>
            <a:effectLst/>
          </p:spPr>
          <p:txBody>
            <a:bodyPr wrap="none" anchor="ctr"/>
            <a:lstStyle/>
            <a:p>
              <a:pPr algn="ctr" eaLnBrk="1" hangingPunct="1">
                <a:defRPr/>
              </a:pPr>
              <a:r>
                <a:rPr lang="en-US" altLang="zh-CN">
                  <a:solidFill>
                    <a:schemeClr val="folHlink"/>
                  </a:solidFill>
                  <a:latin typeface="Times New Roman" charset="0"/>
                  <a:ea typeface="黑体" charset="-122"/>
                  <a:cs typeface="+mn-cs"/>
                </a:rPr>
                <a:t>12</a:t>
              </a:r>
            </a:p>
          </p:txBody>
        </p:sp>
        <p:sp>
          <p:nvSpPr>
            <p:cNvPr id="713777" name="Line 49">
              <a:extLst>
                <a:ext uri="{FF2B5EF4-FFF2-40B4-BE49-F238E27FC236}">
                  <a16:creationId xmlns:a16="http://schemas.microsoft.com/office/drawing/2014/main" id="{8D243F83-8D26-E24B-AFF0-6ABDF6A659F4}"/>
                </a:ext>
              </a:extLst>
            </p:cNvPr>
            <p:cNvSpPr>
              <a:spLocks noChangeShapeType="1"/>
            </p:cNvSpPr>
            <p:nvPr/>
          </p:nvSpPr>
          <p:spPr bwMode="auto">
            <a:xfrm>
              <a:off x="815" y="3140"/>
              <a:ext cx="0" cy="3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78" name="Line 50">
              <a:extLst>
                <a:ext uri="{FF2B5EF4-FFF2-40B4-BE49-F238E27FC236}">
                  <a16:creationId xmlns:a16="http://schemas.microsoft.com/office/drawing/2014/main" id="{DB054B02-8CB4-794D-9DD8-C96BCE6F9FE2}"/>
                </a:ext>
              </a:extLst>
            </p:cNvPr>
            <p:cNvSpPr>
              <a:spLocks noChangeShapeType="1"/>
            </p:cNvSpPr>
            <p:nvPr/>
          </p:nvSpPr>
          <p:spPr bwMode="auto">
            <a:xfrm>
              <a:off x="1244" y="3140"/>
              <a:ext cx="0" cy="3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79" name="Line 51">
              <a:extLst>
                <a:ext uri="{FF2B5EF4-FFF2-40B4-BE49-F238E27FC236}">
                  <a16:creationId xmlns:a16="http://schemas.microsoft.com/office/drawing/2014/main" id="{1FE17A5E-14F6-4A45-B591-13317104D919}"/>
                </a:ext>
              </a:extLst>
            </p:cNvPr>
            <p:cNvSpPr>
              <a:spLocks noChangeShapeType="1"/>
            </p:cNvSpPr>
            <p:nvPr/>
          </p:nvSpPr>
          <p:spPr bwMode="auto">
            <a:xfrm>
              <a:off x="1674" y="3140"/>
              <a:ext cx="0" cy="3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80" name="Line 52">
              <a:extLst>
                <a:ext uri="{FF2B5EF4-FFF2-40B4-BE49-F238E27FC236}">
                  <a16:creationId xmlns:a16="http://schemas.microsoft.com/office/drawing/2014/main" id="{5550989D-CCDD-6C4B-BB88-29C4FB5905FC}"/>
                </a:ext>
              </a:extLst>
            </p:cNvPr>
            <p:cNvSpPr>
              <a:spLocks noChangeShapeType="1"/>
            </p:cNvSpPr>
            <p:nvPr/>
          </p:nvSpPr>
          <p:spPr bwMode="auto">
            <a:xfrm>
              <a:off x="2103" y="3140"/>
              <a:ext cx="0" cy="3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81" name="Line 53">
              <a:extLst>
                <a:ext uri="{FF2B5EF4-FFF2-40B4-BE49-F238E27FC236}">
                  <a16:creationId xmlns:a16="http://schemas.microsoft.com/office/drawing/2014/main" id="{E886202E-6690-4F4C-B5FC-905A25FABB6C}"/>
                </a:ext>
              </a:extLst>
            </p:cNvPr>
            <p:cNvSpPr>
              <a:spLocks noChangeShapeType="1"/>
            </p:cNvSpPr>
            <p:nvPr/>
          </p:nvSpPr>
          <p:spPr bwMode="auto">
            <a:xfrm>
              <a:off x="2533" y="3140"/>
              <a:ext cx="0" cy="3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82" name="Line 54">
              <a:extLst>
                <a:ext uri="{FF2B5EF4-FFF2-40B4-BE49-F238E27FC236}">
                  <a16:creationId xmlns:a16="http://schemas.microsoft.com/office/drawing/2014/main" id="{46A6012E-58FC-9E4C-8102-2F909270A01C}"/>
                </a:ext>
              </a:extLst>
            </p:cNvPr>
            <p:cNvSpPr>
              <a:spLocks noChangeShapeType="1"/>
            </p:cNvSpPr>
            <p:nvPr/>
          </p:nvSpPr>
          <p:spPr bwMode="auto">
            <a:xfrm>
              <a:off x="2963" y="3140"/>
              <a:ext cx="0" cy="3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83" name="Line 55">
              <a:extLst>
                <a:ext uri="{FF2B5EF4-FFF2-40B4-BE49-F238E27FC236}">
                  <a16:creationId xmlns:a16="http://schemas.microsoft.com/office/drawing/2014/main" id="{0670387B-0E53-0D41-B3D8-97D5C284EC8B}"/>
                </a:ext>
              </a:extLst>
            </p:cNvPr>
            <p:cNvSpPr>
              <a:spLocks noChangeShapeType="1"/>
            </p:cNvSpPr>
            <p:nvPr/>
          </p:nvSpPr>
          <p:spPr bwMode="auto">
            <a:xfrm>
              <a:off x="3392" y="3140"/>
              <a:ext cx="0" cy="3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84" name="Line 56">
              <a:extLst>
                <a:ext uri="{FF2B5EF4-FFF2-40B4-BE49-F238E27FC236}">
                  <a16:creationId xmlns:a16="http://schemas.microsoft.com/office/drawing/2014/main" id="{784BCD56-4E43-F44A-8D45-90126D6D1B29}"/>
                </a:ext>
              </a:extLst>
            </p:cNvPr>
            <p:cNvSpPr>
              <a:spLocks noChangeShapeType="1"/>
            </p:cNvSpPr>
            <p:nvPr/>
          </p:nvSpPr>
          <p:spPr bwMode="auto">
            <a:xfrm>
              <a:off x="3822" y="3140"/>
              <a:ext cx="0" cy="3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85" name="Line 57">
              <a:extLst>
                <a:ext uri="{FF2B5EF4-FFF2-40B4-BE49-F238E27FC236}">
                  <a16:creationId xmlns:a16="http://schemas.microsoft.com/office/drawing/2014/main" id="{6C078E7A-8F7D-0949-BD60-83163B7B2BA4}"/>
                </a:ext>
              </a:extLst>
            </p:cNvPr>
            <p:cNvSpPr>
              <a:spLocks noChangeShapeType="1"/>
            </p:cNvSpPr>
            <p:nvPr/>
          </p:nvSpPr>
          <p:spPr bwMode="auto">
            <a:xfrm>
              <a:off x="4251" y="3140"/>
              <a:ext cx="0" cy="3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86" name="Line 58">
              <a:extLst>
                <a:ext uri="{FF2B5EF4-FFF2-40B4-BE49-F238E27FC236}">
                  <a16:creationId xmlns:a16="http://schemas.microsoft.com/office/drawing/2014/main" id="{8699F0AE-97B7-FA49-9A40-4ADC1DCB7ED0}"/>
                </a:ext>
              </a:extLst>
            </p:cNvPr>
            <p:cNvSpPr>
              <a:spLocks noChangeShapeType="1"/>
            </p:cNvSpPr>
            <p:nvPr/>
          </p:nvSpPr>
          <p:spPr bwMode="auto">
            <a:xfrm>
              <a:off x="4681" y="3140"/>
              <a:ext cx="0" cy="3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87" name="Line 59">
              <a:extLst>
                <a:ext uri="{FF2B5EF4-FFF2-40B4-BE49-F238E27FC236}">
                  <a16:creationId xmlns:a16="http://schemas.microsoft.com/office/drawing/2014/main" id="{7513D482-A339-8E42-9270-215C44DCD97A}"/>
                </a:ext>
              </a:extLst>
            </p:cNvPr>
            <p:cNvSpPr>
              <a:spLocks noChangeShapeType="1"/>
            </p:cNvSpPr>
            <p:nvPr/>
          </p:nvSpPr>
          <p:spPr bwMode="auto">
            <a:xfrm>
              <a:off x="5111" y="3140"/>
              <a:ext cx="0" cy="319"/>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13789" name="Text Box 61">
              <a:extLst>
                <a:ext uri="{FF2B5EF4-FFF2-40B4-BE49-F238E27FC236}">
                  <a16:creationId xmlns:a16="http://schemas.microsoft.com/office/drawing/2014/main" id="{78F584BE-463E-1247-850D-A343E4787245}"/>
                </a:ext>
              </a:extLst>
            </p:cNvPr>
            <p:cNvSpPr txBox="1">
              <a:spLocks noChangeArrowheads="1"/>
            </p:cNvSpPr>
            <p:nvPr/>
          </p:nvSpPr>
          <p:spPr bwMode="auto">
            <a:xfrm>
              <a:off x="1497" y="2704"/>
              <a:ext cx="931" cy="310"/>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Times New Roman" panose="02020603050405020304" pitchFamily="18" charset="0"/>
                </a:rPr>
                <a:t>发送窗口</a:t>
              </a:r>
            </a:p>
          </p:txBody>
        </p:sp>
      </p:grpSp>
      <p:sp>
        <p:nvSpPr>
          <p:cNvPr id="2" name="幻灯片编号占位符 1">
            <a:extLst>
              <a:ext uri="{FF2B5EF4-FFF2-40B4-BE49-F238E27FC236}">
                <a16:creationId xmlns:a16="http://schemas.microsoft.com/office/drawing/2014/main" id="{5A83F7D8-64AD-A04A-8409-632B56623EC4}"/>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2079AB1-E4A4-BD4A-A423-66887757A479}" type="slidenum">
              <a:rPr lang="en-US" altLang="zh-CN" sz="1050"/>
              <a:pPr>
                <a:defRPr/>
              </a:pPr>
              <a:t>43</a:t>
            </a:fld>
            <a:endParaRPr lang="en-US" altLang="zh-CN" sz="1050"/>
          </a:p>
        </p:txBody>
      </p:sp>
    </p:spTree>
    <p:extLst>
      <p:ext uri="{BB962C8B-B14F-4D97-AF65-F5344CB8AC3E}">
        <p14:creationId xmlns:p14="http://schemas.microsoft.com/office/powerpoint/2010/main" val="15579064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37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4754" name="Rectangle 2">
            <a:extLst>
              <a:ext uri="{FF2B5EF4-FFF2-40B4-BE49-F238E27FC236}">
                <a16:creationId xmlns:a16="http://schemas.microsoft.com/office/drawing/2014/main" id="{B0AEDA3D-3D6C-5246-9A21-1BC940535E3A}"/>
              </a:ext>
            </a:extLst>
          </p:cNvPr>
          <p:cNvSpPr>
            <a:spLocks noGrp="1" noChangeArrowheads="1"/>
          </p:cNvSpPr>
          <p:nvPr>
            <p:ph type="title"/>
          </p:nvPr>
        </p:nvSpPr>
        <p:spPr>
          <a:xfrm>
            <a:off x="182880" y="160735"/>
            <a:ext cx="6279833" cy="736997"/>
          </a:xfrm>
        </p:spPr>
        <p:txBody>
          <a:bodyPr/>
          <a:lstStyle/>
          <a:p>
            <a:pPr eaLnBrk="1" hangingPunct="1">
              <a:defRPr/>
            </a:pPr>
            <a:r>
              <a:rPr lang="zh-CN" altLang="en-US" sz="3000" dirty="0">
                <a:ea typeface="宋体" panose="02010600030101010101" pitchFamily="2" charset="-122"/>
              </a:rPr>
              <a:t>累积确认 </a:t>
            </a:r>
          </a:p>
        </p:txBody>
      </p:sp>
      <p:sp>
        <p:nvSpPr>
          <p:cNvPr id="714755" name="Rectangle 3">
            <a:extLst>
              <a:ext uri="{FF2B5EF4-FFF2-40B4-BE49-F238E27FC236}">
                <a16:creationId xmlns:a16="http://schemas.microsoft.com/office/drawing/2014/main" id="{5E1EDC01-5BF7-F04A-96CA-7B9EB716AC11}"/>
              </a:ext>
            </a:extLst>
          </p:cNvPr>
          <p:cNvSpPr>
            <a:spLocks noGrp="1" noChangeArrowheads="1"/>
          </p:cNvSpPr>
          <p:nvPr>
            <p:ph type="body" idx="1"/>
          </p:nvPr>
        </p:nvSpPr>
        <p:spPr>
          <a:xfrm>
            <a:off x="182880" y="1059656"/>
            <a:ext cx="8675370" cy="3833813"/>
          </a:xfrm>
        </p:spPr>
        <p:txBody>
          <a:bodyPr/>
          <a:lstStyle/>
          <a:p>
            <a:pPr eaLnBrk="1" hangingPunct="1">
              <a:defRPr/>
            </a:pPr>
            <a:r>
              <a:rPr lang="zh-CN" altLang="en-US" dirty="0">
                <a:latin typeface="Times New Roman" panose="02020603050405020304" pitchFamily="18" charset="0"/>
                <a:ea typeface="宋体" panose="02010600030101010101" pitchFamily="2" charset="-122"/>
              </a:rPr>
              <a:t>接收方一般采用</a:t>
            </a:r>
            <a:r>
              <a:rPr lang="zh-CN" altLang="en-US" dirty="0">
                <a:solidFill>
                  <a:schemeClr val="hlink"/>
                </a:solidFill>
                <a:latin typeface="Times New Roman" panose="02020603050405020304" pitchFamily="18" charset="0"/>
                <a:ea typeface="宋体" panose="02010600030101010101" pitchFamily="2" charset="-122"/>
              </a:rPr>
              <a:t>累积确认</a:t>
            </a:r>
            <a:r>
              <a:rPr lang="zh-CN" altLang="en-US" dirty="0">
                <a:latin typeface="Times New Roman" panose="02020603050405020304" pitchFamily="18" charset="0"/>
                <a:ea typeface="宋体" panose="02010600030101010101" pitchFamily="2" charset="-122"/>
              </a:rPr>
              <a:t>的方式。即不必对收到的分组逐个发送确认，而是对按序到达的最后一个分组发送确认，这样就表示：</a:t>
            </a:r>
            <a:r>
              <a:rPr lang="zh-CN" altLang="en-US" dirty="0">
                <a:solidFill>
                  <a:schemeClr val="hlink"/>
                </a:solidFill>
                <a:latin typeface="Times New Roman" panose="02020603050405020304" pitchFamily="18" charset="0"/>
                <a:ea typeface="宋体" panose="02010600030101010101" pitchFamily="2" charset="-122"/>
              </a:rPr>
              <a:t>到这个分组为止的所有分组都已正确收到了</a:t>
            </a:r>
            <a:r>
              <a:rPr lang="zh-CN" altLang="en-US" dirty="0">
                <a:latin typeface="Times New Roman" panose="02020603050405020304" pitchFamily="18" charset="0"/>
                <a:ea typeface="宋体" panose="02010600030101010101" pitchFamily="2" charset="-122"/>
              </a:rPr>
              <a:t>。</a:t>
            </a:r>
          </a:p>
          <a:p>
            <a:pPr eaLnBrk="1" hangingPunct="1">
              <a:defRPr/>
            </a:pPr>
            <a:r>
              <a:rPr lang="zh-CN" altLang="en-US" dirty="0">
                <a:latin typeface="Times New Roman" panose="02020603050405020304" pitchFamily="18" charset="0"/>
                <a:ea typeface="宋体" panose="02010600030101010101" pitchFamily="2" charset="-122"/>
              </a:rPr>
              <a:t>累积确认有的优点是：容易实现，即使确认丢失也不必重传。缺点是：不能向发送方反映出接收方已经正确收到的所有分组的信息。</a:t>
            </a:r>
          </a:p>
        </p:txBody>
      </p:sp>
      <p:sp>
        <p:nvSpPr>
          <p:cNvPr id="2" name="幻灯片编号占位符 1">
            <a:extLst>
              <a:ext uri="{FF2B5EF4-FFF2-40B4-BE49-F238E27FC236}">
                <a16:creationId xmlns:a16="http://schemas.microsoft.com/office/drawing/2014/main" id="{569F092E-EDA0-F64A-B051-602B5AB705EC}"/>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F149728-A30D-684D-8E54-03644ACD4929}" type="slidenum">
              <a:rPr lang="en-US" altLang="zh-CN" sz="1050"/>
              <a:pPr>
                <a:defRPr/>
              </a:pPr>
              <a:t>44</a:t>
            </a:fld>
            <a:endParaRPr lang="en-US" altLang="zh-CN" sz="1050"/>
          </a:p>
        </p:txBody>
      </p:sp>
    </p:spTree>
    <p:extLst>
      <p:ext uri="{BB962C8B-B14F-4D97-AF65-F5344CB8AC3E}">
        <p14:creationId xmlns:p14="http://schemas.microsoft.com/office/powerpoint/2010/main" val="3207152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826" name="Rectangle 2">
            <a:extLst>
              <a:ext uri="{FF2B5EF4-FFF2-40B4-BE49-F238E27FC236}">
                <a16:creationId xmlns:a16="http://schemas.microsoft.com/office/drawing/2014/main" id="{728B6021-05B0-D04E-9F8B-F67379FAA54D}"/>
              </a:ext>
            </a:extLst>
          </p:cNvPr>
          <p:cNvSpPr>
            <a:spLocks noGrp="1" noChangeArrowheads="1"/>
          </p:cNvSpPr>
          <p:nvPr>
            <p:ph type="title"/>
          </p:nvPr>
        </p:nvSpPr>
        <p:spPr>
          <a:xfrm>
            <a:off x="171450" y="160735"/>
            <a:ext cx="7209235" cy="736997"/>
          </a:xfrm>
        </p:spPr>
        <p:txBody>
          <a:bodyPr/>
          <a:lstStyle/>
          <a:p>
            <a:pPr eaLnBrk="1" hangingPunct="1">
              <a:defRPr/>
            </a:pPr>
            <a:r>
              <a:rPr lang="en-US" altLang="zh-CN" sz="3000" dirty="0">
                <a:ea typeface="宋体" panose="02010600030101010101" pitchFamily="2" charset="-122"/>
              </a:rPr>
              <a:t>Go-back-N</a:t>
            </a:r>
            <a:r>
              <a:rPr lang="zh-CN" altLang="en-US" sz="3000" dirty="0">
                <a:ea typeface="宋体" panose="02010600030101010101" pitchFamily="2" charset="-122"/>
              </a:rPr>
              <a:t>（回退 </a:t>
            </a:r>
            <a:r>
              <a:rPr lang="en-US" altLang="zh-CN" sz="3000" dirty="0">
                <a:ea typeface="宋体" panose="02010600030101010101" pitchFamily="2" charset="-122"/>
              </a:rPr>
              <a:t>N</a:t>
            </a:r>
            <a:r>
              <a:rPr lang="zh-CN" altLang="en-US" sz="3000" dirty="0">
                <a:ea typeface="宋体" panose="02010600030101010101" pitchFamily="2" charset="-122"/>
              </a:rPr>
              <a:t>） </a:t>
            </a:r>
          </a:p>
        </p:txBody>
      </p:sp>
      <p:sp>
        <p:nvSpPr>
          <p:cNvPr id="717827" name="Rectangle 3">
            <a:extLst>
              <a:ext uri="{FF2B5EF4-FFF2-40B4-BE49-F238E27FC236}">
                <a16:creationId xmlns:a16="http://schemas.microsoft.com/office/drawing/2014/main" id="{38875BFE-55CB-484A-9C9D-382299D36774}"/>
              </a:ext>
            </a:extLst>
          </p:cNvPr>
          <p:cNvSpPr>
            <a:spLocks noGrp="1" noChangeArrowheads="1"/>
          </p:cNvSpPr>
          <p:nvPr>
            <p:ph type="body" idx="1"/>
          </p:nvPr>
        </p:nvSpPr>
        <p:spPr>
          <a:xfrm>
            <a:off x="171450" y="1059656"/>
            <a:ext cx="8732520" cy="4158854"/>
          </a:xfrm>
        </p:spPr>
        <p:txBody>
          <a:bodyPr/>
          <a:lstStyle/>
          <a:p>
            <a:pPr eaLnBrk="1" hangingPunct="1">
              <a:lnSpc>
                <a:spcPct val="90000"/>
              </a:lnSpc>
              <a:defRPr/>
            </a:pPr>
            <a:r>
              <a:rPr lang="zh-CN" altLang="en-US" dirty="0">
                <a:latin typeface="Times New Roman" panose="02020603050405020304" pitchFamily="18" charset="0"/>
                <a:ea typeface="宋体" panose="02010600030101010101" pitchFamily="2" charset="-122"/>
              </a:rPr>
              <a:t>如果发送方发送了前 </a:t>
            </a:r>
            <a:r>
              <a:rPr lang="en-US" altLang="zh-CN" dirty="0">
                <a:latin typeface="Times New Roman" panose="02020603050405020304" pitchFamily="18" charset="0"/>
                <a:ea typeface="宋体" panose="02010600030101010101" pitchFamily="2" charset="-122"/>
              </a:rPr>
              <a:t>5 </a:t>
            </a:r>
            <a:r>
              <a:rPr lang="zh-CN" altLang="en-US" dirty="0">
                <a:latin typeface="Times New Roman" panose="02020603050405020304" pitchFamily="18" charset="0"/>
                <a:ea typeface="宋体" panose="02010600030101010101" pitchFamily="2" charset="-122"/>
              </a:rPr>
              <a:t>个分组，而中间的第 </a:t>
            </a:r>
            <a:r>
              <a:rPr lang="en-US" altLang="zh-CN" dirty="0">
                <a:latin typeface="Times New Roman" panose="02020603050405020304" pitchFamily="18" charset="0"/>
                <a:ea typeface="宋体" panose="02010600030101010101" pitchFamily="2" charset="-122"/>
              </a:rPr>
              <a:t>3 </a:t>
            </a:r>
            <a:r>
              <a:rPr lang="zh-CN" altLang="en-US" dirty="0">
                <a:latin typeface="Times New Roman" panose="02020603050405020304" pitchFamily="18" charset="0"/>
                <a:ea typeface="宋体" panose="02010600030101010101" pitchFamily="2" charset="-122"/>
              </a:rPr>
              <a:t>个分组丢失了。这时接收方只能对前两个分组发出确认。发送方无法知道后面三个分组的下落，而只好把后面的三个分组都再重传一次。</a:t>
            </a:r>
          </a:p>
          <a:p>
            <a:pPr eaLnBrk="1" hangingPunct="1">
              <a:lnSpc>
                <a:spcPct val="90000"/>
              </a:lnSpc>
              <a:defRPr/>
            </a:pPr>
            <a:r>
              <a:rPr lang="zh-CN" altLang="en-US" dirty="0">
                <a:latin typeface="Times New Roman" panose="02020603050405020304" pitchFamily="18" charset="0"/>
                <a:ea typeface="宋体" panose="02010600030101010101" pitchFamily="2" charset="-122"/>
              </a:rPr>
              <a:t>这就叫做 </a:t>
            </a:r>
            <a:r>
              <a:rPr lang="en-US" altLang="zh-CN" dirty="0">
                <a:latin typeface="Times New Roman" panose="02020603050405020304" pitchFamily="18" charset="0"/>
                <a:ea typeface="宋体" panose="02010600030101010101" pitchFamily="2" charset="-122"/>
              </a:rPr>
              <a:t>Go-back-N</a:t>
            </a:r>
            <a:r>
              <a:rPr lang="zh-CN" altLang="en-US" dirty="0">
                <a:latin typeface="Times New Roman" panose="02020603050405020304" pitchFamily="18" charset="0"/>
                <a:ea typeface="宋体" panose="02010600030101010101" pitchFamily="2" charset="-122"/>
              </a:rPr>
              <a:t>（回退 </a:t>
            </a:r>
            <a:r>
              <a:rPr lang="en-US" altLang="zh-CN" dirty="0">
                <a:latin typeface="Times New Roman" panose="02020603050405020304" pitchFamily="18" charset="0"/>
                <a:ea typeface="宋体" panose="02010600030101010101" pitchFamily="2" charset="-122"/>
              </a:rPr>
              <a:t>N</a:t>
            </a:r>
            <a:r>
              <a:rPr lang="zh-CN" altLang="en-US" dirty="0">
                <a:latin typeface="Times New Roman" panose="02020603050405020304" pitchFamily="18" charset="0"/>
                <a:ea typeface="宋体" panose="02010600030101010101" pitchFamily="2" charset="-122"/>
              </a:rPr>
              <a:t>），表示需要再退回来重传已发送过的 </a:t>
            </a:r>
            <a:r>
              <a:rPr lang="en-US" altLang="zh-CN" i="1" dirty="0">
                <a:latin typeface="Times New Roman" panose="02020603050405020304" pitchFamily="18" charset="0"/>
                <a:ea typeface="宋体" panose="02010600030101010101" pitchFamily="2" charset="-122"/>
              </a:rPr>
              <a:t>N </a:t>
            </a:r>
            <a:r>
              <a:rPr lang="zh-CN" altLang="en-US" dirty="0">
                <a:latin typeface="Times New Roman" panose="02020603050405020304" pitchFamily="18" charset="0"/>
                <a:ea typeface="宋体" panose="02010600030101010101" pitchFamily="2" charset="-122"/>
              </a:rPr>
              <a:t>个分组。</a:t>
            </a:r>
          </a:p>
          <a:p>
            <a:pPr eaLnBrk="1" hangingPunct="1">
              <a:lnSpc>
                <a:spcPct val="90000"/>
              </a:lnSpc>
              <a:defRPr/>
            </a:pPr>
            <a:r>
              <a:rPr lang="zh-CN" altLang="en-US" dirty="0">
                <a:latin typeface="Times New Roman" panose="02020603050405020304" pitchFamily="18" charset="0"/>
                <a:ea typeface="宋体" panose="02010600030101010101" pitchFamily="2" charset="-122"/>
              </a:rPr>
              <a:t>可见当通信线路质量不好时，连续 </a:t>
            </a:r>
            <a:r>
              <a:rPr lang="en-US" altLang="zh-CN" dirty="0">
                <a:latin typeface="Times New Roman" panose="02020603050405020304" pitchFamily="18" charset="0"/>
                <a:ea typeface="宋体" panose="02010600030101010101" pitchFamily="2" charset="-122"/>
              </a:rPr>
              <a:t>ARQ </a:t>
            </a:r>
            <a:r>
              <a:rPr lang="zh-CN" altLang="en-US" dirty="0">
                <a:latin typeface="Times New Roman" panose="02020603050405020304" pitchFamily="18" charset="0"/>
                <a:ea typeface="宋体" panose="02010600030101010101" pitchFamily="2" charset="-122"/>
              </a:rPr>
              <a:t>协议会带来负面的影响。 </a:t>
            </a:r>
          </a:p>
        </p:txBody>
      </p:sp>
      <p:sp>
        <p:nvSpPr>
          <p:cNvPr id="2" name="幻灯片编号占位符 1">
            <a:extLst>
              <a:ext uri="{FF2B5EF4-FFF2-40B4-BE49-F238E27FC236}">
                <a16:creationId xmlns:a16="http://schemas.microsoft.com/office/drawing/2014/main" id="{9DE9D90F-E04E-AF44-A633-E5AA820593C6}"/>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6F4A9DF-8966-8949-81DA-3005866FF823}" type="slidenum">
              <a:rPr lang="en-US" altLang="zh-CN" sz="1050"/>
              <a:pPr>
                <a:defRPr/>
              </a:pPr>
              <a:t>45</a:t>
            </a:fld>
            <a:endParaRPr lang="en-US" altLang="zh-CN" sz="1050"/>
          </a:p>
        </p:txBody>
      </p:sp>
    </p:spTree>
    <p:extLst>
      <p:ext uri="{BB962C8B-B14F-4D97-AF65-F5344CB8AC3E}">
        <p14:creationId xmlns:p14="http://schemas.microsoft.com/office/powerpoint/2010/main" val="12697227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9874" name="Rectangle 2">
            <a:extLst>
              <a:ext uri="{FF2B5EF4-FFF2-40B4-BE49-F238E27FC236}">
                <a16:creationId xmlns:a16="http://schemas.microsoft.com/office/drawing/2014/main" id="{7BD9B954-350E-3D48-B627-651FC595496A}"/>
              </a:ext>
            </a:extLst>
          </p:cNvPr>
          <p:cNvSpPr>
            <a:spLocks noGrp="1" noChangeArrowheads="1"/>
          </p:cNvSpPr>
          <p:nvPr>
            <p:ph type="title"/>
          </p:nvPr>
        </p:nvSpPr>
        <p:spPr/>
        <p:txBody>
          <a:bodyPr/>
          <a:lstStyle/>
          <a:p>
            <a:pPr eaLnBrk="1" hangingPunct="1">
              <a:defRPr/>
            </a:pPr>
            <a:r>
              <a:rPr lang="en-US" altLang="zh-CN" sz="3000" dirty="0">
                <a:ea typeface="宋体" panose="02010600030101010101" pitchFamily="2" charset="-122"/>
              </a:rPr>
              <a:t>TCP </a:t>
            </a:r>
            <a:r>
              <a:rPr lang="zh-CN" altLang="en-US" sz="3000" dirty="0">
                <a:ea typeface="宋体" panose="02010600030101010101" pitchFamily="2" charset="-122"/>
              </a:rPr>
              <a:t>可靠通信的具体实现 </a:t>
            </a:r>
          </a:p>
        </p:txBody>
      </p:sp>
      <p:sp>
        <p:nvSpPr>
          <p:cNvPr id="719875" name="Rectangle 3">
            <a:extLst>
              <a:ext uri="{FF2B5EF4-FFF2-40B4-BE49-F238E27FC236}">
                <a16:creationId xmlns:a16="http://schemas.microsoft.com/office/drawing/2014/main" id="{4CFA8BF0-23B9-E644-8EE2-DAB8F455E415}"/>
              </a:ext>
            </a:extLst>
          </p:cNvPr>
          <p:cNvSpPr>
            <a:spLocks noGrp="1" noChangeArrowheads="1"/>
          </p:cNvSpPr>
          <p:nvPr>
            <p:ph type="body" idx="1"/>
          </p:nvPr>
        </p:nvSpPr>
        <p:spPr>
          <a:xfrm>
            <a:off x="133563" y="1059656"/>
            <a:ext cx="8804952" cy="3996929"/>
          </a:xfrm>
        </p:spPr>
        <p:txBody>
          <a:bodyPr/>
          <a:lstStyle/>
          <a:p>
            <a:pPr eaLnBrk="1" hangingPunct="1">
              <a:lnSpc>
                <a:spcPct val="90000"/>
              </a:lnSpc>
              <a:defRPr/>
            </a:pP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连接的每一端都必须设有两个窗口</a:t>
            </a: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一个</a:t>
            </a:r>
            <a:r>
              <a:rPr lang="zh-CN" altLang="en-US" dirty="0">
                <a:solidFill>
                  <a:schemeClr val="hlink"/>
                </a:solidFill>
                <a:latin typeface="Times New Roman" panose="02020603050405020304" pitchFamily="18" charset="0"/>
                <a:ea typeface="宋体" panose="02010600030101010101" pitchFamily="2" charset="-122"/>
              </a:rPr>
              <a:t>发送窗口</a:t>
            </a:r>
            <a:r>
              <a:rPr lang="zh-CN" altLang="en-US" dirty="0">
                <a:latin typeface="Times New Roman" panose="02020603050405020304" pitchFamily="18" charset="0"/>
                <a:ea typeface="宋体" panose="02010600030101010101" pitchFamily="2" charset="-122"/>
              </a:rPr>
              <a:t>和一个</a:t>
            </a:r>
            <a:r>
              <a:rPr lang="zh-CN" altLang="en-US" dirty="0">
                <a:solidFill>
                  <a:schemeClr val="hlink"/>
                </a:solidFill>
                <a:latin typeface="Times New Roman" panose="02020603050405020304" pitchFamily="18" charset="0"/>
                <a:ea typeface="宋体" panose="02010600030101010101" pitchFamily="2" charset="-122"/>
              </a:rPr>
              <a:t>接收窗口</a:t>
            </a:r>
            <a:r>
              <a:rPr lang="zh-CN" altLang="en-US" dirty="0">
                <a:latin typeface="Times New Roman" panose="02020603050405020304" pitchFamily="18" charset="0"/>
                <a:ea typeface="宋体" panose="02010600030101010101" pitchFamily="2" charset="-122"/>
              </a:rPr>
              <a:t>。</a:t>
            </a:r>
          </a:p>
          <a:p>
            <a:pPr eaLnBrk="1" hangingPunct="1">
              <a:lnSpc>
                <a:spcPct val="90000"/>
              </a:lnSpc>
              <a:defRPr/>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的可靠传输机制用</a:t>
            </a:r>
            <a:r>
              <a:rPr lang="zh-CN" altLang="en-US" dirty="0">
                <a:solidFill>
                  <a:schemeClr val="hlink"/>
                </a:solidFill>
                <a:latin typeface="Times New Roman" panose="02020603050405020304" pitchFamily="18" charset="0"/>
                <a:ea typeface="宋体" panose="02010600030101010101" pitchFamily="2" charset="-122"/>
              </a:rPr>
              <a:t>字节的序号</a:t>
            </a:r>
            <a:r>
              <a:rPr lang="zh-CN" altLang="en-US" dirty="0">
                <a:latin typeface="Times New Roman" panose="02020603050405020304" pitchFamily="18" charset="0"/>
                <a:ea typeface="宋体" panose="02010600030101010101" pitchFamily="2" charset="-122"/>
              </a:rPr>
              <a:t>进行控制。</a:t>
            </a: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所有的确认都是</a:t>
            </a:r>
            <a:r>
              <a:rPr lang="zh-CN" altLang="en-US" dirty="0">
                <a:solidFill>
                  <a:schemeClr val="hlink"/>
                </a:solidFill>
                <a:latin typeface="Times New Roman" panose="02020603050405020304" pitchFamily="18" charset="0"/>
                <a:ea typeface="宋体" panose="02010600030101010101" pitchFamily="2" charset="-122"/>
              </a:rPr>
              <a:t>基于序号</a:t>
            </a:r>
            <a:r>
              <a:rPr lang="zh-CN" altLang="en-US" dirty="0">
                <a:latin typeface="Times New Roman" panose="02020603050405020304" pitchFamily="18" charset="0"/>
                <a:ea typeface="宋体" panose="02010600030101010101" pitchFamily="2" charset="-122"/>
              </a:rPr>
              <a:t>而不是基于报文段。</a:t>
            </a:r>
          </a:p>
          <a:p>
            <a:pPr eaLnBrk="1" hangingPunct="1">
              <a:lnSpc>
                <a:spcPct val="90000"/>
              </a:lnSpc>
              <a:defRPr/>
            </a:pPr>
            <a:r>
              <a:rPr lang="zh-CN" altLang="en-US" dirty="0">
                <a:latin typeface="Times New Roman" panose="02020603050405020304" pitchFamily="18" charset="0"/>
                <a:ea typeface="宋体" panose="02010600030101010101" pitchFamily="2" charset="-122"/>
              </a:rPr>
              <a:t> </a:t>
            </a: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两端的四个窗口经常处于</a:t>
            </a:r>
            <a:r>
              <a:rPr lang="zh-CN" altLang="en-US" dirty="0">
                <a:solidFill>
                  <a:schemeClr val="hlink"/>
                </a:solidFill>
                <a:latin typeface="Times New Roman" panose="02020603050405020304" pitchFamily="18" charset="0"/>
                <a:ea typeface="宋体" panose="02010600030101010101" pitchFamily="2" charset="-122"/>
              </a:rPr>
              <a:t>动态变化</a:t>
            </a:r>
            <a:r>
              <a:rPr lang="zh-CN" altLang="en-US" dirty="0">
                <a:latin typeface="Times New Roman" panose="02020603050405020304" pitchFamily="18" charset="0"/>
                <a:ea typeface="宋体" panose="02010600030101010101" pitchFamily="2" charset="-122"/>
              </a:rPr>
              <a:t>之中。</a:t>
            </a:r>
          </a:p>
          <a:p>
            <a:pPr eaLnBrk="1" hangingPunct="1">
              <a:lnSpc>
                <a:spcPct val="90000"/>
              </a:lnSpc>
              <a:defRPr/>
            </a:pPr>
            <a:r>
              <a:rPr lang="en-US" altLang="zh-CN" dirty="0">
                <a:latin typeface="Times New Roman" panose="02020603050405020304" pitchFamily="18" charset="0"/>
                <a:ea typeface="宋体" panose="02010600030101010101" pitchFamily="2" charset="-122"/>
              </a:rPr>
              <a:t>TCP</a:t>
            </a:r>
            <a:r>
              <a:rPr lang="zh-CN" altLang="en-US" dirty="0">
                <a:latin typeface="Times New Roman" panose="02020603050405020304" pitchFamily="18" charset="0"/>
                <a:ea typeface="宋体" panose="02010600030101010101" pitchFamily="2" charset="-122"/>
              </a:rPr>
              <a:t>连接的往返时间 </a:t>
            </a:r>
            <a:r>
              <a:rPr lang="en-US" altLang="zh-CN" dirty="0">
                <a:latin typeface="Times New Roman" panose="02020603050405020304" pitchFamily="18" charset="0"/>
                <a:ea typeface="宋体" panose="02010600030101010101" pitchFamily="2" charset="-122"/>
              </a:rPr>
              <a:t>RTT </a:t>
            </a:r>
            <a:r>
              <a:rPr lang="zh-CN" altLang="en-US" dirty="0">
                <a:latin typeface="Times New Roman" panose="02020603050405020304" pitchFamily="18" charset="0"/>
                <a:ea typeface="宋体" panose="02010600030101010101" pitchFamily="2" charset="-122"/>
              </a:rPr>
              <a:t>也</a:t>
            </a:r>
            <a:r>
              <a:rPr lang="zh-CN" altLang="en-US" dirty="0">
                <a:solidFill>
                  <a:schemeClr val="hlink"/>
                </a:solidFill>
                <a:latin typeface="Times New Roman" panose="02020603050405020304" pitchFamily="18" charset="0"/>
                <a:ea typeface="宋体" panose="02010600030101010101" pitchFamily="2" charset="-122"/>
              </a:rPr>
              <a:t>不是固定不变的</a:t>
            </a:r>
            <a:r>
              <a:rPr lang="zh-CN" altLang="en-US" dirty="0">
                <a:latin typeface="Times New Roman" panose="02020603050405020304" pitchFamily="18" charset="0"/>
                <a:ea typeface="宋体" panose="02010600030101010101" pitchFamily="2" charset="-122"/>
              </a:rPr>
              <a:t>。需要使用特定的算法估算较为合理的重传时间。  </a:t>
            </a:r>
          </a:p>
        </p:txBody>
      </p:sp>
      <p:sp>
        <p:nvSpPr>
          <p:cNvPr id="2" name="幻灯片编号占位符 1">
            <a:extLst>
              <a:ext uri="{FF2B5EF4-FFF2-40B4-BE49-F238E27FC236}">
                <a16:creationId xmlns:a16="http://schemas.microsoft.com/office/drawing/2014/main" id="{949B1D6D-5821-D041-89FB-44B89B18F1DC}"/>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336F0B0-1ABD-2146-BA22-D0843151FFC3}" type="slidenum">
              <a:rPr lang="en-US" altLang="zh-CN" sz="1050"/>
              <a:pPr>
                <a:defRPr/>
              </a:pPr>
              <a:t>46</a:t>
            </a:fld>
            <a:endParaRPr lang="en-US" altLang="zh-CN" sz="1050"/>
          </a:p>
        </p:txBody>
      </p:sp>
    </p:spTree>
    <p:extLst>
      <p:ext uri="{BB962C8B-B14F-4D97-AF65-F5344CB8AC3E}">
        <p14:creationId xmlns:p14="http://schemas.microsoft.com/office/powerpoint/2010/main" val="12012321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8" name="AutoShape 4">
            <a:extLst>
              <a:ext uri="{FF2B5EF4-FFF2-40B4-BE49-F238E27FC236}">
                <a16:creationId xmlns:a16="http://schemas.microsoft.com/office/drawing/2014/main" id="{8960249E-81B4-0848-B13E-6275250DF26B}"/>
              </a:ext>
            </a:extLst>
          </p:cNvPr>
          <p:cNvSpPr>
            <a:spLocks noChangeArrowheads="1"/>
          </p:cNvSpPr>
          <p:nvPr/>
        </p:nvSpPr>
        <p:spPr bwMode="auto">
          <a:xfrm>
            <a:off x="1635919" y="4717257"/>
            <a:ext cx="476250" cy="189310"/>
          </a:xfrm>
          <a:prstGeom prst="leftArrow">
            <a:avLst>
              <a:gd name="adj1" fmla="val 50000"/>
              <a:gd name="adj2" fmla="val 62893"/>
            </a:avLst>
          </a:prstGeom>
          <a:solidFill>
            <a:schemeClr val="hlink"/>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90" name="Rectangle 106">
            <a:extLst>
              <a:ext uri="{FF2B5EF4-FFF2-40B4-BE49-F238E27FC236}">
                <a16:creationId xmlns:a16="http://schemas.microsoft.com/office/drawing/2014/main" id="{553F46ED-31E7-DE4B-8C83-DB6E4F706110}"/>
              </a:ext>
            </a:extLst>
          </p:cNvPr>
          <p:cNvSpPr>
            <a:spLocks noChangeArrowheads="1"/>
          </p:cNvSpPr>
          <p:nvPr/>
        </p:nvSpPr>
        <p:spPr bwMode="auto">
          <a:xfrm>
            <a:off x="2087166" y="4623198"/>
            <a:ext cx="919163" cy="378619"/>
          </a:xfrm>
          <a:prstGeom prst="rect">
            <a:avLst/>
          </a:prstGeom>
          <a:solidFill>
            <a:srgbClr val="CCFF99"/>
          </a:solidFill>
          <a:ln w="19050">
            <a:solidFill>
              <a:srgbClr val="333399"/>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17" name="Line 33">
            <a:extLst>
              <a:ext uri="{FF2B5EF4-FFF2-40B4-BE49-F238E27FC236}">
                <a16:creationId xmlns:a16="http://schemas.microsoft.com/office/drawing/2014/main" id="{44EC80F1-477D-2542-9B0B-A3E5B0216C9E}"/>
              </a:ext>
            </a:extLst>
          </p:cNvPr>
          <p:cNvSpPr>
            <a:spLocks noChangeShapeType="1"/>
          </p:cNvSpPr>
          <p:nvPr/>
        </p:nvSpPr>
        <p:spPr bwMode="auto">
          <a:xfrm flipH="1">
            <a:off x="1839517" y="1547099"/>
            <a:ext cx="11906" cy="2068115"/>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2818" name="Rectangle 34">
            <a:extLst>
              <a:ext uri="{FF2B5EF4-FFF2-40B4-BE49-F238E27FC236}">
                <a16:creationId xmlns:a16="http://schemas.microsoft.com/office/drawing/2014/main" id="{58961AF9-7917-E74A-8AAB-5BD17ED20813}"/>
              </a:ext>
            </a:extLst>
          </p:cNvPr>
          <p:cNvSpPr>
            <a:spLocks noChangeArrowheads="1"/>
          </p:cNvSpPr>
          <p:nvPr/>
        </p:nvSpPr>
        <p:spPr bwMode="auto">
          <a:xfrm>
            <a:off x="1621631" y="2349580"/>
            <a:ext cx="444834" cy="399726"/>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200">
                <a:solidFill>
                  <a:srgbClr val="333399"/>
                </a:solidFill>
                <a:latin typeface="Arial" panose="020B0604020202020204" pitchFamily="34" charset="0"/>
              </a:rPr>
              <a:t>TCP</a:t>
            </a:r>
          </a:p>
          <a:p>
            <a:pPr>
              <a:lnSpc>
                <a:spcPct val="90000"/>
              </a:lnSpc>
              <a:defRPr/>
            </a:pPr>
            <a:r>
              <a:rPr kumimoji="1" lang="zh-CN" altLang="en-US" sz="1200">
                <a:solidFill>
                  <a:srgbClr val="333399"/>
                </a:solidFill>
                <a:latin typeface="Arial" panose="020B0604020202020204" pitchFamily="34" charset="0"/>
              </a:rPr>
              <a:t>首部</a:t>
            </a:r>
          </a:p>
        </p:txBody>
      </p:sp>
      <p:sp>
        <p:nvSpPr>
          <p:cNvPr id="502819" name="Line 35">
            <a:extLst>
              <a:ext uri="{FF2B5EF4-FFF2-40B4-BE49-F238E27FC236}">
                <a16:creationId xmlns:a16="http://schemas.microsoft.com/office/drawing/2014/main" id="{86F3A231-F5A6-D840-A3CE-2DAE23040C13}"/>
              </a:ext>
            </a:extLst>
          </p:cNvPr>
          <p:cNvSpPr>
            <a:spLocks noChangeShapeType="1"/>
          </p:cNvSpPr>
          <p:nvPr/>
        </p:nvSpPr>
        <p:spPr bwMode="auto">
          <a:xfrm>
            <a:off x="7483079" y="1542336"/>
            <a:ext cx="0" cy="1737122"/>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2820" name="Rectangle 36">
            <a:extLst>
              <a:ext uri="{FF2B5EF4-FFF2-40B4-BE49-F238E27FC236}">
                <a16:creationId xmlns:a16="http://schemas.microsoft.com/office/drawing/2014/main" id="{FD3FF34F-54E0-4945-AA0E-4878F68429C3}"/>
              </a:ext>
            </a:extLst>
          </p:cNvPr>
          <p:cNvSpPr>
            <a:spLocks noChangeArrowheads="1"/>
          </p:cNvSpPr>
          <p:nvPr/>
        </p:nvSpPr>
        <p:spPr bwMode="auto">
          <a:xfrm>
            <a:off x="7141411" y="2156699"/>
            <a:ext cx="811922" cy="399726"/>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200">
                <a:solidFill>
                  <a:srgbClr val="333399"/>
                </a:solidFill>
                <a:latin typeface="Arial" panose="020B0604020202020204" pitchFamily="34" charset="0"/>
              </a:rPr>
              <a:t>20 </a:t>
            </a:r>
            <a:r>
              <a:rPr kumimoji="1" lang="zh-CN" altLang="en-US" sz="1200">
                <a:solidFill>
                  <a:srgbClr val="333399"/>
                </a:solidFill>
                <a:latin typeface="Arial" panose="020B0604020202020204" pitchFamily="34" charset="0"/>
              </a:rPr>
              <a:t>字节的</a:t>
            </a:r>
          </a:p>
          <a:p>
            <a:pPr algn="ctr">
              <a:lnSpc>
                <a:spcPct val="90000"/>
              </a:lnSpc>
              <a:defRPr/>
            </a:pPr>
            <a:r>
              <a:rPr kumimoji="1" lang="zh-CN" altLang="en-US" sz="1200">
                <a:solidFill>
                  <a:srgbClr val="333399"/>
                </a:solidFill>
                <a:latin typeface="Arial" panose="020B0604020202020204" pitchFamily="34" charset="0"/>
              </a:rPr>
              <a:t>固定首部</a:t>
            </a:r>
          </a:p>
        </p:txBody>
      </p:sp>
      <p:sp>
        <p:nvSpPr>
          <p:cNvPr id="502859" name="Rectangle 75">
            <a:extLst>
              <a:ext uri="{FF2B5EF4-FFF2-40B4-BE49-F238E27FC236}">
                <a16:creationId xmlns:a16="http://schemas.microsoft.com/office/drawing/2014/main" id="{7F5030E0-4582-6243-9AB2-C062F41B5199}"/>
              </a:ext>
            </a:extLst>
          </p:cNvPr>
          <p:cNvSpPr>
            <a:spLocks noChangeArrowheads="1"/>
          </p:cNvSpPr>
          <p:nvPr/>
        </p:nvSpPr>
        <p:spPr bwMode="auto">
          <a:xfrm>
            <a:off x="2056210" y="1545907"/>
            <a:ext cx="5107781" cy="2072879"/>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789" name="Freeform 5">
            <a:extLst>
              <a:ext uri="{FF2B5EF4-FFF2-40B4-BE49-F238E27FC236}">
                <a16:creationId xmlns:a16="http://schemas.microsoft.com/office/drawing/2014/main" id="{2AD4E0A8-9887-D047-80D2-44C00507E41D}"/>
              </a:ext>
            </a:extLst>
          </p:cNvPr>
          <p:cNvSpPr>
            <a:spLocks/>
          </p:cNvSpPr>
          <p:nvPr/>
        </p:nvSpPr>
        <p:spPr bwMode="auto">
          <a:xfrm>
            <a:off x="2063353" y="3635454"/>
            <a:ext cx="5119688" cy="276940"/>
          </a:xfrm>
          <a:custGeom>
            <a:avLst/>
            <a:gdLst>
              <a:gd name="T0" fmla="*/ 0 w 4626"/>
              <a:gd name="T1" fmla="*/ 0 h 544"/>
              <a:gd name="T2" fmla="*/ 1270515 w 4626"/>
              <a:gd name="T3" fmla="*/ 757237 h 544"/>
              <a:gd name="T4" fmla="*/ 2676787 w 4626"/>
              <a:gd name="T5" fmla="*/ 757237 h 544"/>
              <a:gd name="T6" fmla="*/ 6826250 w 4626"/>
              <a:gd name="T7" fmla="*/ 0 h 544"/>
              <a:gd name="T8" fmla="*/ 0 w 4626"/>
              <a:gd name="T9" fmla="*/ 0 h 54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626" h="544">
                <a:moveTo>
                  <a:pt x="0" y="0"/>
                </a:moveTo>
                <a:lnTo>
                  <a:pt x="861" y="544"/>
                </a:lnTo>
                <a:lnTo>
                  <a:pt x="1814" y="544"/>
                </a:lnTo>
                <a:lnTo>
                  <a:pt x="4626" y="0"/>
                </a:lnTo>
                <a:lnTo>
                  <a:pt x="0" y="0"/>
                </a:lnTo>
                <a:close/>
              </a:path>
            </a:pathLst>
          </a:custGeom>
          <a:gradFill rotWithShape="1">
            <a:gsLst>
              <a:gs pos="0">
                <a:srgbClr val="B2B28E"/>
              </a:gs>
              <a:gs pos="100000">
                <a:srgbClr val="FFFFCC"/>
              </a:gs>
            </a:gsLst>
            <a:lin ang="5400000" scaled="1"/>
          </a:gradFill>
          <a:ln>
            <a:noFill/>
          </a:ln>
          <a:effectLst/>
        </p:spPr>
        <p:txBody>
          <a:bodyPr/>
          <a:lstStyle/>
          <a:p>
            <a:pPr>
              <a:defRPr/>
            </a:pPr>
            <a:endParaRPr lang="zh-CN" altLang="en-US"/>
          </a:p>
        </p:txBody>
      </p:sp>
      <p:sp>
        <p:nvSpPr>
          <p:cNvPr id="502790" name="Line 6">
            <a:extLst>
              <a:ext uri="{FF2B5EF4-FFF2-40B4-BE49-F238E27FC236}">
                <a16:creationId xmlns:a16="http://schemas.microsoft.com/office/drawing/2014/main" id="{98928711-E54B-7746-A8F5-C1F106C861C4}"/>
              </a:ext>
            </a:extLst>
          </p:cNvPr>
          <p:cNvSpPr>
            <a:spLocks noChangeShapeType="1"/>
          </p:cNvSpPr>
          <p:nvPr/>
        </p:nvSpPr>
        <p:spPr bwMode="auto">
          <a:xfrm>
            <a:off x="2051448" y="1898333"/>
            <a:ext cx="5116115"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791" name="Line 7">
            <a:extLst>
              <a:ext uri="{FF2B5EF4-FFF2-40B4-BE49-F238E27FC236}">
                <a16:creationId xmlns:a16="http://schemas.microsoft.com/office/drawing/2014/main" id="{1CEB0D2C-E096-FF46-9418-F63490DB6C74}"/>
              </a:ext>
            </a:extLst>
          </p:cNvPr>
          <p:cNvSpPr>
            <a:spLocks noChangeShapeType="1"/>
          </p:cNvSpPr>
          <p:nvPr/>
        </p:nvSpPr>
        <p:spPr bwMode="auto">
          <a:xfrm>
            <a:off x="2060973" y="2247186"/>
            <a:ext cx="5106590"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792" name="Line 8">
            <a:extLst>
              <a:ext uri="{FF2B5EF4-FFF2-40B4-BE49-F238E27FC236}">
                <a16:creationId xmlns:a16="http://schemas.microsoft.com/office/drawing/2014/main" id="{92A52BAD-F1D7-E34F-9009-9DA391DF2CC8}"/>
              </a:ext>
            </a:extLst>
          </p:cNvPr>
          <p:cNvSpPr>
            <a:spLocks noChangeShapeType="1"/>
          </p:cNvSpPr>
          <p:nvPr/>
        </p:nvSpPr>
        <p:spPr bwMode="auto">
          <a:xfrm>
            <a:off x="2051448" y="2594849"/>
            <a:ext cx="5116115"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793" name="Line 9">
            <a:extLst>
              <a:ext uri="{FF2B5EF4-FFF2-40B4-BE49-F238E27FC236}">
                <a16:creationId xmlns:a16="http://schemas.microsoft.com/office/drawing/2014/main" id="{0994D59F-EF8E-4745-836C-ABC9A3CD6481}"/>
              </a:ext>
            </a:extLst>
          </p:cNvPr>
          <p:cNvSpPr>
            <a:spLocks noChangeShapeType="1"/>
          </p:cNvSpPr>
          <p:nvPr/>
        </p:nvSpPr>
        <p:spPr bwMode="auto">
          <a:xfrm>
            <a:off x="2051448" y="2942511"/>
            <a:ext cx="5116115"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794" name="Line 10">
            <a:extLst>
              <a:ext uri="{FF2B5EF4-FFF2-40B4-BE49-F238E27FC236}">
                <a16:creationId xmlns:a16="http://schemas.microsoft.com/office/drawing/2014/main" id="{E3CC5FD1-DAD8-1142-A34B-08D5EFBAAE5B}"/>
              </a:ext>
            </a:extLst>
          </p:cNvPr>
          <p:cNvSpPr>
            <a:spLocks noChangeShapeType="1"/>
          </p:cNvSpPr>
          <p:nvPr/>
        </p:nvSpPr>
        <p:spPr bwMode="auto">
          <a:xfrm>
            <a:off x="2060973" y="3291364"/>
            <a:ext cx="5106590"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795" name="Line 11">
            <a:extLst>
              <a:ext uri="{FF2B5EF4-FFF2-40B4-BE49-F238E27FC236}">
                <a16:creationId xmlns:a16="http://schemas.microsoft.com/office/drawing/2014/main" id="{195555B1-2401-8349-A602-0706D08CE853}"/>
              </a:ext>
            </a:extLst>
          </p:cNvPr>
          <p:cNvSpPr>
            <a:spLocks noChangeShapeType="1"/>
          </p:cNvSpPr>
          <p:nvPr/>
        </p:nvSpPr>
        <p:spPr bwMode="auto">
          <a:xfrm>
            <a:off x="4611291" y="1549480"/>
            <a:ext cx="0" cy="355997"/>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796" name="Rectangle 12">
            <a:extLst>
              <a:ext uri="{FF2B5EF4-FFF2-40B4-BE49-F238E27FC236}">
                <a16:creationId xmlns:a16="http://schemas.microsoft.com/office/drawing/2014/main" id="{85B82375-108F-5940-8679-F151F369B768}"/>
              </a:ext>
            </a:extLst>
          </p:cNvPr>
          <p:cNvSpPr>
            <a:spLocks noChangeArrowheads="1"/>
          </p:cNvSpPr>
          <p:nvPr/>
        </p:nvSpPr>
        <p:spPr bwMode="auto">
          <a:xfrm>
            <a:off x="5409010" y="1613773"/>
            <a:ext cx="1012297" cy="251993"/>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a:solidFill>
                  <a:srgbClr val="333399"/>
                </a:solidFill>
                <a:latin typeface="Arial" panose="020B0604020202020204" pitchFamily="34" charset="0"/>
              </a:rPr>
              <a:t>目  的  端  口</a:t>
            </a:r>
          </a:p>
        </p:txBody>
      </p:sp>
      <p:sp>
        <p:nvSpPr>
          <p:cNvPr id="502797" name="Rectangle 13">
            <a:extLst>
              <a:ext uri="{FF2B5EF4-FFF2-40B4-BE49-F238E27FC236}">
                <a16:creationId xmlns:a16="http://schemas.microsoft.com/office/drawing/2014/main" id="{B87EC0FC-E6A1-804D-A590-3250AE44AE01}"/>
              </a:ext>
            </a:extLst>
          </p:cNvPr>
          <p:cNvSpPr>
            <a:spLocks noChangeArrowheads="1"/>
          </p:cNvSpPr>
          <p:nvPr/>
        </p:nvSpPr>
        <p:spPr bwMode="auto">
          <a:xfrm>
            <a:off x="2158604" y="2550795"/>
            <a:ext cx="444834" cy="436659"/>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a:solidFill>
                  <a:srgbClr val="333399"/>
                </a:solidFill>
                <a:latin typeface="Arial" panose="020B0604020202020204" pitchFamily="34" charset="0"/>
              </a:rPr>
              <a:t>数据</a:t>
            </a:r>
          </a:p>
          <a:p>
            <a:pPr>
              <a:defRPr/>
            </a:pPr>
            <a:r>
              <a:rPr kumimoji="1" lang="zh-CN" altLang="en-US" sz="1200">
                <a:solidFill>
                  <a:srgbClr val="333399"/>
                </a:solidFill>
                <a:latin typeface="Arial" panose="020B0604020202020204" pitchFamily="34" charset="0"/>
              </a:rPr>
              <a:t>偏移</a:t>
            </a:r>
          </a:p>
        </p:txBody>
      </p:sp>
      <p:sp>
        <p:nvSpPr>
          <p:cNvPr id="502798" name="Rectangle 14">
            <a:extLst>
              <a:ext uri="{FF2B5EF4-FFF2-40B4-BE49-F238E27FC236}">
                <a16:creationId xmlns:a16="http://schemas.microsoft.com/office/drawing/2014/main" id="{B216CB8A-D303-E94A-A23A-6B836C4DED8B}"/>
              </a:ext>
            </a:extLst>
          </p:cNvPr>
          <p:cNvSpPr>
            <a:spLocks noChangeArrowheads="1"/>
          </p:cNvSpPr>
          <p:nvPr/>
        </p:nvSpPr>
        <p:spPr bwMode="auto">
          <a:xfrm>
            <a:off x="2875360" y="3011567"/>
            <a:ext cx="858409" cy="251993"/>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a:solidFill>
                  <a:srgbClr val="333399"/>
                </a:solidFill>
                <a:latin typeface="Arial" panose="020B0604020202020204" pitchFamily="34" charset="0"/>
              </a:rPr>
              <a:t>检   验   和</a:t>
            </a:r>
          </a:p>
        </p:txBody>
      </p:sp>
      <p:sp>
        <p:nvSpPr>
          <p:cNvPr id="502799" name="Rectangle 15">
            <a:extLst>
              <a:ext uri="{FF2B5EF4-FFF2-40B4-BE49-F238E27FC236}">
                <a16:creationId xmlns:a16="http://schemas.microsoft.com/office/drawing/2014/main" id="{62C62A40-8E1C-1D43-8EAB-D5BF563625B0}"/>
              </a:ext>
            </a:extLst>
          </p:cNvPr>
          <p:cNvSpPr>
            <a:spLocks noChangeArrowheads="1"/>
          </p:cNvSpPr>
          <p:nvPr/>
        </p:nvSpPr>
        <p:spPr bwMode="auto">
          <a:xfrm>
            <a:off x="3009900" y="3333036"/>
            <a:ext cx="2125266" cy="251993"/>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dirty="0">
                <a:solidFill>
                  <a:srgbClr val="333399"/>
                </a:solidFill>
                <a:latin typeface="Arial" panose="020B0604020202020204" pitchFamily="34" charset="0"/>
              </a:rPr>
              <a:t>选    项    （长  度  可  变）</a:t>
            </a:r>
          </a:p>
        </p:txBody>
      </p:sp>
      <p:sp>
        <p:nvSpPr>
          <p:cNvPr id="502800" name="Rectangle 16">
            <a:extLst>
              <a:ext uri="{FF2B5EF4-FFF2-40B4-BE49-F238E27FC236}">
                <a16:creationId xmlns:a16="http://schemas.microsoft.com/office/drawing/2014/main" id="{029E3D96-065B-8C4B-85F7-E2441319C1FF}"/>
              </a:ext>
            </a:extLst>
          </p:cNvPr>
          <p:cNvSpPr>
            <a:spLocks noChangeArrowheads="1"/>
          </p:cNvSpPr>
          <p:nvPr/>
        </p:nvSpPr>
        <p:spPr bwMode="auto">
          <a:xfrm>
            <a:off x="2951560" y="1613773"/>
            <a:ext cx="771847" cy="251993"/>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a:solidFill>
                  <a:srgbClr val="333399"/>
                </a:solidFill>
                <a:latin typeface="Arial" panose="020B0604020202020204" pitchFamily="34" charset="0"/>
              </a:rPr>
              <a:t>源  端  口</a:t>
            </a:r>
          </a:p>
        </p:txBody>
      </p:sp>
      <p:sp>
        <p:nvSpPr>
          <p:cNvPr id="502801" name="Rectangle 17">
            <a:extLst>
              <a:ext uri="{FF2B5EF4-FFF2-40B4-BE49-F238E27FC236}">
                <a16:creationId xmlns:a16="http://schemas.microsoft.com/office/drawing/2014/main" id="{A7C6DC8F-EA6C-B340-B1E1-4FF7D48EDF9D}"/>
              </a:ext>
            </a:extLst>
          </p:cNvPr>
          <p:cNvSpPr>
            <a:spLocks noChangeArrowheads="1"/>
          </p:cNvSpPr>
          <p:nvPr/>
        </p:nvSpPr>
        <p:spPr bwMode="auto">
          <a:xfrm>
            <a:off x="4316016" y="1957864"/>
            <a:ext cx="577453" cy="251993"/>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a:solidFill>
                  <a:srgbClr val="333399"/>
                </a:solidFill>
                <a:latin typeface="Arial" panose="020B0604020202020204" pitchFamily="34" charset="0"/>
              </a:rPr>
              <a:t>序   号</a:t>
            </a:r>
          </a:p>
        </p:txBody>
      </p:sp>
      <p:sp>
        <p:nvSpPr>
          <p:cNvPr id="502802" name="Line 18">
            <a:extLst>
              <a:ext uri="{FF2B5EF4-FFF2-40B4-BE49-F238E27FC236}">
                <a16:creationId xmlns:a16="http://schemas.microsoft.com/office/drawing/2014/main" id="{4FA1AC63-4B43-424D-AE1E-4F36EED27577}"/>
              </a:ext>
            </a:extLst>
          </p:cNvPr>
          <p:cNvSpPr>
            <a:spLocks noChangeShapeType="1"/>
          </p:cNvSpPr>
          <p:nvPr/>
        </p:nvSpPr>
        <p:spPr bwMode="auto">
          <a:xfrm>
            <a:off x="4614863" y="2599612"/>
            <a:ext cx="0" cy="68699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03" name="Rectangle 19">
            <a:extLst>
              <a:ext uri="{FF2B5EF4-FFF2-40B4-BE49-F238E27FC236}">
                <a16:creationId xmlns:a16="http://schemas.microsoft.com/office/drawing/2014/main" id="{22801426-4158-4B4C-A1AD-428B831FEA65}"/>
              </a:ext>
            </a:extLst>
          </p:cNvPr>
          <p:cNvSpPr>
            <a:spLocks noChangeArrowheads="1"/>
          </p:cNvSpPr>
          <p:nvPr/>
        </p:nvSpPr>
        <p:spPr bwMode="auto">
          <a:xfrm>
            <a:off x="5301854" y="3011567"/>
            <a:ext cx="1142141" cy="251993"/>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a:solidFill>
                  <a:srgbClr val="333399"/>
                </a:solidFill>
                <a:latin typeface="Arial" panose="020B0604020202020204" pitchFamily="34" charset="0"/>
              </a:rPr>
              <a:t>紧   急   指   针</a:t>
            </a:r>
          </a:p>
        </p:txBody>
      </p:sp>
      <p:sp>
        <p:nvSpPr>
          <p:cNvPr id="502804" name="Rectangle 20">
            <a:extLst>
              <a:ext uri="{FF2B5EF4-FFF2-40B4-BE49-F238E27FC236}">
                <a16:creationId xmlns:a16="http://schemas.microsoft.com/office/drawing/2014/main" id="{A390EED2-33B2-C64D-9D04-A45F4D701BDD}"/>
              </a:ext>
            </a:extLst>
          </p:cNvPr>
          <p:cNvSpPr>
            <a:spLocks noChangeArrowheads="1"/>
          </p:cNvSpPr>
          <p:nvPr/>
        </p:nvSpPr>
        <p:spPr bwMode="auto">
          <a:xfrm>
            <a:off x="5600700" y="2650807"/>
            <a:ext cx="574678" cy="251993"/>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a:solidFill>
                  <a:srgbClr val="333399"/>
                </a:solidFill>
                <a:latin typeface="Arial" panose="020B0604020202020204" pitchFamily="34" charset="0"/>
              </a:rPr>
              <a:t>窗   口</a:t>
            </a:r>
          </a:p>
        </p:txBody>
      </p:sp>
      <p:sp>
        <p:nvSpPr>
          <p:cNvPr id="502805" name="Rectangle 21">
            <a:extLst>
              <a:ext uri="{FF2B5EF4-FFF2-40B4-BE49-F238E27FC236}">
                <a16:creationId xmlns:a16="http://schemas.microsoft.com/office/drawing/2014/main" id="{4C690446-8D68-794E-A804-680F1A710ABA}"/>
              </a:ext>
            </a:extLst>
          </p:cNvPr>
          <p:cNvSpPr>
            <a:spLocks noChangeArrowheads="1"/>
          </p:cNvSpPr>
          <p:nvPr/>
        </p:nvSpPr>
        <p:spPr bwMode="auto">
          <a:xfrm>
            <a:off x="4152900" y="2321005"/>
            <a:ext cx="972741" cy="251993"/>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a:solidFill>
                  <a:srgbClr val="333399"/>
                </a:solidFill>
                <a:latin typeface="Arial" panose="020B0604020202020204" pitchFamily="34" charset="0"/>
              </a:rPr>
              <a:t>确    认    号</a:t>
            </a:r>
          </a:p>
        </p:txBody>
      </p:sp>
      <p:sp>
        <p:nvSpPr>
          <p:cNvPr id="502806" name="Line 22">
            <a:extLst>
              <a:ext uri="{FF2B5EF4-FFF2-40B4-BE49-F238E27FC236}">
                <a16:creationId xmlns:a16="http://schemas.microsoft.com/office/drawing/2014/main" id="{044A0F1A-CAC3-114B-B329-B9476B6B8AEA}"/>
              </a:ext>
            </a:extLst>
          </p:cNvPr>
          <p:cNvSpPr>
            <a:spLocks noChangeShapeType="1"/>
          </p:cNvSpPr>
          <p:nvPr/>
        </p:nvSpPr>
        <p:spPr bwMode="auto">
          <a:xfrm>
            <a:off x="2692004" y="2599611"/>
            <a:ext cx="0" cy="34766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07" name="Line 23">
            <a:extLst>
              <a:ext uri="{FF2B5EF4-FFF2-40B4-BE49-F238E27FC236}">
                <a16:creationId xmlns:a16="http://schemas.microsoft.com/office/drawing/2014/main" id="{5DFC32BF-75AC-4243-977C-E44E5DB60D85}"/>
              </a:ext>
            </a:extLst>
          </p:cNvPr>
          <p:cNvSpPr>
            <a:spLocks noChangeShapeType="1"/>
          </p:cNvSpPr>
          <p:nvPr/>
        </p:nvSpPr>
        <p:spPr bwMode="auto">
          <a:xfrm>
            <a:off x="3973116" y="2596039"/>
            <a:ext cx="0" cy="34290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08" name="Line 24">
            <a:extLst>
              <a:ext uri="{FF2B5EF4-FFF2-40B4-BE49-F238E27FC236}">
                <a16:creationId xmlns:a16="http://schemas.microsoft.com/office/drawing/2014/main" id="{E7EF86FF-7575-254D-8248-A90ADB9161EA}"/>
              </a:ext>
            </a:extLst>
          </p:cNvPr>
          <p:cNvSpPr>
            <a:spLocks noChangeShapeType="1"/>
          </p:cNvSpPr>
          <p:nvPr/>
        </p:nvSpPr>
        <p:spPr bwMode="auto">
          <a:xfrm>
            <a:off x="3644504" y="2599611"/>
            <a:ext cx="0" cy="34766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09" name="Line 25">
            <a:extLst>
              <a:ext uri="{FF2B5EF4-FFF2-40B4-BE49-F238E27FC236}">
                <a16:creationId xmlns:a16="http://schemas.microsoft.com/office/drawing/2014/main" id="{44144AE9-72C2-CD40-A35E-4ECD94483821}"/>
              </a:ext>
            </a:extLst>
          </p:cNvPr>
          <p:cNvSpPr>
            <a:spLocks noChangeShapeType="1"/>
          </p:cNvSpPr>
          <p:nvPr/>
        </p:nvSpPr>
        <p:spPr bwMode="auto">
          <a:xfrm>
            <a:off x="3807619" y="2599611"/>
            <a:ext cx="0" cy="3417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10" name="Line 26">
            <a:extLst>
              <a:ext uri="{FF2B5EF4-FFF2-40B4-BE49-F238E27FC236}">
                <a16:creationId xmlns:a16="http://schemas.microsoft.com/office/drawing/2014/main" id="{85865035-83FD-534B-96D1-EE4F682FD3C5}"/>
              </a:ext>
            </a:extLst>
          </p:cNvPr>
          <p:cNvSpPr>
            <a:spLocks noChangeShapeType="1"/>
          </p:cNvSpPr>
          <p:nvPr/>
        </p:nvSpPr>
        <p:spPr bwMode="auto">
          <a:xfrm>
            <a:off x="4292204" y="2599611"/>
            <a:ext cx="0" cy="3417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11" name="Line 27">
            <a:extLst>
              <a:ext uri="{FF2B5EF4-FFF2-40B4-BE49-F238E27FC236}">
                <a16:creationId xmlns:a16="http://schemas.microsoft.com/office/drawing/2014/main" id="{CCF19BA9-5FAA-7E47-8FD5-1C29B7CDA4B9}"/>
              </a:ext>
            </a:extLst>
          </p:cNvPr>
          <p:cNvSpPr>
            <a:spLocks noChangeShapeType="1"/>
          </p:cNvSpPr>
          <p:nvPr/>
        </p:nvSpPr>
        <p:spPr bwMode="auto">
          <a:xfrm>
            <a:off x="4132660" y="2599611"/>
            <a:ext cx="0" cy="3417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12" name="Line 28">
            <a:extLst>
              <a:ext uri="{FF2B5EF4-FFF2-40B4-BE49-F238E27FC236}">
                <a16:creationId xmlns:a16="http://schemas.microsoft.com/office/drawing/2014/main" id="{1D159CB0-6C26-2146-BA92-132EEFCB7099}"/>
              </a:ext>
            </a:extLst>
          </p:cNvPr>
          <p:cNvSpPr>
            <a:spLocks noChangeShapeType="1"/>
          </p:cNvSpPr>
          <p:nvPr/>
        </p:nvSpPr>
        <p:spPr bwMode="auto">
          <a:xfrm>
            <a:off x="4455319" y="2599611"/>
            <a:ext cx="0" cy="3417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13" name="Rectangle 29">
            <a:extLst>
              <a:ext uri="{FF2B5EF4-FFF2-40B4-BE49-F238E27FC236}">
                <a16:creationId xmlns:a16="http://schemas.microsoft.com/office/drawing/2014/main" id="{00688C9C-989E-2C47-B070-EFB065AA6E05}"/>
              </a:ext>
            </a:extLst>
          </p:cNvPr>
          <p:cNvSpPr>
            <a:spLocks noChangeArrowheads="1"/>
          </p:cNvSpPr>
          <p:nvPr/>
        </p:nvSpPr>
        <p:spPr bwMode="auto">
          <a:xfrm>
            <a:off x="2892029" y="2657951"/>
            <a:ext cx="574678" cy="251993"/>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a:solidFill>
                  <a:srgbClr val="333399"/>
                </a:solidFill>
                <a:latin typeface="Arial" panose="020B0604020202020204" pitchFamily="34" charset="0"/>
              </a:rPr>
              <a:t>保   留</a:t>
            </a:r>
          </a:p>
        </p:txBody>
      </p:sp>
      <p:sp>
        <p:nvSpPr>
          <p:cNvPr id="502814" name="Rectangle 30">
            <a:extLst>
              <a:ext uri="{FF2B5EF4-FFF2-40B4-BE49-F238E27FC236}">
                <a16:creationId xmlns:a16="http://schemas.microsoft.com/office/drawing/2014/main" id="{89C77C9B-ECBF-B549-9E5E-64DBAACB2D7A}"/>
              </a:ext>
            </a:extLst>
          </p:cNvPr>
          <p:cNvSpPr>
            <a:spLocks noChangeArrowheads="1"/>
          </p:cNvSpPr>
          <p:nvPr/>
        </p:nvSpPr>
        <p:spPr bwMode="auto">
          <a:xfrm>
            <a:off x="4435005" y="2609136"/>
            <a:ext cx="220414" cy="379207"/>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900" b="1">
                <a:solidFill>
                  <a:srgbClr val="333399"/>
                </a:solidFill>
                <a:ea typeface="黑体" charset="-122"/>
              </a:rPr>
              <a:t>F</a:t>
            </a:r>
          </a:p>
          <a:p>
            <a:pPr algn="ctr">
              <a:lnSpc>
                <a:spcPct val="75000"/>
              </a:lnSpc>
              <a:defRPr/>
            </a:pPr>
            <a:r>
              <a:rPr kumimoji="1" lang="en-US" altLang="zh-CN" sz="900" b="1">
                <a:solidFill>
                  <a:srgbClr val="333399"/>
                </a:solidFill>
                <a:ea typeface="黑体" charset="-122"/>
              </a:rPr>
              <a:t>I</a:t>
            </a:r>
          </a:p>
          <a:p>
            <a:pPr algn="ctr">
              <a:lnSpc>
                <a:spcPct val="75000"/>
              </a:lnSpc>
              <a:defRPr/>
            </a:pPr>
            <a:r>
              <a:rPr kumimoji="1" lang="en-US" altLang="zh-CN" sz="900" b="1">
                <a:solidFill>
                  <a:srgbClr val="333399"/>
                </a:solidFill>
                <a:ea typeface="黑体" charset="-122"/>
              </a:rPr>
              <a:t>N</a:t>
            </a:r>
          </a:p>
        </p:txBody>
      </p:sp>
      <p:sp>
        <p:nvSpPr>
          <p:cNvPr id="502815" name="Line 31">
            <a:extLst>
              <a:ext uri="{FF2B5EF4-FFF2-40B4-BE49-F238E27FC236}">
                <a16:creationId xmlns:a16="http://schemas.microsoft.com/office/drawing/2014/main" id="{6EDDFBED-ACFE-3246-ABB5-826CBF24FAF9}"/>
              </a:ext>
            </a:extLst>
          </p:cNvPr>
          <p:cNvSpPr>
            <a:spLocks noChangeShapeType="1"/>
          </p:cNvSpPr>
          <p:nvPr/>
        </p:nvSpPr>
        <p:spPr bwMode="auto">
          <a:xfrm>
            <a:off x="2064544" y="1086326"/>
            <a:ext cx="5095875" cy="0"/>
          </a:xfrm>
          <a:prstGeom prst="line">
            <a:avLst/>
          </a:prstGeom>
          <a:noFill/>
          <a:ln w="12700">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2816" name="Rectangle 32">
            <a:extLst>
              <a:ext uri="{FF2B5EF4-FFF2-40B4-BE49-F238E27FC236}">
                <a16:creationId xmlns:a16="http://schemas.microsoft.com/office/drawing/2014/main" id="{7B55CC42-9E8C-0047-B4EE-93039E33D684}"/>
              </a:ext>
            </a:extLst>
          </p:cNvPr>
          <p:cNvSpPr>
            <a:spLocks noChangeArrowheads="1"/>
          </p:cNvSpPr>
          <p:nvPr/>
        </p:nvSpPr>
        <p:spPr bwMode="auto">
          <a:xfrm>
            <a:off x="4362450" y="966074"/>
            <a:ext cx="550632" cy="275076"/>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350">
                <a:solidFill>
                  <a:srgbClr val="333399"/>
                </a:solidFill>
                <a:latin typeface="Arial" panose="020B0604020202020204" pitchFamily="34" charset="0"/>
              </a:rPr>
              <a:t>32 </a:t>
            </a:r>
            <a:r>
              <a:rPr kumimoji="1" lang="zh-CN" altLang="en-US" sz="1350">
                <a:solidFill>
                  <a:srgbClr val="333399"/>
                </a:solidFill>
                <a:latin typeface="Arial" panose="020B0604020202020204" pitchFamily="34" charset="0"/>
              </a:rPr>
              <a:t>位</a:t>
            </a:r>
          </a:p>
        </p:txBody>
      </p:sp>
      <p:sp>
        <p:nvSpPr>
          <p:cNvPr id="502821" name="Line 37">
            <a:extLst>
              <a:ext uri="{FF2B5EF4-FFF2-40B4-BE49-F238E27FC236}">
                <a16:creationId xmlns:a16="http://schemas.microsoft.com/office/drawing/2014/main" id="{4FC22B15-18AB-764E-A93C-0F82A130AD6E}"/>
              </a:ext>
            </a:extLst>
          </p:cNvPr>
          <p:cNvSpPr>
            <a:spLocks noChangeShapeType="1"/>
          </p:cNvSpPr>
          <p:nvPr/>
        </p:nvSpPr>
        <p:spPr bwMode="auto">
          <a:xfrm>
            <a:off x="2053828" y="1467326"/>
            <a:ext cx="5100638"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22" name="Line 38">
            <a:extLst>
              <a:ext uri="{FF2B5EF4-FFF2-40B4-BE49-F238E27FC236}">
                <a16:creationId xmlns:a16="http://schemas.microsoft.com/office/drawing/2014/main" id="{BF66E87E-A6FA-4348-B8F0-C8954C622EC2}"/>
              </a:ext>
            </a:extLst>
          </p:cNvPr>
          <p:cNvSpPr>
            <a:spLocks noChangeShapeType="1"/>
          </p:cNvSpPr>
          <p:nvPr/>
        </p:nvSpPr>
        <p:spPr bwMode="auto">
          <a:xfrm>
            <a:off x="2053829" y="1367314"/>
            <a:ext cx="0" cy="1000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23" name="Line 39">
            <a:extLst>
              <a:ext uri="{FF2B5EF4-FFF2-40B4-BE49-F238E27FC236}">
                <a16:creationId xmlns:a16="http://schemas.microsoft.com/office/drawing/2014/main" id="{D99D3680-BADC-D749-9473-84009924E19B}"/>
              </a:ext>
            </a:extLst>
          </p:cNvPr>
          <p:cNvSpPr>
            <a:spLocks noChangeShapeType="1"/>
          </p:cNvSpPr>
          <p:nvPr/>
        </p:nvSpPr>
        <p:spPr bwMode="auto">
          <a:xfrm>
            <a:off x="2213372"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24" name="Line 40">
            <a:extLst>
              <a:ext uri="{FF2B5EF4-FFF2-40B4-BE49-F238E27FC236}">
                <a16:creationId xmlns:a16="http://schemas.microsoft.com/office/drawing/2014/main" id="{484896E6-F005-564E-B1B3-173C1C4FB997}"/>
              </a:ext>
            </a:extLst>
          </p:cNvPr>
          <p:cNvSpPr>
            <a:spLocks noChangeShapeType="1"/>
          </p:cNvSpPr>
          <p:nvPr/>
        </p:nvSpPr>
        <p:spPr bwMode="auto">
          <a:xfrm>
            <a:off x="2372916"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25" name="Line 41">
            <a:extLst>
              <a:ext uri="{FF2B5EF4-FFF2-40B4-BE49-F238E27FC236}">
                <a16:creationId xmlns:a16="http://schemas.microsoft.com/office/drawing/2014/main" id="{CBFB3F63-0DB7-C649-9D7F-6026A1442351}"/>
              </a:ext>
            </a:extLst>
          </p:cNvPr>
          <p:cNvSpPr>
            <a:spLocks noChangeShapeType="1"/>
          </p:cNvSpPr>
          <p:nvPr/>
        </p:nvSpPr>
        <p:spPr bwMode="auto">
          <a:xfrm>
            <a:off x="2532460"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26" name="Line 42">
            <a:extLst>
              <a:ext uri="{FF2B5EF4-FFF2-40B4-BE49-F238E27FC236}">
                <a16:creationId xmlns:a16="http://schemas.microsoft.com/office/drawing/2014/main" id="{6FD3308E-E135-F344-B1BB-771883438CB7}"/>
              </a:ext>
            </a:extLst>
          </p:cNvPr>
          <p:cNvSpPr>
            <a:spLocks noChangeShapeType="1"/>
          </p:cNvSpPr>
          <p:nvPr/>
        </p:nvSpPr>
        <p:spPr bwMode="auto">
          <a:xfrm>
            <a:off x="2692004"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27" name="Line 43">
            <a:extLst>
              <a:ext uri="{FF2B5EF4-FFF2-40B4-BE49-F238E27FC236}">
                <a16:creationId xmlns:a16="http://schemas.microsoft.com/office/drawing/2014/main" id="{62C2BDC7-C089-7A41-BC17-586C35D0185E}"/>
              </a:ext>
            </a:extLst>
          </p:cNvPr>
          <p:cNvSpPr>
            <a:spLocks noChangeShapeType="1"/>
          </p:cNvSpPr>
          <p:nvPr/>
        </p:nvSpPr>
        <p:spPr bwMode="auto">
          <a:xfrm>
            <a:off x="2851547"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28" name="Line 44">
            <a:extLst>
              <a:ext uri="{FF2B5EF4-FFF2-40B4-BE49-F238E27FC236}">
                <a16:creationId xmlns:a16="http://schemas.microsoft.com/office/drawing/2014/main" id="{C7914932-F9B5-5C4F-8A00-6AF3B4B1C0A5}"/>
              </a:ext>
            </a:extLst>
          </p:cNvPr>
          <p:cNvSpPr>
            <a:spLocks noChangeShapeType="1"/>
          </p:cNvSpPr>
          <p:nvPr/>
        </p:nvSpPr>
        <p:spPr bwMode="auto">
          <a:xfrm>
            <a:off x="3009900"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29" name="Line 45">
            <a:extLst>
              <a:ext uri="{FF2B5EF4-FFF2-40B4-BE49-F238E27FC236}">
                <a16:creationId xmlns:a16="http://schemas.microsoft.com/office/drawing/2014/main" id="{27CDBCE8-5905-3F43-BC01-8AF85739390C}"/>
              </a:ext>
            </a:extLst>
          </p:cNvPr>
          <p:cNvSpPr>
            <a:spLocks noChangeShapeType="1"/>
          </p:cNvSpPr>
          <p:nvPr/>
        </p:nvSpPr>
        <p:spPr bwMode="auto">
          <a:xfrm>
            <a:off x="3169444"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30" name="Line 46">
            <a:extLst>
              <a:ext uri="{FF2B5EF4-FFF2-40B4-BE49-F238E27FC236}">
                <a16:creationId xmlns:a16="http://schemas.microsoft.com/office/drawing/2014/main" id="{D5EFAAE3-9591-DB41-8631-8F9F8529C938}"/>
              </a:ext>
            </a:extLst>
          </p:cNvPr>
          <p:cNvSpPr>
            <a:spLocks noChangeShapeType="1"/>
          </p:cNvSpPr>
          <p:nvPr/>
        </p:nvSpPr>
        <p:spPr bwMode="auto">
          <a:xfrm>
            <a:off x="3328988" y="1367314"/>
            <a:ext cx="0" cy="1000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31" name="Line 47">
            <a:extLst>
              <a:ext uri="{FF2B5EF4-FFF2-40B4-BE49-F238E27FC236}">
                <a16:creationId xmlns:a16="http://schemas.microsoft.com/office/drawing/2014/main" id="{6779EBA6-8FB8-074E-88DA-DC09606765A3}"/>
              </a:ext>
            </a:extLst>
          </p:cNvPr>
          <p:cNvSpPr>
            <a:spLocks noChangeShapeType="1"/>
          </p:cNvSpPr>
          <p:nvPr/>
        </p:nvSpPr>
        <p:spPr bwMode="auto">
          <a:xfrm>
            <a:off x="3488531"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32" name="Line 48">
            <a:extLst>
              <a:ext uri="{FF2B5EF4-FFF2-40B4-BE49-F238E27FC236}">
                <a16:creationId xmlns:a16="http://schemas.microsoft.com/office/drawing/2014/main" id="{F324C9CB-1A9D-CC49-A42F-58E13651D3C0}"/>
              </a:ext>
            </a:extLst>
          </p:cNvPr>
          <p:cNvSpPr>
            <a:spLocks noChangeShapeType="1"/>
          </p:cNvSpPr>
          <p:nvPr/>
        </p:nvSpPr>
        <p:spPr bwMode="auto">
          <a:xfrm>
            <a:off x="3648075"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33" name="Line 49">
            <a:extLst>
              <a:ext uri="{FF2B5EF4-FFF2-40B4-BE49-F238E27FC236}">
                <a16:creationId xmlns:a16="http://schemas.microsoft.com/office/drawing/2014/main" id="{E77D22A2-9159-3740-8C65-BB24EBB5D77C}"/>
              </a:ext>
            </a:extLst>
          </p:cNvPr>
          <p:cNvSpPr>
            <a:spLocks noChangeShapeType="1"/>
          </p:cNvSpPr>
          <p:nvPr/>
        </p:nvSpPr>
        <p:spPr bwMode="auto">
          <a:xfrm>
            <a:off x="3807619"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34" name="Line 50">
            <a:extLst>
              <a:ext uri="{FF2B5EF4-FFF2-40B4-BE49-F238E27FC236}">
                <a16:creationId xmlns:a16="http://schemas.microsoft.com/office/drawing/2014/main" id="{44A745E8-A394-D744-A3B4-761788B334CB}"/>
              </a:ext>
            </a:extLst>
          </p:cNvPr>
          <p:cNvSpPr>
            <a:spLocks noChangeShapeType="1"/>
          </p:cNvSpPr>
          <p:nvPr/>
        </p:nvSpPr>
        <p:spPr bwMode="auto">
          <a:xfrm>
            <a:off x="3967163"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35" name="Line 51">
            <a:extLst>
              <a:ext uri="{FF2B5EF4-FFF2-40B4-BE49-F238E27FC236}">
                <a16:creationId xmlns:a16="http://schemas.microsoft.com/office/drawing/2014/main" id="{AE5D27B3-E473-BE43-A284-5DD0A56BE567}"/>
              </a:ext>
            </a:extLst>
          </p:cNvPr>
          <p:cNvSpPr>
            <a:spLocks noChangeShapeType="1"/>
          </p:cNvSpPr>
          <p:nvPr/>
        </p:nvSpPr>
        <p:spPr bwMode="auto">
          <a:xfrm>
            <a:off x="4126706"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36" name="Line 52">
            <a:extLst>
              <a:ext uri="{FF2B5EF4-FFF2-40B4-BE49-F238E27FC236}">
                <a16:creationId xmlns:a16="http://schemas.microsoft.com/office/drawing/2014/main" id="{0FCA4514-10BD-5F40-AA4D-C06250994799}"/>
              </a:ext>
            </a:extLst>
          </p:cNvPr>
          <p:cNvSpPr>
            <a:spLocks noChangeShapeType="1"/>
          </p:cNvSpPr>
          <p:nvPr/>
        </p:nvSpPr>
        <p:spPr bwMode="auto">
          <a:xfrm>
            <a:off x="4285060"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37" name="Line 53">
            <a:extLst>
              <a:ext uri="{FF2B5EF4-FFF2-40B4-BE49-F238E27FC236}">
                <a16:creationId xmlns:a16="http://schemas.microsoft.com/office/drawing/2014/main" id="{2FEECA54-F3F7-3C41-8F6C-1D209C334D4A}"/>
              </a:ext>
            </a:extLst>
          </p:cNvPr>
          <p:cNvSpPr>
            <a:spLocks noChangeShapeType="1"/>
          </p:cNvSpPr>
          <p:nvPr/>
        </p:nvSpPr>
        <p:spPr bwMode="auto">
          <a:xfrm>
            <a:off x="4444604"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38" name="Line 54">
            <a:extLst>
              <a:ext uri="{FF2B5EF4-FFF2-40B4-BE49-F238E27FC236}">
                <a16:creationId xmlns:a16="http://schemas.microsoft.com/office/drawing/2014/main" id="{E4BD2403-7A52-ED49-B78D-A99AB821BAC8}"/>
              </a:ext>
            </a:extLst>
          </p:cNvPr>
          <p:cNvSpPr>
            <a:spLocks noChangeShapeType="1"/>
          </p:cNvSpPr>
          <p:nvPr/>
        </p:nvSpPr>
        <p:spPr bwMode="auto">
          <a:xfrm>
            <a:off x="4604147" y="1367314"/>
            <a:ext cx="0" cy="1000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39" name="Line 55">
            <a:extLst>
              <a:ext uri="{FF2B5EF4-FFF2-40B4-BE49-F238E27FC236}">
                <a16:creationId xmlns:a16="http://schemas.microsoft.com/office/drawing/2014/main" id="{C03FFC89-B334-924F-A664-E4EA7B17B981}"/>
              </a:ext>
            </a:extLst>
          </p:cNvPr>
          <p:cNvSpPr>
            <a:spLocks noChangeShapeType="1"/>
          </p:cNvSpPr>
          <p:nvPr/>
        </p:nvSpPr>
        <p:spPr bwMode="auto">
          <a:xfrm>
            <a:off x="4763691"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40" name="Line 56">
            <a:extLst>
              <a:ext uri="{FF2B5EF4-FFF2-40B4-BE49-F238E27FC236}">
                <a16:creationId xmlns:a16="http://schemas.microsoft.com/office/drawing/2014/main" id="{7B924225-6ECA-DE42-B421-2575421B8C25}"/>
              </a:ext>
            </a:extLst>
          </p:cNvPr>
          <p:cNvSpPr>
            <a:spLocks noChangeShapeType="1"/>
          </p:cNvSpPr>
          <p:nvPr/>
        </p:nvSpPr>
        <p:spPr bwMode="auto">
          <a:xfrm>
            <a:off x="4923235"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41" name="Line 57">
            <a:extLst>
              <a:ext uri="{FF2B5EF4-FFF2-40B4-BE49-F238E27FC236}">
                <a16:creationId xmlns:a16="http://schemas.microsoft.com/office/drawing/2014/main" id="{C199431C-B63B-3F49-94AB-7DA0372AB8B4}"/>
              </a:ext>
            </a:extLst>
          </p:cNvPr>
          <p:cNvSpPr>
            <a:spLocks noChangeShapeType="1"/>
          </p:cNvSpPr>
          <p:nvPr/>
        </p:nvSpPr>
        <p:spPr bwMode="auto">
          <a:xfrm>
            <a:off x="5082779"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42" name="Line 58">
            <a:extLst>
              <a:ext uri="{FF2B5EF4-FFF2-40B4-BE49-F238E27FC236}">
                <a16:creationId xmlns:a16="http://schemas.microsoft.com/office/drawing/2014/main" id="{B0B15CBE-9265-9045-86C0-041F6EE847CC}"/>
              </a:ext>
            </a:extLst>
          </p:cNvPr>
          <p:cNvSpPr>
            <a:spLocks noChangeShapeType="1"/>
          </p:cNvSpPr>
          <p:nvPr/>
        </p:nvSpPr>
        <p:spPr bwMode="auto">
          <a:xfrm>
            <a:off x="5242322"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43" name="Line 59">
            <a:extLst>
              <a:ext uri="{FF2B5EF4-FFF2-40B4-BE49-F238E27FC236}">
                <a16:creationId xmlns:a16="http://schemas.microsoft.com/office/drawing/2014/main" id="{3CE7C4D4-8CF8-7240-9601-782DCFB0440D}"/>
              </a:ext>
            </a:extLst>
          </p:cNvPr>
          <p:cNvSpPr>
            <a:spLocks noChangeShapeType="1"/>
          </p:cNvSpPr>
          <p:nvPr/>
        </p:nvSpPr>
        <p:spPr bwMode="auto">
          <a:xfrm>
            <a:off x="5401866"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44" name="Line 60">
            <a:extLst>
              <a:ext uri="{FF2B5EF4-FFF2-40B4-BE49-F238E27FC236}">
                <a16:creationId xmlns:a16="http://schemas.microsoft.com/office/drawing/2014/main" id="{24F50F04-BC9A-8D4B-81C7-4E90384A1F7A}"/>
              </a:ext>
            </a:extLst>
          </p:cNvPr>
          <p:cNvSpPr>
            <a:spLocks noChangeShapeType="1"/>
          </p:cNvSpPr>
          <p:nvPr/>
        </p:nvSpPr>
        <p:spPr bwMode="auto">
          <a:xfrm>
            <a:off x="5560219"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45" name="Line 61">
            <a:extLst>
              <a:ext uri="{FF2B5EF4-FFF2-40B4-BE49-F238E27FC236}">
                <a16:creationId xmlns:a16="http://schemas.microsoft.com/office/drawing/2014/main" id="{A99EAA96-B587-1543-B670-7ADB39B57165}"/>
              </a:ext>
            </a:extLst>
          </p:cNvPr>
          <p:cNvSpPr>
            <a:spLocks noChangeShapeType="1"/>
          </p:cNvSpPr>
          <p:nvPr/>
        </p:nvSpPr>
        <p:spPr bwMode="auto">
          <a:xfrm>
            <a:off x="5719763"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46" name="Line 62">
            <a:extLst>
              <a:ext uri="{FF2B5EF4-FFF2-40B4-BE49-F238E27FC236}">
                <a16:creationId xmlns:a16="http://schemas.microsoft.com/office/drawing/2014/main" id="{B6325164-A657-A749-A2E7-BF468A444B69}"/>
              </a:ext>
            </a:extLst>
          </p:cNvPr>
          <p:cNvSpPr>
            <a:spLocks noChangeShapeType="1"/>
          </p:cNvSpPr>
          <p:nvPr/>
        </p:nvSpPr>
        <p:spPr bwMode="auto">
          <a:xfrm>
            <a:off x="5879306" y="1367314"/>
            <a:ext cx="0" cy="1000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47" name="Line 63">
            <a:extLst>
              <a:ext uri="{FF2B5EF4-FFF2-40B4-BE49-F238E27FC236}">
                <a16:creationId xmlns:a16="http://schemas.microsoft.com/office/drawing/2014/main" id="{25D0D055-ECE3-B84B-9021-39E19007BEBD}"/>
              </a:ext>
            </a:extLst>
          </p:cNvPr>
          <p:cNvSpPr>
            <a:spLocks noChangeShapeType="1"/>
          </p:cNvSpPr>
          <p:nvPr/>
        </p:nvSpPr>
        <p:spPr bwMode="auto">
          <a:xfrm>
            <a:off x="6038850"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48" name="Line 64">
            <a:extLst>
              <a:ext uri="{FF2B5EF4-FFF2-40B4-BE49-F238E27FC236}">
                <a16:creationId xmlns:a16="http://schemas.microsoft.com/office/drawing/2014/main" id="{FDA87179-BF14-3848-B3C8-75D134639C94}"/>
              </a:ext>
            </a:extLst>
          </p:cNvPr>
          <p:cNvSpPr>
            <a:spLocks noChangeShapeType="1"/>
          </p:cNvSpPr>
          <p:nvPr/>
        </p:nvSpPr>
        <p:spPr bwMode="auto">
          <a:xfrm>
            <a:off x="6198394"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49" name="Line 65">
            <a:extLst>
              <a:ext uri="{FF2B5EF4-FFF2-40B4-BE49-F238E27FC236}">
                <a16:creationId xmlns:a16="http://schemas.microsoft.com/office/drawing/2014/main" id="{C89D45FB-86EA-A04A-B9A1-4CA306422C20}"/>
              </a:ext>
            </a:extLst>
          </p:cNvPr>
          <p:cNvSpPr>
            <a:spLocks noChangeShapeType="1"/>
          </p:cNvSpPr>
          <p:nvPr/>
        </p:nvSpPr>
        <p:spPr bwMode="auto">
          <a:xfrm>
            <a:off x="6357938"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50" name="Line 66">
            <a:extLst>
              <a:ext uri="{FF2B5EF4-FFF2-40B4-BE49-F238E27FC236}">
                <a16:creationId xmlns:a16="http://schemas.microsoft.com/office/drawing/2014/main" id="{40AE27B6-A093-1B4B-BB02-11C0A9977D71}"/>
              </a:ext>
            </a:extLst>
          </p:cNvPr>
          <p:cNvSpPr>
            <a:spLocks noChangeShapeType="1"/>
          </p:cNvSpPr>
          <p:nvPr/>
        </p:nvSpPr>
        <p:spPr bwMode="auto">
          <a:xfrm>
            <a:off x="6517481"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51" name="Line 67">
            <a:extLst>
              <a:ext uri="{FF2B5EF4-FFF2-40B4-BE49-F238E27FC236}">
                <a16:creationId xmlns:a16="http://schemas.microsoft.com/office/drawing/2014/main" id="{7FCF191B-D0EC-B542-ACC5-4D9B5AA6D08B}"/>
              </a:ext>
            </a:extLst>
          </p:cNvPr>
          <p:cNvSpPr>
            <a:spLocks noChangeShapeType="1"/>
          </p:cNvSpPr>
          <p:nvPr/>
        </p:nvSpPr>
        <p:spPr bwMode="auto">
          <a:xfrm>
            <a:off x="6677025"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52" name="Line 68">
            <a:extLst>
              <a:ext uri="{FF2B5EF4-FFF2-40B4-BE49-F238E27FC236}">
                <a16:creationId xmlns:a16="http://schemas.microsoft.com/office/drawing/2014/main" id="{8444E97C-4C87-704A-A4BC-9E1E353161DD}"/>
              </a:ext>
            </a:extLst>
          </p:cNvPr>
          <p:cNvSpPr>
            <a:spLocks noChangeShapeType="1"/>
          </p:cNvSpPr>
          <p:nvPr/>
        </p:nvSpPr>
        <p:spPr bwMode="auto">
          <a:xfrm>
            <a:off x="6835379"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53" name="Line 69">
            <a:extLst>
              <a:ext uri="{FF2B5EF4-FFF2-40B4-BE49-F238E27FC236}">
                <a16:creationId xmlns:a16="http://schemas.microsoft.com/office/drawing/2014/main" id="{DDA33BB6-E4A2-E04F-B102-BAAE637E9A6F}"/>
              </a:ext>
            </a:extLst>
          </p:cNvPr>
          <p:cNvSpPr>
            <a:spLocks noChangeShapeType="1"/>
          </p:cNvSpPr>
          <p:nvPr/>
        </p:nvSpPr>
        <p:spPr bwMode="auto">
          <a:xfrm>
            <a:off x="6994922" y="1317308"/>
            <a:ext cx="0" cy="15001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54" name="Line 70">
            <a:extLst>
              <a:ext uri="{FF2B5EF4-FFF2-40B4-BE49-F238E27FC236}">
                <a16:creationId xmlns:a16="http://schemas.microsoft.com/office/drawing/2014/main" id="{831643B1-26EC-B443-B4A3-F250C2F022A6}"/>
              </a:ext>
            </a:extLst>
          </p:cNvPr>
          <p:cNvSpPr>
            <a:spLocks noChangeShapeType="1"/>
          </p:cNvSpPr>
          <p:nvPr/>
        </p:nvSpPr>
        <p:spPr bwMode="auto">
          <a:xfrm>
            <a:off x="7154466" y="1367314"/>
            <a:ext cx="0" cy="1000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55" name="Rectangle 71">
            <a:extLst>
              <a:ext uri="{FF2B5EF4-FFF2-40B4-BE49-F238E27FC236}">
                <a16:creationId xmlns:a16="http://schemas.microsoft.com/office/drawing/2014/main" id="{021C47BB-5ADF-C84C-B507-B723AD9FF6D0}"/>
              </a:ext>
            </a:extLst>
          </p:cNvPr>
          <p:cNvSpPr>
            <a:spLocks noChangeArrowheads="1"/>
          </p:cNvSpPr>
          <p:nvPr/>
        </p:nvSpPr>
        <p:spPr bwMode="auto">
          <a:xfrm>
            <a:off x="2159794" y="1267302"/>
            <a:ext cx="1063229" cy="150019"/>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2856" name="Rectangle 72">
            <a:extLst>
              <a:ext uri="{FF2B5EF4-FFF2-40B4-BE49-F238E27FC236}">
                <a16:creationId xmlns:a16="http://schemas.microsoft.com/office/drawing/2014/main" id="{3A65F9C9-37BA-A34D-BBCD-433D20921B6C}"/>
              </a:ext>
            </a:extLst>
          </p:cNvPr>
          <p:cNvSpPr>
            <a:spLocks noChangeArrowheads="1"/>
          </p:cNvSpPr>
          <p:nvPr/>
        </p:nvSpPr>
        <p:spPr bwMode="auto">
          <a:xfrm>
            <a:off x="3434954" y="1267302"/>
            <a:ext cx="1063228" cy="150019"/>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2857" name="Rectangle 73">
            <a:extLst>
              <a:ext uri="{FF2B5EF4-FFF2-40B4-BE49-F238E27FC236}">
                <a16:creationId xmlns:a16="http://schemas.microsoft.com/office/drawing/2014/main" id="{00F228B4-B5E2-6246-93A2-703E9E4044F9}"/>
              </a:ext>
            </a:extLst>
          </p:cNvPr>
          <p:cNvSpPr>
            <a:spLocks noChangeArrowheads="1"/>
          </p:cNvSpPr>
          <p:nvPr/>
        </p:nvSpPr>
        <p:spPr bwMode="auto">
          <a:xfrm>
            <a:off x="4710112" y="1267302"/>
            <a:ext cx="1063229" cy="150019"/>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2858" name="Rectangle 74">
            <a:extLst>
              <a:ext uri="{FF2B5EF4-FFF2-40B4-BE49-F238E27FC236}">
                <a16:creationId xmlns:a16="http://schemas.microsoft.com/office/drawing/2014/main" id="{3C64E233-4923-8748-A2BA-9ED488F2F933}"/>
              </a:ext>
            </a:extLst>
          </p:cNvPr>
          <p:cNvSpPr>
            <a:spLocks noChangeArrowheads="1"/>
          </p:cNvSpPr>
          <p:nvPr/>
        </p:nvSpPr>
        <p:spPr bwMode="auto">
          <a:xfrm>
            <a:off x="5985273" y="1267302"/>
            <a:ext cx="1063228" cy="150019"/>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2860" name="Rectangle 76">
            <a:extLst>
              <a:ext uri="{FF2B5EF4-FFF2-40B4-BE49-F238E27FC236}">
                <a16:creationId xmlns:a16="http://schemas.microsoft.com/office/drawing/2014/main" id="{66DB6CC4-51C2-EE40-8441-597DCF5C27D8}"/>
              </a:ext>
            </a:extLst>
          </p:cNvPr>
          <p:cNvSpPr>
            <a:spLocks noChangeArrowheads="1"/>
          </p:cNvSpPr>
          <p:nvPr/>
        </p:nvSpPr>
        <p:spPr bwMode="auto">
          <a:xfrm>
            <a:off x="4285060" y="2609136"/>
            <a:ext cx="220414" cy="379207"/>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900" b="1">
                <a:solidFill>
                  <a:srgbClr val="333399"/>
                </a:solidFill>
                <a:ea typeface="黑体" charset="-122"/>
              </a:rPr>
              <a:t>S</a:t>
            </a:r>
          </a:p>
          <a:p>
            <a:pPr>
              <a:lnSpc>
                <a:spcPct val="75000"/>
              </a:lnSpc>
              <a:defRPr/>
            </a:pPr>
            <a:r>
              <a:rPr kumimoji="1" lang="en-US" altLang="zh-CN" sz="900" b="1">
                <a:solidFill>
                  <a:srgbClr val="333399"/>
                </a:solidFill>
                <a:ea typeface="黑体" charset="-122"/>
              </a:rPr>
              <a:t>Y</a:t>
            </a:r>
          </a:p>
          <a:p>
            <a:pPr>
              <a:lnSpc>
                <a:spcPct val="75000"/>
              </a:lnSpc>
              <a:defRPr/>
            </a:pPr>
            <a:r>
              <a:rPr kumimoji="1" lang="en-US" altLang="zh-CN" sz="900" b="1">
                <a:solidFill>
                  <a:srgbClr val="333399"/>
                </a:solidFill>
                <a:ea typeface="黑体" charset="-122"/>
              </a:rPr>
              <a:t>N</a:t>
            </a:r>
          </a:p>
        </p:txBody>
      </p:sp>
      <p:sp>
        <p:nvSpPr>
          <p:cNvPr id="502861" name="Rectangle 77">
            <a:extLst>
              <a:ext uri="{FF2B5EF4-FFF2-40B4-BE49-F238E27FC236}">
                <a16:creationId xmlns:a16="http://schemas.microsoft.com/office/drawing/2014/main" id="{869B0102-DDCB-D649-9ABB-1B653FD7B32F}"/>
              </a:ext>
            </a:extLst>
          </p:cNvPr>
          <p:cNvSpPr>
            <a:spLocks noChangeArrowheads="1"/>
          </p:cNvSpPr>
          <p:nvPr/>
        </p:nvSpPr>
        <p:spPr bwMode="auto">
          <a:xfrm>
            <a:off x="4126707" y="2609136"/>
            <a:ext cx="220414" cy="379207"/>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900" b="1">
                <a:solidFill>
                  <a:srgbClr val="333399"/>
                </a:solidFill>
                <a:ea typeface="黑体" charset="-122"/>
              </a:rPr>
              <a:t>R</a:t>
            </a:r>
          </a:p>
          <a:p>
            <a:pPr>
              <a:lnSpc>
                <a:spcPct val="75000"/>
              </a:lnSpc>
              <a:defRPr/>
            </a:pPr>
            <a:r>
              <a:rPr kumimoji="1" lang="en-US" altLang="zh-CN" sz="900" b="1">
                <a:solidFill>
                  <a:srgbClr val="333399"/>
                </a:solidFill>
                <a:ea typeface="黑体" charset="-122"/>
              </a:rPr>
              <a:t>S</a:t>
            </a:r>
          </a:p>
          <a:p>
            <a:pPr>
              <a:lnSpc>
                <a:spcPct val="75000"/>
              </a:lnSpc>
              <a:defRPr/>
            </a:pPr>
            <a:r>
              <a:rPr kumimoji="1" lang="en-US" altLang="zh-CN" sz="900" b="1">
                <a:solidFill>
                  <a:srgbClr val="333399"/>
                </a:solidFill>
                <a:ea typeface="黑体" charset="-122"/>
              </a:rPr>
              <a:t>T</a:t>
            </a:r>
          </a:p>
        </p:txBody>
      </p:sp>
      <p:sp>
        <p:nvSpPr>
          <p:cNvPr id="502862" name="Rectangle 78">
            <a:extLst>
              <a:ext uri="{FF2B5EF4-FFF2-40B4-BE49-F238E27FC236}">
                <a16:creationId xmlns:a16="http://schemas.microsoft.com/office/drawing/2014/main" id="{2017148C-EDE4-514D-8A6F-B0AE90FCCF20}"/>
              </a:ext>
            </a:extLst>
          </p:cNvPr>
          <p:cNvSpPr>
            <a:spLocks noChangeArrowheads="1"/>
          </p:cNvSpPr>
          <p:nvPr/>
        </p:nvSpPr>
        <p:spPr bwMode="auto">
          <a:xfrm>
            <a:off x="3956448" y="2609136"/>
            <a:ext cx="220414" cy="379207"/>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900" b="1">
                <a:solidFill>
                  <a:srgbClr val="333399"/>
                </a:solidFill>
                <a:ea typeface="黑体" charset="-122"/>
              </a:rPr>
              <a:t>P</a:t>
            </a:r>
          </a:p>
          <a:p>
            <a:pPr>
              <a:lnSpc>
                <a:spcPct val="75000"/>
              </a:lnSpc>
              <a:defRPr/>
            </a:pPr>
            <a:r>
              <a:rPr kumimoji="1" lang="en-US" altLang="zh-CN" sz="900" b="1">
                <a:solidFill>
                  <a:srgbClr val="333399"/>
                </a:solidFill>
                <a:ea typeface="黑体" charset="-122"/>
              </a:rPr>
              <a:t>S</a:t>
            </a:r>
          </a:p>
          <a:p>
            <a:pPr>
              <a:lnSpc>
                <a:spcPct val="75000"/>
              </a:lnSpc>
              <a:defRPr/>
            </a:pPr>
            <a:r>
              <a:rPr kumimoji="1" lang="en-US" altLang="zh-CN" sz="900" b="1">
                <a:solidFill>
                  <a:srgbClr val="333399"/>
                </a:solidFill>
                <a:ea typeface="黑体" charset="-122"/>
              </a:rPr>
              <a:t>H</a:t>
            </a:r>
          </a:p>
        </p:txBody>
      </p:sp>
      <p:sp>
        <p:nvSpPr>
          <p:cNvPr id="502863" name="Rectangle 79">
            <a:extLst>
              <a:ext uri="{FF2B5EF4-FFF2-40B4-BE49-F238E27FC236}">
                <a16:creationId xmlns:a16="http://schemas.microsoft.com/office/drawing/2014/main" id="{4447C646-9183-DC4D-B418-030092FD22C8}"/>
              </a:ext>
            </a:extLst>
          </p:cNvPr>
          <p:cNvSpPr>
            <a:spLocks noChangeArrowheads="1"/>
          </p:cNvSpPr>
          <p:nvPr/>
        </p:nvSpPr>
        <p:spPr bwMode="auto">
          <a:xfrm>
            <a:off x="3796904" y="2609136"/>
            <a:ext cx="220414" cy="379207"/>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900" b="1">
                <a:solidFill>
                  <a:srgbClr val="333399"/>
                </a:solidFill>
                <a:ea typeface="黑体" charset="-122"/>
              </a:rPr>
              <a:t>A</a:t>
            </a:r>
          </a:p>
          <a:p>
            <a:pPr>
              <a:lnSpc>
                <a:spcPct val="75000"/>
              </a:lnSpc>
              <a:defRPr/>
            </a:pPr>
            <a:r>
              <a:rPr kumimoji="1" lang="en-US" altLang="zh-CN" sz="900" b="1">
                <a:solidFill>
                  <a:srgbClr val="333399"/>
                </a:solidFill>
                <a:ea typeface="黑体" charset="-122"/>
              </a:rPr>
              <a:t>C</a:t>
            </a:r>
          </a:p>
          <a:p>
            <a:pPr>
              <a:lnSpc>
                <a:spcPct val="75000"/>
              </a:lnSpc>
              <a:defRPr/>
            </a:pPr>
            <a:r>
              <a:rPr kumimoji="1" lang="en-US" altLang="zh-CN" sz="900" b="1">
                <a:solidFill>
                  <a:srgbClr val="333399"/>
                </a:solidFill>
                <a:ea typeface="黑体" charset="-122"/>
              </a:rPr>
              <a:t>K</a:t>
            </a:r>
          </a:p>
        </p:txBody>
      </p:sp>
      <p:sp>
        <p:nvSpPr>
          <p:cNvPr id="502864" name="Rectangle 80">
            <a:extLst>
              <a:ext uri="{FF2B5EF4-FFF2-40B4-BE49-F238E27FC236}">
                <a16:creationId xmlns:a16="http://schemas.microsoft.com/office/drawing/2014/main" id="{ED60623A-CB5E-7E42-A551-46C4AB151718}"/>
              </a:ext>
            </a:extLst>
          </p:cNvPr>
          <p:cNvSpPr>
            <a:spLocks noChangeArrowheads="1"/>
          </p:cNvSpPr>
          <p:nvPr/>
        </p:nvSpPr>
        <p:spPr bwMode="auto">
          <a:xfrm>
            <a:off x="3623072" y="2609136"/>
            <a:ext cx="226826" cy="379207"/>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900" b="1">
                <a:solidFill>
                  <a:srgbClr val="333399"/>
                </a:solidFill>
                <a:ea typeface="黑体" charset="-122"/>
              </a:rPr>
              <a:t>U</a:t>
            </a:r>
          </a:p>
          <a:p>
            <a:pPr>
              <a:lnSpc>
                <a:spcPct val="75000"/>
              </a:lnSpc>
              <a:defRPr/>
            </a:pPr>
            <a:r>
              <a:rPr kumimoji="1" lang="en-US" altLang="zh-CN" sz="900" b="1">
                <a:solidFill>
                  <a:srgbClr val="333399"/>
                </a:solidFill>
                <a:ea typeface="黑体" charset="-122"/>
              </a:rPr>
              <a:t>R</a:t>
            </a:r>
          </a:p>
          <a:p>
            <a:pPr>
              <a:lnSpc>
                <a:spcPct val="75000"/>
              </a:lnSpc>
              <a:defRPr/>
            </a:pPr>
            <a:r>
              <a:rPr kumimoji="1" lang="en-US" altLang="zh-CN" sz="900" b="1">
                <a:solidFill>
                  <a:srgbClr val="333399"/>
                </a:solidFill>
                <a:ea typeface="黑体" charset="-122"/>
              </a:rPr>
              <a:t>G</a:t>
            </a:r>
          </a:p>
        </p:txBody>
      </p:sp>
      <p:sp>
        <p:nvSpPr>
          <p:cNvPr id="502865" name="Rectangle 81">
            <a:extLst>
              <a:ext uri="{FF2B5EF4-FFF2-40B4-BE49-F238E27FC236}">
                <a16:creationId xmlns:a16="http://schemas.microsoft.com/office/drawing/2014/main" id="{81BFEE88-1079-9147-B9FA-1253DC0A44D8}"/>
              </a:ext>
            </a:extLst>
          </p:cNvPr>
          <p:cNvSpPr>
            <a:spLocks noChangeArrowheads="1"/>
          </p:cNvSpPr>
          <p:nvPr/>
        </p:nvSpPr>
        <p:spPr bwMode="auto">
          <a:xfrm>
            <a:off x="1807369" y="1178005"/>
            <a:ext cx="5515133" cy="251993"/>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a:solidFill>
                  <a:srgbClr val="333399"/>
                </a:solidFill>
                <a:latin typeface="Arial" panose="020B0604020202020204" pitchFamily="34" charset="0"/>
              </a:rPr>
              <a:t>位  </a:t>
            </a:r>
            <a:r>
              <a:rPr kumimoji="1" lang="en-US" altLang="zh-CN" sz="1200">
                <a:solidFill>
                  <a:srgbClr val="333399"/>
                </a:solidFill>
                <a:latin typeface="Arial" panose="020B0604020202020204" pitchFamily="34" charset="0"/>
              </a:rPr>
              <a:t>0                           8                           16                          24                       31</a:t>
            </a:r>
          </a:p>
        </p:txBody>
      </p:sp>
      <p:sp>
        <p:nvSpPr>
          <p:cNvPr id="502866" name="Line 82">
            <a:extLst>
              <a:ext uri="{FF2B5EF4-FFF2-40B4-BE49-F238E27FC236}">
                <a16:creationId xmlns:a16="http://schemas.microsoft.com/office/drawing/2014/main" id="{FA104F5E-30D9-9647-B62E-5B3DC3E219A3}"/>
              </a:ext>
            </a:extLst>
          </p:cNvPr>
          <p:cNvSpPr>
            <a:spLocks noChangeShapeType="1"/>
          </p:cNvSpPr>
          <p:nvPr/>
        </p:nvSpPr>
        <p:spPr bwMode="auto">
          <a:xfrm flipH="1">
            <a:off x="5878117" y="3299699"/>
            <a:ext cx="2381" cy="322659"/>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2889" name="Rectangle 105">
            <a:extLst>
              <a:ext uri="{FF2B5EF4-FFF2-40B4-BE49-F238E27FC236}">
                <a16:creationId xmlns:a16="http://schemas.microsoft.com/office/drawing/2014/main" id="{3CF80ED8-4E48-5241-B7F4-BB9EBAD44EE0}"/>
              </a:ext>
            </a:extLst>
          </p:cNvPr>
          <p:cNvSpPr>
            <a:spLocks noChangeArrowheads="1"/>
          </p:cNvSpPr>
          <p:nvPr/>
        </p:nvSpPr>
        <p:spPr bwMode="auto">
          <a:xfrm>
            <a:off x="4086225" y="3931444"/>
            <a:ext cx="3228975" cy="370285"/>
          </a:xfrm>
          <a:prstGeom prst="rect">
            <a:avLst/>
          </a:prstGeom>
          <a:solidFill>
            <a:srgbClr val="CCE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2867" name="Rectangle 83">
            <a:extLst>
              <a:ext uri="{FF2B5EF4-FFF2-40B4-BE49-F238E27FC236}">
                <a16:creationId xmlns:a16="http://schemas.microsoft.com/office/drawing/2014/main" id="{167E2EF0-73D5-2542-A64F-7A6FDA678ADB}"/>
              </a:ext>
            </a:extLst>
          </p:cNvPr>
          <p:cNvSpPr>
            <a:spLocks noChangeArrowheads="1"/>
          </p:cNvSpPr>
          <p:nvPr/>
        </p:nvSpPr>
        <p:spPr bwMode="auto">
          <a:xfrm>
            <a:off x="6218635" y="3333036"/>
            <a:ext cx="616744" cy="251993"/>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200">
                <a:solidFill>
                  <a:srgbClr val="333399"/>
                </a:solidFill>
                <a:latin typeface="Arial" panose="020B0604020202020204" pitchFamily="34" charset="0"/>
              </a:rPr>
              <a:t>填    充</a:t>
            </a:r>
          </a:p>
        </p:txBody>
      </p:sp>
      <p:sp>
        <p:nvSpPr>
          <p:cNvPr id="502868" name="Rectangle 84">
            <a:extLst>
              <a:ext uri="{FF2B5EF4-FFF2-40B4-BE49-F238E27FC236}">
                <a16:creationId xmlns:a16="http://schemas.microsoft.com/office/drawing/2014/main" id="{9FE12C68-F3C9-8A4B-8901-F694CDCF4A42}"/>
              </a:ext>
            </a:extLst>
          </p:cNvPr>
          <p:cNvSpPr>
            <a:spLocks noChangeArrowheads="1"/>
          </p:cNvSpPr>
          <p:nvPr/>
        </p:nvSpPr>
        <p:spPr bwMode="auto">
          <a:xfrm>
            <a:off x="5125641" y="3973116"/>
            <a:ext cx="1100911" cy="251993"/>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200">
                <a:solidFill>
                  <a:srgbClr val="333399"/>
                </a:solidFill>
                <a:latin typeface="Arial" panose="020B0604020202020204" pitchFamily="34" charset="0"/>
              </a:rPr>
              <a:t>TCP </a:t>
            </a:r>
            <a:r>
              <a:rPr kumimoji="1" lang="zh-CN" altLang="en-US" sz="1200">
                <a:solidFill>
                  <a:srgbClr val="333399"/>
                </a:solidFill>
                <a:latin typeface="Arial" panose="020B0604020202020204" pitchFamily="34" charset="0"/>
              </a:rPr>
              <a:t>数据部分</a:t>
            </a:r>
          </a:p>
        </p:txBody>
      </p:sp>
      <p:sp>
        <p:nvSpPr>
          <p:cNvPr id="502869" name="Rectangle 85">
            <a:extLst>
              <a:ext uri="{FF2B5EF4-FFF2-40B4-BE49-F238E27FC236}">
                <a16:creationId xmlns:a16="http://schemas.microsoft.com/office/drawing/2014/main" id="{12B8D960-7566-2D48-97F6-81D1AD1090BE}"/>
              </a:ext>
            </a:extLst>
          </p:cNvPr>
          <p:cNvSpPr>
            <a:spLocks noChangeArrowheads="1"/>
          </p:cNvSpPr>
          <p:nvPr/>
        </p:nvSpPr>
        <p:spPr bwMode="auto">
          <a:xfrm>
            <a:off x="3015854" y="3912394"/>
            <a:ext cx="1054894" cy="379810"/>
          </a:xfrm>
          <a:prstGeom prst="rect">
            <a:avLst/>
          </a:prstGeom>
          <a:solidFill>
            <a:srgbClr val="FFFFCC"/>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2870" name="Rectangle 86">
            <a:extLst>
              <a:ext uri="{FF2B5EF4-FFF2-40B4-BE49-F238E27FC236}">
                <a16:creationId xmlns:a16="http://schemas.microsoft.com/office/drawing/2014/main" id="{4B3C5ACD-33A6-C349-8128-0468BFFE6C46}"/>
              </a:ext>
            </a:extLst>
          </p:cNvPr>
          <p:cNvSpPr>
            <a:spLocks noChangeArrowheads="1"/>
          </p:cNvSpPr>
          <p:nvPr/>
        </p:nvSpPr>
        <p:spPr bwMode="auto">
          <a:xfrm>
            <a:off x="3015853" y="3912394"/>
            <a:ext cx="4318397" cy="379810"/>
          </a:xfrm>
          <a:prstGeom prst="rect">
            <a:avLst/>
          </a:prstGeom>
          <a:noFill/>
          <a:ln w="19050">
            <a:solidFill>
              <a:srgbClr val="333399"/>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71" name="Line 87">
            <a:extLst>
              <a:ext uri="{FF2B5EF4-FFF2-40B4-BE49-F238E27FC236}">
                <a16:creationId xmlns:a16="http://schemas.microsoft.com/office/drawing/2014/main" id="{347D8AFA-03AD-AD42-A323-A7E4F2EA9F6E}"/>
              </a:ext>
            </a:extLst>
          </p:cNvPr>
          <p:cNvSpPr>
            <a:spLocks noChangeShapeType="1"/>
          </p:cNvSpPr>
          <p:nvPr/>
        </p:nvSpPr>
        <p:spPr bwMode="auto">
          <a:xfrm flipH="1">
            <a:off x="4070747" y="3920729"/>
            <a:ext cx="0" cy="371475"/>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2872" name="Rectangle 88">
            <a:extLst>
              <a:ext uri="{FF2B5EF4-FFF2-40B4-BE49-F238E27FC236}">
                <a16:creationId xmlns:a16="http://schemas.microsoft.com/office/drawing/2014/main" id="{AC0514C7-F4BE-A545-A7FC-43E2B51726AC}"/>
              </a:ext>
            </a:extLst>
          </p:cNvPr>
          <p:cNvSpPr>
            <a:spLocks noChangeArrowheads="1"/>
          </p:cNvSpPr>
          <p:nvPr/>
        </p:nvSpPr>
        <p:spPr bwMode="auto">
          <a:xfrm>
            <a:off x="3162300" y="4008835"/>
            <a:ext cx="540544" cy="202406"/>
          </a:xfrm>
          <a:prstGeom prst="rect">
            <a:avLst/>
          </a:prstGeom>
          <a:no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2873" name="Rectangle 89">
            <a:extLst>
              <a:ext uri="{FF2B5EF4-FFF2-40B4-BE49-F238E27FC236}">
                <a16:creationId xmlns:a16="http://schemas.microsoft.com/office/drawing/2014/main" id="{BDDF2DBE-DA33-7648-B006-36429D8B948A}"/>
              </a:ext>
            </a:extLst>
          </p:cNvPr>
          <p:cNvSpPr>
            <a:spLocks noChangeArrowheads="1"/>
          </p:cNvSpPr>
          <p:nvPr/>
        </p:nvSpPr>
        <p:spPr bwMode="auto">
          <a:xfrm>
            <a:off x="3168254" y="3973116"/>
            <a:ext cx="793135" cy="251993"/>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200">
                <a:solidFill>
                  <a:srgbClr val="333399"/>
                </a:solidFill>
                <a:latin typeface="Arial" panose="020B0604020202020204" pitchFamily="34" charset="0"/>
              </a:rPr>
              <a:t>TCP </a:t>
            </a:r>
            <a:r>
              <a:rPr kumimoji="1" lang="zh-CN" altLang="en-US" sz="1200">
                <a:solidFill>
                  <a:srgbClr val="333399"/>
                </a:solidFill>
                <a:latin typeface="Arial" panose="020B0604020202020204" pitchFamily="34" charset="0"/>
              </a:rPr>
              <a:t>首部</a:t>
            </a:r>
          </a:p>
        </p:txBody>
      </p:sp>
      <p:sp>
        <p:nvSpPr>
          <p:cNvPr id="502877" name="Rectangle 93">
            <a:extLst>
              <a:ext uri="{FF2B5EF4-FFF2-40B4-BE49-F238E27FC236}">
                <a16:creationId xmlns:a16="http://schemas.microsoft.com/office/drawing/2014/main" id="{2DBCDB10-8909-5748-A6A4-7467C6E1D368}"/>
              </a:ext>
            </a:extLst>
          </p:cNvPr>
          <p:cNvSpPr>
            <a:spLocks noChangeArrowheads="1"/>
          </p:cNvSpPr>
          <p:nvPr/>
        </p:nvSpPr>
        <p:spPr bwMode="auto">
          <a:xfrm>
            <a:off x="1945482" y="3986213"/>
            <a:ext cx="1222772" cy="275076"/>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350">
                <a:solidFill>
                  <a:srgbClr val="333399"/>
                </a:solidFill>
                <a:latin typeface="Arial" panose="020B0604020202020204" pitchFamily="34" charset="0"/>
              </a:rPr>
              <a:t>TCP </a:t>
            </a:r>
            <a:r>
              <a:rPr kumimoji="1" lang="zh-CN" altLang="en-US" sz="1350">
                <a:solidFill>
                  <a:srgbClr val="333399"/>
                </a:solidFill>
                <a:latin typeface="Arial" panose="020B0604020202020204" pitchFamily="34" charset="0"/>
              </a:rPr>
              <a:t>报文段</a:t>
            </a:r>
          </a:p>
        </p:txBody>
      </p:sp>
      <p:sp>
        <p:nvSpPr>
          <p:cNvPr id="502878" name="Rectangle 94">
            <a:extLst>
              <a:ext uri="{FF2B5EF4-FFF2-40B4-BE49-F238E27FC236}">
                <a16:creationId xmlns:a16="http://schemas.microsoft.com/office/drawing/2014/main" id="{5F960A05-8A61-0F43-8094-7A12548BE92E}"/>
              </a:ext>
            </a:extLst>
          </p:cNvPr>
          <p:cNvSpPr>
            <a:spLocks noChangeArrowheads="1"/>
          </p:cNvSpPr>
          <p:nvPr/>
        </p:nvSpPr>
        <p:spPr bwMode="auto">
          <a:xfrm>
            <a:off x="3006328" y="4623198"/>
            <a:ext cx="4327922" cy="378619"/>
          </a:xfrm>
          <a:prstGeom prst="rect">
            <a:avLst/>
          </a:prstGeom>
          <a:solidFill>
            <a:srgbClr val="FFCCFF"/>
          </a:solidFill>
          <a:ln w="19050">
            <a:solidFill>
              <a:srgbClr val="333399"/>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80" name="Rectangle 96">
            <a:extLst>
              <a:ext uri="{FF2B5EF4-FFF2-40B4-BE49-F238E27FC236}">
                <a16:creationId xmlns:a16="http://schemas.microsoft.com/office/drawing/2014/main" id="{E8572CC5-A81D-8942-A994-AE9D9147525A}"/>
              </a:ext>
            </a:extLst>
          </p:cNvPr>
          <p:cNvSpPr>
            <a:spLocks noChangeArrowheads="1"/>
          </p:cNvSpPr>
          <p:nvPr/>
        </p:nvSpPr>
        <p:spPr bwMode="auto">
          <a:xfrm>
            <a:off x="4521994" y="4667250"/>
            <a:ext cx="103801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350">
                <a:solidFill>
                  <a:srgbClr val="333399"/>
                </a:solidFill>
                <a:latin typeface="Arial" panose="020B0604020202020204" pitchFamily="34" charset="0"/>
              </a:rPr>
              <a:t>IP </a:t>
            </a:r>
            <a:r>
              <a:rPr kumimoji="1" lang="zh-CN" altLang="en-US" sz="1350">
                <a:solidFill>
                  <a:srgbClr val="333399"/>
                </a:solidFill>
                <a:latin typeface="Arial" panose="020B0604020202020204" pitchFamily="34" charset="0"/>
              </a:rPr>
              <a:t>数据部分</a:t>
            </a:r>
          </a:p>
        </p:txBody>
      </p:sp>
      <p:sp>
        <p:nvSpPr>
          <p:cNvPr id="502881" name="Rectangle 97">
            <a:extLst>
              <a:ext uri="{FF2B5EF4-FFF2-40B4-BE49-F238E27FC236}">
                <a16:creationId xmlns:a16="http://schemas.microsoft.com/office/drawing/2014/main" id="{48087334-F4A1-BE42-BB9F-5EB2D663033E}"/>
              </a:ext>
            </a:extLst>
          </p:cNvPr>
          <p:cNvSpPr>
            <a:spLocks noChangeArrowheads="1"/>
          </p:cNvSpPr>
          <p:nvPr/>
        </p:nvSpPr>
        <p:spPr bwMode="auto">
          <a:xfrm>
            <a:off x="2264569" y="4667250"/>
            <a:ext cx="691761"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350">
                <a:solidFill>
                  <a:srgbClr val="333399"/>
                </a:solidFill>
                <a:latin typeface="Arial" panose="020B0604020202020204" pitchFamily="34" charset="0"/>
              </a:rPr>
              <a:t>IP </a:t>
            </a:r>
            <a:r>
              <a:rPr kumimoji="1" lang="zh-CN" altLang="en-US" sz="1350">
                <a:solidFill>
                  <a:srgbClr val="333399"/>
                </a:solidFill>
                <a:latin typeface="Arial" panose="020B0604020202020204" pitchFamily="34" charset="0"/>
              </a:rPr>
              <a:t>首部</a:t>
            </a:r>
          </a:p>
        </p:txBody>
      </p:sp>
      <p:sp>
        <p:nvSpPr>
          <p:cNvPr id="502882" name="AutoShape 98">
            <a:extLst>
              <a:ext uri="{FF2B5EF4-FFF2-40B4-BE49-F238E27FC236}">
                <a16:creationId xmlns:a16="http://schemas.microsoft.com/office/drawing/2014/main" id="{253A1456-36AE-5045-93BD-DFAE2346BAB3}"/>
              </a:ext>
            </a:extLst>
          </p:cNvPr>
          <p:cNvSpPr>
            <a:spLocks noChangeArrowheads="1"/>
          </p:cNvSpPr>
          <p:nvPr/>
        </p:nvSpPr>
        <p:spPr bwMode="auto">
          <a:xfrm rot="16200000">
            <a:off x="3284340" y="4474965"/>
            <a:ext cx="569119" cy="201215"/>
          </a:xfrm>
          <a:prstGeom prst="leftArrow">
            <a:avLst>
              <a:gd name="adj1" fmla="val 50000"/>
              <a:gd name="adj2" fmla="val 70710"/>
            </a:avLst>
          </a:prstGeom>
          <a:solidFill>
            <a:schemeClr val="accent2">
              <a:alpha val="42999"/>
            </a:schemeClr>
          </a:solidFill>
          <a:ln w="12700">
            <a:solidFill>
              <a:srgbClr val="333399"/>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83" name="AutoShape 99">
            <a:extLst>
              <a:ext uri="{FF2B5EF4-FFF2-40B4-BE49-F238E27FC236}">
                <a16:creationId xmlns:a16="http://schemas.microsoft.com/office/drawing/2014/main" id="{D5AE14B8-206E-7046-A881-C398D44C38D2}"/>
              </a:ext>
            </a:extLst>
          </p:cNvPr>
          <p:cNvSpPr>
            <a:spLocks noChangeArrowheads="1"/>
          </p:cNvSpPr>
          <p:nvPr/>
        </p:nvSpPr>
        <p:spPr bwMode="auto">
          <a:xfrm rot="16200000">
            <a:off x="5492353" y="4475560"/>
            <a:ext cx="569119" cy="200025"/>
          </a:xfrm>
          <a:prstGeom prst="leftArrow">
            <a:avLst>
              <a:gd name="adj1" fmla="val 50000"/>
              <a:gd name="adj2" fmla="val 71131"/>
            </a:avLst>
          </a:prstGeom>
          <a:solidFill>
            <a:schemeClr val="accent1">
              <a:alpha val="42999"/>
            </a:schemeClr>
          </a:solidFill>
          <a:ln w="12700">
            <a:solidFill>
              <a:srgbClr val="333399"/>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2884" name="Line 100">
            <a:extLst>
              <a:ext uri="{FF2B5EF4-FFF2-40B4-BE49-F238E27FC236}">
                <a16:creationId xmlns:a16="http://schemas.microsoft.com/office/drawing/2014/main" id="{FBD0F379-B0B3-E548-BACA-3C761F4E0C53}"/>
              </a:ext>
            </a:extLst>
          </p:cNvPr>
          <p:cNvSpPr>
            <a:spLocks noChangeShapeType="1"/>
          </p:cNvSpPr>
          <p:nvPr/>
        </p:nvSpPr>
        <p:spPr bwMode="auto">
          <a:xfrm>
            <a:off x="7234238" y="1534001"/>
            <a:ext cx="552450"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2885" name="Line 101">
            <a:extLst>
              <a:ext uri="{FF2B5EF4-FFF2-40B4-BE49-F238E27FC236}">
                <a16:creationId xmlns:a16="http://schemas.microsoft.com/office/drawing/2014/main" id="{43349F9F-F36B-0A4B-8F51-CFDD322B7A57}"/>
              </a:ext>
            </a:extLst>
          </p:cNvPr>
          <p:cNvSpPr>
            <a:spLocks noChangeShapeType="1"/>
          </p:cNvSpPr>
          <p:nvPr/>
        </p:nvSpPr>
        <p:spPr bwMode="auto">
          <a:xfrm>
            <a:off x="7234238" y="3286601"/>
            <a:ext cx="552450"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2886" name="Line 102">
            <a:extLst>
              <a:ext uri="{FF2B5EF4-FFF2-40B4-BE49-F238E27FC236}">
                <a16:creationId xmlns:a16="http://schemas.microsoft.com/office/drawing/2014/main" id="{941E8B1E-BEF5-5643-8E4C-1ADFF92B153E}"/>
              </a:ext>
            </a:extLst>
          </p:cNvPr>
          <p:cNvSpPr>
            <a:spLocks noChangeShapeType="1"/>
          </p:cNvSpPr>
          <p:nvPr/>
        </p:nvSpPr>
        <p:spPr bwMode="auto">
          <a:xfrm>
            <a:off x="1660922" y="1553051"/>
            <a:ext cx="352425"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2887" name="Line 103">
            <a:extLst>
              <a:ext uri="{FF2B5EF4-FFF2-40B4-BE49-F238E27FC236}">
                <a16:creationId xmlns:a16="http://schemas.microsoft.com/office/drawing/2014/main" id="{CC95005A-1089-6A4F-ADF9-D086F2D54D3E}"/>
              </a:ext>
            </a:extLst>
          </p:cNvPr>
          <p:cNvSpPr>
            <a:spLocks noChangeShapeType="1"/>
          </p:cNvSpPr>
          <p:nvPr/>
        </p:nvSpPr>
        <p:spPr bwMode="auto">
          <a:xfrm>
            <a:off x="1670447" y="3609261"/>
            <a:ext cx="352425"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2888" name="Rectangle 104">
            <a:extLst>
              <a:ext uri="{FF2B5EF4-FFF2-40B4-BE49-F238E27FC236}">
                <a16:creationId xmlns:a16="http://schemas.microsoft.com/office/drawing/2014/main" id="{CC63106C-36E0-2B47-8199-6F37D6082C2F}"/>
              </a:ext>
            </a:extLst>
          </p:cNvPr>
          <p:cNvSpPr>
            <a:spLocks noChangeArrowheads="1"/>
          </p:cNvSpPr>
          <p:nvPr/>
        </p:nvSpPr>
        <p:spPr bwMode="auto">
          <a:xfrm>
            <a:off x="1331119" y="4418410"/>
            <a:ext cx="829555"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rgbClr val="333399"/>
                </a:solidFill>
                <a:latin typeface="Arial" panose="020B0604020202020204" pitchFamily="34" charset="0"/>
              </a:rPr>
              <a:t>发送在前</a:t>
            </a:r>
          </a:p>
        </p:txBody>
      </p:sp>
      <p:sp>
        <p:nvSpPr>
          <p:cNvPr id="2" name="幻灯片编号占位符 1">
            <a:extLst>
              <a:ext uri="{FF2B5EF4-FFF2-40B4-BE49-F238E27FC236}">
                <a16:creationId xmlns:a16="http://schemas.microsoft.com/office/drawing/2014/main" id="{069E8A9F-4816-3F45-AF66-D2870AC9888C}"/>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450BE61-DF64-014F-8E2E-D31EEEA700FE}" type="slidenum">
              <a:rPr lang="en-US" altLang="zh-CN" sz="1050"/>
              <a:pPr>
                <a:defRPr/>
              </a:pPr>
              <a:t>47</a:t>
            </a:fld>
            <a:endParaRPr lang="en-US" altLang="zh-CN" sz="1050"/>
          </a:p>
        </p:txBody>
      </p:sp>
      <p:sp>
        <p:nvSpPr>
          <p:cNvPr id="3" name="标题 2">
            <a:extLst>
              <a:ext uri="{FF2B5EF4-FFF2-40B4-BE49-F238E27FC236}">
                <a16:creationId xmlns:a16="http://schemas.microsoft.com/office/drawing/2014/main" id="{C41D8A31-506D-834E-83FB-5827E874A1E2}"/>
              </a:ext>
            </a:extLst>
          </p:cNvPr>
          <p:cNvSpPr>
            <a:spLocks noGrp="1"/>
          </p:cNvSpPr>
          <p:nvPr>
            <p:ph type="title"/>
          </p:nvPr>
        </p:nvSpPr>
        <p:spPr>
          <a:xfrm>
            <a:off x="133563" y="254319"/>
            <a:ext cx="8804953" cy="511856"/>
          </a:xfrm>
        </p:spPr>
        <p:txBody>
          <a:bodyPr/>
          <a:lstStyle/>
          <a:p>
            <a:r>
              <a:rPr lang="en-US" altLang="zh-CN" dirty="0">
                <a:latin typeface="Arial" panose="020B0604020202020204" pitchFamily="34" charset="0"/>
              </a:rPr>
              <a:t>5.5  TCP </a:t>
            </a:r>
            <a:r>
              <a:rPr lang="zh-CN" altLang="en-US" dirty="0">
                <a:latin typeface="Arial" panose="020B0604020202020204" pitchFamily="34" charset="0"/>
              </a:rPr>
              <a:t>报文段的首部格式 </a:t>
            </a:r>
            <a:endParaRPr kumimoji="1" lang="zh-CN" altLang="en-US" dirty="0"/>
          </a:p>
        </p:txBody>
      </p:sp>
    </p:spTree>
    <p:extLst>
      <p:ext uri="{BB962C8B-B14F-4D97-AF65-F5344CB8AC3E}">
        <p14:creationId xmlns:p14="http://schemas.microsoft.com/office/powerpoint/2010/main" val="26759656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1" name="Line 3">
            <a:extLst>
              <a:ext uri="{FF2B5EF4-FFF2-40B4-BE49-F238E27FC236}">
                <a16:creationId xmlns:a16="http://schemas.microsoft.com/office/drawing/2014/main" id="{C432CC57-ADE3-0946-9DFE-D74FD9B6B183}"/>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3812" name="Rectangle 4">
            <a:extLst>
              <a:ext uri="{FF2B5EF4-FFF2-40B4-BE49-F238E27FC236}">
                <a16:creationId xmlns:a16="http://schemas.microsoft.com/office/drawing/2014/main" id="{A34C4BC9-557F-9D45-B152-A8A693C8AA78}"/>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03813" name="Line 5">
            <a:extLst>
              <a:ext uri="{FF2B5EF4-FFF2-40B4-BE49-F238E27FC236}">
                <a16:creationId xmlns:a16="http://schemas.microsoft.com/office/drawing/2014/main" id="{C3E569A7-0607-3441-8092-36D7915E1F1A}"/>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3814" name="Rectangle 6">
            <a:extLst>
              <a:ext uri="{FF2B5EF4-FFF2-40B4-BE49-F238E27FC236}">
                <a16:creationId xmlns:a16="http://schemas.microsoft.com/office/drawing/2014/main" id="{83F1B8A6-CAAB-3146-8288-EFB3D35858A8}"/>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03815" name="Rectangle 7">
            <a:extLst>
              <a:ext uri="{FF2B5EF4-FFF2-40B4-BE49-F238E27FC236}">
                <a16:creationId xmlns:a16="http://schemas.microsoft.com/office/drawing/2014/main" id="{186FC334-69D3-3A4C-B015-DC5CF0BD6602}"/>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18" name="Line 10">
            <a:extLst>
              <a:ext uri="{FF2B5EF4-FFF2-40B4-BE49-F238E27FC236}">
                <a16:creationId xmlns:a16="http://schemas.microsoft.com/office/drawing/2014/main" id="{7701ACE5-4722-7540-A6DA-79897F2E0239}"/>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19" name="Line 11">
            <a:extLst>
              <a:ext uri="{FF2B5EF4-FFF2-40B4-BE49-F238E27FC236}">
                <a16:creationId xmlns:a16="http://schemas.microsoft.com/office/drawing/2014/main" id="{208BE2C6-C871-F642-AD3E-EA9CB5902CAE}"/>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20" name="Line 12">
            <a:extLst>
              <a:ext uri="{FF2B5EF4-FFF2-40B4-BE49-F238E27FC236}">
                <a16:creationId xmlns:a16="http://schemas.microsoft.com/office/drawing/2014/main" id="{B5CE5E37-57A2-8B4C-BCE9-3C816D91A070}"/>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21" name="Line 13">
            <a:extLst>
              <a:ext uri="{FF2B5EF4-FFF2-40B4-BE49-F238E27FC236}">
                <a16:creationId xmlns:a16="http://schemas.microsoft.com/office/drawing/2014/main" id="{E7CB8A2F-BDBA-644D-9AA2-DBC68F6D8495}"/>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22" name="Line 14">
            <a:extLst>
              <a:ext uri="{FF2B5EF4-FFF2-40B4-BE49-F238E27FC236}">
                <a16:creationId xmlns:a16="http://schemas.microsoft.com/office/drawing/2014/main" id="{34B6E3CB-ABEF-2148-B039-27BD6AE2B19E}"/>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23" name="Line 15">
            <a:extLst>
              <a:ext uri="{FF2B5EF4-FFF2-40B4-BE49-F238E27FC236}">
                <a16:creationId xmlns:a16="http://schemas.microsoft.com/office/drawing/2014/main" id="{45709732-C0DD-C14D-913F-985787CB9A9D}"/>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24" name="Rectangle 16">
            <a:extLst>
              <a:ext uri="{FF2B5EF4-FFF2-40B4-BE49-F238E27FC236}">
                <a16:creationId xmlns:a16="http://schemas.microsoft.com/office/drawing/2014/main" id="{272AF9DE-697B-FA4F-B7D6-28995EA862F5}"/>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03825" name="Rectangle 17">
            <a:extLst>
              <a:ext uri="{FF2B5EF4-FFF2-40B4-BE49-F238E27FC236}">
                <a16:creationId xmlns:a16="http://schemas.microsoft.com/office/drawing/2014/main" id="{08471B6C-29B1-0747-BFFA-58361F2AACD1}"/>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03826" name="Rectangle 18">
            <a:extLst>
              <a:ext uri="{FF2B5EF4-FFF2-40B4-BE49-F238E27FC236}">
                <a16:creationId xmlns:a16="http://schemas.microsoft.com/office/drawing/2014/main" id="{88BDCF39-4593-CE49-9B75-968C47C14B76}"/>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03827" name="Rectangle 19">
            <a:extLst>
              <a:ext uri="{FF2B5EF4-FFF2-40B4-BE49-F238E27FC236}">
                <a16:creationId xmlns:a16="http://schemas.microsoft.com/office/drawing/2014/main" id="{73D225B8-6EF4-CB41-A731-70954C975C3F}"/>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03828" name="Rectangle 20">
            <a:extLst>
              <a:ext uri="{FF2B5EF4-FFF2-40B4-BE49-F238E27FC236}">
                <a16:creationId xmlns:a16="http://schemas.microsoft.com/office/drawing/2014/main" id="{83F9968D-F51E-794D-93BF-B12CB9594A14}"/>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03829" name="Rectangle 21">
            <a:extLst>
              <a:ext uri="{FF2B5EF4-FFF2-40B4-BE49-F238E27FC236}">
                <a16:creationId xmlns:a16="http://schemas.microsoft.com/office/drawing/2014/main" id="{E44E2DF2-4F77-2548-A3E1-F48BA25D8DCA}"/>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03830" name="Line 22">
            <a:extLst>
              <a:ext uri="{FF2B5EF4-FFF2-40B4-BE49-F238E27FC236}">
                <a16:creationId xmlns:a16="http://schemas.microsoft.com/office/drawing/2014/main" id="{A19872FF-3774-614E-8170-87F5AD5EEE14}"/>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31" name="Rectangle 23">
            <a:extLst>
              <a:ext uri="{FF2B5EF4-FFF2-40B4-BE49-F238E27FC236}">
                <a16:creationId xmlns:a16="http://schemas.microsoft.com/office/drawing/2014/main" id="{4B26F4DE-0028-7849-BC42-53A4569D74A8}"/>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03832" name="Rectangle 24">
            <a:extLst>
              <a:ext uri="{FF2B5EF4-FFF2-40B4-BE49-F238E27FC236}">
                <a16:creationId xmlns:a16="http://schemas.microsoft.com/office/drawing/2014/main" id="{21855FF7-AEFA-D54A-985C-D760A81FE2BD}"/>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03833" name="Rectangle 25">
            <a:extLst>
              <a:ext uri="{FF2B5EF4-FFF2-40B4-BE49-F238E27FC236}">
                <a16:creationId xmlns:a16="http://schemas.microsoft.com/office/drawing/2014/main" id="{22ECE674-D1FF-B44F-A39F-712FE57811DB}"/>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03834" name="Line 26">
            <a:extLst>
              <a:ext uri="{FF2B5EF4-FFF2-40B4-BE49-F238E27FC236}">
                <a16:creationId xmlns:a16="http://schemas.microsoft.com/office/drawing/2014/main" id="{72F22C79-A403-6245-95C9-9AB91F0F96CB}"/>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35" name="Line 27">
            <a:extLst>
              <a:ext uri="{FF2B5EF4-FFF2-40B4-BE49-F238E27FC236}">
                <a16:creationId xmlns:a16="http://schemas.microsoft.com/office/drawing/2014/main" id="{8C0F2F5C-E46E-7047-A336-D898B4537FE6}"/>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36" name="Line 28">
            <a:extLst>
              <a:ext uri="{FF2B5EF4-FFF2-40B4-BE49-F238E27FC236}">
                <a16:creationId xmlns:a16="http://schemas.microsoft.com/office/drawing/2014/main" id="{932BF21C-979D-4C43-8542-1BC5CBFD0A07}"/>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37" name="Line 29">
            <a:extLst>
              <a:ext uri="{FF2B5EF4-FFF2-40B4-BE49-F238E27FC236}">
                <a16:creationId xmlns:a16="http://schemas.microsoft.com/office/drawing/2014/main" id="{91B0EA91-8BF0-474E-BC88-3AC9E32AA13F}"/>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38" name="Line 30">
            <a:extLst>
              <a:ext uri="{FF2B5EF4-FFF2-40B4-BE49-F238E27FC236}">
                <a16:creationId xmlns:a16="http://schemas.microsoft.com/office/drawing/2014/main" id="{38CE70B4-E819-8E48-8768-C35617D9D4E4}"/>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39" name="Line 31">
            <a:extLst>
              <a:ext uri="{FF2B5EF4-FFF2-40B4-BE49-F238E27FC236}">
                <a16:creationId xmlns:a16="http://schemas.microsoft.com/office/drawing/2014/main" id="{6235420E-1107-A044-923B-FFC98B958720}"/>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40" name="Line 32">
            <a:extLst>
              <a:ext uri="{FF2B5EF4-FFF2-40B4-BE49-F238E27FC236}">
                <a16:creationId xmlns:a16="http://schemas.microsoft.com/office/drawing/2014/main" id="{24EE36E3-CA10-F74B-96A3-8FBE7C6F3048}"/>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41" name="Rectangle 33">
            <a:extLst>
              <a:ext uri="{FF2B5EF4-FFF2-40B4-BE49-F238E27FC236}">
                <a16:creationId xmlns:a16="http://schemas.microsoft.com/office/drawing/2014/main" id="{C0476672-A62A-3C46-ACE4-10BFB6B34041}"/>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03842" name="Rectangle 34">
            <a:extLst>
              <a:ext uri="{FF2B5EF4-FFF2-40B4-BE49-F238E27FC236}">
                <a16:creationId xmlns:a16="http://schemas.microsoft.com/office/drawing/2014/main" id="{681597CC-4E06-3C45-9191-82E0158A08D8}"/>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03845" name="Line 37">
            <a:extLst>
              <a:ext uri="{FF2B5EF4-FFF2-40B4-BE49-F238E27FC236}">
                <a16:creationId xmlns:a16="http://schemas.microsoft.com/office/drawing/2014/main" id="{FCA8D4C5-C660-9A49-81C7-F305B607881B}"/>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46" name="Line 38">
            <a:extLst>
              <a:ext uri="{FF2B5EF4-FFF2-40B4-BE49-F238E27FC236}">
                <a16:creationId xmlns:a16="http://schemas.microsoft.com/office/drawing/2014/main" id="{AA779E5A-D3A2-E74C-8AC7-AFFFC49860AF}"/>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47" name="Line 39">
            <a:extLst>
              <a:ext uri="{FF2B5EF4-FFF2-40B4-BE49-F238E27FC236}">
                <a16:creationId xmlns:a16="http://schemas.microsoft.com/office/drawing/2014/main" id="{1FC73EC7-081A-AB44-9CCF-8E9CF86DE224}"/>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48" name="Line 40">
            <a:extLst>
              <a:ext uri="{FF2B5EF4-FFF2-40B4-BE49-F238E27FC236}">
                <a16:creationId xmlns:a16="http://schemas.microsoft.com/office/drawing/2014/main" id="{35BF0570-6DDE-D34B-AF1E-114F05DBB2C0}"/>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49" name="Line 41">
            <a:extLst>
              <a:ext uri="{FF2B5EF4-FFF2-40B4-BE49-F238E27FC236}">
                <a16:creationId xmlns:a16="http://schemas.microsoft.com/office/drawing/2014/main" id="{0467DBA8-4944-D343-9FA2-991FA3A9392F}"/>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50" name="Line 42">
            <a:extLst>
              <a:ext uri="{FF2B5EF4-FFF2-40B4-BE49-F238E27FC236}">
                <a16:creationId xmlns:a16="http://schemas.microsoft.com/office/drawing/2014/main" id="{DBC5CF7F-7CFA-1A49-9C58-52F8686047F4}"/>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51" name="Line 43">
            <a:extLst>
              <a:ext uri="{FF2B5EF4-FFF2-40B4-BE49-F238E27FC236}">
                <a16:creationId xmlns:a16="http://schemas.microsoft.com/office/drawing/2014/main" id="{AFA07282-A6ED-0343-8FB5-7633BE5F0E32}"/>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52" name="Line 44">
            <a:extLst>
              <a:ext uri="{FF2B5EF4-FFF2-40B4-BE49-F238E27FC236}">
                <a16:creationId xmlns:a16="http://schemas.microsoft.com/office/drawing/2014/main" id="{C616CA32-5584-2A48-BF9E-A4C0035F22AB}"/>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53" name="Line 45">
            <a:extLst>
              <a:ext uri="{FF2B5EF4-FFF2-40B4-BE49-F238E27FC236}">
                <a16:creationId xmlns:a16="http://schemas.microsoft.com/office/drawing/2014/main" id="{D95CA8C1-69BE-D941-8C5A-3ACD6EB71B28}"/>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54" name="Line 46">
            <a:extLst>
              <a:ext uri="{FF2B5EF4-FFF2-40B4-BE49-F238E27FC236}">
                <a16:creationId xmlns:a16="http://schemas.microsoft.com/office/drawing/2014/main" id="{486460A3-92B9-5D42-8504-933678D46429}"/>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55" name="Line 47">
            <a:extLst>
              <a:ext uri="{FF2B5EF4-FFF2-40B4-BE49-F238E27FC236}">
                <a16:creationId xmlns:a16="http://schemas.microsoft.com/office/drawing/2014/main" id="{18D057DD-7B8B-6348-B945-3323BBE7B38C}"/>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56" name="Line 48">
            <a:extLst>
              <a:ext uri="{FF2B5EF4-FFF2-40B4-BE49-F238E27FC236}">
                <a16:creationId xmlns:a16="http://schemas.microsoft.com/office/drawing/2014/main" id="{29926726-6C1A-2F45-87D0-204047FC538C}"/>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57" name="Line 49">
            <a:extLst>
              <a:ext uri="{FF2B5EF4-FFF2-40B4-BE49-F238E27FC236}">
                <a16:creationId xmlns:a16="http://schemas.microsoft.com/office/drawing/2014/main" id="{376F4BE7-F6B6-0041-8977-1199D74CFBC1}"/>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58" name="Line 50">
            <a:extLst>
              <a:ext uri="{FF2B5EF4-FFF2-40B4-BE49-F238E27FC236}">
                <a16:creationId xmlns:a16="http://schemas.microsoft.com/office/drawing/2014/main" id="{44B183F8-7A37-5C4F-ABDB-68323FE4B87B}"/>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59" name="Line 51">
            <a:extLst>
              <a:ext uri="{FF2B5EF4-FFF2-40B4-BE49-F238E27FC236}">
                <a16:creationId xmlns:a16="http://schemas.microsoft.com/office/drawing/2014/main" id="{753F4558-3ACB-9F41-8D53-B7077FD37B39}"/>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60" name="Line 52">
            <a:extLst>
              <a:ext uri="{FF2B5EF4-FFF2-40B4-BE49-F238E27FC236}">
                <a16:creationId xmlns:a16="http://schemas.microsoft.com/office/drawing/2014/main" id="{13A3CEC3-913A-494E-B94F-EBCAAB0FEF53}"/>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61" name="Line 53">
            <a:extLst>
              <a:ext uri="{FF2B5EF4-FFF2-40B4-BE49-F238E27FC236}">
                <a16:creationId xmlns:a16="http://schemas.microsoft.com/office/drawing/2014/main" id="{635E778E-D63D-8A40-A5E0-5F91BB3B2DCC}"/>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62" name="Line 54">
            <a:extLst>
              <a:ext uri="{FF2B5EF4-FFF2-40B4-BE49-F238E27FC236}">
                <a16:creationId xmlns:a16="http://schemas.microsoft.com/office/drawing/2014/main" id="{F4FEC82F-8FD6-9D46-907F-BA0BBAD73C75}"/>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63" name="Line 55">
            <a:extLst>
              <a:ext uri="{FF2B5EF4-FFF2-40B4-BE49-F238E27FC236}">
                <a16:creationId xmlns:a16="http://schemas.microsoft.com/office/drawing/2014/main" id="{1D334866-9FF7-F04C-8063-15072818F175}"/>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64" name="Line 56">
            <a:extLst>
              <a:ext uri="{FF2B5EF4-FFF2-40B4-BE49-F238E27FC236}">
                <a16:creationId xmlns:a16="http://schemas.microsoft.com/office/drawing/2014/main" id="{7F227F83-18F2-1741-8BC3-0F0A63D9DB8D}"/>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65" name="Line 57">
            <a:extLst>
              <a:ext uri="{FF2B5EF4-FFF2-40B4-BE49-F238E27FC236}">
                <a16:creationId xmlns:a16="http://schemas.microsoft.com/office/drawing/2014/main" id="{FC41FABF-7822-BC45-B2E7-5C9DD0276C76}"/>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66" name="Line 58">
            <a:extLst>
              <a:ext uri="{FF2B5EF4-FFF2-40B4-BE49-F238E27FC236}">
                <a16:creationId xmlns:a16="http://schemas.microsoft.com/office/drawing/2014/main" id="{52BE50FE-BFE8-CF42-808D-4000AF0506E9}"/>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67" name="Line 59">
            <a:extLst>
              <a:ext uri="{FF2B5EF4-FFF2-40B4-BE49-F238E27FC236}">
                <a16:creationId xmlns:a16="http://schemas.microsoft.com/office/drawing/2014/main" id="{F962B705-27B6-E341-98E4-C915E858B766}"/>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68" name="Line 60">
            <a:extLst>
              <a:ext uri="{FF2B5EF4-FFF2-40B4-BE49-F238E27FC236}">
                <a16:creationId xmlns:a16="http://schemas.microsoft.com/office/drawing/2014/main" id="{F7E4F5D6-39A4-274F-A593-DB6135C15D90}"/>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69" name="Line 61">
            <a:extLst>
              <a:ext uri="{FF2B5EF4-FFF2-40B4-BE49-F238E27FC236}">
                <a16:creationId xmlns:a16="http://schemas.microsoft.com/office/drawing/2014/main" id="{95EA65F6-64C8-664E-8FEF-CAA0D008ECFD}"/>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70" name="Line 62">
            <a:extLst>
              <a:ext uri="{FF2B5EF4-FFF2-40B4-BE49-F238E27FC236}">
                <a16:creationId xmlns:a16="http://schemas.microsoft.com/office/drawing/2014/main" id="{83101694-F8B5-D04E-AEE7-2700B3DE0002}"/>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71" name="Line 63">
            <a:extLst>
              <a:ext uri="{FF2B5EF4-FFF2-40B4-BE49-F238E27FC236}">
                <a16:creationId xmlns:a16="http://schemas.microsoft.com/office/drawing/2014/main" id="{1FCB194F-314E-6A48-B81C-8882EE182F50}"/>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72" name="Line 64">
            <a:extLst>
              <a:ext uri="{FF2B5EF4-FFF2-40B4-BE49-F238E27FC236}">
                <a16:creationId xmlns:a16="http://schemas.microsoft.com/office/drawing/2014/main" id="{B3ADB22E-FADD-6940-9EAB-790449863D55}"/>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73" name="Line 65">
            <a:extLst>
              <a:ext uri="{FF2B5EF4-FFF2-40B4-BE49-F238E27FC236}">
                <a16:creationId xmlns:a16="http://schemas.microsoft.com/office/drawing/2014/main" id="{72B8FCA5-0539-0141-B7A3-482F2FE4E434}"/>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74" name="Line 66">
            <a:extLst>
              <a:ext uri="{FF2B5EF4-FFF2-40B4-BE49-F238E27FC236}">
                <a16:creationId xmlns:a16="http://schemas.microsoft.com/office/drawing/2014/main" id="{D31DD680-7B11-D24A-A7C0-385B0F210551}"/>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75" name="Line 67">
            <a:extLst>
              <a:ext uri="{FF2B5EF4-FFF2-40B4-BE49-F238E27FC236}">
                <a16:creationId xmlns:a16="http://schemas.microsoft.com/office/drawing/2014/main" id="{276DB36A-7206-5448-BE95-922F3AC78230}"/>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76" name="Line 68">
            <a:extLst>
              <a:ext uri="{FF2B5EF4-FFF2-40B4-BE49-F238E27FC236}">
                <a16:creationId xmlns:a16="http://schemas.microsoft.com/office/drawing/2014/main" id="{5503D860-5908-E248-B81B-3F52F9888F69}"/>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77" name="Line 69">
            <a:extLst>
              <a:ext uri="{FF2B5EF4-FFF2-40B4-BE49-F238E27FC236}">
                <a16:creationId xmlns:a16="http://schemas.microsoft.com/office/drawing/2014/main" id="{5921E864-7F44-A748-88B0-0D9CCCA00661}"/>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78" name="Line 70">
            <a:extLst>
              <a:ext uri="{FF2B5EF4-FFF2-40B4-BE49-F238E27FC236}">
                <a16:creationId xmlns:a16="http://schemas.microsoft.com/office/drawing/2014/main" id="{B04C271E-1D39-A040-816E-13616F7F87D9}"/>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3879" name="Rectangle 71">
            <a:extLst>
              <a:ext uri="{FF2B5EF4-FFF2-40B4-BE49-F238E27FC236}">
                <a16:creationId xmlns:a16="http://schemas.microsoft.com/office/drawing/2014/main" id="{B2C3B2DB-17A1-B346-840B-967D17FA5291}"/>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3880" name="Rectangle 72">
            <a:extLst>
              <a:ext uri="{FF2B5EF4-FFF2-40B4-BE49-F238E27FC236}">
                <a16:creationId xmlns:a16="http://schemas.microsoft.com/office/drawing/2014/main" id="{B58A5058-4210-0848-A767-44D44F4922F8}"/>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3881" name="Rectangle 73">
            <a:extLst>
              <a:ext uri="{FF2B5EF4-FFF2-40B4-BE49-F238E27FC236}">
                <a16:creationId xmlns:a16="http://schemas.microsoft.com/office/drawing/2014/main" id="{3A7077C6-2924-C246-A2BD-E43AB8991503}"/>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3882" name="Rectangle 74">
            <a:extLst>
              <a:ext uri="{FF2B5EF4-FFF2-40B4-BE49-F238E27FC236}">
                <a16:creationId xmlns:a16="http://schemas.microsoft.com/office/drawing/2014/main" id="{8A1A4A4A-8AC3-DB48-9F8C-58DFB2E7C7C1}"/>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3883" name="Rectangle 75">
            <a:extLst>
              <a:ext uri="{FF2B5EF4-FFF2-40B4-BE49-F238E27FC236}">
                <a16:creationId xmlns:a16="http://schemas.microsoft.com/office/drawing/2014/main" id="{B17D42A3-2A95-AB40-86D8-D2EF91A099E7}"/>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03884" name="Rectangle 76">
            <a:extLst>
              <a:ext uri="{FF2B5EF4-FFF2-40B4-BE49-F238E27FC236}">
                <a16:creationId xmlns:a16="http://schemas.microsoft.com/office/drawing/2014/main" id="{41CA9CC5-0FA5-3049-8DED-148A2418062F}"/>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03885" name="Rectangle 77">
            <a:extLst>
              <a:ext uri="{FF2B5EF4-FFF2-40B4-BE49-F238E27FC236}">
                <a16:creationId xmlns:a16="http://schemas.microsoft.com/office/drawing/2014/main" id="{84039A6E-A7B0-B842-96C0-E36A2BF36B87}"/>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03886" name="Rectangle 78">
            <a:extLst>
              <a:ext uri="{FF2B5EF4-FFF2-40B4-BE49-F238E27FC236}">
                <a16:creationId xmlns:a16="http://schemas.microsoft.com/office/drawing/2014/main" id="{89D022BC-3885-FC4F-A26B-0D2660F7DC5A}"/>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03887" name="Rectangle 79">
            <a:extLst>
              <a:ext uri="{FF2B5EF4-FFF2-40B4-BE49-F238E27FC236}">
                <a16:creationId xmlns:a16="http://schemas.microsoft.com/office/drawing/2014/main" id="{AB786EBC-9317-9B41-B0E4-0C896FD6697C}"/>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03888" name="Rectangle 80">
            <a:extLst>
              <a:ext uri="{FF2B5EF4-FFF2-40B4-BE49-F238E27FC236}">
                <a16:creationId xmlns:a16="http://schemas.microsoft.com/office/drawing/2014/main" id="{41668186-7F41-C340-BAE1-DA3C05008AE3}"/>
              </a:ext>
            </a:extLst>
          </p:cNvPr>
          <p:cNvSpPr>
            <a:spLocks noChangeArrowheads="1"/>
          </p:cNvSpPr>
          <p:nvPr/>
        </p:nvSpPr>
        <p:spPr bwMode="auto">
          <a:xfrm>
            <a:off x="1335881"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03889" name="Line 81">
            <a:extLst>
              <a:ext uri="{FF2B5EF4-FFF2-40B4-BE49-F238E27FC236}">
                <a16:creationId xmlns:a16="http://schemas.microsoft.com/office/drawing/2014/main" id="{4BB736BF-A713-2D4E-B1E8-69D5E87C0A1E}"/>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3891" name="Rectangle 83">
            <a:extLst>
              <a:ext uri="{FF2B5EF4-FFF2-40B4-BE49-F238E27FC236}">
                <a16:creationId xmlns:a16="http://schemas.microsoft.com/office/drawing/2014/main" id="{3BBD8539-94C3-3242-A114-565B5CBE079F}"/>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03904" name="Line 96">
            <a:extLst>
              <a:ext uri="{FF2B5EF4-FFF2-40B4-BE49-F238E27FC236}">
                <a16:creationId xmlns:a16="http://schemas.microsoft.com/office/drawing/2014/main" id="{FB98EE81-2876-8848-92DA-ABAE41A06F71}"/>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3905" name="Line 97">
            <a:extLst>
              <a:ext uri="{FF2B5EF4-FFF2-40B4-BE49-F238E27FC236}">
                <a16:creationId xmlns:a16="http://schemas.microsoft.com/office/drawing/2014/main" id="{0AA52D02-3A7C-FC40-84B3-A4D71E6B6699}"/>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3906" name="Line 98">
            <a:extLst>
              <a:ext uri="{FF2B5EF4-FFF2-40B4-BE49-F238E27FC236}">
                <a16:creationId xmlns:a16="http://schemas.microsoft.com/office/drawing/2014/main" id="{C947011A-547D-054E-81C9-8910CBB2CDCB}"/>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3907" name="Line 99">
            <a:extLst>
              <a:ext uri="{FF2B5EF4-FFF2-40B4-BE49-F238E27FC236}">
                <a16:creationId xmlns:a16="http://schemas.microsoft.com/office/drawing/2014/main" id="{F0E54B21-E981-F54E-91E6-46BF9E5C8082}"/>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3911" name="Text Box 103">
            <a:extLst>
              <a:ext uri="{FF2B5EF4-FFF2-40B4-BE49-F238E27FC236}">
                <a16:creationId xmlns:a16="http://schemas.microsoft.com/office/drawing/2014/main" id="{D8091278-1C9E-D84D-A94E-41BEDADF19BE}"/>
              </a:ext>
            </a:extLst>
          </p:cNvPr>
          <p:cNvSpPr txBox="1">
            <a:spLocks noChangeArrowheads="1"/>
          </p:cNvSpPr>
          <p:nvPr/>
        </p:nvSpPr>
        <p:spPr bwMode="auto">
          <a:xfrm>
            <a:off x="1439466" y="3813572"/>
            <a:ext cx="6318647" cy="1061829"/>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latin typeface="Arial" panose="020B0604020202020204" pitchFamily="34" charset="0"/>
              </a:rPr>
              <a:t>源端口和目的端口字段</a:t>
            </a:r>
            <a:r>
              <a:rPr lang="en-US" altLang="zh-CN" sz="2100">
                <a:solidFill>
                  <a:srgbClr val="333399"/>
                </a:solidFill>
                <a:latin typeface="Arial" panose="020B0604020202020204" pitchFamily="34" charset="0"/>
              </a:rPr>
              <a:t>——</a:t>
            </a:r>
            <a:r>
              <a:rPr lang="zh-CN" altLang="en-US" sz="2100">
                <a:solidFill>
                  <a:srgbClr val="333399"/>
                </a:solidFill>
                <a:latin typeface="Arial" panose="020B0604020202020204" pitchFamily="34" charset="0"/>
              </a:rPr>
              <a:t>各占 </a:t>
            </a:r>
            <a:r>
              <a:rPr lang="en-US" altLang="zh-CN" sz="2100">
                <a:solidFill>
                  <a:srgbClr val="333399"/>
                </a:solidFill>
                <a:latin typeface="Arial" panose="020B0604020202020204" pitchFamily="34" charset="0"/>
              </a:rPr>
              <a:t>2 </a:t>
            </a:r>
            <a:r>
              <a:rPr lang="zh-CN" altLang="en-US" sz="2100">
                <a:solidFill>
                  <a:srgbClr val="333399"/>
                </a:solidFill>
                <a:latin typeface="Arial" panose="020B0604020202020204" pitchFamily="34" charset="0"/>
              </a:rPr>
              <a:t>字节。端口是运输层与应用层的服务接口。运输层的复用和分用功能都要通过端口才能实现。  </a:t>
            </a:r>
          </a:p>
        </p:txBody>
      </p:sp>
      <p:sp>
        <p:nvSpPr>
          <p:cNvPr id="503912" name="Rectangle 104">
            <a:extLst>
              <a:ext uri="{FF2B5EF4-FFF2-40B4-BE49-F238E27FC236}">
                <a16:creationId xmlns:a16="http://schemas.microsoft.com/office/drawing/2014/main" id="{C47E5FB9-CF4A-8841-8340-1FB1B4FBFC8A}"/>
              </a:ext>
            </a:extLst>
          </p:cNvPr>
          <p:cNvSpPr>
            <a:spLocks noChangeArrowheads="1"/>
          </p:cNvSpPr>
          <p:nvPr/>
        </p:nvSpPr>
        <p:spPr bwMode="auto">
          <a:xfrm>
            <a:off x="1601391" y="519112"/>
            <a:ext cx="5816203"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285C9060-FEE4-7E45-8164-47CF8515A007}"/>
              </a:ext>
            </a:extLst>
          </p:cNvPr>
          <p:cNvSpPr>
            <a:spLocks noGrp="1"/>
          </p:cNvSpPr>
          <p:nvPr>
            <p:ph type="sldNum" sz="quarter" idx="10"/>
          </p:nvPr>
        </p:nvSpPr>
        <p:spPr>
          <a:xfrm>
            <a:off x="8728757" y="4868862"/>
            <a:ext cx="415243"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5B2211AC-7931-E045-9F4C-8D89D0141DD1}" type="slidenum">
              <a:rPr lang="en-US" altLang="zh-CN" sz="1050"/>
              <a:pPr>
                <a:defRPr/>
              </a:pPr>
              <a:t>48</a:t>
            </a:fld>
            <a:endParaRPr lang="en-US" altLang="zh-CN" sz="1050" dirty="0"/>
          </a:p>
        </p:txBody>
      </p:sp>
    </p:spTree>
    <p:extLst>
      <p:ext uri="{BB962C8B-B14F-4D97-AF65-F5344CB8AC3E}">
        <p14:creationId xmlns:p14="http://schemas.microsoft.com/office/powerpoint/2010/main" val="40724214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3912"/>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0391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3912" grpId="0" animBg="1"/>
      <p:bldP spid="503912" grpId="1" animBg="1"/>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4834" name="Line 2">
            <a:extLst>
              <a:ext uri="{FF2B5EF4-FFF2-40B4-BE49-F238E27FC236}">
                <a16:creationId xmlns:a16="http://schemas.microsoft.com/office/drawing/2014/main" id="{D6397170-1073-A541-860B-C75637B9924F}"/>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4835" name="Rectangle 3">
            <a:extLst>
              <a:ext uri="{FF2B5EF4-FFF2-40B4-BE49-F238E27FC236}">
                <a16:creationId xmlns:a16="http://schemas.microsoft.com/office/drawing/2014/main" id="{BA66D670-1DE0-6A41-87D7-B2A95F20EF65}"/>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04836" name="Line 4">
            <a:extLst>
              <a:ext uri="{FF2B5EF4-FFF2-40B4-BE49-F238E27FC236}">
                <a16:creationId xmlns:a16="http://schemas.microsoft.com/office/drawing/2014/main" id="{8F36AFBA-BA0C-CE4C-8B3E-32121D1435D4}"/>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4837" name="Rectangle 5">
            <a:extLst>
              <a:ext uri="{FF2B5EF4-FFF2-40B4-BE49-F238E27FC236}">
                <a16:creationId xmlns:a16="http://schemas.microsoft.com/office/drawing/2014/main" id="{ADC15720-07C8-1740-BC61-E1DAF3A470DC}"/>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04838" name="Rectangle 6">
            <a:extLst>
              <a:ext uri="{FF2B5EF4-FFF2-40B4-BE49-F238E27FC236}">
                <a16:creationId xmlns:a16="http://schemas.microsoft.com/office/drawing/2014/main" id="{2E7C79B6-F135-5745-B9FB-0D1F076CF3C6}"/>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39" name="Line 7">
            <a:extLst>
              <a:ext uri="{FF2B5EF4-FFF2-40B4-BE49-F238E27FC236}">
                <a16:creationId xmlns:a16="http://schemas.microsoft.com/office/drawing/2014/main" id="{B963E682-D581-834B-8007-043509C65DCD}"/>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40" name="Line 8">
            <a:extLst>
              <a:ext uri="{FF2B5EF4-FFF2-40B4-BE49-F238E27FC236}">
                <a16:creationId xmlns:a16="http://schemas.microsoft.com/office/drawing/2014/main" id="{1EE7E4C4-3A4A-B34F-A972-AC5652B5155B}"/>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41" name="Line 9">
            <a:extLst>
              <a:ext uri="{FF2B5EF4-FFF2-40B4-BE49-F238E27FC236}">
                <a16:creationId xmlns:a16="http://schemas.microsoft.com/office/drawing/2014/main" id="{30EDC223-C6F1-7B43-872A-32EE281F66E3}"/>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42" name="Line 10">
            <a:extLst>
              <a:ext uri="{FF2B5EF4-FFF2-40B4-BE49-F238E27FC236}">
                <a16:creationId xmlns:a16="http://schemas.microsoft.com/office/drawing/2014/main" id="{8F3325B3-4395-6643-B595-1A840AF8D759}"/>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43" name="Line 11">
            <a:extLst>
              <a:ext uri="{FF2B5EF4-FFF2-40B4-BE49-F238E27FC236}">
                <a16:creationId xmlns:a16="http://schemas.microsoft.com/office/drawing/2014/main" id="{53805F2A-F75B-7742-B8D9-C1EC51081022}"/>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44" name="Line 12">
            <a:extLst>
              <a:ext uri="{FF2B5EF4-FFF2-40B4-BE49-F238E27FC236}">
                <a16:creationId xmlns:a16="http://schemas.microsoft.com/office/drawing/2014/main" id="{11E59468-B9DC-044A-8972-F990E08852C3}"/>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45" name="Rectangle 13">
            <a:extLst>
              <a:ext uri="{FF2B5EF4-FFF2-40B4-BE49-F238E27FC236}">
                <a16:creationId xmlns:a16="http://schemas.microsoft.com/office/drawing/2014/main" id="{1F54CDE9-B80D-EC48-8BEF-1F45970DDB70}"/>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04846" name="Rectangle 14">
            <a:extLst>
              <a:ext uri="{FF2B5EF4-FFF2-40B4-BE49-F238E27FC236}">
                <a16:creationId xmlns:a16="http://schemas.microsoft.com/office/drawing/2014/main" id="{8261D6BD-2903-D844-A359-5F5283A5D8A0}"/>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04847" name="Rectangle 15">
            <a:extLst>
              <a:ext uri="{FF2B5EF4-FFF2-40B4-BE49-F238E27FC236}">
                <a16:creationId xmlns:a16="http://schemas.microsoft.com/office/drawing/2014/main" id="{A669DA66-11E6-7244-B7D4-9E2131D7B5EB}"/>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04848" name="Rectangle 16">
            <a:extLst>
              <a:ext uri="{FF2B5EF4-FFF2-40B4-BE49-F238E27FC236}">
                <a16:creationId xmlns:a16="http://schemas.microsoft.com/office/drawing/2014/main" id="{7DAFD524-D8D6-9B4B-A91E-87AC4C324EFD}"/>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04849" name="Rectangle 17">
            <a:extLst>
              <a:ext uri="{FF2B5EF4-FFF2-40B4-BE49-F238E27FC236}">
                <a16:creationId xmlns:a16="http://schemas.microsoft.com/office/drawing/2014/main" id="{1C01D818-52AE-1F43-81D1-49D6CAE77283}"/>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04850" name="Rectangle 18">
            <a:extLst>
              <a:ext uri="{FF2B5EF4-FFF2-40B4-BE49-F238E27FC236}">
                <a16:creationId xmlns:a16="http://schemas.microsoft.com/office/drawing/2014/main" id="{37D40430-8D67-7749-A161-51D6DBFE3046}"/>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04851" name="Line 19">
            <a:extLst>
              <a:ext uri="{FF2B5EF4-FFF2-40B4-BE49-F238E27FC236}">
                <a16:creationId xmlns:a16="http://schemas.microsoft.com/office/drawing/2014/main" id="{6851D813-98EC-C64F-9080-223423C671DC}"/>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52" name="Rectangle 20">
            <a:extLst>
              <a:ext uri="{FF2B5EF4-FFF2-40B4-BE49-F238E27FC236}">
                <a16:creationId xmlns:a16="http://schemas.microsoft.com/office/drawing/2014/main" id="{02E5E949-5506-974B-815C-22E8FE52B3C9}"/>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04853" name="Rectangle 21">
            <a:extLst>
              <a:ext uri="{FF2B5EF4-FFF2-40B4-BE49-F238E27FC236}">
                <a16:creationId xmlns:a16="http://schemas.microsoft.com/office/drawing/2014/main" id="{10512D2D-C126-3E45-A9F5-E00C04971126}"/>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04854" name="Rectangle 22">
            <a:extLst>
              <a:ext uri="{FF2B5EF4-FFF2-40B4-BE49-F238E27FC236}">
                <a16:creationId xmlns:a16="http://schemas.microsoft.com/office/drawing/2014/main" id="{0339CFE9-A8CA-3B43-BCB7-975B0566542E}"/>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04855" name="Line 23">
            <a:extLst>
              <a:ext uri="{FF2B5EF4-FFF2-40B4-BE49-F238E27FC236}">
                <a16:creationId xmlns:a16="http://schemas.microsoft.com/office/drawing/2014/main" id="{CC374692-8A02-D54C-95E7-45FF7349C8AA}"/>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56" name="Line 24">
            <a:extLst>
              <a:ext uri="{FF2B5EF4-FFF2-40B4-BE49-F238E27FC236}">
                <a16:creationId xmlns:a16="http://schemas.microsoft.com/office/drawing/2014/main" id="{DFF2F2A2-57F9-4645-B82F-EE0259A16942}"/>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57" name="Line 25">
            <a:extLst>
              <a:ext uri="{FF2B5EF4-FFF2-40B4-BE49-F238E27FC236}">
                <a16:creationId xmlns:a16="http://schemas.microsoft.com/office/drawing/2014/main" id="{424B2F5C-C935-B94C-8B44-7275622AC95F}"/>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58" name="Line 26">
            <a:extLst>
              <a:ext uri="{FF2B5EF4-FFF2-40B4-BE49-F238E27FC236}">
                <a16:creationId xmlns:a16="http://schemas.microsoft.com/office/drawing/2014/main" id="{80FC2B83-AA9C-8C40-A988-D3C79FC1D557}"/>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59" name="Line 27">
            <a:extLst>
              <a:ext uri="{FF2B5EF4-FFF2-40B4-BE49-F238E27FC236}">
                <a16:creationId xmlns:a16="http://schemas.microsoft.com/office/drawing/2014/main" id="{F0413815-1EBD-D644-872B-D84B697DB15F}"/>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60" name="Line 28">
            <a:extLst>
              <a:ext uri="{FF2B5EF4-FFF2-40B4-BE49-F238E27FC236}">
                <a16:creationId xmlns:a16="http://schemas.microsoft.com/office/drawing/2014/main" id="{851AA36F-E5AD-0B40-9609-4C5E8B5B8E61}"/>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61" name="Line 29">
            <a:extLst>
              <a:ext uri="{FF2B5EF4-FFF2-40B4-BE49-F238E27FC236}">
                <a16:creationId xmlns:a16="http://schemas.microsoft.com/office/drawing/2014/main" id="{9426CEA6-133D-A646-8389-43E7E29B3436}"/>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62" name="Rectangle 30">
            <a:extLst>
              <a:ext uri="{FF2B5EF4-FFF2-40B4-BE49-F238E27FC236}">
                <a16:creationId xmlns:a16="http://schemas.microsoft.com/office/drawing/2014/main" id="{53E5213D-79F7-834C-B358-542D860EB064}"/>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04863" name="Rectangle 31">
            <a:extLst>
              <a:ext uri="{FF2B5EF4-FFF2-40B4-BE49-F238E27FC236}">
                <a16:creationId xmlns:a16="http://schemas.microsoft.com/office/drawing/2014/main" id="{01EC731C-08B8-A941-95A6-8AF836CB906A}"/>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04864" name="Line 32">
            <a:extLst>
              <a:ext uri="{FF2B5EF4-FFF2-40B4-BE49-F238E27FC236}">
                <a16:creationId xmlns:a16="http://schemas.microsoft.com/office/drawing/2014/main" id="{0E8B5686-46C1-5743-A01F-7C3C300FA3C8}"/>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65" name="Line 33">
            <a:extLst>
              <a:ext uri="{FF2B5EF4-FFF2-40B4-BE49-F238E27FC236}">
                <a16:creationId xmlns:a16="http://schemas.microsoft.com/office/drawing/2014/main" id="{F21BA9C1-447F-4048-A85E-17DEDF51B2B1}"/>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66" name="Line 34">
            <a:extLst>
              <a:ext uri="{FF2B5EF4-FFF2-40B4-BE49-F238E27FC236}">
                <a16:creationId xmlns:a16="http://schemas.microsoft.com/office/drawing/2014/main" id="{3888E758-579D-9242-A0E4-DE9D0BBF3198}"/>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67" name="Line 35">
            <a:extLst>
              <a:ext uri="{FF2B5EF4-FFF2-40B4-BE49-F238E27FC236}">
                <a16:creationId xmlns:a16="http://schemas.microsoft.com/office/drawing/2014/main" id="{15DAD5AF-9837-DD48-BB0C-5CB0FD80CDB6}"/>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68" name="Line 36">
            <a:extLst>
              <a:ext uri="{FF2B5EF4-FFF2-40B4-BE49-F238E27FC236}">
                <a16:creationId xmlns:a16="http://schemas.microsoft.com/office/drawing/2014/main" id="{B50FC9AB-71E9-8F42-B942-CBF6A16BA703}"/>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69" name="Line 37">
            <a:extLst>
              <a:ext uri="{FF2B5EF4-FFF2-40B4-BE49-F238E27FC236}">
                <a16:creationId xmlns:a16="http://schemas.microsoft.com/office/drawing/2014/main" id="{F32E111C-CE14-2940-8F5E-9ABF4422D1B7}"/>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70" name="Line 38">
            <a:extLst>
              <a:ext uri="{FF2B5EF4-FFF2-40B4-BE49-F238E27FC236}">
                <a16:creationId xmlns:a16="http://schemas.microsoft.com/office/drawing/2014/main" id="{9E552491-D313-724C-BEBC-7300EEA50345}"/>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71" name="Line 39">
            <a:extLst>
              <a:ext uri="{FF2B5EF4-FFF2-40B4-BE49-F238E27FC236}">
                <a16:creationId xmlns:a16="http://schemas.microsoft.com/office/drawing/2014/main" id="{92AADD23-C44D-FA4D-82CF-A593C9AAEC85}"/>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72" name="Line 40">
            <a:extLst>
              <a:ext uri="{FF2B5EF4-FFF2-40B4-BE49-F238E27FC236}">
                <a16:creationId xmlns:a16="http://schemas.microsoft.com/office/drawing/2014/main" id="{40F37BA7-0C29-0347-B70D-CE3B4AC2948A}"/>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73" name="Line 41">
            <a:extLst>
              <a:ext uri="{FF2B5EF4-FFF2-40B4-BE49-F238E27FC236}">
                <a16:creationId xmlns:a16="http://schemas.microsoft.com/office/drawing/2014/main" id="{48D06087-8920-FA4D-AA0E-F496536A55EC}"/>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74" name="Line 42">
            <a:extLst>
              <a:ext uri="{FF2B5EF4-FFF2-40B4-BE49-F238E27FC236}">
                <a16:creationId xmlns:a16="http://schemas.microsoft.com/office/drawing/2014/main" id="{03EBCAD0-C779-9044-9DA1-F6E715B9BA4D}"/>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75" name="Line 43">
            <a:extLst>
              <a:ext uri="{FF2B5EF4-FFF2-40B4-BE49-F238E27FC236}">
                <a16:creationId xmlns:a16="http://schemas.microsoft.com/office/drawing/2014/main" id="{1EF66BAB-F7A3-2A45-B80C-EB6E270367C4}"/>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76" name="Line 44">
            <a:extLst>
              <a:ext uri="{FF2B5EF4-FFF2-40B4-BE49-F238E27FC236}">
                <a16:creationId xmlns:a16="http://schemas.microsoft.com/office/drawing/2014/main" id="{50671810-6507-D54D-A70B-ECA1F567F78F}"/>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77" name="Line 45">
            <a:extLst>
              <a:ext uri="{FF2B5EF4-FFF2-40B4-BE49-F238E27FC236}">
                <a16:creationId xmlns:a16="http://schemas.microsoft.com/office/drawing/2014/main" id="{3FF48644-FD65-AB48-9C45-6BBE103D814E}"/>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78" name="Line 46">
            <a:extLst>
              <a:ext uri="{FF2B5EF4-FFF2-40B4-BE49-F238E27FC236}">
                <a16:creationId xmlns:a16="http://schemas.microsoft.com/office/drawing/2014/main" id="{734558DD-3A6B-9044-8DBA-D40C6FB0ED42}"/>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79" name="Line 47">
            <a:extLst>
              <a:ext uri="{FF2B5EF4-FFF2-40B4-BE49-F238E27FC236}">
                <a16:creationId xmlns:a16="http://schemas.microsoft.com/office/drawing/2014/main" id="{BCE38E66-10A7-E940-83D7-2C084BF6912E}"/>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80" name="Line 48">
            <a:extLst>
              <a:ext uri="{FF2B5EF4-FFF2-40B4-BE49-F238E27FC236}">
                <a16:creationId xmlns:a16="http://schemas.microsoft.com/office/drawing/2014/main" id="{1B42D0F4-A752-2E4E-81BE-32A538A2CB84}"/>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81" name="Line 49">
            <a:extLst>
              <a:ext uri="{FF2B5EF4-FFF2-40B4-BE49-F238E27FC236}">
                <a16:creationId xmlns:a16="http://schemas.microsoft.com/office/drawing/2014/main" id="{68FE9AEE-072B-C641-A8E8-17B6B87840AF}"/>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82" name="Line 50">
            <a:extLst>
              <a:ext uri="{FF2B5EF4-FFF2-40B4-BE49-F238E27FC236}">
                <a16:creationId xmlns:a16="http://schemas.microsoft.com/office/drawing/2014/main" id="{371897D7-68B6-BE4C-AC00-073461E3D287}"/>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83" name="Line 51">
            <a:extLst>
              <a:ext uri="{FF2B5EF4-FFF2-40B4-BE49-F238E27FC236}">
                <a16:creationId xmlns:a16="http://schemas.microsoft.com/office/drawing/2014/main" id="{374F2768-615E-FC49-ACEB-43F5F768104F}"/>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84" name="Line 52">
            <a:extLst>
              <a:ext uri="{FF2B5EF4-FFF2-40B4-BE49-F238E27FC236}">
                <a16:creationId xmlns:a16="http://schemas.microsoft.com/office/drawing/2014/main" id="{080DA587-53EB-9945-8EE6-5C724AAF003A}"/>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85" name="Line 53">
            <a:extLst>
              <a:ext uri="{FF2B5EF4-FFF2-40B4-BE49-F238E27FC236}">
                <a16:creationId xmlns:a16="http://schemas.microsoft.com/office/drawing/2014/main" id="{EF784912-2C6D-514C-8A31-4313D717F170}"/>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86" name="Line 54">
            <a:extLst>
              <a:ext uri="{FF2B5EF4-FFF2-40B4-BE49-F238E27FC236}">
                <a16:creationId xmlns:a16="http://schemas.microsoft.com/office/drawing/2014/main" id="{38D8582E-2253-1E44-934B-9DCCA47124BA}"/>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87" name="Line 55">
            <a:extLst>
              <a:ext uri="{FF2B5EF4-FFF2-40B4-BE49-F238E27FC236}">
                <a16:creationId xmlns:a16="http://schemas.microsoft.com/office/drawing/2014/main" id="{A418A452-7B31-CF46-911A-74AD0C944B76}"/>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88" name="Line 56">
            <a:extLst>
              <a:ext uri="{FF2B5EF4-FFF2-40B4-BE49-F238E27FC236}">
                <a16:creationId xmlns:a16="http://schemas.microsoft.com/office/drawing/2014/main" id="{44ABC39C-D101-0E49-B342-6B9A88468BB9}"/>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89" name="Line 57">
            <a:extLst>
              <a:ext uri="{FF2B5EF4-FFF2-40B4-BE49-F238E27FC236}">
                <a16:creationId xmlns:a16="http://schemas.microsoft.com/office/drawing/2014/main" id="{79771728-9483-6D4C-B23E-4FC7EA8FF8D5}"/>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90" name="Line 58">
            <a:extLst>
              <a:ext uri="{FF2B5EF4-FFF2-40B4-BE49-F238E27FC236}">
                <a16:creationId xmlns:a16="http://schemas.microsoft.com/office/drawing/2014/main" id="{68A2C5C8-F784-7344-B697-C8D222BB7180}"/>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91" name="Line 59">
            <a:extLst>
              <a:ext uri="{FF2B5EF4-FFF2-40B4-BE49-F238E27FC236}">
                <a16:creationId xmlns:a16="http://schemas.microsoft.com/office/drawing/2014/main" id="{1AF2264A-5719-3341-A61C-EFF808DBB080}"/>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92" name="Line 60">
            <a:extLst>
              <a:ext uri="{FF2B5EF4-FFF2-40B4-BE49-F238E27FC236}">
                <a16:creationId xmlns:a16="http://schemas.microsoft.com/office/drawing/2014/main" id="{6E9542F0-483D-B640-9C58-9BE9874CE8D6}"/>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93" name="Line 61">
            <a:extLst>
              <a:ext uri="{FF2B5EF4-FFF2-40B4-BE49-F238E27FC236}">
                <a16:creationId xmlns:a16="http://schemas.microsoft.com/office/drawing/2014/main" id="{AB3E5F18-B150-BF4A-8E24-D20E8ECBE41E}"/>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94" name="Line 62">
            <a:extLst>
              <a:ext uri="{FF2B5EF4-FFF2-40B4-BE49-F238E27FC236}">
                <a16:creationId xmlns:a16="http://schemas.microsoft.com/office/drawing/2014/main" id="{D4AAFDFC-B546-D64A-A481-48049F2B736C}"/>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95" name="Line 63">
            <a:extLst>
              <a:ext uri="{FF2B5EF4-FFF2-40B4-BE49-F238E27FC236}">
                <a16:creationId xmlns:a16="http://schemas.microsoft.com/office/drawing/2014/main" id="{F86002F0-4C00-FF48-979E-2048894AD442}"/>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96" name="Line 64">
            <a:extLst>
              <a:ext uri="{FF2B5EF4-FFF2-40B4-BE49-F238E27FC236}">
                <a16:creationId xmlns:a16="http://schemas.microsoft.com/office/drawing/2014/main" id="{8CF26658-6528-9340-9647-0ED1B3BC1E46}"/>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97" name="Line 65">
            <a:extLst>
              <a:ext uri="{FF2B5EF4-FFF2-40B4-BE49-F238E27FC236}">
                <a16:creationId xmlns:a16="http://schemas.microsoft.com/office/drawing/2014/main" id="{918D4E3C-77F2-D043-BF5B-03471158E2E4}"/>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4898" name="Rectangle 66">
            <a:extLst>
              <a:ext uri="{FF2B5EF4-FFF2-40B4-BE49-F238E27FC236}">
                <a16:creationId xmlns:a16="http://schemas.microsoft.com/office/drawing/2014/main" id="{BAEA9AEB-5156-944E-AC29-DDA009A45A1C}"/>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4899" name="Rectangle 67">
            <a:extLst>
              <a:ext uri="{FF2B5EF4-FFF2-40B4-BE49-F238E27FC236}">
                <a16:creationId xmlns:a16="http://schemas.microsoft.com/office/drawing/2014/main" id="{2B3E1B5A-C71E-EC42-9955-A2FC5DA888CD}"/>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4900" name="Rectangle 68">
            <a:extLst>
              <a:ext uri="{FF2B5EF4-FFF2-40B4-BE49-F238E27FC236}">
                <a16:creationId xmlns:a16="http://schemas.microsoft.com/office/drawing/2014/main" id="{E8F1D635-A631-BC43-9CCF-189BCD9BA9F8}"/>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4901" name="Rectangle 69">
            <a:extLst>
              <a:ext uri="{FF2B5EF4-FFF2-40B4-BE49-F238E27FC236}">
                <a16:creationId xmlns:a16="http://schemas.microsoft.com/office/drawing/2014/main" id="{F9D9C077-05FA-854A-9891-3215F9F8C829}"/>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4902" name="Rectangle 70">
            <a:extLst>
              <a:ext uri="{FF2B5EF4-FFF2-40B4-BE49-F238E27FC236}">
                <a16:creationId xmlns:a16="http://schemas.microsoft.com/office/drawing/2014/main" id="{5D23910A-9763-7E4D-856B-80AA2E53E016}"/>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04903" name="Rectangle 71">
            <a:extLst>
              <a:ext uri="{FF2B5EF4-FFF2-40B4-BE49-F238E27FC236}">
                <a16:creationId xmlns:a16="http://schemas.microsoft.com/office/drawing/2014/main" id="{945AC1A9-14A6-B644-9873-5B0415459EF2}"/>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04904" name="Rectangle 72">
            <a:extLst>
              <a:ext uri="{FF2B5EF4-FFF2-40B4-BE49-F238E27FC236}">
                <a16:creationId xmlns:a16="http://schemas.microsoft.com/office/drawing/2014/main" id="{4C8BC686-1FA6-C541-A5B1-BCC29CF93DFC}"/>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04905" name="Rectangle 73">
            <a:extLst>
              <a:ext uri="{FF2B5EF4-FFF2-40B4-BE49-F238E27FC236}">
                <a16:creationId xmlns:a16="http://schemas.microsoft.com/office/drawing/2014/main" id="{50CF7C0F-C0C5-8F47-A432-1B18BC72519B}"/>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04906" name="Rectangle 74">
            <a:extLst>
              <a:ext uri="{FF2B5EF4-FFF2-40B4-BE49-F238E27FC236}">
                <a16:creationId xmlns:a16="http://schemas.microsoft.com/office/drawing/2014/main" id="{24D432A1-6BE7-E746-8935-CB73A14F55EC}"/>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04907" name="Rectangle 75">
            <a:extLst>
              <a:ext uri="{FF2B5EF4-FFF2-40B4-BE49-F238E27FC236}">
                <a16:creationId xmlns:a16="http://schemas.microsoft.com/office/drawing/2014/main" id="{D5D8BB7F-CA27-FD41-A69D-893E8A7D128A}"/>
              </a:ext>
            </a:extLst>
          </p:cNvPr>
          <p:cNvSpPr>
            <a:spLocks noChangeArrowheads="1"/>
          </p:cNvSpPr>
          <p:nvPr/>
        </p:nvSpPr>
        <p:spPr bwMode="auto">
          <a:xfrm>
            <a:off x="1331119" y="8335"/>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04908" name="Line 76">
            <a:extLst>
              <a:ext uri="{FF2B5EF4-FFF2-40B4-BE49-F238E27FC236}">
                <a16:creationId xmlns:a16="http://schemas.microsoft.com/office/drawing/2014/main" id="{829E66E1-1EC5-DA41-AE49-18615243CD59}"/>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4909" name="Rectangle 77">
            <a:extLst>
              <a:ext uri="{FF2B5EF4-FFF2-40B4-BE49-F238E27FC236}">
                <a16:creationId xmlns:a16="http://schemas.microsoft.com/office/drawing/2014/main" id="{C8191A49-3224-4E4D-B928-E59F577E1FD8}"/>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04910" name="Line 78">
            <a:extLst>
              <a:ext uri="{FF2B5EF4-FFF2-40B4-BE49-F238E27FC236}">
                <a16:creationId xmlns:a16="http://schemas.microsoft.com/office/drawing/2014/main" id="{4E209899-6B8A-A24B-A13A-D63122F1F5FB}"/>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4911" name="Line 79">
            <a:extLst>
              <a:ext uri="{FF2B5EF4-FFF2-40B4-BE49-F238E27FC236}">
                <a16:creationId xmlns:a16="http://schemas.microsoft.com/office/drawing/2014/main" id="{2E82DAB2-C0EF-3F41-9D5A-6C041B29C4CC}"/>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4912" name="Line 80">
            <a:extLst>
              <a:ext uri="{FF2B5EF4-FFF2-40B4-BE49-F238E27FC236}">
                <a16:creationId xmlns:a16="http://schemas.microsoft.com/office/drawing/2014/main" id="{410122F8-9030-7E4B-A042-31D2BF028330}"/>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4913" name="Line 81">
            <a:extLst>
              <a:ext uri="{FF2B5EF4-FFF2-40B4-BE49-F238E27FC236}">
                <a16:creationId xmlns:a16="http://schemas.microsoft.com/office/drawing/2014/main" id="{868D4341-CD59-5E45-B19B-9B43EA662D33}"/>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4914" name="Text Box 82">
            <a:extLst>
              <a:ext uri="{FF2B5EF4-FFF2-40B4-BE49-F238E27FC236}">
                <a16:creationId xmlns:a16="http://schemas.microsoft.com/office/drawing/2014/main" id="{93282988-AE86-6A42-BDFC-0C14C9E7596A}"/>
              </a:ext>
            </a:extLst>
          </p:cNvPr>
          <p:cNvSpPr txBox="1">
            <a:spLocks noChangeArrowheads="1"/>
          </p:cNvSpPr>
          <p:nvPr/>
        </p:nvSpPr>
        <p:spPr bwMode="auto">
          <a:xfrm>
            <a:off x="1439466" y="3813573"/>
            <a:ext cx="6318647" cy="1061829"/>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latin typeface="Arial" panose="020B0604020202020204" pitchFamily="34" charset="0"/>
              </a:rPr>
              <a:t>序号字段</a:t>
            </a:r>
            <a:r>
              <a:rPr lang="en-US" altLang="zh-CN" sz="2100">
                <a:solidFill>
                  <a:srgbClr val="333399"/>
                </a:solidFill>
                <a:latin typeface="Arial" panose="020B0604020202020204" pitchFamily="34" charset="0"/>
              </a:rPr>
              <a:t>——</a:t>
            </a:r>
            <a:r>
              <a:rPr lang="zh-CN" altLang="en-US" sz="2100">
                <a:solidFill>
                  <a:srgbClr val="333399"/>
                </a:solidFill>
                <a:latin typeface="Arial" panose="020B0604020202020204" pitchFamily="34" charset="0"/>
              </a:rPr>
              <a:t>占 </a:t>
            </a:r>
            <a:r>
              <a:rPr lang="en-US" altLang="zh-CN" sz="2100">
                <a:solidFill>
                  <a:srgbClr val="333399"/>
                </a:solidFill>
                <a:latin typeface="Arial" panose="020B0604020202020204" pitchFamily="34" charset="0"/>
              </a:rPr>
              <a:t>4 </a:t>
            </a:r>
            <a:r>
              <a:rPr lang="zh-CN" altLang="en-US" sz="2100">
                <a:solidFill>
                  <a:srgbClr val="333399"/>
                </a:solidFill>
                <a:latin typeface="Arial" panose="020B0604020202020204" pitchFamily="34" charset="0"/>
              </a:rPr>
              <a:t>字节。</a:t>
            </a:r>
            <a:r>
              <a:rPr lang="en-US" altLang="zh-CN" sz="2100">
                <a:solidFill>
                  <a:srgbClr val="333399"/>
                </a:solidFill>
                <a:latin typeface="Arial" panose="020B0604020202020204" pitchFamily="34" charset="0"/>
              </a:rPr>
              <a:t>TCP </a:t>
            </a:r>
            <a:r>
              <a:rPr lang="zh-CN" altLang="en-US" sz="2100">
                <a:solidFill>
                  <a:srgbClr val="333399"/>
                </a:solidFill>
                <a:latin typeface="Arial" panose="020B0604020202020204" pitchFamily="34" charset="0"/>
              </a:rPr>
              <a:t>连接中传送的数据流中的每一个字节都编上一个序号。序号字段的值则指的是本报文段所发送的数据的第一个字节的序号。 </a:t>
            </a:r>
          </a:p>
        </p:txBody>
      </p:sp>
      <p:sp>
        <p:nvSpPr>
          <p:cNvPr id="504915" name="Rectangle 83">
            <a:extLst>
              <a:ext uri="{FF2B5EF4-FFF2-40B4-BE49-F238E27FC236}">
                <a16:creationId xmlns:a16="http://schemas.microsoft.com/office/drawing/2014/main" id="{57E750C7-63CA-5441-B865-6A8ECF683DF4}"/>
              </a:ext>
            </a:extLst>
          </p:cNvPr>
          <p:cNvSpPr>
            <a:spLocks noChangeArrowheads="1"/>
          </p:cNvSpPr>
          <p:nvPr/>
        </p:nvSpPr>
        <p:spPr bwMode="auto">
          <a:xfrm>
            <a:off x="1601391" y="1059656"/>
            <a:ext cx="5816203"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CA5B98F0-0C96-B543-A79D-B71845F86D5E}"/>
              </a:ext>
            </a:extLst>
          </p:cNvPr>
          <p:cNvSpPr>
            <a:spLocks noGrp="1"/>
          </p:cNvSpPr>
          <p:nvPr>
            <p:ph type="sldNum" sz="quarter" idx="10"/>
          </p:nvPr>
        </p:nvSpPr>
        <p:spPr>
          <a:xfrm>
            <a:off x="8728757" y="4858622"/>
            <a:ext cx="415243"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A29A9B1-3F86-6640-ABC5-E3558962AB8A}" type="slidenum">
              <a:rPr lang="en-US" altLang="zh-CN" sz="1050"/>
              <a:pPr>
                <a:defRPr/>
              </a:pPr>
              <a:t>49</a:t>
            </a:fld>
            <a:endParaRPr lang="en-US" altLang="zh-CN" sz="1050"/>
          </a:p>
        </p:txBody>
      </p:sp>
    </p:spTree>
    <p:extLst>
      <p:ext uri="{BB962C8B-B14F-4D97-AF65-F5344CB8AC3E}">
        <p14:creationId xmlns:p14="http://schemas.microsoft.com/office/powerpoint/2010/main" val="514738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4915"/>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0491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4915" grpId="0" animBg="1"/>
      <p:bldP spid="504915" grpId="1" animBg="1"/>
    </p:bld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5858" name="Line 2">
            <a:extLst>
              <a:ext uri="{FF2B5EF4-FFF2-40B4-BE49-F238E27FC236}">
                <a16:creationId xmlns:a16="http://schemas.microsoft.com/office/drawing/2014/main" id="{8DC28ABB-1947-884B-B903-EA1CF06847EC}"/>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5859" name="Rectangle 3">
            <a:extLst>
              <a:ext uri="{FF2B5EF4-FFF2-40B4-BE49-F238E27FC236}">
                <a16:creationId xmlns:a16="http://schemas.microsoft.com/office/drawing/2014/main" id="{1D95DB2A-04AA-5040-BF33-8E5BA1E4B31A}"/>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05860" name="Line 4">
            <a:extLst>
              <a:ext uri="{FF2B5EF4-FFF2-40B4-BE49-F238E27FC236}">
                <a16:creationId xmlns:a16="http://schemas.microsoft.com/office/drawing/2014/main" id="{F42A9C6D-AE5A-4546-925A-E24E1CBE28B7}"/>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5861" name="Rectangle 5">
            <a:extLst>
              <a:ext uri="{FF2B5EF4-FFF2-40B4-BE49-F238E27FC236}">
                <a16:creationId xmlns:a16="http://schemas.microsoft.com/office/drawing/2014/main" id="{4A351F81-E649-CB42-A1B9-9B099DD9576A}"/>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05862" name="Rectangle 6">
            <a:extLst>
              <a:ext uri="{FF2B5EF4-FFF2-40B4-BE49-F238E27FC236}">
                <a16:creationId xmlns:a16="http://schemas.microsoft.com/office/drawing/2014/main" id="{7AF8655A-3CA0-6447-A546-B13CB6A6EC9C}"/>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63" name="Line 7">
            <a:extLst>
              <a:ext uri="{FF2B5EF4-FFF2-40B4-BE49-F238E27FC236}">
                <a16:creationId xmlns:a16="http://schemas.microsoft.com/office/drawing/2014/main" id="{9733DA1E-9B7F-1C4D-BA82-6DFE9E748C72}"/>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64" name="Line 8">
            <a:extLst>
              <a:ext uri="{FF2B5EF4-FFF2-40B4-BE49-F238E27FC236}">
                <a16:creationId xmlns:a16="http://schemas.microsoft.com/office/drawing/2014/main" id="{FBAD634F-5C8C-5745-809D-9C8C22F3968D}"/>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65" name="Line 9">
            <a:extLst>
              <a:ext uri="{FF2B5EF4-FFF2-40B4-BE49-F238E27FC236}">
                <a16:creationId xmlns:a16="http://schemas.microsoft.com/office/drawing/2014/main" id="{BBA969AD-1DC6-F34E-ACAD-F266894948A3}"/>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66" name="Line 10">
            <a:extLst>
              <a:ext uri="{FF2B5EF4-FFF2-40B4-BE49-F238E27FC236}">
                <a16:creationId xmlns:a16="http://schemas.microsoft.com/office/drawing/2014/main" id="{5EB36A6D-6144-7844-9785-3E74D5CDA160}"/>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67" name="Line 11">
            <a:extLst>
              <a:ext uri="{FF2B5EF4-FFF2-40B4-BE49-F238E27FC236}">
                <a16:creationId xmlns:a16="http://schemas.microsoft.com/office/drawing/2014/main" id="{8F8577CB-8D6F-E440-8692-43C61548CD98}"/>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68" name="Line 12">
            <a:extLst>
              <a:ext uri="{FF2B5EF4-FFF2-40B4-BE49-F238E27FC236}">
                <a16:creationId xmlns:a16="http://schemas.microsoft.com/office/drawing/2014/main" id="{5314E116-1AB1-AC46-8DFC-2984E19C0C5F}"/>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69" name="Rectangle 13">
            <a:extLst>
              <a:ext uri="{FF2B5EF4-FFF2-40B4-BE49-F238E27FC236}">
                <a16:creationId xmlns:a16="http://schemas.microsoft.com/office/drawing/2014/main" id="{9E09AB56-A22B-5640-BDBE-34F64FD1D079}"/>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05870" name="Rectangle 14">
            <a:extLst>
              <a:ext uri="{FF2B5EF4-FFF2-40B4-BE49-F238E27FC236}">
                <a16:creationId xmlns:a16="http://schemas.microsoft.com/office/drawing/2014/main" id="{F2D284F3-A061-6E4E-B7CB-B0892BCC3388}"/>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05871" name="Rectangle 15">
            <a:extLst>
              <a:ext uri="{FF2B5EF4-FFF2-40B4-BE49-F238E27FC236}">
                <a16:creationId xmlns:a16="http://schemas.microsoft.com/office/drawing/2014/main" id="{D40CC4A6-8FA7-D34E-819A-DC21752B54CF}"/>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05872" name="Rectangle 16">
            <a:extLst>
              <a:ext uri="{FF2B5EF4-FFF2-40B4-BE49-F238E27FC236}">
                <a16:creationId xmlns:a16="http://schemas.microsoft.com/office/drawing/2014/main" id="{88478266-FADD-DA4A-9401-498EE7381692}"/>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05873" name="Rectangle 17">
            <a:extLst>
              <a:ext uri="{FF2B5EF4-FFF2-40B4-BE49-F238E27FC236}">
                <a16:creationId xmlns:a16="http://schemas.microsoft.com/office/drawing/2014/main" id="{329EE9CC-F68D-804F-B6C6-D9A788AAFAE3}"/>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05874" name="Rectangle 18">
            <a:extLst>
              <a:ext uri="{FF2B5EF4-FFF2-40B4-BE49-F238E27FC236}">
                <a16:creationId xmlns:a16="http://schemas.microsoft.com/office/drawing/2014/main" id="{DA4A9D3F-CD57-9C44-B4D4-E0E817ED56AB}"/>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05875" name="Line 19">
            <a:extLst>
              <a:ext uri="{FF2B5EF4-FFF2-40B4-BE49-F238E27FC236}">
                <a16:creationId xmlns:a16="http://schemas.microsoft.com/office/drawing/2014/main" id="{3E207FD0-3AFA-D844-8ACB-F37CA6C44A47}"/>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76" name="Rectangle 20">
            <a:extLst>
              <a:ext uri="{FF2B5EF4-FFF2-40B4-BE49-F238E27FC236}">
                <a16:creationId xmlns:a16="http://schemas.microsoft.com/office/drawing/2014/main" id="{571C99FB-3F9B-3247-8978-56ADA226A18A}"/>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05877" name="Rectangle 21">
            <a:extLst>
              <a:ext uri="{FF2B5EF4-FFF2-40B4-BE49-F238E27FC236}">
                <a16:creationId xmlns:a16="http://schemas.microsoft.com/office/drawing/2014/main" id="{09975767-FC99-3044-A3ED-366B7208B693}"/>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05878" name="Rectangle 22">
            <a:extLst>
              <a:ext uri="{FF2B5EF4-FFF2-40B4-BE49-F238E27FC236}">
                <a16:creationId xmlns:a16="http://schemas.microsoft.com/office/drawing/2014/main" id="{B3F35137-0B7D-C948-9D07-2EED5693F67B}"/>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05879" name="Line 23">
            <a:extLst>
              <a:ext uri="{FF2B5EF4-FFF2-40B4-BE49-F238E27FC236}">
                <a16:creationId xmlns:a16="http://schemas.microsoft.com/office/drawing/2014/main" id="{10832DFD-8359-224B-B7D7-F96AFD5F3019}"/>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80" name="Line 24">
            <a:extLst>
              <a:ext uri="{FF2B5EF4-FFF2-40B4-BE49-F238E27FC236}">
                <a16:creationId xmlns:a16="http://schemas.microsoft.com/office/drawing/2014/main" id="{03F2C475-9AEA-174C-8FE0-7D7B5191C15F}"/>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81" name="Line 25">
            <a:extLst>
              <a:ext uri="{FF2B5EF4-FFF2-40B4-BE49-F238E27FC236}">
                <a16:creationId xmlns:a16="http://schemas.microsoft.com/office/drawing/2014/main" id="{2583B4C1-F4F5-6B46-9FA3-32B6CCDBE126}"/>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82" name="Line 26">
            <a:extLst>
              <a:ext uri="{FF2B5EF4-FFF2-40B4-BE49-F238E27FC236}">
                <a16:creationId xmlns:a16="http://schemas.microsoft.com/office/drawing/2014/main" id="{72E2DB53-6347-5840-8747-A9449104F4D0}"/>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83" name="Line 27">
            <a:extLst>
              <a:ext uri="{FF2B5EF4-FFF2-40B4-BE49-F238E27FC236}">
                <a16:creationId xmlns:a16="http://schemas.microsoft.com/office/drawing/2014/main" id="{C75BACA4-F659-8344-BE8A-6C5134E62381}"/>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84" name="Line 28">
            <a:extLst>
              <a:ext uri="{FF2B5EF4-FFF2-40B4-BE49-F238E27FC236}">
                <a16:creationId xmlns:a16="http://schemas.microsoft.com/office/drawing/2014/main" id="{BA1E6BE4-C74F-584E-AAFF-7E8260AA9E52}"/>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85" name="Line 29">
            <a:extLst>
              <a:ext uri="{FF2B5EF4-FFF2-40B4-BE49-F238E27FC236}">
                <a16:creationId xmlns:a16="http://schemas.microsoft.com/office/drawing/2014/main" id="{076C20F3-4D62-3545-9BD4-8E87D30394E4}"/>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86" name="Rectangle 30">
            <a:extLst>
              <a:ext uri="{FF2B5EF4-FFF2-40B4-BE49-F238E27FC236}">
                <a16:creationId xmlns:a16="http://schemas.microsoft.com/office/drawing/2014/main" id="{8F50D0CD-621F-424D-9E27-580EA94D85F0}"/>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05887" name="Rectangle 31">
            <a:extLst>
              <a:ext uri="{FF2B5EF4-FFF2-40B4-BE49-F238E27FC236}">
                <a16:creationId xmlns:a16="http://schemas.microsoft.com/office/drawing/2014/main" id="{32B12A00-A178-FE48-BBDE-4150E4A66CF0}"/>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05888" name="Line 32">
            <a:extLst>
              <a:ext uri="{FF2B5EF4-FFF2-40B4-BE49-F238E27FC236}">
                <a16:creationId xmlns:a16="http://schemas.microsoft.com/office/drawing/2014/main" id="{27EE402B-C0EF-C644-8DEE-300A6BA708B0}"/>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89" name="Line 33">
            <a:extLst>
              <a:ext uri="{FF2B5EF4-FFF2-40B4-BE49-F238E27FC236}">
                <a16:creationId xmlns:a16="http://schemas.microsoft.com/office/drawing/2014/main" id="{112685D8-2CB7-464A-BB0D-FE155C6BF4F1}"/>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90" name="Line 34">
            <a:extLst>
              <a:ext uri="{FF2B5EF4-FFF2-40B4-BE49-F238E27FC236}">
                <a16:creationId xmlns:a16="http://schemas.microsoft.com/office/drawing/2014/main" id="{B4FAB7CD-BDB5-DB49-B364-10F43ED253C6}"/>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91" name="Line 35">
            <a:extLst>
              <a:ext uri="{FF2B5EF4-FFF2-40B4-BE49-F238E27FC236}">
                <a16:creationId xmlns:a16="http://schemas.microsoft.com/office/drawing/2014/main" id="{0A5015A3-C0E7-C14D-929B-1BB1AEC93B32}"/>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92" name="Line 36">
            <a:extLst>
              <a:ext uri="{FF2B5EF4-FFF2-40B4-BE49-F238E27FC236}">
                <a16:creationId xmlns:a16="http://schemas.microsoft.com/office/drawing/2014/main" id="{D5C21C3D-4FF3-D24D-8B31-49DD4B126922}"/>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93" name="Line 37">
            <a:extLst>
              <a:ext uri="{FF2B5EF4-FFF2-40B4-BE49-F238E27FC236}">
                <a16:creationId xmlns:a16="http://schemas.microsoft.com/office/drawing/2014/main" id="{784161A7-FA67-AC47-BA24-AA5CA3D61322}"/>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94" name="Line 38">
            <a:extLst>
              <a:ext uri="{FF2B5EF4-FFF2-40B4-BE49-F238E27FC236}">
                <a16:creationId xmlns:a16="http://schemas.microsoft.com/office/drawing/2014/main" id="{C7517D50-E5EE-B34B-93A6-DCDD213DB324}"/>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95" name="Line 39">
            <a:extLst>
              <a:ext uri="{FF2B5EF4-FFF2-40B4-BE49-F238E27FC236}">
                <a16:creationId xmlns:a16="http://schemas.microsoft.com/office/drawing/2014/main" id="{E96A47AA-2519-054C-8DCF-54E2C5783759}"/>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96" name="Line 40">
            <a:extLst>
              <a:ext uri="{FF2B5EF4-FFF2-40B4-BE49-F238E27FC236}">
                <a16:creationId xmlns:a16="http://schemas.microsoft.com/office/drawing/2014/main" id="{7F921AA2-EB4D-8D4C-9203-04B2BAB700C9}"/>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97" name="Line 41">
            <a:extLst>
              <a:ext uri="{FF2B5EF4-FFF2-40B4-BE49-F238E27FC236}">
                <a16:creationId xmlns:a16="http://schemas.microsoft.com/office/drawing/2014/main" id="{9B4C0C5B-598A-9840-9882-44313B4C18FC}"/>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98" name="Line 42">
            <a:extLst>
              <a:ext uri="{FF2B5EF4-FFF2-40B4-BE49-F238E27FC236}">
                <a16:creationId xmlns:a16="http://schemas.microsoft.com/office/drawing/2014/main" id="{67708322-BB5F-6442-B1E0-CFEEDFAE61AB}"/>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899" name="Line 43">
            <a:extLst>
              <a:ext uri="{FF2B5EF4-FFF2-40B4-BE49-F238E27FC236}">
                <a16:creationId xmlns:a16="http://schemas.microsoft.com/office/drawing/2014/main" id="{5379403A-3A5D-E94E-9DF0-D9829484BC9C}"/>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00" name="Line 44">
            <a:extLst>
              <a:ext uri="{FF2B5EF4-FFF2-40B4-BE49-F238E27FC236}">
                <a16:creationId xmlns:a16="http://schemas.microsoft.com/office/drawing/2014/main" id="{F5A8F8E4-4370-B44C-A026-7FDC963E6550}"/>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01" name="Line 45">
            <a:extLst>
              <a:ext uri="{FF2B5EF4-FFF2-40B4-BE49-F238E27FC236}">
                <a16:creationId xmlns:a16="http://schemas.microsoft.com/office/drawing/2014/main" id="{A6EE07DE-7FEA-FD4B-8A7B-DC339D645B8E}"/>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02" name="Line 46">
            <a:extLst>
              <a:ext uri="{FF2B5EF4-FFF2-40B4-BE49-F238E27FC236}">
                <a16:creationId xmlns:a16="http://schemas.microsoft.com/office/drawing/2014/main" id="{11BF9BD3-5F7D-F041-AF4D-2403A27736AF}"/>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03" name="Line 47">
            <a:extLst>
              <a:ext uri="{FF2B5EF4-FFF2-40B4-BE49-F238E27FC236}">
                <a16:creationId xmlns:a16="http://schemas.microsoft.com/office/drawing/2014/main" id="{AA6C960D-43A8-5F4C-837F-E68FEF115EDC}"/>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04" name="Line 48">
            <a:extLst>
              <a:ext uri="{FF2B5EF4-FFF2-40B4-BE49-F238E27FC236}">
                <a16:creationId xmlns:a16="http://schemas.microsoft.com/office/drawing/2014/main" id="{14246BB6-E707-D241-A3FF-08EECB74BFCE}"/>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05" name="Line 49">
            <a:extLst>
              <a:ext uri="{FF2B5EF4-FFF2-40B4-BE49-F238E27FC236}">
                <a16:creationId xmlns:a16="http://schemas.microsoft.com/office/drawing/2014/main" id="{6C19B9B8-47AB-4047-921C-8403C2F7B144}"/>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06" name="Line 50">
            <a:extLst>
              <a:ext uri="{FF2B5EF4-FFF2-40B4-BE49-F238E27FC236}">
                <a16:creationId xmlns:a16="http://schemas.microsoft.com/office/drawing/2014/main" id="{9207E4A1-4ACC-6146-AAE8-B82E631E31B4}"/>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07" name="Line 51">
            <a:extLst>
              <a:ext uri="{FF2B5EF4-FFF2-40B4-BE49-F238E27FC236}">
                <a16:creationId xmlns:a16="http://schemas.microsoft.com/office/drawing/2014/main" id="{9172DC96-A2E4-2749-937C-32AA0E385108}"/>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08" name="Line 52">
            <a:extLst>
              <a:ext uri="{FF2B5EF4-FFF2-40B4-BE49-F238E27FC236}">
                <a16:creationId xmlns:a16="http://schemas.microsoft.com/office/drawing/2014/main" id="{BC753FF7-3714-7D4B-B02A-EC7E070AFE34}"/>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09" name="Line 53">
            <a:extLst>
              <a:ext uri="{FF2B5EF4-FFF2-40B4-BE49-F238E27FC236}">
                <a16:creationId xmlns:a16="http://schemas.microsoft.com/office/drawing/2014/main" id="{B4ECE8F4-0C90-F443-9409-84E865C9B14C}"/>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10" name="Line 54">
            <a:extLst>
              <a:ext uri="{FF2B5EF4-FFF2-40B4-BE49-F238E27FC236}">
                <a16:creationId xmlns:a16="http://schemas.microsoft.com/office/drawing/2014/main" id="{57DD62C1-1509-1E48-B360-00E6975E1035}"/>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11" name="Line 55">
            <a:extLst>
              <a:ext uri="{FF2B5EF4-FFF2-40B4-BE49-F238E27FC236}">
                <a16:creationId xmlns:a16="http://schemas.microsoft.com/office/drawing/2014/main" id="{01AB891E-D5AE-0C46-8593-EC6D7E3A2DD7}"/>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12" name="Line 56">
            <a:extLst>
              <a:ext uri="{FF2B5EF4-FFF2-40B4-BE49-F238E27FC236}">
                <a16:creationId xmlns:a16="http://schemas.microsoft.com/office/drawing/2014/main" id="{DD137BB1-7145-AE42-8FC0-62AF6EB26E13}"/>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13" name="Line 57">
            <a:extLst>
              <a:ext uri="{FF2B5EF4-FFF2-40B4-BE49-F238E27FC236}">
                <a16:creationId xmlns:a16="http://schemas.microsoft.com/office/drawing/2014/main" id="{5FF56C07-95E6-7947-B73B-5D981CDEB464}"/>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14" name="Line 58">
            <a:extLst>
              <a:ext uri="{FF2B5EF4-FFF2-40B4-BE49-F238E27FC236}">
                <a16:creationId xmlns:a16="http://schemas.microsoft.com/office/drawing/2014/main" id="{EF868245-89A3-C14D-AD4A-1BEAD394E189}"/>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15" name="Line 59">
            <a:extLst>
              <a:ext uri="{FF2B5EF4-FFF2-40B4-BE49-F238E27FC236}">
                <a16:creationId xmlns:a16="http://schemas.microsoft.com/office/drawing/2014/main" id="{0948EC90-6E33-404D-A8F9-AEEA054B6037}"/>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16" name="Line 60">
            <a:extLst>
              <a:ext uri="{FF2B5EF4-FFF2-40B4-BE49-F238E27FC236}">
                <a16:creationId xmlns:a16="http://schemas.microsoft.com/office/drawing/2014/main" id="{D2454364-ACAB-2640-8E50-E821172ABB71}"/>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17" name="Line 61">
            <a:extLst>
              <a:ext uri="{FF2B5EF4-FFF2-40B4-BE49-F238E27FC236}">
                <a16:creationId xmlns:a16="http://schemas.microsoft.com/office/drawing/2014/main" id="{5D7A27A2-D016-EC4B-8000-2D0B5BD3CB34}"/>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18" name="Line 62">
            <a:extLst>
              <a:ext uri="{FF2B5EF4-FFF2-40B4-BE49-F238E27FC236}">
                <a16:creationId xmlns:a16="http://schemas.microsoft.com/office/drawing/2014/main" id="{4E4CD5DE-05CA-8440-9766-BE283B53C574}"/>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19" name="Line 63">
            <a:extLst>
              <a:ext uri="{FF2B5EF4-FFF2-40B4-BE49-F238E27FC236}">
                <a16:creationId xmlns:a16="http://schemas.microsoft.com/office/drawing/2014/main" id="{AE10FD35-8C31-0B44-8B44-F1079FB9414B}"/>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20" name="Line 64">
            <a:extLst>
              <a:ext uri="{FF2B5EF4-FFF2-40B4-BE49-F238E27FC236}">
                <a16:creationId xmlns:a16="http://schemas.microsoft.com/office/drawing/2014/main" id="{F70E1730-59BC-8641-98CD-164415FAD018}"/>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21" name="Line 65">
            <a:extLst>
              <a:ext uri="{FF2B5EF4-FFF2-40B4-BE49-F238E27FC236}">
                <a16:creationId xmlns:a16="http://schemas.microsoft.com/office/drawing/2014/main" id="{2383253C-DE35-C145-8449-83578FEEE5D2}"/>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5922" name="Rectangle 66">
            <a:extLst>
              <a:ext uri="{FF2B5EF4-FFF2-40B4-BE49-F238E27FC236}">
                <a16:creationId xmlns:a16="http://schemas.microsoft.com/office/drawing/2014/main" id="{906A1B22-E543-D346-B2CF-379F665BE1B4}"/>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5923" name="Rectangle 67">
            <a:extLst>
              <a:ext uri="{FF2B5EF4-FFF2-40B4-BE49-F238E27FC236}">
                <a16:creationId xmlns:a16="http://schemas.microsoft.com/office/drawing/2014/main" id="{083B188A-DFD1-6E4E-957D-A2270886E4AE}"/>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5924" name="Rectangle 68">
            <a:extLst>
              <a:ext uri="{FF2B5EF4-FFF2-40B4-BE49-F238E27FC236}">
                <a16:creationId xmlns:a16="http://schemas.microsoft.com/office/drawing/2014/main" id="{200AA674-45BA-894B-9FC0-BECDBE2C05FE}"/>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5925" name="Rectangle 69">
            <a:extLst>
              <a:ext uri="{FF2B5EF4-FFF2-40B4-BE49-F238E27FC236}">
                <a16:creationId xmlns:a16="http://schemas.microsoft.com/office/drawing/2014/main" id="{0FEC2399-AFB7-7342-9781-A54FBDC69203}"/>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5926" name="Rectangle 70">
            <a:extLst>
              <a:ext uri="{FF2B5EF4-FFF2-40B4-BE49-F238E27FC236}">
                <a16:creationId xmlns:a16="http://schemas.microsoft.com/office/drawing/2014/main" id="{A86598DE-5B79-A048-9721-63F80EBE07EC}"/>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05927" name="Rectangle 71">
            <a:extLst>
              <a:ext uri="{FF2B5EF4-FFF2-40B4-BE49-F238E27FC236}">
                <a16:creationId xmlns:a16="http://schemas.microsoft.com/office/drawing/2014/main" id="{70320CF0-BDC8-474E-826F-F7488B3B2609}"/>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05928" name="Rectangle 72">
            <a:extLst>
              <a:ext uri="{FF2B5EF4-FFF2-40B4-BE49-F238E27FC236}">
                <a16:creationId xmlns:a16="http://schemas.microsoft.com/office/drawing/2014/main" id="{01083E7C-7A01-3F43-B71C-CDCA6468F3D9}"/>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05929" name="Rectangle 73">
            <a:extLst>
              <a:ext uri="{FF2B5EF4-FFF2-40B4-BE49-F238E27FC236}">
                <a16:creationId xmlns:a16="http://schemas.microsoft.com/office/drawing/2014/main" id="{16F67EFF-FA36-7F42-ADB5-13E8676B3AF8}"/>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05930" name="Rectangle 74">
            <a:extLst>
              <a:ext uri="{FF2B5EF4-FFF2-40B4-BE49-F238E27FC236}">
                <a16:creationId xmlns:a16="http://schemas.microsoft.com/office/drawing/2014/main" id="{354AC039-6342-8149-9BC2-C38722A7EF96}"/>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05931" name="Rectangle 75">
            <a:extLst>
              <a:ext uri="{FF2B5EF4-FFF2-40B4-BE49-F238E27FC236}">
                <a16:creationId xmlns:a16="http://schemas.microsoft.com/office/drawing/2014/main" id="{321D9037-AF28-EB4D-AE69-B18C99ED3EE9}"/>
              </a:ext>
            </a:extLst>
          </p:cNvPr>
          <p:cNvSpPr>
            <a:spLocks noChangeArrowheads="1"/>
          </p:cNvSpPr>
          <p:nvPr/>
        </p:nvSpPr>
        <p:spPr bwMode="auto">
          <a:xfrm>
            <a:off x="1331119"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05932" name="Line 76">
            <a:extLst>
              <a:ext uri="{FF2B5EF4-FFF2-40B4-BE49-F238E27FC236}">
                <a16:creationId xmlns:a16="http://schemas.microsoft.com/office/drawing/2014/main" id="{FAD8AB49-C6F8-7744-A4DE-B27BCD42C455}"/>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5933" name="Rectangle 77">
            <a:extLst>
              <a:ext uri="{FF2B5EF4-FFF2-40B4-BE49-F238E27FC236}">
                <a16:creationId xmlns:a16="http://schemas.microsoft.com/office/drawing/2014/main" id="{549C8020-3A30-C64F-A51B-E5506ECF3B48}"/>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05934" name="Line 78">
            <a:extLst>
              <a:ext uri="{FF2B5EF4-FFF2-40B4-BE49-F238E27FC236}">
                <a16:creationId xmlns:a16="http://schemas.microsoft.com/office/drawing/2014/main" id="{7EC37C77-FC1E-ED41-AEFA-B17C16E845BC}"/>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5935" name="Line 79">
            <a:extLst>
              <a:ext uri="{FF2B5EF4-FFF2-40B4-BE49-F238E27FC236}">
                <a16:creationId xmlns:a16="http://schemas.microsoft.com/office/drawing/2014/main" id="{EA8C4074-0DEE-A246-A4BC-FA74FFBC57D9}"/>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5936" name="Line 80">
            <a:extLst>
              <a:ext uri="{FF2B5EF4-FFF2-40B4-BE49-F238E27FC236}">
                <a16:creationId xmlns:a16="http://schemas.microsoft.com/office/drawing/2014/main" id="{1E9248F1-A7A9-5145-B7AE-F302E01FE8BD}"/>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5937" name="Line 81">
            <a:extLst>
              <a:ext uri="{FF2B5EF4-FFF2-40B4-BE49-F238E27FC236}">
                <a16:creationId xmlns:a16="http://schemas.microsoft.com/office/drawing/2014/main" id="{7E775473-7288-1F4A-B7EB-6A128FC3B91F}"/>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5938" name="Text Box 82">
            <a:extLst>
              <a:ext uri="{FF2B5EF4-FFF2-40B4-BE49-F238E27FC236}">
                <a16:creationId xmlns:a16="http://schemas.microsoft.com/office/drawing/2014/main" id="{8BC37C4B-759B-B840-8A49-51CF93068251}"/>
              </a:ext>
            </a:extLst>
          </p:cNvPr>
          <p:cNvSpPr txBox="1">
            <a:spLocks noChangeArrowheads="1"/>
          </p:cNvSpPr>
          <p:nvPr/>
        </p:nvSpPr>
        <p:spPr bwMode="auto">
          <a:xfrm>
            <a:off x="1439466" y="3914775"/>
            <a:ext cx="6318647" cy="738664"/>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latin typeface="Arial" panose="020B0604020202020204" pitchFamily="34" charset="0"/>
              </a:rPr>
              <a:t>确认号字段</a:t>
            </a:r>
            <a:r>
              <a:rPr lang="en-US" altLang="zh-CN" sz="2100">
                <a:solidFill>
                  <a:srgbClr val="333399"/>
                </a:solidFill>
                <a:latin typeface="Arial" panose="020B0604020202020204" pitchFamily="34" charset="0"/>
              </a:rPr>
              <a:t>——</a:t>
            </a:r>
            <a:r>
              <a:rPr lang="zh-CN" altLang="en-US" sz="2100">
                <a:solidFill>
                  <a:srgbClr val="333399"/>
                </a:solidFill>
                <a:latin typeface="Arial" panose="020B0604020202020204" pitchFamily="34" charset="0"/>
              </a:rPr>
              <a:t>占 </a:t>
            </a:r>
            <a:r>
              <a:rPr lang="en-US" altLang="zh-CN" sz="2100">
                <a:solidFill>
                  <a:srgbClr val="333399"/>
                </a:solidFill>
                <a:latin typeface="Arial" panose="020B0604020202020204" pitchFamily="34" charset="0"/>
              </a:rPr>
              <a:t>4 </a:t>
            </a:r>
            <a:r>
              <a:rPr lang="zh-CN" altLang="en-US" sz="2100">
                <a:solidFill>
                  <a:srgbClr val="333399"/>
                </a:solidFill>
                <a:latin typeface="Arial" panose="020B0604020202020204" pitchFamily="34" charset="0"/>
              </a:rPr>
              <a:t>字节，是期望收到对方的下一个报文段的数据的第一个字节的序号。 </a:t>
            </a:r>
          </a:p>
        </p:txBody>
      </p:sp>
      <p:sp>
        <p:nvSpPr>
          <p:cNvPr id="505939" name="Rectangle 83">
            <a:extLst>
              <a:ext uri="{FF2B5EF4-FFF2-40B4-BE49-F238E27FC236}">
                <a16:creationId xmlns:a16="http://schemas.microsoft.com/office/drawing/2014/main" id="{0ED1CFD6-EDF0-484A-A1B0-C718A1D7D6E8}"/>
              </a:ext>
            </a:extLst>
          </p:cNvPr>
          <p:cNvSpPr>
            <a:spLocks noChangeArrowheads="1"/>
          </p:cNvSpPr>
          <p:nvPr/>
        </p:nvSpPr>
        <p:spPr bwMode="auto">
          <a:xfrm>
            <a:off x="1601391" y="1545431"/>
            <a:ext cx="5816203"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A403A94D-AD2B-954A-8365-A61C4C987C3E}"/>
              </a:ext>
            </a:extLst>
          </p:cNvPr>
          <p:cNvSpPr>
            <a:spLocks noGrp="1"/>
          </p:cNvSpPr>
          <p:nvPr>
            <p:ph type="sldNum" sz="quarter" idx="10"/>
          </p:nvPr>
        </p:nvSpPr>
        <p:spPr>
          <a:xfrm>
            <a:off x="8714232" y="4869260"/>
            <a:ext cx="415243" cy="274240"/>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74D4227-AD6A-0F4C-A522-03BB97B74EE1}" type="slidenum">
              <a:rPr lang="en-US" altLang="zh-CN" sz="1050"/>
              <a:pPr>
                <a:defRPr/>
              </a:pPr>
              <a:t>50</a:t>
            </a:fld>
            <a:endParaRPr lang="en-US" altLang="zh-CN" sz="1050"/>
          </a:p>
        </p:txBody>
      </p:sp>
    </p:spTree>
    <p:extLst>
      <p:ext uri="{BB962C8B-B14F-4D97-AF65-F5344CB8AC3E}">
        <p14:creationId xmlns:p14="http://schemas.microsoft.com/office/powerpoint/2010/main" val="26441914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5939"/>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0593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5939" grpId="0" animBg="1"/>
      <p:bldP spid="505939" grpId="1" animBg="1"/>
    </p:bld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6882" name="Line 2">
            <a:extLst>
              <a:ext uri="{FF2B5EF4-FFF2-40B4-BE49-F238E27FC236}">
                <a16:creationId xmlns:a16="http://schemas.microsoft.com/office/drawing/2014/main" id="{5BB75158-9932-594E-8496-40A5583FAB73}"/>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6883" name="Rectangle 3">
            <a:extLst>
              <a:ext uri="{FF2B5EF4-FFF2-40B4-BE49-F238E27FC236}">
                <a16:creationId xmlns:a16="http://schemas.microsoft.com/office/drawing/2014/main" id="{9F953E5C-F8AC-6E40-BEE7-8A640320A56B}"/>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06884" name="Line 4">
            <a:extLst>
              <a:ext uri="{FF2B5EF4-FFF2-40B4-BE49-F238E27FC236}">
                <a16:creationId xmlns:a16="http://schemas.microsoft.com/office/drawing/2014/main" id="{498197E4-BF9E-5C4F-BAC5-646307D1767E}"/>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6885" name="Rectangle 5">
            <a:extLst>
              <a:ext uri="{FF2B5EF4-FFF2-40B4-BE49-F238E27FC236}">
                <a16:creationId xmlns:a16="http://schemas.microsoft.com/office/drawing/2014/main" id="{9973B3CC-FF2E-0341-AC33-EA8825864F01}"/>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06886" name="Rectangle 6">
            <a:extLst>
              <a:ext uri="{FF2B5EF4-FFF2-40B4-BE49-F238E27FC236}">
                <a16:creationId xmlns:a16="http://schemas.microsoft.com/office/drawing/2014/main" id="{28003DBC-E26B-704C-9FAB-937B4FF8768D}"/>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887" name="Line 7">
            <a:extLst>
              <a:ext uri="{FF2B5EF4-FFF2-40B4-BE49-F238E27FC236}">
                <a16:creationId xmlns:a16="http://schemas.microsoft.com/office/drawing/2014/main" id="{BDC9025E-08B9-6D49-87C8-FDE5B42A2299}"/>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888" name="Line 8">
            <a:extLst>
              <a:ext uri="{FF2B5EF4-FFF2-40B4-BE49-F238E27FC236}">
                <a16:creationId xmlns:a16="http://schemas.microsoft.com/office/drawing/2014/main" id="{300B817B-E8C6-FD4F-8C02-9E4679BAB46D}"/>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889" name="Line 9">
            <a:extLst>
              <a:ext uri="{FF2B5EF4-FFF2-40B4-BE49-F238E27FC236}">
                <a16:creationId xmlns:a16="http://schemas.microsoft.com/office/drawing/2014/main" id="{E3283157-F3DA-3545-815E-20B391776970}"/>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890" name="Line 10">
            <a:extLst>
              <a:ext uri="{FF2B5EF4-FFF2-40B4-BE49-F238E27FC236}">
                <a16:creationId xmlns:a16="http://schemas.microsoft.com/office/drawing/2014/main" id="{3FD612B9-AA77-9F41-BCA7-60D76653B046}"/>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891" name="Line 11">
            <a:extLst>
              <a:ext uri="{FF2B5EF4-FFF2-40B4-BE49-F238E27FC236}">
                <a16:creationId xmlns:a16="http://schemas.microsoft.com/office/drawing/2014/main" id="{E9326095-90DD-5448-B796-2DD2BEEEA505}"/>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892" name="Line 12">
            <a:extLst>
              <a:ext uri="{FF2B5EF4-FFF2-40B4-BE49-F238E27FC236}">
                <a16:creationId xmlns:a16="http://schemas.microsoft.com/office/drawing/2014/main" id="{D0320C1F-8339-7D4D-AE95-9027D9B28146}"/>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893" name="Rectangle 13">
            <a:extLst>
              <a:ext uri="{FF2B5EF4-FFF2-40B4-BE49-F238E27FC236}">
                <a16:creationId xmlns:a16="http://schemas.microsoft.com/office/drawing/2014/main" id="{24325784-10D6-9541-B3DD-8E3E7CFA77F7}"/>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06894" name="Rectangle 14">
            <a:extLst>
              <a:ext uri="{FF2B5EF4-FFF2-40B4-BE49-F238E27FC236}">
                <a16:creationId xmlns:a16="http://schemas.microsoft.com/office/drawing/2014/main" id="{DC8B24A0-02FC-7A40-BACF-64BD01FCC991}"/>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06895" name="Rectangle 15">
            <a:extLst>
              <a:ext uri="{FF2B5EF4-FFF2-40B4-BE49-F238E27FC236}">
                <a16:creationId xmlns:a16="http://schemas.microsoft.com/office/drawing/2014/main" id="{B85DA044-7026-ED41-9655-3CC4A8C42E60}"/>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06896" name="Rectangle 16">
            <a:extLst>
              <a:ext uri="{FF2B5EF4-FFF2-40B4-BE49-F238E27FC236}">
                <a16:creationId xmlns:a16="http://schemas.microsoft.com/office/drawing/2014/main" id="{FEE70C6D-AE61-AD44-8027-43C3B3014A9B}"/>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06897" name="Rectangle 17">
            <a:extLst>
              <a:ext uri="{FF2B5EF4-FFF2-40B4-BE49-F238E27FC236}">
                <a16:creationId xmlns:a16="http://schemas.microsoft.com/office/drawing/2014/main" id="{9EBA8DAE-4E2C-FF44-9E91-AFF9E272E01E}"/>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06898" name="Rectangle 18">
            <a:extLst>
              <a:ext uri="{FF2B5EF4-FFF2-40B4-BE49-F238E27FC236}">
                <a16:creationId xmlns:a16="http://schemas.microsoft.com/office/drawing/2014/main" id="{F854C8E1-5A82-7E4D-87C0-E4B86125B5AE}"/>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06899" name="Line 19">
            <a:extLst>
              <a:ext uri="{FF2B5EF4-FFF2-40B4-BE49-F238E27FC236}">
                <a16:creationId xmlns:a16="http://schemas.microsoft.com/office/drawing/2014/main" id="{7A100AC8-9EC1-6643-8B6E-A659D783AA63}"/>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00" name="Rectangle 20">
            <a:extLst>
              <a:ext uri="{FF2B5EF4-FFF2-40B4-BE49-F238E27FC236}">
                <a16:creationId xmlns:a16="http://schemas.microsoft.com/office/drawing/2014/main" id="{7F53F72D-2C1E-3041-8F16-16A550F19E8A}"/>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06901" name="Rectangle 21">
            <a:extLst>
              <a:ext uri="{FF2B5EF4-FFF2-40B4-BE49-F238E27FC236}">
                <a16:creationId xmlns:a16="http://schemas.microsoft.com/office/drawing/2014/main" id="{A68D2E3E-2968-C74E-BAC8-AB8EAC31FBC0}"/>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06902" name="Rectangle 22">
            <a:extLst>
              <a:ext uri="{FF2B5EF4-FFF2-40B4-BE49-F238E27FC236}">
                <a16:creationId xmlns:a16="http://schemas.microsoft.com/office/drawing/2014/main" id="{6B209F51-1A27-A445-8AFE-FAA1F51BC84B}"/>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06903" name="Line 23">
            <a:extLst>
              <a:ext uri="{FF2B5EF4-FFF2-40B4-BE49-F238E27FC236}">
                <a16:creationId xmlns:a16="http://schemas.microsoft.com/office/drawing/2014/main" id="{1650F8EB-4216-E64A-A4AD-0F02F26933C2}"/>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04" name="Line 24">
            <a:extLst>
              <a:ext uri="{FF2B5EF4-FFF2-40B4-BE49-F238E27FC236}">
                <a16:creationId xmlns:a16="http://schemas.microsoft.com/office/drawing/2014/main" id="{D9ABBBF4-E570-3446-9E83-F7A27C3B0609}"/>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05" name="Line 25">
            <a:extLst>
              <a:ext uri="{FF2B5EF4-FFF2-40B4-BE49-F238E27FC236}">
                <a16:creationId xmlns:a16="http://schemas.microsoft.com/office/drawing/2014/main" id="{9AE299F4-98A7-8B47-ACF5-20CA558B179F}"/>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06" name="Line 26">
            <a:extLst>
              <a:ext uri="{FF2B5EF4-FFF2-40B4-BE49-F238E27FC236}">
                <a16:creationId xmlns:a16="http://schemas.microsoft.com/office/drawing/2014/main" id="{EFB905D0-B3FB-9549-9D16-3FFE2A52445F}"/>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07" name="Line 27">
            <a:extLst>
              <a:ext uri="{FF2B5EF4-FFF2-40B4-BE49-F238E27FC236}">
                <a16:creationId xmlns:a16="http://schemas.microsoft.com/office/drawing/2014/main" id="{BEFF9109-D640-B241-A0AE-14108664C46E}"/>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08" name="Line 28">
            <a:extLst>
              <a:ext uri="{FF2B5EF4-FFF2-40B4-BE49-F238E27FC236}">
                <a16:creationId xmlns:a16="http://schemas.microsoft.com/office/drawing/2014/main" id="{EA3D42EE-94E9-F746-A71A-88FC5355FBB0}"/>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09" name="Line 29">
            <a:extLst>
              <a:ext uri="{FF2B5EF4-FFF2-40B4-BE49-F238E27FC236}">
                <a16:creationId xmlns:a16="http://schemas.microsoft.com/office/drawing/2014/main" id="{5954B550-FFB4-994F-9F2B-66C509542F57}"/>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10" name="Rectangle 30">
            <a:extLst>
              <a:ext uri="{FF2B5EF4-FFF2-40B4-BE49-F238E27FC236}">
                <a16:creationId xmlns:a16="http://schemas.microsoft.com/office/drawing/2014/main" id="{AEA565CA-78F7-474D-A8E8-217CD00DBCAF}"/>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06911" name="Rectangle 31">
            <a:extLst>
              <a:ext uri="{FF2B5EF4-FFF2-40B4-BE49-F238E27FC236}">
                <a16:creationId xmlns:a16="http://schemas.microsoft.com/office/drawing/2014/main" id="{9160BF9C-0157-774A-9922-B92386054E81}"/>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06912" name="Line 32">
            <a:extLst>
              <a:ext uri="{FF2B5EF4-FFF2-40B4-BE49-F238E27FC236}">
                <a16:creationId xmlns:a16="http://schemas.microsoft.com/office/drawing/2014/main" id="{BAE07121-C2BF-424C-9562-63C24E3B116B}"/>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13" name="Line 33">
            <a:extLst>
              <a:ext uri="{FF2B5EF4-FFF2-40B4-BE49-F238E27FC236}">
                <a16:creationId xmlns:a16="http://schemas.microsoft.com/office/drawing/2014/main" id="{BFBB4FC6-DA32-D340-8B7E-AA2981DF43C2}"/>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14" name="Line 34">
            <a:extLst>
              <a:ext uri="{FF2B5EF4-FFF2-40B4-BE49-F238E27FC236}">
                <a16:creationId xmlns:a16="http://schemas.microsoft.com/office/drawing/2014/main" id="{6D7CABE8-63BE-5B4B-A7E1-D0954FDF4B78}"/>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15" name="Line 35">
            <a:extLst>
              <a:ext uri="{FF2B5EF4-FFF2-40B4-BE49-F238E27FC236}">
                <a16:creationId xmlns:a16="http://schemas.microsoft.com/office/drawing/2014/main" id="{44561DF2-49AF-674A-9A95-7148A48825D6}"/>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16" name="Line 36">
            <a:extLst>
              <a:ext uri="{FF2B5EF4-FFF2-40B4-BE49-F238E27FC236}">
                <a16:creationId xmlns:a16="http://schemas.microsoft.com/office/drawing/2014/main" id="{8E94281F-768B-814D-90C0-970EDD4F5186}"/>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17" name="Line 37">
            <a:extLst>
              <a:ext uri="{FF2B5EF4-FFF2-40B4-BE49-F238E27FC236}">
                <a16:creationId xmlns:a16="http://schemas.microsoft.com/office/drawing/2014/main" id="{C842021C-F8F7-2B42-BCCC-8CC106AE9D8E}"/>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18" name="Line 38">
            <a:extLst>
              <a:ext uri="{FF2B5EF4-FFF2-40B4-BE49-F238E27FC236}">
                <a16:creationId xmlns:a16="http://schemas.microsoft.com/office/drawing/2014/main" id="{F7A2B8ED-2479-9B46-A3B2-B4E65E4D0C2C}"/>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19" name="Line 39">
            <a:extLst>
              <a:ext uri="{FF2B5EF4-FFF2-40B4-BE49-F238E27FC236}">
                <a16:creationId xmlns:a16="http://schemas.microsoft.com/office/drawing/2014/main" id="{97ED6AB7-CDDE-244E-B2A5-89E779FD9E3F}"/>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20" name="Line 40">
            <a:extLst>
              <a:ext uri="{FF2B5EF4-FFF2-40B4-BE49-F238E27FC236}">
                <a16:creationId xmlns:a16="http://schemas.microsoft.com/office/drawing/2014/main" id="{F3DDF39B-C948-7946-8AAD-49FCF52BD65F}"/>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21" name="Line 41">
            <a:extLst>
              <a:ext uri="{FF2B5EF4-FFF2-40B4-BE49-F238E27FC236}">
                <a16:creationId xmlns:a16="http://schemas.microsoft.com/office/drawing/2014/main" id="{ACDC14B9-BCDF-1844-912C-DCC5565107DB}"/>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22" name="Line 42">
            <a:extLst>
              <a:ext uri="{FF2B5EF4-FFF2-40B4-BE49-F238E27FC236}">
                <a16:creationId xmlns:a16="http://schemas.microsoft.com/office/drawing/2014/main" id="{DFB0CDB6-323C-4B4E-9612-2C7755172280}"/>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23" name="Line 43">
            <a:extLst>
              <a:ext uri="{FF2B5EF4-FFF2-40B4-BE49-F238E27FC236}">
                <a16:creationId xmlns:a16="http://schemas.microsoft.com/office/drawing/2014/main" id="{45354D0E-2A16-5D46-A072-D973A2F6F47B}"/>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24" name="Line 44">
            <a:extLst>
              <a:ext uri="{FF2B5EF4-FFF2-40B4-BE49-F238E27FC236}">
                <a16:creationId xmlns:a16="http://schemas.microsoft.com/office/drawing/2014/main" id="{4B634017-2E12-AD4D-9A7A-9F1CCDF77CBF}"/>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25" name="Line 45">
            <a:extLst>
              <a:ext uri="{FF2B5EF4-FFF2-40B4-BE49-F238E27FC236}">
                <a16:creationId xmlns:a16="http://schemas.microsoft.com/office/drawing/2014/main" id="{7C8F10D2-2B0F-784C-85B4-830B5DFEF16A}"/>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26" name="Line 46">
            <a:extLst>
              <a:ext uri="{FF2B5EF4-FFF2-40B4-BE49-F238E27FC236}">
                <a16:creationId xmlns:a16="http://schemas.microsoft.com/office/drawing/2014/main" id="{2377DF0E-BBFC-404A-81F2-B5F4247AFB51}"/>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27" name="Line 47">
            <a:extLst>
              <a:ext uri="{FF2B5EF4-FFF2-40B4-BE49-F238E27FC236}">
                <a16:creationId xmlns:a16="http://schemas.microsoft.com/office/drawing/2014/main" id="{F52BB185-BA02-B446-9344-68288644B07E}"/>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28" name="Line 48">
            <a:extLst>
              <a:ext uri="{FF2B5EF4-FFF2-40B4-BE49-F238E27FC236}">
                <a16:creationId xmlns:a16="http://schemas.microsoft.com/office/drawing/2014/main" id="{D4C6EA37-85CE-2E43-80F6-FF7B53D42EC9}"/>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29" name="Line 49">
            <a:extLst>
              <a:ext uri="{FF2B5EF4-FFF2-40B4-BE49-F238E27FC236}">
                <a16:creationId xmlns:a16="http://schemas.microsoft.com/office/drawing/2014/main" id="{90EE0826-E3E1-994D-AA01-AC188C7B43D2}"/>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30" name="Line 50">
            <a:extLst>
              <a:ext uri="{FF2B5EF4-FFF2-40B4-BE49-F238E27FC236}">
                <a16:creationId xmlns:a16="http://schemas.microsoft.com/office/drawing/2014/main" id="{EC28CC5C-3B4D-FD41-9DBE-6EABD3A592AC}"/>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31" name="Line 51">
            <a:extLst>
              <a:ext uri="{FF2B5EF4-FFF2-40B4-BE49-F238E27FC236}">
                <a16:creationId xmlns:a16="http://schemas.microsoft.com/office/drawing/2014/main" id="{E1670C05-C548-7B4F-B3C3-A06D2B849F4A}"/>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32" name="Line 52">
            <a:extLst>
              <a:ext uri="{FF2B5EF4-FFF2-40B4-BE49-F238E27FC236}">
                <a16:creationId xmlns:a16="http://schemas.microsoft.com/office/drawing/2014/main" id="{B1112F03-276B-E441-9846-540880CD2467}"/>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33" name="Line 53">
            <a:extLst>
              <a:ext uri="{FF2B5EF4-FFF2-40B4-BE49-F238E27FC236}">
                <a16:creationId xmlns:a16="http://schemas.microsoft.com/office/drawing/2014/main" id="{5941B096-EE80-3F4E-BF51-38C9E97A8A8D}"/>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34" name="Line 54">
            <a:extLst>
              <a:ext uri="{FF2B5EF4-FFF2-40B4-BE49-F238E27FC236}">
                <a16:creationId xmlns:a16="http://schemas.microsoft.com/office/drawing/2014/main" id="{269E4976-3084-954D-904E-67CE78F065F1}"/>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35" name="Line 55">
            <a:extLst>
              <a:ext uri="{FF2B5EF4-FFF2-40B4-BE49-F238E27FC236}">
                <a16:creationId xmlns:a16="http://schemas.microsoft.com/office/drawing/2014/main" id="{F120F0CA-B71B-D44C-994E-020EAB5E03BA}"/>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36" name="Line 56">
            <a:extLst>
              <a:ext uri="{FF2B5EF4-FFF2-40B4-BE49-F238E27FC236}">
                <a16:creationId xmlns:a16="http://schemas.microsoft.com/office/drawing/2014/main" id="{361DA046-9A5E-604C-A8E0-6B78D96BE2D4}"/>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37" name="Line 57">
            <a:extLst>
              <a:ext uri="{FF2B5EF4-FFF2-40B4-BE49-F238E27FC236}">
                <a16:creationId xmlns:a16="http://schemas.microsoft.com/office/drawing/2014/main" id="{8FCE14F3-FBF4-224C-B8F2-3D6A61CDFAD2}"/>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38" name="Line 58">
            <a:extLst>
              <a:ext uri="{FF2B5EF4-FFF2-40B4-BE49-F238E27FC236}">
                <a16:creationId xmlns:a16="http://schemas.microsoft.com/office/drawing/2014/main" id="{D65977F2-B5D6-C24B-8375-D32C369A3C3D}"/>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39" name="Line 59">
            <a:extLst>
              <a:ext uri="{FF2B5EF4-FFF2-40B4-BE49-F238E27FC236}">
                <a16:creationId xmlns:a16="http://schemas.microsoft.com/office/drawing/2014/main" id="{8596C6D4-A319-5D48-8D90-C6298C6F8F1B}"/>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40" name="Line 60">
            <a:extLst>
              <a:ext uri="{FF2B5EF4-FFF2-40B4-BE49-F238E27FC236}">
                <a16:creationId xmlns:a16="http://schemas.microsoft.com/office/drawing/2014/main" id="{FDD21E35-746F-BA45-8777-064D51364FE7}"/>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41" name="Line 61">
            <a:extLst>
              <a:ext uri="{FF2B5EF4-FFF2-40B4-BE49-F238E27FC236}">
                <a16:creationId xmlns:a16="http://schemas.microsoft.com/office/drawing/2014/main" id="{A3A1C907-5019-8F48-B9FE-AFE2B4C2D6A1}"/>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42" name="Line 62">
            <a:extLst>
              <a:ext uri="{FF2B5EF4-FFF2-40B4-BE49-F238E27FC236}">
                <a16:creationId xmlns:a16="http://schemas.microsoft.com/office/drawing/2014/main" id="{D0FE6146-683C-B74C-B264-F541ED01E778}"/>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43" name="Line 63">
            <a:extLst>
              <a:ext uri="{FF2B5EF4-FFF2-40B4-BE49-F238E27FC236}">
                <a16:creationId xmlns:a16="http://schemas.microsoft.com/office/drawing/2014/main" id="{A247F64A-620B-184E-B161-54B87365FC0B}"/>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44" name="Line 64">
            <a:extLst>
              <a:ext uri="{FF2B5EF4-FFF2-40B4-BE49-F238E27FC236}">
                <a16:creationId xmlns:a16="http://schemas.microsoft.com/office/drawing/2014/main" id="{40F448DB-DDB7-BB48-9EEE-241B9A7FC1C9}"/>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45" name="Line 65">
            <a:extLst>
              <a:ext uri="{FF2B5EF4-FFF2-40B4-BE49-F238E27FC236}">
                <a16:creationId xmlns:a16="http://schemas.microsoft.com/office/drawing/2014/main" id="{7FC77C6B-8858-9447-9EBD-E40199582703}"/>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6946" name="Rectangle 66">
            <a:extLst>
              <a:ext uri="{FF2B5EF4-FFF2-40B4-BE49-F238E27FC236}">
                <a16:creationId xmlns:a16="http://schemas.microsoft.com/office/drawing/2014/main" id="{71CAE407-527E-6142-8D03-299BA761527B}"/>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6947" name="Rectangle 67">
            <a:extLst>
              <a:ext uri="{FF2B5EF4-FFF2-40B4-BE49-F238E27FC236}">
                <a16:creationId xmlns:a16="http://schemas.microsoft.com/office/drawing/2014/main" id="{82FAC3EF-6F69-A143-B5F7-DE26048EB3DB}"/>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6948" name="Rectangle 68">
            <a:extLst>
              <a:ext uri="{FF2B5EF4-FFF2-40B4-BE49-F238E27FC236}">
                <a16:creationId xmlns:a16="http://schemas.microsoft.com/office/drawing/2014/main" id="{7DFB4155-ABDB-B741-ADB1-5CA141AE7B4E}"/>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6949" name="Rectangle 69">
            <a:extLst>
              <a:ext uri="{FF2B5EF4-FFF2-40B4-BE49-F238E27FC236}">
                <a16:creationId xmlns:a16="http://schemas.microsoft.com/office/drawing/2014/main" id="{52B90E54-994E-7149-8A72-F002EE537D63}"/>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6950" name="Rectangle 70">
            <a:extLst>
              <a:ext uri="{FF2B5EF4-FFF2-40B4-BE49-F238E27FC236}">
                <a16:creationId xmlns:a16="http://schemas.microsoft.com/office/drawing/2014/main" id="{AA80EAEA-2DCC-2648-BD57-3382A6C4DB76}"/>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06951" name="Rectangle 71">
            <a:extLst>
              <a:ext uri="{FF2B5EF4-FFF2-40B4-BE49-F238E27FC236}">
                <a16:creationId xmlns:a16="http://schemas.microsoft.com/office/drawing/2014/main" id="{C41D4A6C-077D-4C49-858A-81855D776244}"/>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06952" name="Rectangle 72">
            <a:extLst>
              <a:ext uri="{FF2B5EF4-FFF2-40B4-BE49-F238E27FC236}">
                <a16:creationId xmlns:a16="http://schemas.microsoft.com/office/drawing/2014/main" id="{ECE085F1-5158-D940-B61B-CC6C7A9B7F64}"/>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06953" name="Rectangle 73">
            <a:extLst>
              <a:ext uri="{FF2B5EF4-FFF2-40B4-BE49-F238E27FC236}">
                <a16:creationId xmlns:a16="http://schemas.microsoft.com/office/drawing/2014/main" id="{518EEBD4-6173-D94F-9BEC-18625A09EC59}"/>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06954" name="Rectangle 74">
            <a:extLst>
              <a:ext uri="{FF2B5EF4-FFF2-40B4-BE49-F238E27FC236}">
                <a16:creationId xmlns:a16="http://schemas.microsoft.com/office/drawing/2014/main" id="{AF571DE8-C36D-7F4F-84DD-E33AE9F3C114}"/>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06955" name="Rectangle 75">
            <a:extLst>
              <a:ext uri="{FF2B5EF4-FFF2-40B4-BE49-F238E27FC236}">
                <a16:creationId xmlns:a16="http://schemas.microsoft.com/office/drawing/2014/main" id="{649F92AD-7097-BB46-90F6-82EBC2589C5B}"/>
              </a:ext>
            </a:extLst>
          </p:cNvPr>
          <p:cNvSpPr>
            <a:spLocks noChangeArrowheads="1"/>
          </p:cNvSpPr>
          <p:nvPr/>
        </p:nvSpPr>
        <p:spPr bwMode="auto">
          <a:xfrm>
            <a:off x="1331119"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06956" name="Line 76">
            <a:extLst>
              <a:ext uri="{FF2B5EF4-FFF2-40B4-BE49-F238E27FC236}">
                <a16:creationId xmlns:a16="http://schemas.microsoft.com/office/drawing/2014/main" id="{EBA4751F-5E13-CC48-A913-CAAFCA211B82}"/>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6957" name="Rectangle 77">
            <a:extLst>
              <a:ext uri="{FF2B5EF4-FFF2-40B4-BE49-F238E27FC236}">
                <a16:creationId xmlns:a16="http://schemas.microsoft.com/office/drawing/2014/main" id="{D76DC438-0A44-764B-95D7-9E7C2068FB8B}"/>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06958" name="Line 78">
            <a:extLst>
              <a:ext uri="{FF2B5EF4-FFF2-40B4-BE49-F238E27FC236}">
                <a16:creationId xmlns:a16="http://schemas.microsoft.com/office/drawing/2014/main" id="{99414034-66C5-5A4A-BA2A-5B92A65822BF}"/>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6959" name="Line 79">
            <a:extLst>
              <a:ext uri="{FF2B5EF4-FFF2-40B4-BE49-F238E27FC236}">
                <a16:creationId xmlns:a16="http://schemas.microsoft.com/office/drawing/2014/main" id="{3EFD2B2C-897D-C74F-B43C-DB9D61B4DEBF}"/>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6960" name="Line 80">
            <a:extLst>
              <a:ext uri="{FF2B5EF4-FFF2-40B4-BE49-F238E27FC236}">
                <a16:creationId xmlns:a16="http://schemas.microsoft.com/office/drawing/2014/main" id="{C7C33F35-1C23-1548-AF34-CA4B9A012FCF}"/>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6961" name="Line 81">
            <a:extLst>
              <a:ext uri="{FF2B5EF4-FFF2-40B4-BE49-F238E27FC236}">
                <a16:creationId xmlns:a16="http://schemas.microsoft.com/office/drawing/2014/main" id="{35E7E683-A42E-FD4E-AE86-11B9DCCCA2E7}"/>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6962" name="Text Box 82">
            <a:extLst>
              <a:ext uri="{FF2B5EF4-FFF2-40B4-BE49-F238E27FC236}">
                <a16:creationId xmlns:a16="http://schemas.microsoft.com/office/drawing/2014/main" id="{1AA6C866-4151-C74A-B6F2-3D06BD070B81}"/>
              </a:ext>
            </a:extLst>
          </p:cNvPr>
          <p:cNvSpPr txBox="1">
            <a:spLocks noChangeArrowheads="1"/>
          </p:cNvSpPr>
          <p:nvPr/>
        </p:nvSpPr>
        <p:spPr bwMode="auto">
          <a:xfrm>
            <a:off x="1238250" y="3813573"/>
            <a:ext cx="7264709" cy="1061829"/>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数据偏移（即首部长度）</a:t>
            </a:r>
            <a:r>
              <a:rPr lang="en-US" altLang="zh-CN" sz="2100" dirty="0">
                <a:solidFill>
                  <a:srgbClr val="333399"/>
                </a:solidFill>
                <a:latin typeface="Arial" panose="020B0604020202020204" pitchFamily="34" charset="0"/>
              </a:rPr>
              <a:t>——</a:t>
            </a:r>
            <a:r>
              <a:rPr lang="zh-CN" altLang="en-US" sz="2100" dirty="0">
                <a:solidFill>
                  <a:srgbClr val="333399"/>
                </a:solidFill>
                <a:latin typeface="Arial" panose="020B0604020202020204" pitchFamily="34" charset="0"/>
              </a:rPr>
              <a:t>占 </a:t>
            </a:r>
            <a:r>
              <a:rPr lang="en-US" altLang="zh-CN" sz="2100" dirty="0">
                <a:solidFill>
                  <a:srgbClr val="333399"/>
                </a:solidFill>
                <a:latin typeface="Arial" panose="020B0604020202020204" pitchFamily="34" charset="0"/>
              </a:rPr>
              <a:t>4 </a:t>
            </a:r>
            <a:r>
              <a:rPr lang="zh-CN" altLang="en-US" sz="2100" dirty="0">
                <a:solidFill>
                  <a:srgbClr val="333399"/>
                </a:solidFill>
                <a:latin typeface="Arial" panose="020B0604020202020204" pitchFamily="34" charset="0"/>
              </a:rPr>
              <a:t>位，它指出 </a:t>
            </a:r>
            <a:r>
              <a:rPr lang="en-US" altLang="zh-CN" sz="2100" dirty="0">
                <a:solidFill>
                  <a:srgbClr val="333399"/>
                </a:solidFill>
                <a:latin typeface="Arial" panose="020B0604020202020204" pitchFamily="34" charset="0"/>
              </a:rPr>
              <a:t>TCP </a:t>
            </a:r>
            <a:r>
              <a:rPr lang="zh-CN" altLang="en-US" sz="2100" dirty="0">
                <a:solidFill>
                  <a:srgbClr val="333399"/>
                </a:solidFill>
                <a:latin typeface="Arial" panose="020B0604020202020204" pitchFamily="34" charset="0"/>
              </a:rPr>
              <a:t>报文段的数据起始处距离 </a:t>
            </a:r>
            <a:r>
              <a:rPr lang="en-US" altLang="zh-CN" sz="2100" dirty="0">
                <a:solidFill>
                  <a:srgbClr val="333399"/>
                </a:solidFill>
                <a:latin typeface="Arial" panose="020B0604020202020204" pitchFamily="34" charset="0"/>
              </a:rPr>
              <a:t>TCP </a:t>
            </a:r>
            <a:r>
              <a:rPr lang="zh-CN" altLang="en-US" sz="2100" dirty="0">
                <a:solidFill>
                  <a:srgbClr val="333399"/>
                </a:solidFill>
                <a:latin typeface="Arial" panose="020B0604020202020204" pitchFamily="34" charset="0"/>
              </a:rPr>
              <a:t>报文段的起始处有多远。“数据偏移”的单位是 </a:t>
            </a:r>
            <a:r>
              <a:rPr lang="en-US" altLang="zh-CN" sz="2100" dirty="0">
                <a:solidFill>
                  <a:srgbClr val="333399"/>
                </a:solidFill>
                <a:latin typeface="Arial" panose="020B0604020202020204" pitchFamily="34" charset="0"/>
              </a:rPr>
              <a:t>32 </a:t>
            </a:r>
            <a:r>
              <a:rPr lang="zh-CN" altLang="en-US" sz="2100" dirty="0">
                <a:solidFill>
                  <a:srgbClr val="333399"/>
                </a:solidFill>
                <a:latin typeface="Arial" panose="020B0604020202020204" pitchFamily="34" charset="0"/>
              </a:rPr>
              <a:t>位字（以 </a:t>
            </a:r>
            <a:r>
              <a:rPr lang="en-US" altLang="zh-CN" sz="2100" dirty="0">
                <a:solidFill>
                  <a:srgbClr val="333399"/>
                </a:solidFill>
                <a:latin typeface="Arial" panose="020B0604020202020204" pitchFamily="34" charset="0"/>
              </a:rPr>
              <a:t>4 </a:t>
            </a:r>
            <a:r>
              <a:rPr lang="zh-CN" altLang="en-US" sz="2100" dirty="0">
                <a:solidFill>
                  <a:srgbClr val="333399"/>
                </a:solidFill>
                <a:latin typeface="Arial" panose="020B0604020202020204" pitchFamily="34" charset="0"/>
              </a:rPr>
              <a:t>字节为计算单位）。  </a:t>
            </a:r>
          </a:p>
        </p:txBody>
      </p:sp>
      <p:sp>
        <p:nvSpPr>
          <p:cNvPr id="506963" name="Rectangle 83">
            <a:extLst>
              <a:ext uri="{FF2B5EF4-FFF2-40B4-BE49-F238E27FC236}">
                <a16:creationId xmlns:a16="http://schemas.microsoft.com/office/drawing/2014/main" id="{95E8FE5A-0D72-D149-BD3A-F1039F716A6F}"/>
              </a:ext>
            </a:extLst>
          </p:cNvPr>
          <p:cNvSpPr>
            <a:spLocks noChangeArrowheads="1"/>
          </p:cNvSpPr>
          <p:nvPr/>
        </p:nvSpPr>
        <p:spPr bwMode="auto">
          <a:xfrm>
            <a:off x="1601391" y="2087166"/>
            <a:ext cx="756047"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BD683C9B-D9CC-E546-8160-5E244D90EC1E}"/>
              </a:ext>
            </a:extLst>
          </p:cNvPr>
          <p:cNvSpPr>
            <a:spLocks noGrp="1"/>
          </p:cNvSpPr>
          <p:nvPr>
            <p:ph type="sldNum" sz="quarter" idx="10"/>
          </p:nvPr>
        </p:nvSpPr>
        <p:spPr>
          <a:xfrm>
            <a:off x="8728757" y="4858622"/>
            <a:ext cx="415243"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19DCF54-29B2-A34D-B817-46C19A45A1E4}" type="slidenum">
              <a:rPr lang="en-US" altLang="zh-CN" sz="1050"/>
              <a:pPr>
                <a:defRPr/>
              </a:pPr>
              <a:t>51</a:t>
            </a:fld>
            <a:endParaRPr lang="en-US" altLang="zh-CN" sz="1050" dirty="0"/>
          </a:p>
        </p:txBody>
      </p:sp>
    </p:spTree>
    <p:extLst>
      <p:ext uri="{BB962C8B-B14F-4D97-AF65-F5344CB8AC3E}">
        <p14:creationId xmlns:p14="http://schemas.microsoft.com/office/powerpoint/2010/main" val="41639594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6963"/>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0696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6963" grpId="0" animBg="1"/>
      <p:bldP spid="506963" grpId="1" animBg="1"/>
    </p:bld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7906" name="Line 2">
            <a:extLst>
              <a:ext uri="{FF2B5EF4-FFF2-40B4-BE49-F238E27FC236}">
                <a16:creationId xmlns:a16="http://schemas.microsoft.com/office/drawing/2014/main" id="{F5A3E325-A9B5-EB47-A0BE-93B5B32A76C4}"/>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7907" name="Rectangle 3">
            <a:extLst>
              <a:ext uri="{FF2B5EF4-FFF2-40B4-BE49-F238E27FC236}">
                <a16:creationId xmlns:a16="http://schemas.microsoft.com/office/drawing/2014/main" id="{35691143-1253-CF49-B138-7D607210CC51}"/>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07908" name="Line 4">
            <a:extLst>
              <a:ext uri="{FF2B5EF4-FFF2-40B4-BE49-F238E27FC236}">
                <a16:creationId xmlns:a16="http://schemas.microsoft.com/office/drawing/2014/main" id="{8DF163C6-0F73-BD45-AF03-37D326A55B50}"/>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7909" name="Rectangle 5">
            <a:extLst>
              <a:ext uri="{FF2B5EF4-FFF2-40B4-BE49-F238E27FC236}">
                <a16:creationId xmlns:a16="http://schemas.microsoft.com/office/drawing/2014/main" id="{AB579D62-D26A-DA44-A70E-90CA73EB6800}"/>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07910" name="Rectangle 6">
            <a:extLst>
              <a:ext uri="{FF2B5EF4-FFF2-40B4-BE49-F238E27FC236}">
                <a16:creationId xmlns:a16="http://schemas.microsoft.com/office/drawing/2014/main" id="{5665DF8A-38BC-1E4D-BBB7-B277AB1391F0}"/>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11" name="Line 7">
            <a:extLst>
              <a:ext uri="{FF2B5EF4-FFF2-40B4-BE49-F238E27FC236}">
                <a16:creationId xmlns:a16="http://schemas.microsoft.com/office/drawing/2014/main" id="{CAFB8762-016B-1E40-B462-E755A2F70B19}"/>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12" name="Line 8">
            <a:extLst>
              <a:ext uri="{FF2B5EF4-FFF2-40B4-BE49-F238E27FC236}">
                <a16:creationId xmlns:a16="http://schemas.microsoft.com/office/drawing/2014/main" id="{53B2AD89-8B91-444D-9D75-817979648564}"/>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13" name="Line 9">
            <a:extLst>
              <a:ext uri="{FF2B5EF4-FFF2-40B4-BE49-F238E27FC236}">
                <a16:creationId xmlns:a16="http://schemas.microsoft.com/office/drawing/2014/main" id="{81DF1A0E-448D-3A4F-8B61-399D07A4D0FC}"/>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14" name="Line 10">
            <a:extLst>
              <a:ext uri="{FF2B5EF4-FFF2-40B4-BE49-F238E27FC236}">
                <a16:creationId xmlns:a16="http://schemas.microsoft.com/office/drawing/2014/main" id="{9580E721-DA40-AA40-B541-611EB0C1E94D}"/>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15" name="Line 11">
            <a:extLst>
              <a:ext uri="{FF2B5EF4-FFF2-40B4-BE49-F238E27FC236}">
                <a16:creationId xmlns:a16="http://schemas.microsoft.com/office/drawing/2014/main" id="{7EC5BABA-3DE2-D044-9DDF-125B9F7B8120}"/>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16" name="Line 12">
            <a:extLst>
              <a:ext uri="{FF2B5EF4-FFF2-40B4-BE49-F238E27FC236}">
                <a16:creationId xmlns:a16="http://schemas.microsoft.com/office/drawing/2014/main" id="{2F071DB5-8983-BD4B-B7A8-1C8F6FBC1DB6}"/>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17" name="Rectangle 13">
            <a:extLst>
              <a:ext uri="{FF2B5EF4-FFF2-40B4-BE49-F238E27FC236}">
                <a16:creationId xmlns:a16="http://schemas.microsoft.com/office/drawing/2014/main" id="{5FD33F49-AF86-4C49-A37D-E62C7A47511E}"/>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07918" name="Rectangle 14">
            <a:extLst>
              <a:ext uri="{FF2B5EF4-FFF2-40B4-BE49-F238E27FC236}">
                <a16:creationId xmlns:a16="http://schemas.microsoft.com/office/drawing/2014/main" id="{6F17C017-70D7-D24B-A689-E1A8D0726EEC}"/>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07919" name="Rectangle 15">
            <a:extLst>
              <a:ext uri="{FF2B5EF4-FFF2-40B4-BE49-F238E27FC236}">
                <a16:creationId xmlns:a16="http://schemas.microsoft.com/office/drawing/2014/main" id="{DD3C269F-FD9E-E944-A906-82EE2F93DB0A}"/>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07920" name="Rectangle 16">
            <a:extLst>
              <a:ext uri="{FF2B5EF4-FFF2-40B4-BE49-F238E27FC236}">
                <a16:creationId xmlns:a16="http://schemas.microsoft.com/office/drawing/2014/main" id="{71D13367-5EA0-C448-A5CF-C6FAF36B4155}"/>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07921" name="Rectangle 17">
            <a:extLst>
              <a:ext uri="{FF2B5EF4-FFF2-40B4-BE49-F238E27FC236}">
                <a16:creationId xmlns:a16="http://schemas.microsoft.com/office/drawing/2014/main" id="{AFBE6742-9EA0-E543-BD03-DF51766D57C5}"/>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07922" name="Rectangle 18">
            <a:extLst>
              <a:ext uri="{FF2B5EF4-FFF2-40B4-BE49-F238E27FC236}">
                <a16:creationId xmlns:a16="http://schemas.microsoft.com/office/drawing/2014/main" id="{AAF346B6-2B9B-5E44-BDEE-DFB100120217}"/>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07923" name="Line 19">
            <a:extLst>
              <a:ext uri="{FF2B5EF4-FFF2-40B4-BE49-F238E27FC236}">
                <a16:creationId xmlns:a16="http://schemas.microsoft.com/office/drawing/2014/main" id="{1C91FEE6-5C48-674F-9D5A-3FE3A1BBF1B3}"/>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24" name="Rectangle 20">
            <a:extLst>
              <a:ext uri="{FF2B5EF4-FFF2-40B4-BE49-F238E27FC236}">
                <a16:creationId xmlns:a16="http://schemas.microsoft.com/office/drawing/2014/main" id="{440175E9-5651-1547-A96D-DFE0A8381244}"/>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07925" name="Rectangle 21">
            <a:extLst>
              <a:ext uri="{FF2B5EF4-FFF2-40B4-BE49-F238E27FC236}">
                <a16:creationId xmlns:a16="http://schemas.microsoft.com/office/drawing/2014/main" id="{8EADE1FE-ADF7-E34F-B937-FBA1BBC95091}"/>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07926" name="Rectangle 22">
            <a:extLst>
              <a:ext uri="{FF2B5EF4-FFF2-40B4-BE49-F238E27FC236}">
                <a16:creationId xmlns:a16="http://schemas.microsoft.com/office/drawing/2014/main" id="{2E6CFA3B-C83E-C448-AF9A-0867DF9D5420}"/>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07927" name="Line 23">
            <a:extLst>
              <a:ext uri="{FF2B5EF4-FFF2-40B4-BE49-F238E27FC236}">
                <a16:creationId xmlns:a16="http://schemas.microsoft.com/office/drawing/2014/main" id="{A8E54456-9F79-9343-827F-D6259E396955}"/>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28" name="Line 24">
            <a:extLst>
              <a:ext uri="{FF2B5EF4-FFF2-40B4-BE49-F238E27FC236}">
                <a16:creationId xmlns:a16="http://schemas.microsoft.com/office/drawing/2014/main" id="{20907927-D951-0C48-8F40-B3FF6637FA25}"/>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29" name="Line 25">
            <a:extLst>
              <a:ext uri="{FF2B5EF4-FFF2-40B4-BE49-F238E27FC236}">
                <a16:creationId xmlns:a16="http://schemas.microsoft.com/office/drawing/2014/main" id="{809922FE-7F85-8C47-9E3C-65286B7ABBB8}"/>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30" name="Line 26">
            <a:extLst>
              <a:ext uri="{FF2B5EF4-FFF2-40B4-BE49-F238E27FC236}">
                <a16:creationId xmlns:a16="http://schemas.microsoft.com/office/drawing/2014/main" id="{04259890-015F-3A46-9B72-DD9FB8E60856}"/>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31" name="Line 27">
            <a:extLst>
              <a:ext uri="{FF2B5EF4-FFF2-40B4-BE49-F238E27FC236}">
                <a16:creationId xmlns:a16="http://schemas.microsoft.com/office/drawing/2014/main" id="{A30DE85B-42A8-8B4B-A31D-6DED0A432859}"/>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32" name="Line 28">
            <a:extLst>
              <a:ext uri="{FF2B5EF4-FFF2-40B4-BE49-F238E27FC236}">
                <a16:creationId xmlns:a16="http://schemas.microsoft.com/office/drawing/2014/main" id="{AD10959B-0159-6F43-8C78-5C9AE6ED6CFD}"/>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33" name="Line 29">
            <a:extLst>
              <a:ext uri="{FF2B5EF4-FFF2-40B4-BE49-F238E27FC236}">
                <a16:creationId xmlns:a16="http://schemas.microsoft.com/office/drawing/2014/main" id="{634DB7DC-57A2-4B44-A605-1C6A48B5BAF5}"/>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34" name="Rectangle 30">
            <a:extLst>
              <a:ext uri="{FF2B5EF4-FFF2-40B4-BE49-F238E27FC236}">
                <a16:creationId xmlns:a16="http://schemas.microsoft.com/office/drawing/2014/main" id="{018300C4-20D4-0147-BB86-6CACF8C37AAE}"/>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07935" name="Rectangle 31">
            <a:extLst>
              <a:ext uri="{FF2B5EF4-FFF2-40B4-BE49-F238E27FC236}">
                <a16:creationId xmlns:a16="http://schemas.microsoft.com/office/drawing/2014/main" id="{7D0094F1-3646-2F4A-B2A5-4AAB6CDF6DFE}"/>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07936" name="Line 32">
            <a:extLst>
              <a:ext uri="{FF2B5EF4-FFF2-40B4-BE49-F238E27FC236}">
                <a16:creationId xmlns:a16="http://schemas.microsoft.com/office/drawing/2014/main" id="{B2C77BB2-F644-3D40-B2E2-FF6227145379}"/>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37" name="Line 33">
            <a:extLst>
              <a:ext uri="{FF2B5EF4-FFF2-40B4-BE49-F238E27FC236}">
                <a16:creationId xmlns:a16="http://schemas.microsoft.com/office/drawing/2014/main" id="{19846695-A2E7-A64A-9479-352E09901C8D}"/>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38" name="Line 34">
            <a:extLst>
              <a:ext uri="{FF2B5EF4-FFF2-40B4-BE49-F238E27FC236}">
                <a16:creationId xmlns:a16="http://schemas.microsoft.com/office/drawing/2014/main" id="{3E944AF6-AE82-654F-97E8-D13E1DA170FF}"/>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39" name="Line 35">
            <a:extLst>
              <a:ext uri="{FF2B5EF4-FFF2-40B4-BE49-F238E27FC236}">
                <a16:creationId xmlns:a16="http://schemas.microsoft.com/office/drawing/2014/main" id="{90F33033-7686-D04B-A971-EBB27A8E0B45}"/>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40" name="Line 36">
            <a:extLst>
              <a:ext uri="{FF2B5EF4-FFF2-40B4-BE49-F238E27FC236}">
                <a16:creationId xmlns:a16="http://schemas.microsoft.com/office/drawing/2014/main" id="{D12BBE0D-143A-7C48-9994-751D478DC1B5}"/>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41" name="Line 37">
            <a:extLst>
              <a:ext uri="{FF2B5EF4-FFF2-40B4-BE49-F238E27FC236}">
                <a16:creationId xmlns:a16="http://schemas.microsoft.com/office/drawing/2014/main" id="{AD5A157B-8828-AD4C-9753-8C0DC145FFF1}"/>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42" name="Line 38">
            <a:extLst>
              <a:ext uri="{FF2B5EF4-FFF2-40B4-BE49-F238E27FC236}">
                <a16:creationId xmlns:a16="http://schemas.microsoft.com/office/drawing/2014/main" id="{6F006106-EB59-AB4F-A865-BB63D2843C8E}"/>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43" name="Line 39">
            <a:extLst>
              <a:ext uri="{FF2B5EF4-FFF2-40B4-BE49-F238E27FC236}">
                <a16:creationId xmlns:a16="http://schemas.microsoft.com/office/drawing/2014/main" id="{D6D92A1D-14D0-9B46-9998-D0E1BCE19134}"/>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44" name="Line 40">
            <a:extLst>
              <a:ext uri="{FF2B5EF4-FFF2-40B4-BE49-F238E27FC236}">
                <a16:creationId xmlns:a16="http://schemas.microsoft.com/office/drawing/2014/main" id="{031A2FB6-1F0C-AA4E-8F0B-59FFD90CC3D0}"/>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45" name="Line 41">
            <a:extLst>
              <a:ext uri="{FF2B5EF4-FFF2-40B4-BE49-F238E27FC236}">
                <a16:creationId xmlns:a16="http://schemas.microsoft.com/office/drawing/2014/main" id="{46CE045D-ADCC-DA48-B219-768DCD936F74}"/>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46" name="Line 42">
            <a:extLst>
              <a:ext uri="{FF2B5EF4-FFF2-40B4-BE49-F238E27FC236}">
                <a16:creationId xmlns:a16="http://schemas.microsoft.com/office/drawing/2014/main" id="{E138D4E7-9A17-8841-99EB-5C1D05D131DB}"/>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47" name="Line 43">
            <a:extLst>
              <a:ext uri="{FF2B5EF4-FFF2-40B4-BE49-F238E27FC236}">
                <a16:creationId xmlns:a16="http://schemas.microsoft.com/office/drawing/2014/main" id="{333324AB-2789-C14F-9458-B0E5477553C5}"/>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48" name="Line 44">
            <a:extLst>
              <a:ext uri="{FF2B5EF4-FFF2-40B4-BE49-F238E27FC236}">
                <a16:creationId xmlns:a16="http://schemas.microsoft.com/office/drawing/2014/main" id="{79F8D78D-D740-F64D-9ECB-8F2E6A5E5602}"/>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49" name="Line 45">
            <a:extLst>
              <a:ext uri="{FF2B5EF4-FFF2-40B4-BE49-F238E27FC236}">
                <a16:creationId xmlns:a16="http://schemas.microsoft.com/office/drawing/2014/main" id="{EFC7884A-E311-5641-A489-E9AFAF5C1708}"/>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50" name="Line 46">
            <a:extLst>
              <a:ext uri="{FF2B5EF4-FFF2-40B4-BE49-F238E27FC236}">
                <a16:creationId xmlns:a16="http://schemas.microsoft.com/office/drawing/2014/main" id="{A867C649-28FA-7143-A44C-CC38B07E7A64}"/>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51" name="Line 47">
            <a:extLst>
              <a:ext uri="{FF2B5EF4-FFF2-40B4-BE49-F238E27FC236}">
                <a16:creationId xmlns:a16="http://schemas.microsoft.com/office/drawing/2014/main" id="{4EBE9697-DAB7-B44D-8A75-BB4B2541189F}"/>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52" name="Line 48">
            <a:extLst>
              <a:ext uri="{FF2B5EF4-FFF2-40B4-BE49-F238E27FC236}">
                <a16:creationId xmlns:a16="http://schemas.microsoft.com/office/drawing/2014/main" id="{80090775-7DF4-FA47-99E4-EB7FC4C202C0}"/>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53" name="Line 49">
            <a:extLst>
              <a:ext uri="{FF2B5EF4-FFF2-40B4-BE49-F238E27FC236}">
                <a16:creationId xmlns:a16="http://schemas.microsoft.com/office/drawing/2014/main" id="{40260CD6-CE09-B54C-8434-A85773EDC866}"/>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54" name="Line 50">
            <a:extLst>
              <a:ext uri="{FF2B5EF4-FFF2-40B4-BE49-F238E27FC236}">
                <a16:creationId xmlns:a16="http://schemas.microsoft.com/office/drawing/2014/main" id="{76C34FA3-EF22-934F-ACD7-7AE19A60F6DB}"/>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55" name="Line 51">
            <a:extLst>
              <a:ext uri="{FF2B5EF4-FFF2-40B4-BE49-F238E27FC236}">
                <a16:creationId xmlns:a16="http://schemas.microsoft.com/office/drawing/2014/main" id="{11A5029D-7F79-0D4D-88F2-A0BFF58C6B42}"/>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56" name="Line 52">
            <a:extLst>
              <a:ext uri="{FF2B5EF4-FFF2-40B4-BE49-F238E27FC236}">
                <a16:creationId xmlns:a16="http://schemas.microsoft.com/office/drawing/2014/main" id="{A4E216D7-E110-8A41-B194-3B5EA74A62AA}"/>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57" name="Line 53">
            <a:extLst>
              <a:ext uri="{FF2B5EF4-FFF2-40B4-BE49-F238E27FC236}">
                <a16:creationId xmlns:a16="http://schemas.microsoft.com/office/drawing/2014/main" id="{AFF2427E-64AE-8F46-A6F5-40E2ABD4353E}"/>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58" name="Line 54">
            <a:extLst>
              <a:ext uri="{FF2B5EF4-FFF2-40B4-BE49-F238E27FC236}">
                <a16:creationId xmlns:a16="http://schemas.microsoft.com/office/drawing/2014/main" id="{D2536AD5-1E52-6941-AC0E-B94764909F12}"/>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59" name="Line 55">
            <a:extLst>
              <a:ext uri="{FF2B5EF4-FFF2-40B4-BE49-F238E27FC236}">
                <a16:creationId xmlns:a16="http://schemas.microsoft.com/office/drawing/2014/main" id="{DF9E4E6E-E295-A94E-AE48-F9380556121B}"/>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60" name="Line 56">
            <a:extLst>
              <a:ext uri="{FF2B5EF4-FFF2-40B4-BE49-F238E27FC236}">
                <a16:creationId xmlns:a16="http://schemas.microsoft.com/office/drawing/2014/main" id="{B7EAC913-E4DA-0640-A56D-EC0827AF626D}"/>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61" name="Line 57">
            <a:extLst>
              <a:ext uri="{FF2B5EF4-FFF2-40B4-BE49-F238E27FC236}">
                <a16:creationId xmlns:a16="http://schemas.microsoft.com/office/drawing/2014/main" id="{6967FA96-5E8F-5644-9B6A-674DDACCB906}"/>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62" name="Line 58">
            <a:extLst>
              <a:ext uri="{FF2B5EF4-FFF2-40B4-BE49-F238E27FC236}">
                <a16:creationId xmlns:a16="http://schemas.microsoft.com/office/drawing/2014/main" id="{80A023B6-0B09-E74F-84CB-1F81C2CDBF1A}"/>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63" name="Line 59">
            <a:extLst>
              <a:ext uri="{FF2B5EF4-FFF2-40B4-BE49-F238E27FC236}">
                <a16:creationId xmlns:a16="http://schemas.microsoft.com/office/drawing/2014/main" id="{A4AA712E-0E1F-6746-9A47-194C93907875}"/>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64" name="Line 60">
            <a:extLst>
              <a:ext uri="{FF2B5EF4-FFF2-40B4-BE49-F238E27FC236}">
                <a16:creationId xmlns:a16="http://schemas.microsoft.com/office/drawing/2014/main" id="{914EC32D-DEBB-6F49-A075-CE0EDFD90853}"/>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65" name="Line 61">
            <a:extLst>
              <a:ext uri="{FF2B5EF4-FFF2-40B4-BE49-F238E27FC236}">
                <a16:creationId xmlns:a16="http://schemas.microsoft.com/office/drawing/2014/main" id="{E50032A7-2EB2-294B-90A8-B0B9BFA509BA}"/>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66" name="Line 62">
            <a:extLst>
              <a:ext uri="{FF2B5EF4-FFF2-40B4-BE49-F238E27FC236}">
                <a16:creationId xmlns:a16="http://schemas.microsoft.com/office/drawing/2014/main" id="{3741134E-9735-564A-98A8-5E05513F7964}"/>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67" name="Line 63">
            <a:extLst>
              <a:ext uri="{FF2B5EF4-FFF2-40B4-BE49-F238E27FC236}">
                <a16:creationId xmlns:a16="http://schemas.microsoft.com/office/drawing/2014/main" id="{9F3FD283-4226-4E4B-80BA-94FCE58952B8}"/>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68" name="Line 64">
            <a:extLst>
              <a:ext uri="{FF2B5EF4-FFF2-40B4-BE49-F238E27FC236}">
                <a16:creationId xmlns:a16="http://schemas.microsoft.com/office/drawing/2014/main" id="{B0963E40-0BFF-5E4E-9D4D-B9AAC6BF54E2}"/>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69" name="Line 65">
            <a:extLst>
              <a:ext uri="{FF2B5EF4-FFF2-40B4-BE49-F238E27FC236}">
                <a16:creationId xmlns:a16="http://schemas.microsoft.com/office/drawing/2014/main" id="{1F745907-C7E7-924C-98E6-A6920EBDA227}"/>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7970" name="Rectangle 66">
            <a:extLst>
              <a:ext uri="{FF2B5EF4-FFF2-40B4-BE49-F238E27FC236}">
                <a16:creationId xmlns:a16="http://schemas.microsoft.com/office/drawing/2014/main" id="{D2402653-157D-7B43-ACAE-4E6393B53558}"/>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7971" name="Rectangle 67">
            <a:extLst>
              <a:ext uri="{FF2B5EF4-FFF2-40B4-BE49-F238E27FC236}">
                <a16:creationId xmlns:a16="http://schemas.microsoft.com/office/drawing/2014/main" id="{918FE448-26D1-AC40-8BE5-F9E773657987}"/>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7972" name="Rectangle 68">
            <a:extLst>
              <a:ext uri="{FF2B5EF4-FFF2-40B4-BE49-F238E27FC236}">
                <a16:creationId xmlns:a16="http://schemas.microsoft.com/office/drawing/2014/main" id="{940B294C-1BED-654F-8694-E46EEACC670A}"/>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7973" name="Rectangle 69">
            <a:extLst>
              <a:ext uri="{FF2B5EF4-FFF2-40B4-BE49-F238E27FC236}">
                <a16:creationId xmlns:a16="http://schemas.microsoft.com/office/drawing/2014/main" id="{8BC629B5-64B7-3E41-B01F-66CEDAC0B805}"/>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7974" name="Rectangle 70">
            <a:extLst>
              <a:ext uri="{FF2B5EF4-FFF2-40B4-BE49-F238E27FC236}">
                <a16:creationId xmlns:a16="http://schemas.microsoft.com/office/drawing/2014/main" id="{D10CE811-FBE4-7241-B4FA-022252E2F278}"/>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07975" name="Rectangle 71">
            <a:extLst>
              <a:ext uri="{FF2B5EF4-FFF2-40B4-BE49-F238E27FC236}">
                <a16:creationId xmlns:a16="http://schemas.microsoft.com/office/drawing/2014/main" id="{30F15DE7-12DA-904F-810E-B682A1B13EC3}"/>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07976" name="Rectangle 72">
            <a:extLst>
              <a:ext uri="{FF2B5EF4-FFF2-40B4-BE49-F238E27FC236}">
                <a16:creationId xmlns:a16="http://schemas.microsoft.com/office/drawing/2014/main" id="{63AA62E5-0191-EE47-B30E-46D835B4D9A0}"/>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07977" name="Rectangle 73">
            <a:extLst>
              <a:ext uri="{FF2B5EF4-FFF2-40B4-BE49-F238E27FC236}">
                <a16:creationId xmlns:a16="http://schemas.microsoft.com/office/drawing/2014/main" id="{12D65721-DF12-EC49-8106-3916DAD05FC8}"/>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07978" name="Rectangle 74">
            <a:extLst>
              <a:ext uri="{FF2B5EF4-FFF2-40B4-BE49-F238E27FC236}">
                <a16:creationId xmlns:a16="http://schemas.microsoft.com/office/drawing/2014/main" id="{31C99BF1-5BF1-0144-B4CF-4684BD22F101}"/>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07979" name="Rectangle 75">
            <a:extLst>
              <a:ext uri="{FF2B5EF4-FFF2-40B4-BE49-F238E27FC236}">
                <a16:creationId xmlns:a16="http://schemas.microsoft.com/office/drawing/2014/main" id="{5DE215E9-9347-AA4E-8788-7E5A4E1D32E6}"/>
              </a:ext>
            </a:extLst>
          </p:cNvPr>
          <p:cNvSpPr>
            <a:spLocks noChangeArrowheads="1"/>
          </p:cNvSpPr>
          <p:nvPr/>
        </p:nvSpPr>
        <p:spPr bwMode="auto">
          <a:xfrm>
            <a:off x="1331119"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07980" name="Line 76">
            <a:extLst>
              <a:ext uri="{FF2B5EF4-FFF2-40B4-BE49-F238E27FC236}">
                <a16:creationId xmlns:a16="http://schemas.microsoft.com/office/drawing/2014/main" id="{D1899307-3B26-4C44-9587-60B7FE5395B2}"/>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7981" name="Rectangle 77">
            <a:extLst>
              <a:ext uri="{FF2B5EF4-FFF2-40B4-BE49-F238E27FC236}">
                <a16:creationId xmlns:a16="http://schemas.microsoft.com/office/drawing/2014/main" id="{8B286EFC-4117-2449-9B1F-0F44C037A22F}"/>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07982" name="Line 78">
            <a:extLst>
              <a:ext uri="{FF2B5EF4-FFF2-40B4-BE49-F238E27FC236}">
                <a16:creationId xmlns:a16="http://schemas.microsoft.com/office/drawing/2014/main" id="{14EBCC9E-45F5-294A-BA36-31B3E11A5461}"/>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7983" name="Line 79">
            <a:extLst>
              <a:ext uri="{FF2B5EF4-FFF2-40B4-BE49-F238E27FC236}">
                <a16:creationId xmlns:a16="http://schemas.microsoft.com/office/drawing/2014/main" id="{2AB4B1D3-87F7-7D4A-928E-90FF1DAD2508}"/>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7984" name="Line 80">
            <a:extLst>
              <a:ext uri="{FF2B5EF4-FFF2-40B4-BE49-F238E27FC236}">
                <a16:creationId xmlns:a16="http://schemas.microsoft.com/office/drawing/2014/main" id="{562DD4AC-DB45-1844-A021-0D7648AE5880}"/>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7985" name="Line 81">
            <a:extLst>
              <a:ext uri="{FF2B5EF4-FFF2-40B4-BE49-F238E27FC236}">
                <a16:creationId xmlns:a16="http://schemas.microsoft.com/office/drawing/2014/main" id="{8DADBB69-E0C8-D444-A3E9-6315E8091B78}"/>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7986" name="Text Box 82">
            <a:extLst>
              <a:ext uri="{FF2B5EF4-FFF2-40B4-BE49-F238E27FC236}">
                <a16:creationId xmlns:a16="http://schemas.microsoft.com/office/drawing/2014/main" id="{61E403BA-B964-0245-8F9E-B06FBBC0216F}"/>
              </a:ext>
            </a:extLst>
          </p:cNvPr>
          <p:cNvSpPr txBox="1">
            <a:spLocks noChangeArrowheads="1"/>
          </p:cNvSpPr>
          <p:nvPr/>
        </p:nvSpPr>
        <p:spPr bwMode="auto">
          <a:xfrm>
            <a:off x="1588294" y="3813572"/>
            <a:ext cx="5954316" cy="738664"/>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latin typeface="Arial" panose="020B0604020202020204" pitchFamily="34" charset="0"/>
              </a:rPr>
              <a:t>保留字段</a:t>
            </a:r>
            <a:r>
              <a:rPr lang="en-US" altLang="zh-CN" sz="2100">
                <a:solidFill>
                  <a:srgbClr val="333399"/>
                </a:solidFill>
                <a:latin typeface="Arial" panose="020B0604020202020204" pitchFamily="34" charset="0"/>
              </a:rPr>
              <a:t>——</a:t>
            </a:r>
            <a:r>
              <a:rPr lang="zh-CN" altLang="en-US" sz="2100">
                <a:solidFill>
                  <a:srgbClr val="333399"/>
                </a:solidFill>
                <a:latin typeface="Arial" panose="020B0604020202020204" pitchFamily="34" charset="0"/>
              </a:rPr>
              <a:t>占 </a:t>
            </a:r>
            <a:r>
              <a:rPr lang="en-US" altLang="zh-CN" sz="2100">
                <a:solidFill>
                  <a:srgbClr val="333399"/>
                </a:solidFill>
                <a:latin typeface="Arial" panose="020B0604020202020204" pitchFamily="34" charset="0"/>
              </a:rPr>
              <a:t>6 </a:t>
            </a:r>
            <a:r>
              <a:rPr lang="zh-CN" altLang="en-US" sz="2100">
                <a:solidFill>
                  <a:srgbClr val="333399"/>
                </a:solidFill>
                <a:latin typeface="Arial" panose="020B0604020202020204" pitchFamily="34" charset="0"/>
              </a:rPr>
              <a:t>位，保留为今后使用，但目前应置为 </a:t>
            </a:r>
            <a:r>
              <a:rPr lang="en-US" altLang="zh-CN" sz="2100">
                <a:solidFill>
                  <a:srgbClr val="333399"/>
                </a:solidFill>
                <a:latin typeface="Arial" panose="020B0604020202020204" pitchFamily="34" charset="0"/>
              </a:rPr>
              <a:t>0</a:t>
            </a:r>
            <a:r>
              <a:rPr lang="zh-CN" altLang="en-US" sz="2100">
                <a:solidFill>
                  <a:srgbClr val="333399"/>
                </a:solidFill>
                <a:latin typeface="Arial" panose="020B0604020202020204" pitchFamily="34" charset="0"/>
              </a:rPr>
              <a:t>。 </a:t>
            </a:r>
          </a:p>
        </p:txBody>
      </p:sp>
      <p:sp>
        <p:nvSpPr>
          <p:cNvPr id="507987" name="Rectangle 83">
            <a:extLst>
              <a:ext uri="{FF2B5EF4-FFF2-40B4-BE49-F238E27FC236}">
                <a16:creationId xmlns:a16="http://schemas.microsoft.com/office/drawing/2014/main" id="{5649A328-9285-5E42-90DA-F7490A1EA97C}"/>
              </a:ext>
            </a:extLst>
          </p:cNvPr>
          <p:cNvSpPr>
            <a:spLocks noChangeArrowheads="1"/>
          </p:cNvSpPr>
          <p:nvPr/>
        </p:nvSpPr>
        <p:spPr bwMode="auto">
          <a:xfrm>
            <a:off x="2357437" y="2087166"/>
            <a:ext cx="1071563"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881699AE-8817-AC4E-BEF4-143B2D6E6418}"/>
              </a:ext>
            </a:extLst>
          </p:cNvPr>
          <p:cNvSpPr>
            <a:spLocks noGrp="1"/>
          </p:cNvSpPr>
          <p:nvPr>
            <p:ph type="sldNum" sz="quarter" idx="10"/>
          </p:nvPr>
        </p:nvSpPr>
        <p:spPr>
          <a:xfrm>
            <a:off x="8809435" y="4868862"/>
            <a:ext cx="334565"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76C6744-3C20-3240-B922-80450980C079}" type="slidenum">
              <a:rPr lang="en-US" altLang="zh-CN" sz="1050"/>
              <a:pPr>
                <a:defRPr/>
              </a:pPr>
              <a:t>52</a:t>
            </a:fld>
            <a:endParaRPr lang="en-US" altLang="zh-CN" sz="1050"/>
          </a:p>
        </p:txBody>
      </p:sp>
    </p:spTree>
    <p:extLst>
      <p:ext uri="{BB962C8B-B14F-4D97-AF65-F5344CB8AC3E}">
        <p14:creationId xmlns:p14="http://schemas.microsoft.com/office/powerpoint/2010/main" val="3885145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7987"/>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0798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7987" grpId="0" animBg="1"/>
      <p:bldP spid="507987" grpId="1" animBg="1"/>
    </p:bld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8930" name="Line 2">
            <a:extLst>
              <a:ext uri="{FF2B5EF4-FFF2-40B4-BE49-F238E27FC236}">
                <a16:creationId xmlns:a16="http://schemas.microsoft.com/office/drawing/2014/main" id="{0EA0CCEF-FE9E-CB4F-9FFD-E9D03760FDCB}"/>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8931" name="Rectangle 3">
            <a:extLst>
              <a:ext uri="{FF2B5EF4-FFF2-40B4-BE49-F238E27FC236}">
                <a16:creationId xmlns:a16="http://schemas.microsoft.com/office/drawing/2014/main" id="{1ED581A5-CAFB-9F4A-95E7-C02D52387E18}"/>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08932" name="Line 4">
            <a:extLst>
              <a:ext uri="{FF2B5EF4-FFF2-40B4-BE49-F238E27FC236}">
                <a16:creationId xmlns:a16="http://schemas.microsoft.com/office/drawing/2014/main" id="{78709C51-B8FF-164D-B0C6-BEA7E5228446}"/>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8933" name="Rectangle 5">
            <a:extLst>
              <a:ext uri="{FF2B5EF4-FFF2-40B4-BE49-F238E27FC236}">
                <a16:creationId xmlns:a16="http://schemas.microsoft.com/office/drawing/2014/main" id="{EE2D4CAD-09F3-514C-BFC8-0636A97A11B9}"/>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08934" name="Rectangle 6">
            <a:extLst>
              <a:ext uri="{FF2B5EF4-FFF2-40B4-BE49-F238E27FC236}">
                <a16:creationId xmlns:a16="http://schemas.microsoft.com/office/drawing/2014/main" id="{BC01BBF1-0870-DB45-862D-10B542103241}"/>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35" name="Line 7">
            <a:extLst>
              <a:ext uri="{FF2B5EF4-FFF2-40B4-BE49-F238E27FC236}">
                <a16:creationId xmlns:a16="http://schemas.microsoft.com/office/drawing/2014/main" id="{1A65F413-401D-8747-9570-C859557C0741}"/>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36" name="Line 8">
            <a:extLst>
              <a:ext uri="{FF2B5EF4-FFF2-40B4-BE49-F238E27FC236}">
                <a16:creationId xmlns:a16="http://schemas.microsoft.com/office/drawing/2014/main" id="{34B5D572-D632-844A-A706-75E565DD25AD}"/>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37" name="Line 9">
            <a:extLst>
              <a:ext uri="{FF2B5EF4-FFF2-40B4-BE49-F238E27FC236}">
                <a16:creationId xmlns:a16="http://schemas.microsoft.com/office/drawing/2014/main" id="{0C4F8838-2507-BE4D-B92B-27EB94C4F056}"/>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38" name="Line 10">
            <a:extLst>
              <a:ext uri="{FF2B5EF4-FFF2-40B4-BE49-F238E27FC236}">
                <a16:creationId xmlns:a16="http://schemas.microsoft.com/office/drawing/2014/main" id="{B98805F5-0312-BC49-A27B-C450A4363DC1}"/>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39" name="Line 11">
            <a:extLst>
              <a:ext uri="{FF2B5EF4-FFF2-40B4-BE49-F238E27FC236}">
                <a16:creationId xmlns:a16="http://schemas.microsoft.com/office/drawing/2014/main" id="{54E3ADB8-B6D5-B241-B175-AE9ED80EB62B}"/>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40" name="Line 12">
            <a:extLst>
              <a:ext uri="{FF2B5EF4-FFF2-40B4-BE49-F238E27FC236}">
                <a16:creationId xmlns:a16="http://schemas.microsoft.com/office/drawing/2014/main" id="{DB75A569-CB25-904B-B14D-1E47609BDB6A}"/>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41" name="Rectangle 13">
            <a:extLst>
              <a:ext uri="{FF2B5EF4-FFF2-40B4-BE49-F238E27FC236}">
                <a16:creationId xmlns:a16="http://schemas.microsoft.com/office/drawing/2014/main" id="{130B6EC0-1989-0640-9208-058F21FC3A9C}"/>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08942" name="Rectangle 14">
            <a:extLst>
              <a:ext uri="{FF2B5EF4-FFF2-40B4-BE49-F238E27FC236}">
                <a16:creationId xmlns:a16="http://schemas.microsoft.com/office/drawing/2014/main" id="{A890D4BD-576F-234F-9DFE-58E2BC23D821}"/>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08943" name="Rectangle 15">
            <a:extLst>
              <a:ext uri="{FF2B5EF4-FFF2-40B4-BE49-F238E27FC236}">
                <a16:creationId xmlns:a16="http://schemas.microsoft.com/office/drawing/2014/main" id="{2CF0B6F0-539B-A841-BF85-57B0412223BE}"/>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08944" name="Rectangle 16">
            <a:extLst>
              <a:ext uri="{FF2B5EF4-FFF2-40B4-BE49-F238E27FC236}">
                <a16:creationId xmlns:a16="http://schemas.microsoft.com/office/drawing/2014/main" id="{2C981A74-B962-E043-85C0-86D2ADDD9C01}"/>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08945" name="Rectangle 17">
            <a:extLst>
              <a:ext uri="{FF2B5EF4-FFF2-40B4-BE49-F238E27FC236}">
                <a16:creationId xmlns:a16="http://schemas.microsoft.com/office/drawing/2014/main" id="{1D5D8B66-6746-4B42-A7AC-794193DDA927}"/>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08946" name="Rectangle 18">
            <a:extLst>
              <a:ext uri="{FF2B5EF4-FFF2-40B4-BE49-F238E27FC236}">
                <a16:creationId xmlns:a16="http://schemas.microsoft.com/office/drawing/2014/main" id="{ABCF1123-B1A0-A043-B469-6A794E43F6BB}"/>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08947" name="Line 19">
            <a:extLst>
              <a:ext uri="{FF2B5EF4-FFF2-40B4-BE49-F238E27FC236}">
                <a16:creationId xmlns:a16="http://schemas.microsoft.com/office/drawing/2014/main" id="{88558758-A804-4445-8F61-938045C97B53}"/>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48" name="Rectangle 20">
            <a:extLst>
              <a:ext uri="{FF2B5EF4-FFF2-40B4-BE49-F238E27FC236}">
                <a16:creationId xmlns:a16="http://schemas.microsoft.com/office/drawing/2014/main" id="{C4781727-FADA-0D43-81C8-2B136EBCDBDE}"/>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08949" name="Rectangle 21">
            <a:extLst>
              <a:ext uri="{FF2B5EF4-FFF2-40B4-BE49-F238E27FC236}">
                <a16:creationId xmlns:a16="http://schemas.microsoft.com/office/drawing/2014/main" id="{639A3182-966E-9041-8A10-10289732C2EC}"/>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08950" name="Rectangle 22">
            <a:extLst>
              <a:ext uri="{FF2B5EF4-FFF2-40B4-BE49-F238E27FC236}">
                <a16:creationId xmlns:a16="http://schemas.microsoft.com/office/drawing/2014/main" id="{94134C4C-FBF0-5949-A942-1E246255785B}"/>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08951" name="Line 23">
            <a:extLst>
              <a:ext uri="{FF2B5EF4-FFF2-40B4-BE49-F238E27FC236}">
                <a16:creationId xmlns:a16="http://schemas.microsoft.com/office/drawing/2014/main" id="{C6D0ECF0-197A-7E43-90DA-FE3CB3CF8F2E}"/>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52" name="Line 24">
            <a:extLst>
              <a:ext uri="{FF2B5EF4-FFF2-40B4-BE49-F238E27FC236}">
                <a16:creationId xmlns:a16="http://schemas.microsoft.com/office/drawing/2014/main" id="{DD58737B-A502-8D47-99B6-A5FA5451E8F0}"/>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53" name="Line 25">
            <a:extLst>
              <a:ext uri="{FF2B5EF4-FFF2-40B4-BE49-F238E27FC236}">
                <a16:creationId xmlns:a16="http://schemas.microsoft.com/office/drawing/2014/main" id="{41F9A31A-EE48-C84A-9556-551ED5B2524D}"/>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54" name="Line 26">
            <a:extLst>
              <a:ext uri="{FF2B5EF4-FFF2-40B4-BE49-F238E27FC236}">
                <a16:creationId xmlns:a16="http://schemas.microsoft.com/office/drawing/2014/main" id="{CDED58F9-86A2-2D46-86FF-5E4E65201201}"/>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55" name="Line 27">
            <a:extLst>
              <a:ext uri="{FF2B5EF4-FFF2-40B4-BE49-F238E27FC236}">
                <a16:creationId xmlns:a16="http://schemas.microsoft.com/office/drawing/2014/main" id="{5C7D4732-3A9B-8149-9ADC-06F8B645AF7C}"/>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56" name="Line 28">
            <a:extLst>
              <a:ext uri="{FF2B5EF4-FFF2-40B4-BE49-F238E27FC236}">
                <a16:creationId xmlns:a16="http://schemas.microsoft.com/office/drawing/2014/main" id="{9B434794-85C7-CD4E-9200-1699E9D97489}"/>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57" name="Line 29">
            <a:extLst>
              <a:ext uri="{FF2B5EF4-FFF2-40B4-BE49-F238E27FC236}">
                <a16:creationId xmlns:a16="http://schemas.microsoft.com/office/drawing/2014/main" id="{C54866D3-6295-9B47-B0E6-F3EB7359FD99}"/>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58" name="Rectangle 30">
            <a:extLst>
              <a:ext uri="{FF2B5EF4-FFF2-40B4-BE49-F238E27FC236}">
                <a16:creationId xmlns:a16="http://schemas.microsoft.com/office/drawing/2014/main" id="{16E909C5-4137-0440-BBFC-A0F71692FF47}"/>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08959" name="Rectangle 31">
            <a:extLst>
              <a:ext uri="{FF2B5EF4-FFF2-40B4-BE49-F238E27FC236}">
                <a16:creationId xmlns:a16="http://schemas.microsoft.com/office/drawing/2014/main" id="{AFE10329-B177-5C4C-AAB5-F852642CC80F}"/>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08960" name="Line 32">
            <a:extLst>
              <a:ext uri="{FF2B5EF4-FFF2-40B4-BE49-F238E27FC236}">
                <a16:creationId xmlns:a16="http://schemas.microsoft.com/office/drawing/2014/main" id="{7D4B2718-290F-9A47-91EA-44915C653113}"/>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61" name="Line 33">
            <a:extLst>
              <a:ext uri="{FF2B5EF4-FFF2-40B4-BE49-F238E27FC236}">
                <a16:creationId xmlns:a16="http://schemas.microsoft.com/office/drawing/2014/main" id="{19962023-DB04-1B4D-8280-FBE25827BE38}"/>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62" name="Line 34">
            <a:extLst>
              <a:ext uri="{FF2B5EF4-FFF2-40B4-BE49-F238E27FC236}">
                <a16:creationId xmlns:a16="http://schemas.microsoft.com/office/drawing/2014/main" id="{F2F1A01E-E4EF-024D-9CF4-2E61EC26ACDE}"/>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63" name="Line 35">
            <a:extLst>
              <a:ext uri="{FF2B5EF4-FFF2-40B4-BE49-F238E27FC236}">
                <a16:creationId xmlns:a16="http://schemas.microsoft.com/office/drawing/2014/main" id="{1C4C8C04-8C1E-494A-83E8-AF8C60ADD5E8}"/>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64" name="Line 36">
            <a:extLst>
              <a:ext uri="{FF2B5EF4-FFF2-40B4-BE49-F238E27FC236}">
                <a16:creationId xmlns:a16="http://schemas.microsoft.com/office/drawing/2014/main" id="{398E71B1-47DC-B946-AFB2-186B322EB2D1}"/>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65" name="Line 37">
            <a:extLst>
              <a:ext uri="{FF2B5EF4-FFF2-40B4-BE49-F238E27FC236}">
                <a16:creationId xmlns:a16="http://schemas.microsoft.com/office/drawing/2014/main" id="{12DC4A6E-6F4E-B243-BF15-EC84937110DC}"/>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66" name="Line 38">
            <a:extLst>
              <a:ext uri="{FF2B5EF4-FFF2-40B4-BE49-F238E27FC236}">
                <a16:creationId xmlns:a16="http://schemas.microsoft.com/office/drawing/2014/main" id="{55EE1CF8-8AB2-6042-BB1B-504C55894F85}"/>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67" name="Line 39">
            <a:extLst>
              <a:ext uri="{FF2B5EF4-FFF2-40B4-BE49-F238E27FC236}">
                <a16:creationId xmlns:a16="http://schemas.microsoft.com/office/drawing/2014/main" id="{ED4E3CC6-7CD9-134A-9E7A-02452160BA91}"/>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68" name="Line 40">
            <a:extLst>
              <a:ext uri="{FF2B5EF4-FFF2-40B4-BE49-F238E27FC236}">
                <a16:creationId xmlns:a16="http://schemas.microsoft.com/office/drawing/2014/main" id="{119E9B31-4F6A-AD4B-915E-2B925CC67BE2}"/>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69" name="Line 41">
            <a:extLst>
              <a:ext uri="{FF2B5EF4-FFF2-40B4-BE49-F238E27FC236}">
                <a16:creationId xmlns:a16="http://schemas.microsoft.com/office/drawing/2014/main" id="{1BBA2E5D-2AE0-A149-A094-4B7B8E9C6A40}"/>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70" name="Line 42">
            <a:extLst>
              <a:ext uri="{FF2B5EF4-FFF2-40B4-BE49-F238E27FC236}">
                <a16:creationId xmlns:a16="http://schemas.microsoft.com/office/drawing/2014/main" id="{46E05F4C-F811-CC43-9199-F8841962F115}"/>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71" name="Line 43">
            <a:extLst>
              <a:ext uri="{FF2B5EF4-FFF2-40B4-BE49-F238E27FC236}">
                <a16:creationId xmlns:a16="http://schemas.microsoft.com/office/drawing/2014/main" id="{BF7AEF3F-FB7F-BC4C-9590-4C7223A526F4}"/>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72" name="Line 44">
            <a:extLst>
              <a:ext uri="{FF2B5EF4-FFF2-40B4-BE49-F238E27FC236}">
                <a16:creationId xmlns:a16="http://schemas.microsoft.com/office/drawing/2014/main" id="{99D03193-C5E8-1B4E-B7F8-A4BADDCD716B}"/>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73" name="Line 45">
            <a:extLst>
              <a:ext uri="{FF2B5EF4-FFF2-40B4-BE49-F238E27FC236}">
                <a16:creationId xmlns:a16="http://schemas.microsoft.com/office/drawing/2014/main" id="{7A92AA81-3591-0A43-96B5-8ED62E3A29A6}"/>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74" name="Line 46">
            <a:extLst>
              <a:ext uri="{FF2B5EF4-FFF2-40B4-BE49-F238E27FC236}">
                <a16:creationId xmlns:a16="http://schemas.microsoft.com/office/drawing/2014/main" id="{A5A2FF89-D822-FF48-A13D-F6E395FA2E34}"/>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75" name="Line 47">
            <a:extLst>
              <a:ext uri="{FF2B5EF4-FFF2-40B4-BE49-F238E27FC236}">
                <a16:creationId xmlns:a16="http://schemas.microsoft.com/office/drawing/2014/main" id="{A94CC18A-FF80-3B48-AF34-4723E718DE94}"/>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76" name="Line 48">
            <a:extLst>
              <a:ext uri="{FF2B5EF4-FFF2-40B4-BE49-F238E27FC236}">
                <a16:creationId xmlns:a16="http://schemas.microsoft.com/office/drawing/2014/main" id="{55B189CA-2B72-D94D-B5A9-49AAA9A13298}"/>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77" name="Line 49">
            <a:extLst>
              <a:ext uri="{FF2B5EF4-FFF2-40B4-BE49-F238E27FC236}">
                <a16:creationId xmlns:a16="http://schemas.microsoft.com/office/drawing/2014/main" id="{48AF8168-E3F6-FE47-AD41-868D52EB721B}"/>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78" name="Line 50">
            <a:extLst>
              <a:ext uri="{FF2B5EF4-FFF2-40B4-BE49-F238E27FC236}">
                <a16:creationId xmlns:a16="http://schemas.microsoft.com/office/drawing/2014/main" id="{C26738B2-06AB-2440-A2F0-7D005E038BC1}"/>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79" name="Line 51">
            <a:extLst>
              <a:ext uri="{FF2B5EF4-FFF2-40B4-BE49-F238E27FC236}">
                <a16:creationId xmlns:a16="http://schemas.microsoft.com/office/drawing/2014/main" id="{ACDFC6B1-402A-C74E-B49C-6B78E7EB65E3}"/>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80" name="Line 52">
            <a:extLst>
              <a:ext uri="{FF2B5EF4-FFF2-40B4-BE49-F238E27FC236}">
                <a16:creationId xmlns:a16="http://schemas.microsoft.com/office/drawing/2014/main" id="{92ECAA2C-B856-1248-B884-5EBC0DC0E656}"/>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81" name="Line 53">
            <a:extLst>
              <a:ext uri="{FF2B5EF4-FFF2-40B4-BE49-F238E27FC236}">
                <a16:creationId xmlns:a16="http://schemas.microsoft.com/office/drawing/2014/main" id="{82CD5C1F-498F-354C-BBF4-664C56F0B374}"/>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82" name="Line 54">
            <a:extLst>
              <a:ext uri="{FF2B5EF4-FFF2-40B4-BE49-F238E27FC236}">
                <a16:creationId xmlns:a16="http://schemas.microsoft.com/office/drawing/2014/main" id="{15B51279-EE04-984E-8658-6333B1AFC5EF}"/>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83" name="Line 55">
            <a:extLst>
              <a:ext uri="{FF2B5EF4-FFF2-40B4-BE49-F238E27FC236}">
                <a16:creationId xmlns:a16="http://schemas.microsoft.com/office/drawing/2014/main" id="{7F688CE2-0750-F84B-85FD-CA2DFFD9E8AC}"/>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84" name="Line 56">
            <a:extLst>
              <a:ext uri="{FF2B5EF4-FFF2-40B4-BE49-F238E27FC236}">
                <a16:creationId xmlns:a16="http://schemas.microsoft.com/office/drawing/2014/main" id="{75C28C0A-19D4-DB4C-A239-4B71896F5425}"/>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85" name="Line 57">
            <a:extLst>
              <a:ext uri="{FF2B5EF4-FFF2-40B4-BE49-F238E27FC236}">
                <a16:creationId xmlns:a16="http://schemas.microsoft.com/office/drawing/2014/main" id="{E9CA931E-4BFA-6C49-A003-06EB30B52F83}"/>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86" name="Line 58">
            <a:extLst>
              <a:ext uri="{FF2B5EF4-FFF2-40B4-BE49-F238E27FC236}">
                <a16:creationId xmlns:a16="http://schemas.microsoft.com/office/drawing/2014/main" id="{7A5A73D9-9E9D-424C-BDED-F24E4F9BB5C5}"/>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87" name="Line 59">
            <a:extLst>
              <a:ext uri="{FF2B5EF4-FFF2-40B4-BE49-F238E27FC236}">
                <a16:creationId xmlns:a16="http://schemas.microsoft.com/office/drawing/2014/main" id="{2BB487CF-D622-8246-9861-ABC10203E747}"/>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88" name="Line 60">
            <a:extLst>
              <a:ext uri="{FF2B5EF4-FFF2-40B4-BE49-F238E27FC236}">
                <a16:creationId xmlns:a16="http://schemas.microsoft.com/office/drawing/2014/main" id="{749A2B40-FAAB-0045-95FE-89E36B6D04CA}"/>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89" name="Line 61">
            <a:extLst>
              <a:ext uri="{FF2B5EF4-FFF2-40B4-BE49-F238E27FC236}">
                <a16:creationId xmlns:a16="http://schemas.microsoft.com/office/drawing/2014/main" id="{CC5F931F-3FEA-7743-970D-9D041EB4E29C}"/>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90" name="Line 62">
            <a:extLst>
              <a:ext uri="{FF2B5EF4-FFF2-40B4-BE49-F238E27FC236}">
                <a16:creationId xmlns:a16="http://schemas.microsoft.com/office/drawing/2014/main" id="{90A41E4B-DB43-3043-A568-7C027FABFA60}"/>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91" name="Line 63">
            <a:extLst>
              <a:ext uri="{FF2B5EF4-FFF2-40B4-BE49-F238E27FC236}">
                <a16:creationId xmlns:a16="http://schemas.microsoft.com/office/drawing/2014/main" id="{BA770D0E-B688-FB42-BBBB-2D6E06542048}"/>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92" name="Line 64">
            <a:extLst>
              <a:ext uri="{FF2B5EF4-FFF2-40B4-BE49-F238E27FC236}">
                <a16:creationId xmlns:a16="http://schemas.microsoft.com/office/drawing/2014/main" id="{C4ADF03D-DE0C-524F-B970-68C70CB4525A}"/>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93" name="Line 65">
            <a:extLst>
              <a:ext uri="{FF2B5EF4-FFF2-40B4-BE49-F238E27FC236}">
                <a16:creationId xmlns:a16="http://schemas.microsoft.com/office/drawing/2014/main" id="{6BE966B7-9CC1-B440-B374-A723A7EB9A4D}"/>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8994" name="Rectangle 66">
            <a:extLst>
              <a:ext uri="{FF2B5EF4-FFF2-40B4-BE49-F238E27FC236}">
                <a16:creationId xmlns:a16="http://schemas.microsoft.com/office/drawing/2014/main" id="{A67BBFFD-94D4-FC4A-A29C-7DC51BE59D7A}"/>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8995" name="Rectangle 67">
            <a:extLst>
              <a:ext uri="{FF2B5EF4-FFF2-40B4-BE49-F238E27FC236}">
                <a16:creationId xmlns:a16="http://schemas.microsoft.com/office/drawing/2014/main" id="{258C21C8-A3BC-2640-8FFB-46A1FFC2B4E4}"/>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8996" name="Rectangle 68">
            <a:extLst>
              <a:ext uri="{FF2B5EF4-FFF2-40B4-BE49-F238E27FC236}">
                <a16:creationId xmlns:a16="http://schemas.microsoft.com/office/drawing/2014/main" id="{F007C2DA-C7D2-F642-84EC-3F37F61056AF}"/>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8997" name="Rectangle 69">
            <a:extLst>
              <a:ext uri="{FF2B5EF4-FFF2-40B4-BE49-F238E27FC236}">
                <a16:creationId xmlns:a16="http://schemas.microsoft.com/office/drawing/2014/main" id="{D02FFFB4-ED28-B442-9831-6298D9BDB613}"/>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08998" name="Rectangle 70">
            <a:extLst>
              <a:ext uri="{FF2B5EF4-FFF2-40B4-BE49-F238E27FC236}">
                <a16:creationId xmlns:a16="http://schemas.microsoft.com/office/drawing/2014/main" id="{F6236439-F43D-1043-AC55-1730FE29801A}"/>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08999" name="Rectangle 71">
            <a:extLst>
              <a:ext uri="{FF2B5EF4-FFF2-40B4-BE49-F238E27FC236}">
                <a16:creationId xmlns:a16="http://schemas.microsoft.com/office/drawing/2014/main" id="{8FCFC189-FDCD-854C-9646-3E5FCCC20BF1}"/>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09000" name="Rectangle 72">
            <a:extLst>
              <a:ext uri="{FF2B5EF4-FFF2-40B4-BE49-F238E27FC236}">
                <a16:creationId xmlns:a16="http://schemas.microsoft.com/office/drawing/2014/main" id="{1F30301F-96A2-FF48-95D7-B87EF710B13F}"/>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09001" name="Rectangle 73">
            <a:extLst>
              <a:ext uri="{FF2B5EF4-FFF2-40B4-BE49-F238E27FC236}">
                <a16:creationId xmlns:a16="http://schemas.microsoft.com/office/drawing/2014/main" id="{9982D987-C174-D248-AF22-1BA101CFD333}"/>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09002" name="Rectangle 74">
            <a:extLst>
              <a:ext uri="{FF2B5EF4-FFF2-40B4-BE49-F238E27FC236}">
                <a16:creationId xmlns:a16="http://schemas.microsoft.com/office/drawing/2014/main" id="{601EF6F4-42F9-984C-8007-AE2330CB1EBE}"/>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09003" name="Rectangle 75">
            <a:extLst>
              <a:ext uri="{FF2B5EF4-FFF2-40B4-BE49-F238E27FC236}">
                <a16:creationId xmlns:a16="http://schemas.microsoft.com/office/drawing/2014/main" id="{A505099C-B157-DB44-A4C3-A0330ABC81CA}"/>
              </a:ext>
            </a:extLst>
          </p:cNvPr>
          <p:cNvSpPr>
            <a:spLocks noChangeArrowheads="1"/>
          </p:cNvSpPr>
          <p:nvPr/>
        </p:nvSpPr>
        <p:spPr bwMode="auto">
          <a:xfrm>
            <a:off x="1331119" y="0"/>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09004" name="Line 76">
            <a:extLst>
              <a:ext uri="{FF2B5EF4-FFF2-40B4-BE49-F238E27FC236}">
                <a16:creationId xmlns:a16="http://schemas.microsoft.com/office/drawing/2014/main" id="{D41F648B-D3E5-C442-9378-4F8ED46C870A}"/>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9005" name="Rectangle 77">
            <a:extLst>
              <a:ext uri="{FF2B5EF4-FFF2-40B4-BE49-F238E27FC236}">
                <a16:creationId xmlns:a16="http://schemas.microsoft.com/office/drawing/2014/main" id="{8E339814-6666-3C46-9765-4E7F9AE73E3F}"/>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09006" name="Line 78">
            <a:extLst>
              <a:ext uri="{FF2B5EF4-FFF2-40B4-BE49-F238E27FC236}">
                <a16:creationId xmlns:a16="http://schemas.microsoft.com/office/drawing/2014/main" id="{83A5BD23-6CDD-4A4C-9413-1F28FE244749}"/>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9007" name="Line 79">
            <a:extLst>
              <a:ext uri="{FF2B5EF4-FFF2-40B4-BE49-F238E27FC236}">
                <a16:creationId xmlns:a16="http://schemas.microsoft.com/office/drawing/2014/main" id="{05F5EE8C-B8AE-AA44-B692-2BD22C3286B1}"/>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9008" name="Line 80">
            <a:extLst>
              <a:ext uri="{FF2B5EF4-FFF2-40B4-BE49-F238E27FC236}">
                <a16:creationId xmlns:a16="http://schemas.microsoft.com/office/drawing/2014/main" id="{D33F7482-6E38-3343-8C61-4DA231DB0646}"/>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9009" name="Line 81">
            <a:extLst>
              <a:ext uri="{FF2B5EF4-FFF2-40B4-BE49-F238E27FC236}">
                <a16:creationId xmlns:a16="http://schemas.microsoft.com/office/drawing/2014/main" id="{53080385-183A-A945-9EF4-0D7AB94ED72A}"/>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09010" name="Text Box 82">
            <a:extLst>
              <a:ext uri="{FF2B5EF4-FFF2-40B4-BE49-F238E27FC236}">
                <a16:creationId xmlns:a16="http://schemas.microsoft.com/office/drawing/2014/main" id="{2F6CF1B0-0F6D-7145-ADA4-7889BBC3FC9E}"/>
              </a:ext>
            </a:extLst>
          </p:cNvPr>
          <p:cNvSpPr txBox="1">
            <a:spLocks noChangeArrowheads="1"/>
          </p:cNvSpPr>
          <p:nvPr/>
        </p:nvSpPr>
        <p:spPr bwMode="auto">
          <a:xfrm>
            <a:off x="1588294" y="3813572"/>
            <a:ext cx="6116241" cy="1061829"/>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latin typeface="Arial" panose="020B0604020202020204" pitchFamily="34" charset="0"/>
              </a:rPr>
              <a:t>紧急 </a:t>
            </a:r>
            <a:r>
              <a:rPr lang="en-US" altLang="zh-CN" sz="2100">
                <a:solidFill>
                  <a:srgbClr val="333399"/>
                </a:solidFill>
                <a:latin typeface="Arial" panose="020B0604020202020204" pitchFamily="34" charset="0"/>
              </a:rPr>
              <a:t>URG —— </a:t>
            </a:r>
            <a:r>
              <a:rPr lang="zh-CN" altLang="en-US" sz="2100">
                <a:solidFill>
                  <a:srgbClr val="333399"/>
                </a:solidFill>
                <a:latin typeface="Arial" panose="020B0604020202020204" pitchFamily="34" charset="0"/>
              </a:rPr>
              <a:t>当 </a:t>
            </a:r>
            <a:r>
              <a:rPr lang="en-US" altLang="zh-CN" sz="2100">
                <a:solidFill>
                  <a:srgbClr val="333399"/>
                </a:solidFill>
                <a:latin typeface="Arial" panose="020B0604020202020204" pitchFamily="34" charset="0"/>
              </a:rPr>
              <a:t>URG </a:t>
            </a:r>
            <a:r>
              <a:rPr lang="en-US" altLang="zh-CN" sz="2100">
                <a:solidFill>
                  <a:srgbClr val="333399"/>
                </a:solidFill>
                <a:latin typeface="Arial" panose="020B0604020202020204" pitchFamily="34" charset="0"/>
                <a:sym typeface="Symbol" pitchFamily="2" charset="2"/>
              </a:rPr>
              <a:t></a:t>
            </a:r>
            <a:r>
              <a:rPr lang="en-US" altLang="zh-CN" sz="2100">
                <a:solidFill>
                  <a:srgbClr val="333399"/>
                </a:solidFill>
                <a:latin typeface="Arial" panose="020B0604020202020204" pitchFamily="34" charset="0"/>
              </a:rPr>
              <a:t> 1 </a:t>
            </a:r>
            <a:r>
              <a:rPr lang="zh-CN" altLang="en-US" sz="2100">
                <a:solidFill>
                  <a:srgbClr val="333399"/>
                </a:solidFill>
                <a:latin typeface="Arial" panose="020B0604020202020204" pitchFamily="34" charset="0"/>
              </a:rPr>
              <a:t>时，表明紧急指针字段有效。它告诉系统此报文段中有紧急数据，应尽快传送</a:t>
            </a:r>
            <a:r>
              <a:rPr lang="en-US" altLang="zh-CN" sz="2100">
                <a:solidFill>
                  <a:srgbClr val="333399"/>
                </a:solidFill>
                <a:latin typeface="Arial" panose="020B0604020202020204" pitchFamily="34" charset="0"/>
              </a:rPr>
              <a:t>(</a:t>
            </a:r>
            <a:r>
              <a:rPr lang="zh-CN" altLang="en-US" sz="2100">
                <a:solidFill>
                  <a:srgbClr val="333399"/>
                </a:solidFill>
                <a:latin typeface="Arial" panose="020B0604020202020204" pitchFamily="34" charset="0"/>
              </a:rPr>
              <a:t>相当于高优先级的数据</a:t>
            </a:r>
            <a:r>
              <a:rPr lang="en-US" altLang="zh-CN" sz="2100">
                <a:solidFill>
                  <a:srgbClr val="333399"/>
                </a:solidFill>
                <a:latin typeface="Arial" panose="020B0604020202020204" pitchFamily="34" charset="0"/>
              </a:rPr>
              <a:t>)</a:t>
            </a:r>
            <a:r>
              <a:rPr lang="zh-CN" altLang="en-US" sz="2100">
                <a:solidFill>
                  <a:srgbClr val="333399"/>
                </a:solidFill>
                <a:latin typeface="Arial" panose="020B0604020202020204" pitchFamily="34" charset="0"/>
              </a:rPr>
              <a:t>。 </a:t>
            </a:r>
          </a:p>
        </p:txBody>
      </p:sp>
      <p:sp>
        <p:nvSpPr>
          <p:cNvPr id="509011" name="Rectangle 83">
            <a:extLst>
              <a:ext uri="{FF2B5EF4-FFF2-40B4-BE49-F238E27FC236}">
                <a16:creationId xmlns:a16="http://schemas.microsoft.com/office/drawing/2014/main" id="{9AF80258-82C4-B84A-8D2B-98D27F660C09}"/>
              </a:ext>
            </a:extLst>
          </p:cNvPr>
          <p:cNvSpPr>
            <a:spLocks noChangeArrowheads="1"/>
          </p:cNvSpPr>
          <p:nvPr/>
        </p:nvSpPr>
        <p:spPr bwMode="auto">
          <a:xfrm>
            <a:off x="3425428" y="2087166"/>
            <a:ext cx="204788"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39BCC461-19B5-5C48-B23D-804B01937F2C}"/>
              </a:ext>
            </a:extLst>
          </p:cNvPr>
          <p:cNvSpPr>
            <a:spLocks noGrp="1"/>
          </p:cNvSpPr>
          <p:nvPr>
            <p:ph type="sldNum" sz="quarter" idx="10"/>
          </p:nvPr>
        </p:nvSpPr>
        <p:spPr>
          <a:xfrm>
            <a:off x="8728757" y="4875401"/>
            <a:ext cx="415243"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F543A26-732F-3144-BEE6-F476EDDE898C}" type="slidenum">
              <a:rPr lang="en-US" altLang="zh-CN" sz="1050"/>
              <a:pPr>
                <a:defRPr/>
              </a:pPr>
              <a:t>53</a:t>
            </a:fld>
            <a:endParaRPr lang="en-US" altLang="zh-CN" sz="1050"/>
          </a:p>
        </p:txBody>
      </p:sp>
    </p:spTree>
    <p:extLst>
      <p:ext uri="{BB962C8B-B14F-4D97-AF65-F5344CB8AC3E}">
        <p14:creationId xmlns:p14="http://schemas.microsoft.com/office/powerpoint/2010/main" val="25534622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9011"/>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0901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9011" grpId="0" animBg="1"/>
      <p:bldP spid="509011" grpId="1" animBg="1"/>
    </p:bld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9954" name="Line 2">
            <a:extLst>
              <a:ext uri="{FF2B5EF4-FFF2-40B4-BE49-F238E27FC236}">
                <a16:creationId xmlns:a16="http://schemas.microsoft.com/office/drawing/2014/main" id="{39E20B9C-4F3F-2342-A05E-293F7622B77F}"/>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9955" name="Rectangle 3">
            <a:extLst>
              <a:ext uri="{FF2B5EF4-FFF2-40B4-BE49-F238E27FC236}">
                <a16:creationId xmlns:a16="http://schemas.microsoft.com/office/drawing/2014/main" id="{035B56B3-C60C-0D4C-9771-79C147068600}"/>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09956" name="Line 4">
            <a:extLst>
              <a:ext uri="{FF2B5EF4-FFF2-40B4-BE49-F238E27FC236}">
                <a16:creationId xmlns:a16="http://schemas.microsoft.com/office/drawing/2014/main" id="{7D78E501-F40B-EF44-9C13-20FF58A85CC0}"/>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09957" name="Rectangle 5">
            <a:extLst>
              <a:ext uri="{FF2B5EF4-FFF2-40B4-BE49-F238E27FC236}">
                <a16:creationId xmlns:a16="http://schemas.microsoft.com/office/drawing/2014/main" id="{7D523BC2-C974-FE43-B2E5-CAE7F03DC20E}"/>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09958" name="Rectangle 6">
            <a:extLst>
              <a:ext uri="{FF2B5EF4-FFF2-40B4-BE49-F238E27FC236}">
                <a16:creationId xmlns:a16="http://schemas.microsoft.com/office/drawing/2014/main" id="{BC743E0E-53D8-1B46-B719-4FE58D40AAB7}"/>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59" name="Line 7">
            <a:extLst>
              <a:ext uri="{FF2B5EF4-FFF2-40B4-BE49-F238E27FC236}">
                <a16:creationId xmlns:a16="http://schemas.microsoft.com/office/drawing/2014/main" id="{F1960850-7663-E64D-BD82-BF5A271BBF83}"/>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60" name="Line 8">
            <a:extLst>
              <a:ext uri="{FF2B5EF4-FFF2-40B4-BE49-F238E27FC236}">
                <a16:creationId xmlns:a16="http://schemas.microsoft.com/office/drawing/2014/main" id="{3759C51D-D23A-194F-87E0-700B675AC346}"/>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61" name="Line 9">
            <a:extLst>
              <a:ext uri="{FF2B5EF4-FFF2-40B4-BE49-F238E27FC236}">
                <a16:creationId xmlns:a16="http://schemas.microsoft.com/office/drawing/2014/main" id="{3EBAAB85-10CB-4845-802A-180F72786852}"/>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62" name="Line 10">
            <a:extLst>
              <a:ext uri="{FF2B5EF4-FFF2-40B4-BE49-F238E27FC236}">
                <a16:creationId xmlns:a16="http://schemas.microsoft.com/office/drawing/2014/main" id="{0EB76EB7-619D-D546-9F43-0D2CCA025CDF}"/>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63" name="Line 11">
            <a:extLst>
              <a:ext uri="{FF2B5EF4-FFF2-40B4-BE49-F238E27FC236}">
                <a16:creationId xmlns:a16="http://schemas.microsoft.com/office/drawing/2014/main" id="{0861AE5A-EEC9-BF46-8519-CBA7AEF666E7}"/>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64" name="Line 12">
            <a:extLst>
              <a:ext uri="{FF2B5EF4-FFF2-40B4-BE49-F238E27FC236}">
                <a16:creationId xmlns:a16="http://schemas.microsoft.com/office/drawing/2014/main" id="{CB5D9647-C414-0F4B-9455-4410833FCB9F}"/>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65" name="Rectangle 13">
            <a:extLst>
              <a:ext uri="{FF2B5EF4-FFF2-40B4-BE49-F238E27FC236}">
                <a16:creationId xmlns:a16="http://schemas.microsoft.com/office/drawing/2014/main" id="{3DCC436A-9484-3D4D-B6B8-7AF636901038}"/>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09966" name="Rectangle 14">
            <a:extLst>
              <a:ext uri="{FF2B5EF4-FFF2-40B4-BE49-F238E27FC236}">
                <a16:creationId xmlns:a16="http://schemas.microsoft.com/office/drawing/2014/main" id="{5DB65A7E-303B-A143-AE21-FEA0738CC041}"/>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09967" name="Rectangle 15">
            <a:extLst>
              <a:ext uri="{FF2B5EF4-FFF2-40B4-BE49-F238E27FC236}">
                <a16:creationId xmlns:a16="http://schemas.microsoft.com/office/drawing/2014/main" id="{8E4C477C-3DC1-6F4F-83AD-5F1CCD82E671}"/>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09968" name="Rectangle 16">
            <a:extLst>
              <a:ext uri="{FF2B5EF4-FFF2-40B4-BE49-F238E27FC236}">
                <a16:creationId xmlns:a16="http://schemas.microsoft.com/office/drawing/2014/main" id="{F31C1079-8ADB-7C49-8555-8F1E857B7E72}"/>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09969" name="Rectangle 17">
            <a:extLst>
              <a:ext uri="{FF2B5EF4-FFF2-40B4-BE49-F238E27FC236}">
                <a16:creationId xmlns:a16="http://schemas.microsoft.com/office/drawing/2014/main" id="{21D8B155-A88A-4E42-92EE-F91BEE3CA134}"/>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09970" name="Rectangle 18">
            <a:extLst>
              <a:ext uri="{FF2B5EF4-FFF2-40B4-BE49-F238E27FC236}">
                <a16:creationId xmlns:a16="http://schemas.microsoft.com/office/drawing/2014/main" id="{28C73ADE-2CDB-1641-8FB5-0C9A885DEB78}"/>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09971" name="Line 19">
            <a:extLst>
              <a:ext uri="{FF2B5EF4-FFF2-40B4-BE49-F238E27FC236}">
                <a16:creationId xmlns:a16="http://schemas.microsoft.com/office/drawing/2014/main" id="{9EAB1927-FBE7-394A-8A4F-9CC6C4ED13B1}"/>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72" name="Rectangle 20">
            <a:extLst>
              <a:ext uri="{FF2B5EF4-FFF2-40B4-BE49-F238E27FC236}">
                <a16:creationId xmlns:a16="http://schemas.microsoft.com/office/drawing/2014/main" id="{D0DB5ADF-6A90-9647-9160-9B52E97395BE}"/>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09973" name="Rectangle 21">
            <a:extLst>
              <a:ext uri="{FF2B5EF4-FFF2-40B4-BE49-F238E27FC236}">
                <a16:creationId xmlns:a16="http://schemas.microsoft.com/office/drawing/2014/main" id="{8D6983D4-50F0-B54C-809E-AF1A376D0DA9}"/>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09974" name="Rectangle 22">
            <a:extLst>
              <a:ext uri="{FF2B5EF4-FFF2-40B4-BE49-F238E27FC236}">
                <a16:creationId xmlns:a16="http://schemas.microsoft.com/office/drawing/2014/main" id="{C5AAC95F-74FC-634B-BC52-3ED787819366}"/>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09975" name="Line 23">
            <a:extLst>
              <a:ext uri="{FF2B5EF4-FFF2-40B4-BE49-F238E27FC236}">
                <a16:creationId xmlns:a16="http://schemas.microsoft.com/office/drawing/2014/main" id="{2DA61C83-7BBE-D449-BADB-657D0BA6D5C9}"/>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76" name="Line 24">
            <a:extLst>
              <a:ext uri="{FF2B5EF4-FFF2-40B4-BE49-F238E27FC236}">
                <a16:creationId xmlns:a16="http://schemas.microsoft.com/office/drawing/2014/main" id="{94A389F3-A696-964A-8BF2-637FDAE4D8A1}"/>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77" name="Line 25">
            <a:extLst>
              <a:ext uri="{FF2B5EF4-FFF2-40B4-BE49-F238E27FC236}">
                <a16:creationId xmlns:a16="http://schemas.microsoft.com/office/drawing/2014/main" id="{70FC4760-2319-B44B-8094-D65B1A4FFBE9}"/>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78" name="Line 26">
            <a:extLst>
              <a:ext uri="{FF2B5EF4-FFF2-40B4-BE49-F238E27FC236}">
                <a16:creationId xmlns:a16="http://schemas.microsoft.com/office/drawing/2014/main" id="{A0C77795-FF55-374D-8025-4F7569DD3335}"/>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79" name="Line 27">
            <a:extLst>
              <a:ext uri="{FF2B5EF4-FFF2-40B4-BE49-F238E27FC236}">
                <a16:creationId xmlns:a16="http://schemas.microsoft.com/office/drawing/2014/main" id="{A60A9B6D-9D9F-0442-9ED0-712D6A7EEDBC}"/>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80" name="Line 28">
            <a:extLst>
              <a:ext uri="{FF2B5EF4-FFF2-40B4-BE49-F238E27FC236}">
                <a16:creationId xmlns:a16="http://schemas.microsoft.com/office/drawing/2014/main" id="{139B44BC-5F53-1E43-81DA-2784B3501940}"/>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81" name="Line 29">
            <a:extLst>
              <a:ext uri="{FF2B5EF4-FFF2-40B4-BE49-F238E27FC236}">
                <a16:creationId xmlns:a16="http://schemas.microsoft.com/office/drawing/2014/main" id="{3475AD98-0467-FA48-A575-F11157492995}"/>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82" name="Rectangle 30">
            <a:extLst>
              <a:ext uri="{FF2B5EF4-FFF2-40B4-BE49-F238E27FC236}">
                <a16:creationId xmlns:a16="http://schemas.microsoft.com/office/drawing/2014/main" id="{2C222408-811A-0F45-B4EB-C2F3D04ED86B}"/>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09983" name="Rectangle 31">
            <a:extLst>
              <a:ext uri="{FF2B5EF4-FFF2-40B4-BE49-F238E27FC236}">
                <a16:creationId xmlns:a16="http://schemas.microsoft.com/office/drawing/2014/main" id="{D74165D7-B96B-974A-A0D5-75258B8A03EC}"/>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09984" name="Line 32">
            <a:extLst>
              <a:ext uri="{FF2B5EF4-FFF2-40B4-BE49-F238E27FC236}">
                <a16:creationId xmlns:a16="http://schemas.microsoft.com/office/drawing/2014/main" id="{487A51BB-8B69-E340-B323-2CB8A308FFD9}"/>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85" name="Line 33">
            <a:extLst>
              <a:ext uri="{FF2B5EF4-FFF2-40B4-BE49-F238E27FC236}">
                <a16:creationId xmlns:a16="http://schemas.microsoft.com/office/drawing/2014/main" id="{FF5C7456-7A27-6F4D-84DA-70375CB118DB}"/>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86" name="Line 34">
            <a:extLst>
              <a:ext uri="{FF2B5EF4-FFF2-40B4-BE49-F238E27FC236}">
                <a16:creationId xmlns:a16="http://schemas.microsoft.com/office/drawing/2014/main" id="{41918A92-5995-F340-96E7-B4D2CF66E9BA}"/>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87" name="Line 35">
            <a:extLst>
              <a:ext uri="{FF2B5EF4-FFF2-40B4-BE49-F238E27FC236}">
                <a16:creationId xmlns:a16="http://schemas.microsoft.com/office/drawing/2014/main" id="{F1359FD2-6D5C-BA4E-A2B0-C349329EE5C9}"/>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88" name="Line 36">
            <a:extLst>
              <a:ext uri="{FF2B5EF4-FFF2-40B4-BE49-F238E27FC236}">
                <a16:creationId xmlns:a16="http://schemas.microsoft.com/office/drawing/2014/main" id="{97A4DE3D-F736-9743-8F1F-42BE48557E60}"/>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89" name="Line 37">
            <a:extLst>
              <a:ext uri="{FF2B5EF4-FFF2-40B4-BE49-F238E27FC236}">
                <a16:creationId xmlns:a16="http://schemas.microsoft.com/office/drawing/2014/main" id="{E21BC903-6BAA-B640-A3A0-DE65DD1ED6E0}"/>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90" name="Line 38">
            <a:extLst>
              <a:ext uri="{FF2B5EF4-FFF2-40B4-BE49-F238E27FC236}">
                <a16:creationId xmlns:a16="http://schemas.microsoft.com/office/drawing/2014/main" id="{539372A5-4B3E-794B-9257-26D27A34B0E5}"/>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91" name="Line 39">
            <a:extLst>
              <a:ext uri="{FF2B5EF4-FFF2-40B4-BE49-F238E27FC236}">
                <a16:creationId xmlns:a16="http://schemas.microsoft.com/office/drawing/2014/main" id="{F6556374-506E-6D45-9A52-04F7C9D7A305}"/>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92" name="Line 40">
            <a:extLst>
              <a:ext uri="{FF2B5EF4-FFF2-40B4-BE49-F238E27FC236}">
                <a16:creationId xmlns:a16="http://schemas.microsoft.com/office/drawing/2014/main" id="{09614547-2904-9E42-8DD2-6F34AE0AEE29}"/>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93" name="Line 41">
            <a:extLst>
              <a:ext uri="{FF2B5EF4-FFF2-40B4-BE49-F238E27FC236}">
                <a16:creationId xmlns:a16="http://schemas.microsoft.com/office/drawing/2014/main" id="{5A6B226A-3ECE-D540-8BF4-2AFD9CB3823C}"/>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94" name="Line 42">
            <a:extLst>
              <a:ext uri="{FF2B5EF4-FFF2-40B4-BE49-F238E27FC236}">
                <a16:creationId xmlns:a16="http://schemas.microsoft.com/office/drawing/2014/main" id="{F5523F37-624A-5A44-80B3-22BBA15D18C1}"/>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95" name="Line 43">
            <a:extLst>
              <a:ext uri="{FF2B5EF4-FFF2-40B4-BE49-F238E27FC236}">
                <a16:creationId xmlns:a16="http://schemas.microsoft.com/office/drawing/2014/main" id="{9DB4B623-36D4-5848-B096-06305E180D27}"/>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96" name="Line 44">
            <a:extLst>
              <a:ext uri="{FF2B5EF4-FFF2-40B4-BE49-F238E27FC236}">
                <a16:creationId xmlns:a16="http://schemas.microsoft.com/office/drawing/2014/main" id="{E19BE918-13A7-B443-B88C-6DC27BE4207A}"/>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97" name="Line 45">
            <a:extLst>
              <a:ext uri="{FF2B5EF4-FFF2-40B4-BE49-F238E27FC236}">
                <a16:creationId xmlns:a16="http://schemas.microsoft.com/office/drawing/2014/main" id="{A180D45D-A36E-4641-A590-66E82D591F3D}"/>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98" name="Line 46">
            <a:extLst>
              <a:ext uri="{FF2B5EF4-FFF2-40B4-BE49-F238E27FC236}">
                <a16:creationId xmlns:a16="http://schemas.microsoft.com/office/drawing/2014/main" id="{E917827B-88DD-934E-8FA1-112ECE119EC0}"/>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09999" name="Line 47">
            <a:extLst>
              <a:ext uri="{FF2B5EF4-FFF2-40B4-BE49-F238E27FC236}">
                <a16:creationId xmlns:a16="http://schemas.microsoft.com/office/drawing/2014/main" id="{AB035BF3-43D9-D344-8F7A-52FD0DD83039}"/>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00" name="Line 48">
            <a:extLst>
              <a:ext uri="{FF2B5EF4-FFF2-40B4-BE49-F238E27FC236}">
                <a16:creationId xmlns:a16="http://schemas.microsoft.com/office/drawing/2014/main" id="{8C0C3781-0FE0-8942-8535-743D63E53C92}"/>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01" name="Line 49">
            <a:extLst>
              <a:ext uri="{FF2B5EF4-FFF2-40B4-BE49-F238E27FC236}">
                <a16:creationId xmlns:a16="http://schemas.microsoft.com/office/drawing/2014/main" id="{06F02A63-5D07-6442-9EEF-4060B102529D}"/>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02" name="Line 50">
            <a:extLst>
              <a:ext uri="{FF2B5EF4-FFF2-40B4-BE49-F238E27FC236}">
                <a16:creationId xmlns:a16="http://schemas.microsoft.com/office/drawing/2014/main" id="{56D6B978-BA61-ED40-9279-BE255864D550}"/>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03" name="Line 51">
            <a:extLst>
              <a:ext uri="{FF2B5EF4-FFF2-40B4-BE49-F238E27FC236}">
                <a16:creationId xmlns:a16="http://schemas.microsoft.com/office/drawing/2014/main" id="{66DCCF8F-D58A-BE44-9187-1E7FE06242A0}"/>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04" name="Line 52">
            <a:extLst>
              <a:ext uri="{FF2B5EF4-FFF2-40B4-BE49-F238E27FC236}">
                <a16:creationId xmlns:a16="http://schemas.microsoft.com/office/drawing/2014/main" id="{705E8E06-D49A-FC47-A0F0-ED58C46C84E4}"/>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05" name="Line 53">
            <a:extLst>
              <a:ext uri="{FF2B5EF4-FFF2-40B4-BE49-F238E27FC236}">
                <a16:creationId xmlns:a16="http://schemas.microsoft.com/office/drawing/2014/main" id="{1818E987-653F-9B49-944C-2D7C6BC6AA03}"/>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06" name="Line 54">
            <a:extLst>
              <a:ext uri="{FF2B5EF4-FFF2-40B4-BE49-F238E27FC236}">
                <a16:creationId xmlns:a16="http://schemas.microsoft.com/office/drawing/2014/main" id="{C808969F-4F86-614A-BD5E-FD03BFFABB06}"/>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07" name="Line 55">
            <a:extLst>
              <a:ext uri="{FF2B5EF4-FFF2-40B4-BE49-F238E27FC236}">
                <a16:creationId xmlns:a16="http://schemas.microsoft.com/office/drawing/2014/main" id="{DC94A62D-067F-1E49-896C-305CC2EBC367}"/>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08" name="Line 56">
            <a:extLst>
              <a:ext uri="{FF2B5EF4-FFF2-40B4-BE49-F238E27FC236}">
                <a16:creationId xmlns:a16="http://schemas.microsoft.com/office/drawing/2014/main" id="{88B20A1D-C09E-2042-A1B1-38B4CE334E3B}"/>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09" name="Line 57">
            <a:extLst>
              <a:ext uri="{FF2B5EF4-FFF2-40B4-BE49-F238E27FC236}">
                <a16:creationId xmlns:a16="http://schemas.microsoft.com/office/drawing/2014/main" id="{4C5C214C-BE91-E944-84F4-FD02297944A9}"/>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10" name="Line 58">
            <a:extLst>
              <a:ext uri="{FF2B5EF4-FFF2-40B4-BE49-F238E27FC236}">
                <a16:creationId xmlns:a16="http://schemas.microsoft.com/office/drawing/2014/main" id="{7A7DAEFB-01DB-E84B-BE2E-EF31CF260ACA}"/>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11" name="Line 59">
            <a:extLst>
              <a:ext uri="{FF2B5EF4-FFF2-40B4-BE49-F238E27FC236}">
                <a16:creationId xmlns:a16="http://schemas.microsoft.com/office/drawing/2014/main" id="{698A18A9-EC48-314B-B91B-357D06B598E1}"/>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12" name="Line 60">
            <a:extLst>
              <a:ext uri="{FF2B5EF4-FFF2-40B4-BE49-F238E27FC236}">
                <a16:creationId xmlns:a16="http://schemas.microsoft.com/office/drawing/2014/main" id="{A0FAC586-9CA5-9B45-B5DA-5AEB048CCA22}"/>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13" name="Line 61">
            <a:extLst>
              <a:ext uri="{FF2B5EF4-FFF2-40B4-BE49-F238E27FC236}">
                <a16:creationId xmlns:a16="http://schemas.microsoft.com/office/drawing/2014/main" id="{63C72A75-3AA0-3A4A-9708-80830D9444A6}"/>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14" name="Line 62">
            <a:extLst>
              <a:ext uri="{FF2B5EF4-FFF2-40B4-BE49-F238E27FC236}">
                <a16:creationId xmlns:a16="http://schemas.microsoft.com/office/drawing/2014/main" id="{69DB3F38-D203-0C40-9156-AB358CB073E3}"/>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15" name="Line 63">
            <a:extLst>
              <a:ext uri="{FF2B5EF4-FFF2-40B4-BE49-F238E27FC236}">
                <a16:creationId xmlns:a16="http://schemas.microsoft.com/office/drawing/2014/main" id="{42E25928-E249-D44B-A039-4A8B25D90F9B}"/>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16" name="Line 64">
            <a:extLst>
              <a:ext uri="{FF2B5EF4-FFF2-40B4-BE49-F238E27FC236}">
                <a16:creationId xmlns:a16="http://schemas.microsoft.com/office/drawing/2014/main" id="{00958E68-6008-404D-80A7-BE967BC309AF}"/>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17" name="Line 65">
            <a:extLst>
              <a:ext uri="{FF2B5EF4-FFF2-40B4-BE49-F238E27FC236}">
                <a16:creationId xmlns:a16="http://schemas.microsoft.com/office/drawing/2014/main" id="{EAAC72A7-408E-A14C-AC7A-DD6CE81DDB57}"/>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018" name="Rectangle 66">
            <a:extLst>
              <a:ext uri="{FF2B5EF4-FFF2-40B4-BE49-F238E27FC236}">
                <a16:creationId xmlns:a16="http://schemas.microsoft.com/office/drawing/2014/main" id="{D87A790B-F649-7043-9632-013DE277A8DB}"/>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0019" name="Rectangle 67">
            <a:extLst>
              <a:ext uri="{FF2B5EF4-FFF2-40B4-BE49-F238E27FC236}">
                <a16:creationId xmlns:a16="http://schemas.microsoft.com/office/drawing/2014/main" id="{773FC529-2149-5C40-89C6-059D58A78540}"/>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0020" name="Rectangle 68">
            <a:extLst>
              <a:ext uri="{FF2B5EF4-FFF2-40B4-BE49-F238E27FC236}">
                <a16:creationId xmlns:a16="http://schemas.microsoft.com/office/drawing/2014/main" id="{EED56897-497F-2E4E-AD8E-D6092C2DB4C1}"/>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0021" name="Rectangle 69">
            <a:extLst>
              <a:ext uri="{FF2B5EF4-FFF2-40B4-BE49-F238E27FC236}">
                <a16:creationId xmlns:a16="http://schemas.microsoft.com/office/drawing/2014/main" id="{C06ACE45-FEA1-C541-873A-86CDF362B847}"/>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0022" name="Rectangle 70">
            <a:extLst>
              <a:ext uri="{FF2B5EF4-FFF2-40B4-BE49-F238E27FC236}">
                <a16:creationId xmlns:a16="http://schemas.microsoft.com/office/drawing/2014/main" id="{427F8C2A-2D51-7C4F-9F7E-A9DE53912C44}"/>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10023" name="Rectangle 71">
            <a:extLst>
              <a:ext uri="{FF2B5EF4-FFF2-40B4-BE49-F238E27FC236}">
                <a16:creationId xmlns:a16="http://schemas.microsoft.com/office/drawing/2014/main" id="{96B4661F-7954-274B-8AED-6C163D141E3C}"/>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10024" name="Rectangle 72">
            <a:extLst>
              <a:ext uri="{FF2B5EF4-FFF2-40B4-BE49-F238E27FC236}">
                <a16:creationId xmlns:a16="http://schemas.microsoft.com/office/drawing/2014/main" id="{DDDA4BF6-F2FA-7745-9083-B6FF792AAB0C}"/>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10025" name="Rectangle 73">
            <a:extLst>
              <a:ext uri="{FF2B5EF4-FFF2-40B4-BE49-F238E27FC236}">
                <a16:creationId xmlns:a16="http://schemas.microsoft.com/office/drawing/2014/main" id="{C2E60E89-EE03-3C4A-942F-EC2BA30D89CC}"/>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10026" name="Rectangle 74">
            <a:extLst>
              <a:ext uri="{FF2B5EF4-FFF2-40B4-BE49-F238E27FC236}">
                <a16:creationId xmlns:a16="http://schemas.microsoft.com/office/drawing/2014/main" id="{05101DE3-8CD9-704F-8948-CDF680E0A918}"/>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10027" name="Rectangle 75">
            <a:extLst>
              <a:ext uri="{FF2B5EF4-FFF2-40B4-BE49-F238E27FC236}">
                <a16:creationId xmlns:a16="http://schemas.microsoft.com/office/drawing/2014/main" id="{F0EFE7E9-63EA-2746-B68F-B755330CE01D}"/>
              </a:ext>
            </a:extLst>
          </p:cNvPr>
          <p:cNvSpPr>
            <a:spLocks noChangeArrowheads="1"/>
          </p:cNvSpPr>
          <p:nvPr/>
        </p:nvSpPr>
        <p:spPr bwMode="auto">
          <a:xfrm>
            <a:off x="1331119"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10028" name="Line 76">
            <a:extLst>
              <a:ext uri="{FF2B5EF4-FFF2-40B4-BE49-F238E27FC236}">
                <a16:creationId xmlns:a16="http://schemas.microsoft.com/office/drawing/2014/main" id="{4392D197-2870-CC48-BB11-EC8FB0AAF19B}"/>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0029" name="Rectangle 77">
            <a:extLst>
              <a:ext uri="{FF2B5EF4-FFF2-40B4-BE49-F238E27FC236}">
                <a16:creationId xmlns:a16="http://schemas.microsoft.com/office/drawing/2014/main" id="{0AB20572-C9DF-8445-BFF1-DA4604C6626D}"/>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10030" name="Line 78">
            <a:extLst>
              <a:ext uri="{FF2B5EF4-FFF2-40B4-BE49-F238E27FC236}">
                <a16:creationId xmlns:a16="http://schemas.microsoft.com/office/drawing/2014/main" id="{FF9794EA-CF95-AC40-9E47-1FBE0E138FDB}"/>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0031" name="Line 79">
            <a:extLst>
              <a:ext uri="{FF2B5EF4-FFF2-40B4-BE49-F238E27FC236}">
                <a16:creationId xmlns:a16="http://schemas.microsoft.com/office/drawing/2014/main" id="{15227CA4-D1CA-7544-931A-6A1C4CCECB35}"/>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0032" name="Line 80">
            <a:extLst>
              <a:ext uri="{FF2B5EF4-FFF2-40B4-BE49-F238E27FC236}">
                <a16:creationId xmlns:a16="http://schemas.microsoft.com/office/drawing/2014/main" id="{79BB9B54-E953-E143-B923-8548B6C674CE}"/>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0033" name="Line 81">
            <a:extLst>
              <a:ext uri="{FF2B5EF4-FFF2-40B4-BE49-F238E27FC236}">
                <a16:creationId xmlns:a16="http://schemas.microsoft.com/office/drawing/2014/main" id="{74ED336E-93D3-5D4D-94B5-F8E39EBB508F}"/>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0034" name="Text Box 82">
            <a:extLst>
              <a:ext uri="{FF2B5EF4-FFF2-40B4-BE49-F238E27FC236}">
                <a16:creationId xmlns:a16="http://schemas.microsoft.com/office/drawing/2014/main" id="{1F5E8CD5-800F-A246-97EA-F01B76E6C5C5}"/>
              </a:ext>
            </a:extLst>
          </p:cNvPr>
          <p:cNvSpPr txBox="1">
            <a:spLocks noChangeArrowheads="1"/>
          </p:cNvSpPr>
          <p:nvPr/>
        </p:nvSpPr>
        <p:spPr bwMode="auto">
          <a:xfrm>
            <a:off x="1588294" y="3813572"/>
            <a:ext cx="5954316" cy="738664"/>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latin typeface="Arial" panose="020B0604020202020204" pitchFamily="34" charset="0"/>
              </a:rPr>
              <a:t>确认 </a:t>
            </a:r>
            <a:r>
              <a:rPr lang="en-US" altLang="zh-CN" sz="2100">
                <a:solidFill>
                  <a:srgbClr val="333399"/>
                </a:solidFill>
                <a:latin typeface="Arial" panose="020B0604020202020204" pitchFamily="34" charset="0"/>
              </a:rPr>
              <a:t>ACK —— </a:t>
            </a:r>
            <a:r>
              <a:rPr lang="zh-CN" altLang="en-US" sz="2100">
                <a:solidFill>
                  <a:srgbClr val="333399"/>
                </a:solidFill>
                <a:latin typeface="Arial" panose="020B0604020202020204" pitchFamily="34" charset="0"/>
              </a:rPr>
              <a:t>只有当 </a:t>
            </a:r>
            <a:r>
              <a:rPr lang="en-US" altLang="zh-CN" sz="2100">
                <a:solidFill>
                  <a:srgbClr val="333399"/>
                </a:solidFill>
                <a:latin typeface="Arial" panose="020B0604020202020204" pitchFamily="34" charset="0"/>
              </a:rPr>
              <a:t>ACK </a:t>
            </a:r>
            <a:r>
              <a:rPr lang="en-US" altLang="zh-CN" sz="2100">
                <a:solidFill>
                  <a:srgbClr val="333399"/>
                </a:solidFill>
                <a:latin typeface="Arial" panose="020B0604020202020204" pitchFamily="34" charset="0"/>
                <a:sym typeface="Symbol" pitchFamily="2" charset="2"/>
              </a:rPr>
              <a:t></a:t>
            </a:r>
            <a:r>
              <a:rPr lang="en-US" altLang="zh-CN" sz="2100">
                <a:solidFill>
                  <a:srgbClr val="333399"/>
                </a:solidFill>
                <a:latin typeface="Arial" panose="020B0604020202020204" pitchFamily="34" charset="0"/>
              </a:rPr>
              <a:t> 1 </a:t>
            </a:r>
            <a:r>
              <a:rPr lang="zh-CN" altLang="en-US" sz="2100">
                <a:solidFill>
                  <a:srgbClr val="333399"/>
                </a:solidFill>
                <a:latin typeface="Arial" panose="020B0604020202020204" pitchFamily="34" charset="0"/>
              </a:rPr>
              <a:t>时确认号字段才有效。当 </a:t>
            </a:r>
            <a:r>
              <a:rPr lang="en-US" altLang="zh-CN" sz="2100">
                <a:solidFill>
                  <a:srgbClr val="333399"/>
                </a:solidFill>
                <a:latin typeface="Arial" panose="020B0604020202020204" pitchFamily="34" charset="0"/>
              </a:rPr>
              <a:t>ACK </a:t>
            </a:r>
            <a:r>
              <a:rPr lang="en-US" altLang="zh-CN" sz="2100">
                <a:solidFill>
                  <a:srgbClr val="333399"/>
                </a:solidFill>
                <a:latin typeface="Arial" panose="020B0604020202020204" pitchFamily="34" charset="0"/>
                <a:sym typeface="Symbol" pitchFamily="2" charset="2"/>
              </a:rPr>
              <a:t></a:t>
            </a:r>
            <a:r>
              <a:rPr lang="en-US" altLang="zh-CN" sz="2100">
                <a:solidFill>
                  <a:srgbClr val="333399"/>
                </a:solidFill>
                <a:latin typeface="Arial" panose="020B0604020202020204" pitchFamily="34" charset="0"/>
              </a:rPr>
              <a:t> 0 </a:t>
            </a:r>
            <a:r>
              <a:rPr lang="zh-CN" altLang="en-US" sz="2100">
                <a:solidFill>
                  <a:srgbClr val="333399"/>
                </a:solidFill>
                <a:latin typeface="Arial" panose="020B0604020202020204" pitchFamily="34" charset="0"/>
              </a:rPr>
              <a:t>时，确认号无效。 </a:t>
            </a:r>
          </a:p>
        </p:txBody>
      </p:sp>
      <p:sp>
        <p:nvSpPr>
          <p:cNvPr id="510035" name="Rectangle 83">
            <a:extLst>
              <a:ext uri="{FF2B5EF4-FFF2-40B4-BE49-F238E27FC236}">
                <a16:creationId xmlns:a16="http://schemas.microsoft.com/office/drawing/2014/main" id="{C63B32FE-0244-2244-A982-AF1BD5129532}"/>
              </a:ext>
            </a:extLst>
          </p:cNvPr>
          <p:cNvSpPr>
            <a:spLocks noChangeArrowheads="1"/>
          </p:cNvSpPr>
          <p:nvPr/>
        </p:nvSpPr>
        <p:spPr bwMode="auto">
          <a:xfrm>
            <a:off x="3614738" y="2087166"/>
            <a:ext cx="201216"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6E5515DB-0D3C-F446-B7B6-97383E65DBF5}"/>
              </a:ext>
            </a:extLst>
          </p:cNvPr>
          <p:cNvSpPr>
            <a:spLocks noGrp="1"/>
          </p:cNvSpPr>
          <p:nvPr>
            <p:ph type="sldNum" sz="quarter" idx="10"/>
          </p:nvPr>
        </p:nvSpPr>
        <p:spPr>
          <a:xfrm>
            <a:off x="8809435" y="4834096"/>
            <a:ext cx="334565"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A3BD5F23-4012-1544-A949-512AA5A3F98B}" type="slidenum">
              <a:rPr lang="en-US" altLang="zh-CN" sz="1050"/>
              <a:pPr>
                <a:defRPr/>
              </a:pPr>
              <a:t>54</a:t>
            </a:fld>
            <a:endParaRPr lang="en-US" altLang="zh-CN" sz="1050" dirty="0"/>
          </a:p>
        </p:txBody>
      </p:sp>
    </p:spTree>
    <p:extLst>
      <p:ext uri="{BB962C8B-B14F-4D97-AF65-F5344CB8AC3E}">
        <p14:creationId xmlns:p14="http://schemas.microsoft.com/office/powerpoint/2010/main" val="38481852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0035"/>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003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0035" grpId="0" animBg="1"/>
      <p:bldP spid="510035" grpId="1" animBg="1"/>
    </p:bld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0978" name="Line 2">
            <a:extLst>
              <a:ext uri="{FF2B5EF4-FFF2-40B4-BE49-F238E27FC236}">
                <a16:creationId xmlns:a16="http://schemas.microsoft.com/office/drawing/2014/main" id="{E7BFF64C-D7E6-4C4F-A60A-A1D58D36365E}"/>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0979" name="Rectangle 3">
            <a:extLst>
              <a:ext uri="{FF2B5EF4-FFF2-40B4-BE49-F238E27FC236}">
                <a16:creationId xmlns:a16="http://schemas.microsoft.com/office/drawing/2014/main" id="{C9D3EFE2-A51F-7A49-94A4-9278FAD6AECD}"/>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10980" name="Line 4">
            <a:extLst>
              <a:ext uri="{FF2B5EF4-FFF2-40B4-BE49-F238E27FC236}">
                <a16:creationId xmlns:a16="http://schemas.microsoft.com/office/drawing/2014/main" id="{E81336F2-A020-8943-8101-8A1834282FCE}"/>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0981" name="Rectangle 5">
            <a:extLst>
              <a:ext uri="{FF2B5EF4-FFF2-40B4-BE49-F238E27FC236}">
                <a16:creationId xmlns:a16="http://schemas.microsoft.com/office/drawing/2014/main" id="{64F9520B-DA3B-A940-BCAB-EE5189EE97A2}"/>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10982" name="Rectangle 6">
            <a:extLst>
              <a:ext uri="{FF2B5EF4-FFF2-40B4-BE49-F238E27FC236}">
                <a16:creationId xmlns:a16="http://schemas.microsoft.com/office/drawing/2014/main" id="{AD0DB5F6-4470-A341-8788-B8187DF70054}"/>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983" name="Line 7">
            <a:extLst>
              <a:ext uri="{FF2B5EF4-FFF2-40B4-BE49-F238E27FC236}">
                <a16:creationId xmlns:a16="http://schemas.microsoft.com/office/drawing/2014/main" id="{D1B21634-18A4-E146-8767-5D6A822B4E91}"/>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984" name="Line 8">
            <a:extLst>
              <a:ext uri="{FF2B5EF4-FFF2-40B4-BE49-F238E27FC236}">
                <a16:creationId xmlns:a16="http://schemas.microsoft.com/office/drawing/2014/main" id="{DAA47228-A0D8-6D4D-BA4D-C9C2DFCC28F5}"/>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985" name="Line 9">
            <a:extLst>
              <a:ext uri="{FF2B5EF4-FFF2-40B4-BE49-F238E27FC236}">
                <a16:creationId xmlns:a16="http://schemas.microsoft.com/office/drawing/2014/main" id="{8872536D-4132-8A45-88AE-06D4706F7D21}"/>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986" name="Line 10">
            <a:extLst>
              <a:ext uri="{FF2B5EF4-FFF2-40B4-BE49-F238E27FC236}">
                <a16:creationId xmlns:a16="http://schemas.microsoft.com/office/drawing/2014/main" id="{F89FA5E3-0C8E-8143-BE4A-469535871C48}"/>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987" name="Line 11">
            <a:extLst>
              <a:ext uri="{FF2B5EF4-FFF2-40B4-BE49-F238E27FC236}">
                <a16:creationId xmlns:a16="http://schemas.microsoft.com/office/drawing/2014/main" id="{E333BFCC-2245-004E-93E8-6FDC368E60D5}"/>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988" name="Line 12">
            <a:extLst>
              <a:ext uri="{FF2B5EF4-FFF2-40B4-BE49-F238E27FC236}">
                <a16:creationId xmlns:a16="http://schemas.microsoft.com/office/drawing/2014/main" id="{B20981EF-A0C5-FF4A-84E5-A463E63DDE39}"/>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989" name="Rectangle 13">
            <a:extLst>
              <a:ext uri="{FF2B5EF4-FFF2-40B4-BE49-F238E27FC236}">
                <a16:creationId xmlns:a16="http://schemas.microsoft.com/office/drawing/2014/main" id="{1BBE1078-72D9-0E46-9AF0-B32FED33006D}"/>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10990" name="Rectangle 14">
            <a:extLst>
              <a:ext uri="{FF2B5EF4-FFF2-40B4-BE49-F238E27FC236}">
                <a16:creationId xmlns:a16="http://schemas.microsoft.com/office/drawing/2014/main" id="{C1B08D1C-2A39-0E44-97CA-E4F1F92A0F40}"/>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10991" name="Rectangle 15">
            <a:extLst>
              <a:ext uri="{FF2B5EF4-FFF2-40B4-BE49-F238E27FC236}">
                <a16:creationId xmlns:a16="http://schemas.microsoft.com/office/drawing/2014/main" id="{B670958F-31EC-4A45-83A3-9E3C6018B459}"/>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10992" name="Rectangle 16">
            <a:extLst>
              <a:ext uri="{FF2B5EF4-FFF2-40B4-BE49-F238E27FC236}">
                <a16:creationId xmlns:a16="http://schemas.microsoft.com/office/drawing/2014/main" id="{980C6631-ECA2-2A4A-9BCD-C0406E95BBD1}"/>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10993" name="Rectangle 17">
            <a:extLst>
              <a:ext uri="{FF2B5EF4-FFF2-40B4-BE49-F238E27FC236}">
                <a16:creationId xmlns:a16="http://schemas.microsoft.com/office/drawing/2014/main" id="{6661EA7A-7308-BC45-B918-EF58113F0389}"/>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10994" name="Rectangle 18">
            <a:extLst>
              <a:ext uri="{FF2B5EF4-FFF2-40B4-BE49-F238E27FC236}">
                <a16:creationId xmlns:a16="http://schemas.microsoft.com/office/drawing/2014/main" id="{9B14BBF5-C566-D141-A208-06D88934AA48}"/>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10995" name="Line 19">
            <a:extLst>
              <a:ext uri="{FF2B5EF4-FFF2-40B4-BE49-F238E27FC236}">
                <a16:creationId xmlns:a16="http://schemas.microsoft.com/office/drawing/2014/main" id="{F7BCB8DF-2D48-544B-AC2C-8963065B765A}"/>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0996" name="Rectangle 20">
            <a:extLst>
              <a:ext uri="{FF2B5EF4-FFF2-40B4-BE49-F238E27FC236}">
                <a16:creationId xmlns:a16="http://schemas.microsoft.com/office/drawing/2014/main" id="{B876292B-EE6A-054C-B876-403CA61C1191}"/>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10997" name="Rectangle 21">
            <a:extLst>
              <a:ext uri="{FF2B5EF4-FFF2-40B4-BE49-F238E27FC236}">
                <a16:creationId xmlns:a16="http://schemas.microsoft.com/office/drawing/2014/main" id="{F51951FC-EF85-FF4F-877C-5EB65267F3C1}"/>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10998" name="Rectangle 22">
            <a:extLst>
              <a:ext uri="{FF2B5EF4-FFF2-40B4-BE49-F238E27FC236}">
                <a16:creationId xmlns:a16="http://schemas.microsoft.com/office/drawing/2014/main" id="{3E238FD6-BC41-174D-AA94-969E4C873B19}"/>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10999" name="Line 23">
            <a:extLst>
              <a:ext uri="{FF2B5EF4-FFF2-40B4-BE49-F238E27FC236}">
                <a16:creationId xmlns:a16="http://schemas.microsoft.com/office/drawing/2014/main" id="{72106B4D-A2AA-0645-BAD7-1AF236C083C0}"/>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00" name="Line 24">
            <a:extLst>
              <a:ext uri="{FF2B5EF4-FFF2-40B4-BE49-F238E27FC236}">
                <a16:creationId xmlns:a16="http://schemas.microsoft.com/office/drawing/2014/main" id="{7708AF39-4C77-2942-983A-6BD8A5D7C711}"/>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01" name="Line 25">
            <a:extLst>
              <a:ext uri="{FF2B5EF4-FFF2-40B4-BE49-F238E27FC236}">
                <a16:creationId xmlns:a16="http://schemas.microsoft.com/office/drawing/2014/main" id="{45231BE9-4183-5E40-A244-D3382DD00893}"/>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02" name="Line 26">
            <a:extLst>
              <a:ext uri="{FF2B5EF4-FFF2-40B4-BE49-F238E27FC236}">
                <a16:creationId xmlns:a16="http://schemas.microsoft.com/office/drawing/2014/main" id="{36952425-C310-BE4C-B18F-E227B3DE4E7D}"/>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03" name="Line 27">
            <a:extLst>
              <a:ext uri="{FF2B5EF4-FFF2-40B4-BE49-F238E27FC236}">
                <a16:creationId xmlns:a16="http://schemas.microsoft.com/office/drawing/2014/main" id="{D498842B-9B0E-A14E-A9AB-4BBF56798DD6}"/>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04" name="Line 28">
            <a:extLst>
              <a:ext uri="{FF2B5EF4-FFF2-40B4-BE49-F238E27FC236}">
                <a16:creationId xmlns:a16="http://schemas.microsoft.com/office/drawing/2014/main" id="{6F5013B8-125A-934A-B52A-7CEF40E439C1}"/>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05" name="Line 29">
            <a:extLst>
              <a:ext uri="{FF2B5EF4-FFF2-40B4-BE49-F238E27FC236}">
                <a16:creationId xmlns:a16="http://schemas.microsoft.com/office/drawing/2014/main" id="{8103E47E-A303-6D4C-B629-D90EE827B7D2}"/>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06" name="Rectangle 30">
            <a:extLst>
              <a:ext uri="{FF2B5EF4-FFF2-40B4-BE49-F238E27FC236}">
                <a16:creationId xmlns:a16="http://schemas.microsoft.com/office/drawing/2014/main" id="{8B0D3CD6-324E-E640-AC54-AB60FFCE199F}"/>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11007" name="Rectangle 31">
            <a:extLst>
              <a:ext uri="{FF2B5EF4-FFF2-40B4-BE49-F238E27FC236}">
                <a16:creationId xmlns:a16="http://schemas.microsoft.com/office/drawing/2014/main" id="{CA9F04EB-5020-0F45-9C6D-ABBBC4F5A3E1}"/>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11008" name="Line 32">
            <a:extLst>
              <a:ext uri="{FF2B5EF4-FFF2-40B4-BE49-F238E27FC236}">
                <a16:creationId xmlns:a16="http://schemas.microsoft.com/office/drawing/2014/main" id="{7E4B2582-BBB7-3846-8DEB-28F5422A88D2}"/>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09" name="Line 33">
            <a:extLst>
              <a:ext uri="{FF2B5EF4-FFF2-40B4-BE49-F238E27FC236}">
                <a16:creationId xmlns:a16="http://schemas.microsoft.com/office/drawing/2014/main" id="{911A50E6-D3AF-9C48-B883-8D17A14877B6}"/>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10" name="Line 34">
            <a:extLst>
              <a:ext uri="{FF2B5EF4-FFF2-40B4-BE49-F238E27FC236}">
                <a16:creationId xmlns:a16="http://schemas.microsoft.com/office/drawing/2014/main" id="{C8671EEE-9638-7A48-8D04-C4ABEDDABBC3}"/>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11" name="Line 35">
            <a:extLst>
              <a:ext uri="{FF2B5EF4-FFF2-40B4-BE49-F238E27FC236}">
                <a16:creationId xmlns:a16="http://schemas.microsoft.com/office/drawing/2014/main" id="{6BF18B8B-261B-B34D-B0F4-85D4E4CE64A1}"/>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12" name="Line 36">
            <a:extLst>
              <a:ext uri="{FF2B5EF4-FFF2-40B4-BE49-F238E27FC236}">
                <a16:creationId xmlns:a16="http://schemas.microsoft.com/office/drawing/2014/main" id="{9E7A8677-0CD2-2145-A124-0391D97CBA87}"/>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13" name="Line 37">
            <a:extLst>
              <a:ext uri="{FF2B5EF4-FFF2-40B4-BE49-F238E27FC236}">
                <a16:creationId xmlns:a16="http://schemas.microsoft.com/office/drawing/2014/main" id="{8EEF15E8-1917-6442-ADCE-8C91BF7D2BB7}"/>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14" name="Line 38">
            <a:extLst>
              <a:ext uri="{FF2B5EF4-FFF2-40B4-BE49-F238E27FC236}">
                <a16:creationId xmlns:a16="http://schemas.microsoft.com/office/drawing/2014/main" id="{3ED68B71-4E24-D04A-8BA3-14139780B901}"/>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15" name="Line 39">
            <a:extLst>
              <a:ext uri="{FF2B5EF4-FFF2-40B4-BE49-F238E27FC236}">
                <a16:creationId xmlns:a16="http://schemas.microsoft.com/office/drawing/2014/main" id="{AB84DA13-3AC5-504D-8CDE-821C23E5CB88}"/>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16" name="Line 40">
            <a:extLst>
              <a:ext uri="{FF2B5EF4-FFF2-40B4-BE49-F238E27FC236}">
                <a16:creationId xmlns:a16="http://schemas.microsoft.com/office/drawing/2014/main" id="{0010DF4C-F028-E44D-8ACA-F0D6D319D087}"/>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17" name="Line 41">
            <a:extLst>
              <a:ext uri="{FF2B5EF4-FFF2-40B4-BE49-F238E27FC236}">
                <a16:creationId xmlns:a16="http://schemas.microsoft.com/office/drawing/2014/main" id="{BCFD9019-6114-184A-8284-A464DDEF3338}"/>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18" name="Line 42">
            <a:extLst>
              <a:ext uri="{FF2B5EF4-FFF2-40B4-BE49-F238E27FC236}">
                <a16:creationId xmlns:a16="http://schemas.microsoft.com/office/drawing/2014/main" id="{250373DB-51CE-F641-BD75-15E318BB928F}"/>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19" name="Line 43">
            <a:extLst>
              <a:ext uri="{FF2B5EF4-FFF2-40B4-BE49-F238E27FC236}">
                <a16:creationId xmlns:a16="http://schemas.microsoft.com/office/drawing/2014/main" id="{34DF2CC8-B4E3-CF4C-8022-5A4BAC528AF0}"/>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20" name="Line 44">
            <a:extLst>
              <a:ext uri="{FF2B5EF4-FFF2-40B4-BE49-F238E27FC236}">
                <a16:creationId xmlns:a16="http://schemas.microsoft.com/office/drawing/2014/main" id="{8AFC5F58-29C8-664A-AC95-B0FC6B9DDF2F}"/>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21" name="Line 45">
            <a:extLst>
              <a:ext uri="{FF2B5EF4-FFF2-40B4-BE49-F238E27FC236}">
                <a16:creationId xmlns:a16="http://schemas.microsoft.com/office/drawing/2014/main" id="{A592F162-4F9C-3F4B-A42C-B4891499ACB6}"/>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22" name="Line 46">
            <a:extLst>
              <a:ext uri="{FF2B5EF4-FFF2-40B4-BE49-F238E27FC236}">
                <a16:creationId xmlns:a16="http://schemas.microsoft.com/office/drawing/2014/main" id="{E057966F-E2BD-494C-B5A6-82CCB74E20C4}"/>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23" name="Line 47">
            <a:extLst>
              <a:ext uri="{FF2B5EF4-FFF2-40B4-BE49-F238E27FC236}">
                <a16:creationId xmlns:a16="http://schemas.microsoft.com/office/drawing/2014/main" id="{828FC693-AD6F-3F4F-BAA1-A0FBCAAD9579}"/>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24" name="Line 48">
            <a:extLst>
              <a:ext uri="{FF2B5EF4-FFF2-40B4-BE49-F238E27FC236}">
                <a16:creationId xmlns:a16="http://schemas.microsoft.com/office/drawing/2014/main" id="{6A6EFAC4-DE34-A046-B301-D0677EAFC1DB}"/>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25" name="Line 49">
            <a:extLst>
              <a:ext uri="{FF2B5EF4-FFF2-40B4-BE49-F238E27FC236}">
                <a16:creationId xmlns:a16="http://schemas.microsoft.com/office/drawing/2014/main" id="{4CA742D2-8065-C745-8E8A-1C9F166308A4}"/>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26" name="Line 50">
            <a:extLst>
              <a:ext uri="{FF2B5EF4-FFF2-40B4-BE49-F238E27FC236}">
                <a16:creationId xmlns:a16="http://schemas.microsoft.com/office/drawing/2014/main" id="{2AF2687E-7BBB-B644-AC49-1BC177A112EE}"/>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27" name="Line 51">
            <a:extLst>
              <a:ext uri="{FF2B5EF4-FFF2-40B4-BE49-F238E27FC236}">
                <a16:creationId xmlns:a16="http://schemas.microsoft.com/office/drawing/2014/main" id="{66210F45-AFE0-4E4B-981D-162C0C652539}"/>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28" name="Line 52">
            <a:extLst>
              <a:ext uri="{FF2B5EF4-FFF2-40B4-BE49-F238E27FC236}">
                <a16:creationId xmlns:a16="http://schemas.microsoft.com/office/drawing/2014/main" id="{26DC223B-A58B-C942-AB77-15224771C6AC}"/>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29" name="Line 53">
            <a:extLst>
              <a:ext uri="{FF2B5EF4-FFF2-40B4-BE49-F238E27FC236}">
                <a16:creationId xmlns:a16="http://schemas.microsoft.com/office/drawing/2014/main" id="{BB9F771A-C1A7-9D45-9A2B-870CB2C71C22}"/>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30" name="Line 54">
            <a:extLst>
              <a:ext uri="{FF2B5EF4-FFF2-40B4-BE49-F238E27FC236}">
                <a16:creationId xmlns:a16="http://schemas.microsoft.com/office/drawing/2014/main" id="{74688151-2A4D-F946-83BD-69A1C025BE74}"/>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31" name="Line 55">
            <a:extLst>
              <a:ext uri="{FF2B5EF4-FFF2-40B4-BE49-F238E27FC236}">
                <a16:creationId xmlns:a16="http://schemas.microsoft.com/office/drawing/2014/main" id="{76334584-4701-2B45-A395-A74780EC7ECB}"/>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32" name="Line 56">
            <a:extLst>
              <a:ext uri="{FF2B5EF4-FFF2-40B4-BE49-F238E27FC236}">
                <a16:creationId xmlns:a16="http://schemas.microsoft.com/office/drawing/2014/main" id="{8BF86ACE-9D9A-1D47-B4FA-46A41423D5A2}"/>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33" name="Line 57">
            <a:extLst>
              <a:ext uri="{FF2B5EF4-FFF2-40B4-BE49-F238E27FC236}">
                <a16:creationId xmlns:a16="http://schemas.microsoft.com/office/drawing/2014/main" id="{1538D575-4A21-C846-863A-E34DC6291A1D}"/>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34" name="Line 58">
            <a:extLst>
              <a:ext uri="{FF2B5EF4-FFF2-40B4-BE49-F238E27FC236}">
                <a16:creationId xmlns:a16="http://schemas.microsoft.com/office/drawing/2014/main" id="{0FF129A4-D3DB-4A40-AF26-3CEA61EA2C20}"/>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35" name="Line 59">
            <a:extLst>
              <a:ext uri="{FF2B5EF4-FFF2-40B4-BE49-F238E27FC236}">
                <a16:creationId xmlns:a16="http://schemas.microsoft.com/office/drawing/2014/main" id="{33188A98-5FA0-4A4A-A146-A028E1BF2683}"/>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36" name="Line 60">
            <a:extLst>
              <a:ext uri="{FF2B5EF4-FFF2-40B4-BE49-F238E27FC236}">
                <a16:creationId xmlns:a16="http://schemas.microsoft.com/office/drawing/2014/main" id="{453A78BA-22E7-AF43-935C-C0E804154010}"/>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37" name="Line 61">
            <a:extLst>
              <a:ext uri="{FF2B5EF4-FFF2-40B4-BE49-F238E27FC236}">
                <a16:creationId xmlns:a16="http://schemas.microsoft.com/office/drawing/2014/main" id="{88D436D8-261F-FA4A-ACEB-F8F7D584A645}"/>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38" name="Line 62">
            <a:extLst>
              <a:ext uri="{FF2B5EF4-FFF2-40B4-BE49-F238E27FC236}">
                <a16:creationId xmlns:a16="http://schemas.microsoft.com/office/drawing/2014/main" id="{0E6FC405-6EF7-3A46-84CE-244321BF7C75}"/>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39" name="Line 63">
            <a:extLst>
              <a:ext uri="{FF2B5EF4-FFF2-40B4-BE49-F238E27FC236}">
                <a16:creationId xmlns:a16="http://schemas.microsoft.com/office/drawing/2014/main" id="{56F0664B-53A5-2B4F-AF21-105B203AA9B7}"/>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40" name="Line 64">
            <a:extLst>
              <a:ext uri="{FF2B5EF4-FFF2-40B4-BE49-F238E27FC236}">
                <a16:creationId xmlns:a16="http://schemas.microsoft.com/office/drawing/2014/main" id="{F85A3F30-1EDD-3E46-A6B6-96DB912083B7}"/>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41" name="Line 65">
            <a:extLst>
              <a:ext uri="{FF2B5EF4-FFF2-40B4-BE49-F238E27FC236}">
                <a16:creationId xmlns:a16="http://schemas.microsoft.com/office/drawing/2014/main" id="{2E737D53-3B4C-864E-A734-C2D386EBCD07}"/>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1042" name="Rectangle 66">
            <a:extLst>
              <a:ext uri="{FF2B5EF4-FFF2-40B4-BE49-F238E27FC236}">
                <a16:creationId xmlns:a16="http://schemas.microsoft.com/office/drawing/2014/main" id="{E75968FA-EDC2-D243-8295-6BF586A6EBE9}"/>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1043" name="Rectangle 67">
            <a:extLst>
              <a:ext uri="{FF2B5EF4-FFF2-40B4-BE49-F238E27FC236}">
                <a16:creationId xmlns:a16="http://schemas.microsoft.com/office/drawing/2014/main" id="{16F9DEF5-82FF-BD48-BE10-988DBBD9BC58}"/>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1044" name="Rectangle 68">
            <a:extLst>
              <a:ext uri="{FF2B5EF4-FFF2-40B4-BE49-F238E27FC236}">
                <a16:creationId xmlns:a16="http://schemas.microsoft.com/office/drawing/2014/main" id="{6C8E3E77-3187-6246-BAD3-B256A66ABC1B}"/>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1045" name="Rectangle 69">
            <a:extLst>
              <a:ext uri="{FF2B5EF4-FFF2-40B4-BE49-F238E27FC236}">
                <a16:creationId xmlns:a16="http://schemas.microsoft.com/office/drawing/2014/main" id="{5185184F-1378-2342-AB91-EAE129F6394B}"/>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1046" name="Rectangle 70">
            <a:extLst>
              <a:ext uri="{FF2B5EF4-FFF2-40B4-BE49-F238E27FC236}">
                <a16:creationId xmlns:a16="http://schemas.microsoft.com/office/drawing/2014/main" id="{3B4C1425-EE72-0347-B10E-9C1D62FB4434}"/>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11047" name="Rectangle 71">
            <a:extLst>
              <a:ext uri="{FF2B5EF4-FFF2-40B4-BE49-F238E27FC236}">
                <a16:creationId xmlns:a16="http://schemas.microsoft.com/office/drawing/2014/main" id="{812A9A05-4FA0-BA40-B703-655EF7DFC6FF}"/>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11048" name="Rectangle 72">
            <a:extLst>
              <a:ext uri="{FF2B5EF4-FFF2-40B4-BE49-F238E27FC236}">
                <a16:creationId xmlns:a16="http://schemas.microsoft.com/office/drawing/2014/main" id="{D7288552-1332-3E44-9DD4-090743A5CA8E}"/>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11049" name="Rectangle 73">
            <a:extLst>
              <a:ext uri="{FF2B5EF4-FFF2-40B4-BE49-F238E27FC236}">
                <a16:creationId xmlns:a16="http://schemas.microsoft.com/office/drawing/2014/main" id="{4969F6AD-F56F-C44D-AF5B-0F9F5FDF61D3}"/>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11050" name="Rectangle 74">
            <a:extLst>
              <a:ext uri="{FF2B5EF4-FFF2-40B4-BE49-F238E27FC236}">
                <a16:creationId xmlns:a16="http://schemas.microsoft.com/office/drawing/2014/main" id="{196683E6-49E5-6341-A8E2-6DF8E3726884}"/>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11051" name="Rectangle 75">
            <a:extLst>
              <a:ext uri="{FF2B5EF4-FFF2-40B4-BE49-F238E27FC236}">
                <a16:creationId xmlns:a16="http://schemas.microsoft.com/office/drawing/2014/main" id="{EAFEDEDD-2BDD-E54F-AD8B-50AA2C57DDB4}"/>
              </a:ext>
            </a:extLst>
          </p:cNvPr>
          <p:cNvSpPr>
            <a:spLocks noChangeArrowheads="1"/>
          </p:cNvSpPr>
          <p:nvPr/>
        </p:nvSpPr>
        <p:spPr bwMode="auto">
          <a:xfrm>
            <a:off x="1331119"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11052" name="Line 76">
            <a:extLst>
              <a:ext uri="{FF2B5EF4-FFF2-40B4-BE49-F238E27FC236}">
                <a16:creationId xmlns:a16="http://schemas.microsoft.com/office/drawing/2014/main" id="{7D7FEA2F-4641-2041-A130-FE40FA1161DB}"/>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1053" name="Rectangle 77">
            <a:extLst>
              <a:ext uri="{FF2B5EF4-FFF2-40B4-BE49-F238E27FC236}">
                <a16:creationId xmlns:a16="http://schemas.microsoft.com/office/drawing/2014/main" id="{3D57C992-4BE8-8C4A-BF87-DD01180594C6}"/>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11054" name="Line 78">
            <a:extLst>
              <a:ext uri="{FF2B5EF4-FFF2-40B4-BE49-F238E27FC236}">
                <a16:creationId xmlns:a16="http://schemas.microsoft.com/office/drawing/2014/main" id="{3054E276-BA31-E342-8F15-33967FB2CBD3}"/>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1055" name="Line 79">
            <a:extLst>
              <a:ext uri="{FF2B5EF4-FFF2-40B4-BE49-F238E27FC236}">
                <a16:creationId xmlns:a16="http://schemas.microsoft.com/office/drawing/2014/main" id="{F4AAAA67-F8CB-4241-8ACC-8D78969A1B15}"/>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1056" name="Line 80">
            <a:extLst>
              <a:ext uri="{FF2B5EF4-FFF2-40B4-BE49-F238E27FC236}">
                <a16:creationId xmlns:a16="http://schemas.microsoft.com/office/drawing/2014/main" id="{DBC9F40B-4D56-724D-8FE8-67E3D56FEFDF}"/>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1057" name="Line 81">
            <a:extLst>
              <a:ext uri="{FF2B5EF4-FFF2-40B4-BE49-F238E27FC236}">
                <a16:creationId xmlns:a16="http://schemas.microsoft.com/office/drawing/2014/main" id="{23CE1219-23A2-0C4B-9AEB-180C63746858}"/>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1058" name="Text Box 82">
            <a:extLst>
              <a:ext uri="{FF2B5EF4-FFF2-40B4-BE49-F238E27FC236}">
                <a16:creationId xmlns:a16="http://schemas.microsoft.com/office/drawing/2014/main" id="{8465DE51-0EBF-FA40-B7CE-95209B2B0C11}"/>
              </a:ext>
            </a:extLst>
          </p:cNvPr>
          <p:cNvSpPr txBox="1">
            <a:spLocks noChangeArrowheads="1"/>
          </p:cNvSpPr>
          <p:nvPr/>
        </p:nvSpPr>
        <p:spPr bwMode="auto">
          <a:xfrm>
            <a:off x="1331119" y="3813572"/>
            <a:ext cx="6481763" cy="1061829"/>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latin typeface="Arial" panose="020B0604020202020204" pitchFamily="34" charset="0"/>
              </a:rPr>
              <a:t>推送 </a:t>
            </a:r>
            <a:r>
              <a:rPr lang="en-US" altLang="zh-CN" sz="2100">
                <a:solidFill>
                  <a:srgbClr val="333399"/>
                </a:solidFill>
                <a:latin typeface="Arial" panose="020B0604020202020204" pitchFamily="34" charset="0"/>
              </a:rPr>
              <a:t>PSH (PuSH) —— </a:t>
            </a:r>
            <a:r>
              <a:rPr lang="zh-CN" altLang="en-US" sz="2100">
                <a:solidFill>
                  <a:srgbClr val="333399"/>
                </a:solidFill>
                <a:latin typeface="Arial" panose="020B0604020202020204" pitchFamily="34" charset="0"/>
              </a:rPr>
              <a:t>接收 </a:t>
            </a:r>
            <a:r>
              <a:rPr lang="en-US" altLang="zh-CN" sz="2100">
                <a:solidFill>
                  <a:srgbClr val="333399"/>
                </a:solidFill>
                <a:latin typeface="Arial" panose="020B0604020202020204" pitchFamily="34" charset="0"/>
              </a:rPr>
              <a:t>TCP </a:t>
            </a:r>
            <a:r>
              <a:rPr lang="zh-CN" altLang="en-US" sz="2100">
                <a:solidFill>
                  <a:srgbClr val="333399"/>
                </a:solidFill>
                <a:latin typeface="Arial" panose="020B0604020202020204" pitchFamily="34" charset="0"/>
              </a:rPr>
              <a:t>收到 </a:t>
            </a:r>
            <a:r>
              <a:rPr lang="en-US" altLang="zh-CN" sz="2100">
                <a:solidFill>
                  <a:srgbClr val="333399"/>
                </a:solidFill>
                <a:latin typeface="Arial" panose="020B0604020202020204" pitchFamily="34" charset="0"/>
              </a:rPr>
              <a:t>PSH = 1 </a:t>
            </a:r>
            <a:r>
              <a:rPr lang="zh-CN" altLang="en-US" sz="2100">
                <a:solidFill>
                  <a:srgbClr val="333399"/>
                </a:solidFill>
                <a:latin typeface="Arial" panose="020B0604020202020204" pitchFamily="34" charset="0"/>
              </a:rPr>
              <a:t>的报文段，就尽快地交付接收应用进程，而不再等到整个缓存都填满了后再向上交付。  </a:t>
            </a:r>
          </a:p>
        </p:txBody>
      </p:sp>
      <p:sp>
        <p:nvSpPr>
          <p:cNvPr id="511059" name="Rectangle 83">
            <a:extLst>
              <a:ext uri="{FF2B5EF4-FFF2-40B4-BE49-F238E27FC236}">
                <a16:creationId xmlns:a16="http://schemas.microsoft.com/office/drawing/2014/main" id="{D89CC8B0-25D2-A24B-B98F-1287555295F8}"/>
              </a:ext>
            </a:extLst>
          </p:cNvPr>
          <p:cNvSpPr>
            <a:spLocks noChangeArrowheads="1"/>
          </p:cNvSpPr>
          <p:nvPr/>
        </p:nvSpPr>
        <p:spPr bwMode="auto">
          <a:xfrm>
            <a:off x="3795712" y="2087166"/>
            <a:ext cx="204788"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36DB7A25-B65D-1941-B0AD-944EDCF61408}"/>
              </a:ext>
            </a:extLst>
          </p:cNvPr>
          <p:cNvSpPr>
            <a:spLocks noGrp="1"/>
          </p:cNvSpPr>
          <p:nvPr>
            <p:ph type="sldNum" sz="quarter" idx="10"/>
          </p:nvPr>
        </p:nvSpPr>
        <p:spPr>
          <a:xfrm>
            <a:off x="8728757" y="4840793"/>
            <a:ext cx="415243"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ECF0DD1-8F81-8846-88DB-3432EFC430F0}" type="slidenum">
              <a:rPr lang="en-US" altLang="zh-CN" sz="1050"/>
              <a:pPr>
                <a:defRPr/>
              </a:pPr>
              <a:t>55</a:t>
            </a:fld>
            <a:endParaRPr lang="en-US" altLang="zh-CN" sz="1050"/>
          </a:p>
        </p:txBody>
      </p:sp>
    </p:spTree>
    <p:extLst>
      <p:ext uri="{BB962C8B-B14F-4D97-AF65-F5344CB8AC3E}">
        <p14:creationId xmlns:p14="http://schemas.microsoft.com/office/powerpoint/2010/main" val="22489778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1059"/>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105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1059" grpId="0" animBg="1"/>
      <p:bldP spid="511059" grpId="1" animBg="1"/>
    </p:bld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02" name="Line 2">
            <a:extLst>
              <a:ext uri="{FF2B5EF4-FFF2-40B4-BE49-F238E27FC236}">
                <a16:creationId xmlns:a16="http://schemas.microsoft.com/office/drawing/2014/main" id="{84761499-38D9-E648-9265-095A108654E4}"/>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2003" name="Rectangle 3">
            <a:extLst>
              <a:ext uri="{FF2B5EF4-FFF2-40B4-BE49-F238E27FC236}">
                <a16:creationId xmlns:a16="http://schemas.microsoft.com/office/drawing/2014/main" id="{9E5CC035-A7D7-8F45-B218-19DADC3E39BF}"/>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12004" name="Line 4">
            <a:extLst>
              <a:ext uri="{FF2B5EF4-FFF2-40B4-BE49-F238E27FC236}">
                <a16:creationId xmlns:a16="http://schemas.microsoft.com/office/drawing/2014/main" id="{D36513B6-49B8-5444-A8BB-AD0CFB32C7BC}"/>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2005" name="Rectangle 5">
            <a:extLst>
              <a:ext uri="{FF2B5EF4-FFF2-40B4-BE49-F238E27FC236}">
                <a16:creationId xmlns:a16="http://schemas.microsoft.com/office/drawing/2014/main" id="{42B73102-88EA-C34C-AFC6-D5567D3EA84F}"/>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12006" name="Rectangle 6">
            <a:extLst>
              <a:ext uri="{FF2B5EF4-FFF2-40B4-BE49-F238E27FC236}">
                <a16:creationId xmlns:a16="http://schemas.microsoft.com/office/drawing/2014/main" id="{C9455F0B-031D-4B4A-9E0A-5CFD6062A6F5}"/>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07" name="Line 7">
            <a:extLst>
              <a:ext uri="{FF2B5EF4-FFF2-40B4-BE49-F238E27FC236}">
                <a16:creationId xmlns:a16="http://schemas.microsoft.com/office/drawing/2014/main" id="{B6693E1E-3C0C-7A4B-BEDB-A0151069B2CC}"/>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08" name="Line 8">
            <a:extLst>
              <a:ext uri="{FF2B5EF4-FFF2-40B4-BE49-F238E27FC236}">
                <a16:creationId xmlns:a16="http://schemas.microsoft.com/office/drawing/2014/main" id="{37ECB136-7ADF-3742-819B-9E787D480804}"/>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09" name="Line 9">
            <a:extLst>
              <a:ext uri="{FF2B5EF4-FFF2-40B4-BE49-F238E27FC236}">
                <a16:creationId xmlns:a16="http://schemas.microsoft.com/office/drawing/2014/main" id="{A312D3F3-6493-024D-8402-47A05EC2F57C}"/>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10" name="Line 10">
            <a:extLst>
              <a:ext uri="{FF2B5EF4-FFF2-40B4-BE49-F238E27FC236}">
                <a16:creationId xmlns:a16="http://schemas.microsoft.com/office/drawing/2014/main" id="{3507B68D-FE24-E046-993E-98086C040948}"/>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11" name="Line 11">
            <a:extLst>
              <a:ext uri="{FF2B5EF4-FFF2-40B4-BE49-F238E27FC236}">
                <a16:creationId xmlns:a16="http://schemas.microsoft.com/office/drawing/2014/main" id="{89CF95B6-C50F-C647-9F59-B315DE431439}"/>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12" name="Line 12">
            <a:extLst>
              <a:ext uri="{FF2B5EF4-FFF2-40B4-BE49-F238E27FC236}">
                <a16:creationId xmlns:a16="http://schemas.microsoft.com/office/drawing/2014/main" id="{EE2B1F5C-A244-444A-B6F9-84045A418888}"/>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13" name="Rectangle 13">
            <a:extLst>
              <a:ext uri="{FF2B5EF4-FFF2-40B4-BE49-F238E27FC236}">
                <a16:creationId xmlns:a16="http://schemas.microsoft.com/office/drawing/2014/main" id="{326FF950-BDA7-A248-8F19-38FFBF0C86D7}"/>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12014" name="Rectangle 14">
            <a:extLst>
              <a:ext uri="{FF2B5EF4-FFF2-40B4-BE49-F238E27FC236}">
                <a16:creationId xmlns:a16="http://schemas.microsoft.com/office/drawing/2014/main" id="{CF7FE66E-67BD-A540-AC7F-3EBDE8F64EEA}"/>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12015" name="Rectangle 15">
            <a:extLst>
              <a:ext uri="{FF2B5EF4-FFF2-40B4-BE49-F238E27FC236}">
                <a16:creationId xmlns:a16="http://schemas.microsoft.com/office/drawing/2014/main" id="{04ABEFA0-6BA8-ED41-8651-64F888CBAE06}"/>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12016" name="Rectangle 16">
            <a:extLst>
              <a:ext uri="{FF2B5EF4-FFF2-40B4-BE49-F238E27FC236}">
                <a16:creationId xmlns:a16="http://schemas.microsoft.com/office/drawing/2014/main" id="{E9614A0E-533F-E641-B188-AD7D84D62DA1}"/>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12017" name="Rectangle 17">
            <a:extLst>
              <a:ext uri="{FF2B5EF4-FFF2-40B4-BE49-F238E27FC236}">
                <a16:creationId xmlns:a16="http://schemas.microsoft.com/office/drawing/2014/main" id="{E5CCBC66-8DA6-7848-9F67-BABC2188AA67}"/>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12018" name="Rectangle 18">
            <a:extLst>
              <a:ext uri="{FF2B5EF4-FFF2-40B4-BE49-F238E27FC236}">
                <a16:creationId xmlns:a16="http://schemas.microsoft.com/office/drawing/2014/main" id="{716BE570-4455-2444-AFF3-2CEB95707605}"/>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12019" name="Line 19">
            <a:extLst>
              <a:ext uri="{FF2B5EF4-FFF2-40B4-BE49-F238E27FC236}">
                <a16:creationId xmlns:a16="http://schemas.microsoft.com/office/drawing/2014/main" id="{F1C4DEB2-99F7-1F42-B8E7-F48889833CDD}"/>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20" name="Rectangle 20">
            <a:extLst>
              <a:ext uri="{FF2B5EF4-FFF2-40B4-BE49-F238E27FC236}">
                <a16:creationId xmlns:a16="http://schemas.microsoft.com/office/drawing/2014/main" id="{85842328-F195-CE47-AB63-91AFD9A8278C}"/>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12021" name="Rectangle 21">
            <a:extLst>
              <a:ext uri="{FF2B5EF4-FFF2-40B4-BE49-F238E27FC236}">
                <a16:creationId xmlns:a16="http://schemas.microsoft.com/office/drawing/2014/main" id="{7EDC5C7D-29AC-CF4F-8CDE-23BAD08FD731}"/>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12022" name="Rectangle 22">
            <a:extLst>
              <a:ext uri="{FF2B5EF4-FFF2-40B4-BE49-F238E27FC236}">
                <a16:creationId xmlns:a16="http://schemas.microsoft.com/office/drawing/2014/main" id="{BF5F012A-629F-4B49-B3F8-F1B51F9B46D1}"/>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12023" name="Line 23">
            <a:extLst>
              <a:ext uri="{FF2B5EF4-FFF2-40B4-BE49-F238E27FC236}">
                <a16:creationId xmlns:a16="http://schemas.microsoft.com/office/drawing/2014/main" id="{BBC94B2F-B952-DE49-991F-60708BE9F54C}"/>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24" name="Line 24">
            <a:extLst>
              <a:ext uri="{FF2B5EF4-FFF2-40B4-BE49-F238E27FC236}">
                <a16:creationId xmlns:a16="http://schemas.microsoft.com/office/drawing/2014/main" id="{19AB96E6-AE71-5348-944F-C598C699DEF8}"/>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25" name="Line 25">
            <a:extLst>
              <a:ext uri="{FF2B5EF4-FFF2-40B4-BE49-F238E27FC236}">
                <a16:creationId xmlns:a16="http://schemas.microsoft.com/office/drawing/2014/main" id="{23B766D6-F7D9-8B4B-AEA1-009FB661438E}"/>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26" name="Line 26">
            <a:extLst>
              <a:ext uri="{FF2B5EF4-FFF2-40B4-BE49-F238E27FC236}">
                <a16:creationId xmlns:a16="http://schemas.microsoft.com/office/drawing/2014/main" id="{C778A823-8BC9-034C-A7ED-877395CE1862}"/>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27" name="Line 27">
            <a:extLst>
              <a:ext uri="{FF2B5EF4-FFF2-40B4-BE49-F238E27FC236}">
                <a16:creationId xmlns:a16="http://schemas.microsoft.com/office/drawing/2014/main" id="{271C46B7-7299-9A41-B5A5-3A99C007498B}"/>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28" name="Line 28">
            <a:extLst>
              <a:ext uri="{FF2B5EF4-FFF2-40B4-BE49-F238E27FC236}">
                <a16:creationId xmlns:a16="http://schemas.microsoft.com/office/drawing/2014/main" id="{1E27AB13-59FB-FA4D-909E-23822B1EC1E0}"/>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29" name="Line 29">
            <a:extLst>
              <a:ext uri="{FF2B5EF4-FFF2-40B4-BE49-F238E27FC236}">
                <a16:creationId xmlns:a16="http://schemas.microsoft.com/office/drawing/2014/main" id="{CEF2B6E6-5808-CC48-B7FD-31C783FBC593}"/>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30" name="Rectangle 30">
            <a:extLst>
              <a:ext uri="{FF2B5EF4-FFF2-40B4-BE49-F238E27FC236}">
                <a16:creationId xmlns:a16="http://schemas.microsoft.com/office/drawing/2014/main" id="{D8274BFD-C738-294E-BDE9-D7ADC87BDE9D}"/>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12031" name="Rectangle 31">
            <a:extLst>
              <a:ext uri="{FF2B5EF4-FFF2-40B4-BE49-F238E27FC236}">
                <a16:creationId xmlns:a16="http://schemas.microsoft.com/office/drawing/2014/main" id="{A02B56D3-3589-C147-8F87-CA6B7C7148B1}"/>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12032" name="Line 32">
            <a:extLst>
              <a:ext uri="{FF2B5EF4-FFF2-40B4-BE49-F238E27FC236}">
                <a16:creationId xmlns:a16="http://schemas.microsoft.com/office/drawing/2014/main" id="{AC169531-10BD-934F-93B7-B93DBDA84B38}"/>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33" name="Line 33">
            <a:extLst>
              <a:ext uri="{FF2B5EF4-FFF2-40B4-BE49-F238E27FC236}">
                <a16:creationId xmlns:a16="http://schemas.microsoft.com/office/drawing/2014/main" id="{7DEC753A-8819-E745-8DCD-D9C992615F44}"/>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34" name="Line 34">
            <a:extLst>
              <a:ext uri="{FF2B5EF4-FFF2-40B4-BE49-F238E27FC236}">
                <a16:creationId xmlns:a16="http://schemas.microsoft.com/office/drawing/2014/main" id="{708E552A-EEA9-7D4B-BBF8-2662AE5CD058}"/>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35" name="Line 35">
            <a:extLst>
              <a:ext uri="{FF2B5EF4-FFF2-40B4-BE49-F238E27FC236}">
                <a16:creationId xmlns:a16="http://schemas.microsoft.com/office/drawing/2014/main" id="{B84528F2-79C8-D347-84DF-25BAC90CA1EB}"/>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36" name="Line 36">
            <a:extLst>
              <a:ext uri="{FF2B5EF4-FFF2-40B4-BE49-F238E27FC236}">
                <a16:creationId xmlns:a16="http://schemas.microsoft.com/office/drawing/2014/main" id="{1F3233EA-1BA6-8A47-A3DB-86B1CC59CC7A}"/>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37" name="Line 37">
            <a:extLst>
              <a:ext uri="{FF2B5EF4-FFF2-40B4-BE49-F238E27FC236}">
                <a16:creationId xmlns:a16="http://schemas.microsoft.com/office/drawing/2014/main" id="{7F9179A2-1ACC-9346-A63E-964D45AA91DD}"/>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38" name="Line 38">
            <a:extLst>
              <a:ext uri="{FF2B5EF4-FFF2-40B4-BE49-F238E27FC236}">
                <a16:creationId xmlns:a16="http://schemas.microsoft.com/office/drawing/2014/main" id="{22EC6459-5168-6943-815E-45BE45A6E29C}"/>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39" name="Line 39">
            <a:extLst>
              <a:ext uri="{FF2B5EF4-FFF2-40B4-BE49-F238E27FC236}">
                <a16:creationId xmlns:a16="http://schemas.microsoft.com/office/drawing/2014/main" id="{4C386262-8B7D-9343-9BCD-362AE73A5EEC}"/>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40" name="Line 40">
            <a:extLst>
              <a:ext uri="{FF2B5EF4-FFF2-40B4-BE49-F238E27FC236}">
                <a16:creationId xmlns:a16="http://schemas.microsoft.com/office/drawing/2014/main" id="{3EB264EF-B9BA-374B-B598-1E83D95726AA}"/>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41" name="Line 41">
            <a:extLst>
              <a:ext uri="{FF2B5EF4-FFF2-40B4-BE49-F238E27FC236}">
                <a16:creationId xmlns:a16="http://schemas.microsoft.com/office/drawing/2014/main" id="{7B51F400-3772-1C4D-81AB-E1043D06E8E5}"/>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42" name="Line 42">
            <a:extLst>
              <a:ext uri="{FF2B5EF4-FFF2-40B4-BE49-F238E27FC236}">
                <a16:creationId xmlns:a16="http://schemas.microsoft.com/office/drawing/2014/main" id="{B4E9DF84-B027-5E46-97EA-7BA95D9B7643}"/>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43" name="Line 43">
            <a:extLst>
              <a:ext uri="{FF2B5EF4-FFF2-40B4-BE49-F238E27FC236}">
                <a16:creationId xmlns:a16="http://schemas.microsoft.com/office/drawing/2014/main" id="{71A8066C-9681-954B-899D-D7C11684184E}"/>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44" name="Line 44">
            <a:extLst>
              <a:ext uri="{FF2B5EF4-FFF2-40B4-BE49-F238E27FC236}">
                <a16:creationId xmlns:a16="http://schemas.microsoft.com/office/drawing/2014/main" id="{EAB7E784-ED13-2E4B-9934-24614E85DD59}"/>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45" name="Line 45">
            <a:extLst>
              <a:ext uri="{FF2B5EF4-FFF2-40B4-BE49-F238E27FC236}">
                <a16:creationId xmlns:a16="http://schemas.microsoft.com/office/drawing/2014/main" id="{224E86F7-15AC-5141-BF84-A03EFA9AEE91}"/>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46" name="Line 46">
            <a:extLst>
              <a:ext uri="{FF2B5EF4-FFF2-40B4-BE49-F238E27FC236}">
                <a16:creationId xmlns:a16="http://schemas.microsoft.com/office/drawing/2014/main" id="{38CB1983-93F0-0244-B317-34ECCE9A580E}"/>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47" name="Line 47">
            <a:extLst>
              <a:ext uri="{FF2B5EF4-FFF2-40B4-BE49-F238E27FC236}">
                <a16:creationId xmlns:a16="http://schemas.microsoft.com/office/drawing/2014/main" id="{8680F71C-DA6A-B84F-B20A-63A98D74CEDA}"/>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48" name="Line 48">
            <a:extLst>
              <a:ext uri="{FF2B5EF4-FFF2-40B4-BE49-F238E27FC236}">
                <a16:creationId xmlns:a16="http://schemas.microsoft.com/office/drawing/2014/main" id="{CA6A006A-6C28-4441-8FDD-57F64B9BA0AD}"/>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49" name="Line 49">
            <a:extLst>
              <a:ext uri="{FF2B5EF4-FFF2-40B4-BE49-F238E27FC236}">
                <a16:creationId xmlns:a16="http://schemas.microsoft.com/office/drawing/2014/main" id="{16742B2F-81B8-9343-AD36-348A59995776}"/>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50" name="Line 50">
            <a:extLst>
              <a:ext uri="{FF2B5EF4-FFF2-40B4-BE49-F238E27FC236}">
                <a16:creationId xmlns:a16="http://schemas.microsoft.com/office/drawing/2014/main" id="{E40643C9-0C52-4D4B-915A-C32C888D5463}"/>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51" name="Line 51">
            <a:extLst>
              <a:ext uri="{FF2B5EF4-FFF2-40B4-BE49-F238E27FC236}">
                <a16:creationId xmlns:a16="http://schemas.microsoft.com/office/drawing/2014/main" id="{A50865A6-D5A7-F84F-8B79-D1B0E9ED7ACF}"/>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52" name="Line 52">
            <a:extLst>
              <a:ext uri="{FF2B5EF4-FFF2-40B4-BE49-F238E27FC236}">
                <a16:creationId xmlns:a16="http://schemas.microsoft.com/office/drawing/2014/main" id="{402E8686-26FE-AD40-9199-199D4356A7E5}"/>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53" name="Line 53">
            <a:extLst>
              <a:ext uri="{FF2B5EF4-FFF2-40B4-BE49-F238E27FC236}">
                <a16:creationId xmlns:a16="http://schemas.microsoft.com/office/drawing/2014/main" id="{FC397933-07F8-E846-8454-DDF08628D4C6}"/>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54" name="Line 54">
            <a:extLst>
              <a:ext uri="{FF2B5EF4-FFF2-40B4-BE49-F238E27FC236}">
                <a16:creationId xmlns:a16="http://schemas.microsoft.com/office/drawing/2014/main" id="{978203DB-6C8D-024F-B7F1-BC9C7DE844E3}"/>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55" name="Line 55">
            <a:extLst>
              <a:ext uri="{FF2B5EF4-FFF2-40B4-BE49-F238E27FC236}">
                <a16:creationId xmlns:a16="http://schemas.microsoft.com/office/drawing/2014/main" id="{BE38103A-975E-B848-9FC7-5BEA911CFBD4}"/>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56" name="Line 56">
            <a:extLst>
              <a:ext uri="{FF2B5EF4-FFF2-40B4-BE49-F238E27FC236}">
                <a16:creationId xmlns:a16="http://schemas.microsoft.com/office/drawing/2014/main" id="{AB8F578E-CE00-5544-BD89-2794A213FC08}"/>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57" name="Line 57">
            <a:extLst>
              <a:ext uri="{FF2B5EF4-FFF2-40B4-BE49-F238E27FC236}">
                <a16:creationId xmlns:a16="http://schemas.microsoft.com/office/drawing/2014/main" id="{4024109C-47DC-9D40-A6CA-B640D7667DBF}"/>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58" name="Line 58">
            <a:extLst>
              <a:ext uri="{FF2B5EF4-FFF2-40B4-BE49-F238E27FC236}">
                <a16:creationId xmlns:a16="http://schemas.microsoft.com/office/drawing/2014/main" id="{6030B5A1-D9E0-D240-B07C-AC2D7F87F60C}"/>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59" name="Line 59">
            <a:extLst>
              <a:ext uri="{FF2B5EF4-FFF2-40B4-BE49-F238E27FC236}">
                <a16:creationId xmlns:a16="http://schemas.microsoft.com/office/drawing/2014/main" id="{96A4E995-CB4B-534D-AC81-A3A148BE81C0}"/>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60" name="Line 60">
            <a:extLst>
              <a:ext uri="{FF2B5EF4-FFF2-40B4-BE49-F238E27FC236}">
                <a16:creationId xmlns:a16="http://schemas.microsoft.com/office/drawing/2014/main" id="{178B5876-B391-8C4C-92FF-11BD6309D69E}"/>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61" name="Line 61">
            <a:extLst>
              <a:ext uri="{FF2B5EF4-FFF2-40B4-BE49-F238E27FC236}">
                <a16:creationId xmlns:a16="http://schemas.microsoft.com/office/drawing/2014/main" id="{FC0F44EC-F40A-D541-9C19-8DDBE9CDDBD5}"/>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62" name="Line 62">
            <a:extLst>
              <a:ext uri="{FF2B5EF4-FFF2-40B4-BE49-F238E27FC236}">
                <a16:creationId xmlns:a16="http://schemas.microsoft.com/office/drawing/2014/main" id="{47938756-2511-8B42-85B8-AF37B0428223}"/>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63" name="Line 63">
            <a:extLst>
              <a:ext uri="{FF2B5EF4-FFF2-40B4-BE49-F238E27FC236}">
                <a16:creationId xmlns:a16="http://schemas.microsoft.com/office/drawing/2014/main" id="{330D0337-CE15-404F-8765-C1AE998ADEA9}"/>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64" name="Line 64">
            <a:extLst>
              <a:ext uri="{FF2B5EF4-FFF2-40B4-BE49-F238E27FC236}">
                <a16:creationId xmlns:a16="http://schemas.microsoft.com/office/drawing/2014/main" id="{22C37D74-6021-3040-A470-65DCF2E3A3AD}"/>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65" name="Line 65">
            <a:extLst>
              <a:ext uri="{FF2B5EF4-FFF2-40B4-BE49-F238E27FC236}">
                <a16:creationId xmlns:a16="http://schemas.microsoft.com/office/drawing/2014/main" id="{B071978C-272E-F845-B022-2FEB1B99AA44}"/>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2066" name="Rectangle 66">
            <a:extLst>
              <a:ext uri="{FF2B5EF4-FFF2-40B4-BE49-F238E27FC236}">
                <a16:creationId xmlns:a16="http://schemas.microsoft.com/office/drawing/2014/main" id="{B6619F7E-63EC-F643-8FA9-E7DE2CE7CBAE}"/>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2067" name="Rectangle 67">
            <a:extLst>
              <a:ext uri="{FF2B5EF4-FFF2-40B4-BE49-F238E27FC236}">
                <a16:creationId xmlns:a16="http://schemas.microsoft.com/office/drawing/2014/main" id="{64A734AD-3714-F74B-BB4F-6A8C8153F48B}"/>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2068" name="Rectangle 68">
            <a:extLst>
              <a:ext uri="{FF2B5EF4-FFF2-40B4-BE49-F238E27FC236}">
                <a16:creationId xmlns:a16="http://schemas.microsoft.com/office/drawing/2014/main" id="{ECE5EDBE-B3F6-B740-97EC-36E2A25AC927}"/>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2069" name="Rectangle 69">
            <a:extLst>
              <a:ext uri="{FF2B5EF4-FFF2-40B4-BE49-F238E27FC236}">
                <a16:creationId xmlns:a16="http://schemas.microsoft.com/office/drawing/2014/main" id="{A0E8F0BA-774B-534E-BB3D-7E2FC303FACE}"/>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2070" name="Rectangle 70">
            <a:extLst>
              <a:ext uri="{FF2B5EF4-FFF2-40B4-BE49-F238E27FC236}">
                <a16:creationId xmlns:a16="http://schemas.microsoft.com/office/drawing/2014/main" id="{CCA8E8BC-C5F2-9B49-80FB-D3AEC62C5F89}"/>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12071" name="Rectangle 71">
            <a:extLst>
              <a:ext uri="{FF2B5EF4-FFF2-40B4-BE49-F238E27FC236}">
                <a16:creationId xmlns:a16="http://schemas.microsoft.com/office/drawing/2014/main" id="{0DF1D457-36DE-0C40-847A-FD1237D74A36}"/>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12072" name="Rectangle 72">
            <a:extLst>
              <a:ext uri="{FF2B5EF4-FFF2-40B4-BE49-F238E27FC236}">
                <a16:creationId xmlns:a16="http://schemas.microsoft.com/office/drawing/2014/main" id="{380388C9-1DC9-4D4D-B166-9C15DC438FA8}"/>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12073" name="Rectangle 73">
            <a:extLst>
              <a:ext uri="{FF2B5EF4-FFF2-40B4-BE49-F238E27FC236}">
                <a16:creationId xmlns:a16="http://schemas.microsoft.com/office/drawing/2014/main" id="{92BB697C-9FF0-1948-98C9-3622FA9438F5}"/>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12074" name="Rectangle 74">
            <a:extLst>
              <a:ext uri="{FF2B5EF4-FFF2-40B4-BE49-F238E27FC236}">
                <a16:creationId xmlns:a16="http://schemas.microsoft.com/office/drawing/2014/main" id="{E85184B6-EEA3-C64E-BD0E-CC95D7F45F8F}"/>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12075" name="Rectangle 75">
            <a:extLst>
              <a:ext uri="{FF2B5EF4-FFF2-40B4-BE49-F238E27FC236}">
                <a16:creationId xmlns:a16="http://schemas.microsoft.com/office/drawing/2014/main" id="{1D84B76D-DDC3-4A45-91C2-2D57491721C6}"/>
              </a:ext>
            </a:extLst>
          </p:cNvPr>
          <p:cNvSpPr>
            <a:spLocks noChangeArrowheads="1"/>
          </p:cNvSpPr>
          <p:nvPr/>
        </p:nvSpPr>
        <p:spPr bwMode="auto">
          <a:xfrm>
            <a:off x="1331119"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12076" name="Line 76">
            <a:extLst>
              <a:ext uri="{FF2B5EF4-FFF2-40B4-BE49-F238E27FC236}">
                <a16:creationId xmlns:a16="http://schemas.microsoft.com/office/drawing/2014/main" id="{64811DC8-B87E-484B-9536-9792A0182EC0}"/>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2077" name="Rectangle 77">
            <a:extLst>
              <a:ext uri="{FF2B5EF4-FFF2-40B4-BE49-F238E27FC236}">
                <a16:creationId xmlns:a16="http://schemas.microsoft.com/office/drawing/2014/main" id="{A0D0039A-3C94-2B4A-80EE-03A63F633EFF}"/>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12078" name="Line 78">
            <a:extLst>
              <a:ext uri="{FF2B5EF4-FFF2-40B4-BE49-F238E27FC236}">
                <a16:creationId xmlns:a16="http://schemas.microsoft.com/office/drawing/2014/main" id="{82E58203-5321-3C4C-BB91-E61F07303796}"/>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2079" name="Line 79">
            <a:extLst>
              <a:ext uri="{FF2B5EF4-FFF2-40B4-BE49-F238E27FC236}">
                <a16:creationId xmlns:a16="http://schemas.microsoft.com/office/drawing/2014/main" id="{95EB3380-C0D8-2C44-951A-952F25A5F5C0}"/>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2080" name="Line 80">
            <a:extLst>
              <a:ext uri="{FF2B5EF4-FFF2-40B4-BE49-F238E27FC236}">
                <a16:creationId xmlns:a16="http://schemas.microsoft.com/office/drawing/2014/main" id="{DD8D998F-DC64-CF40-AE5F-27BA08D32120}"/>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2081" name="Line 81">
            <a:extLst>
              <a:ext uri="{FF2B5EF4-FFF2-40B4-BE49-F238E27FC236}">
                <a16:creationId xmlns:a16="http://schemas.microsoft.com/office/drawing/2014/main" id="{3E52BEA9-9377-FF4B-9EB4-94E69737B61C}"/>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2082" name="Text Box 82">
            <a:extLst>
              <a:ext uri="{FF2B5EF4-FFF2-40B4-BE49-F238E27FC236}">
                <a16:creationId xmlns:a16="http://schemas.microsoft.com/office/drawing/2014/main" id="{207EC254-6698-F941-AECE-C2D9410EEADA}"/>
              </a:ext>
            </a:extLst>
          </p:cNvPr>
          <p:cNvSpPr txBox="1">
            <a:spLocks noChangeArrowheads="1"/>
          </p:cNvSpPr>
          <p:nvPr/>
        </p:nvSpPr>
        <p:spPr bwMode="auto">
          <a:xfrm>
            <a:off x="1331119" y="3813573"/>
            <a:ext cx="6669881" cy="1061829"/>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latin typeface="Arial" panose="020B0604020202020204" pitchFamily="34" charset="0"/>
              </a:rPr>
              <a:t>复位 </a:t>
            </a:r>
            <a:r>
              <a:rPr lang="en-US" altLang="zh-CN" sz="2100">
                <a:solidFill>
                  <a:srgbClr val="333399"/>
                </a:solidFill>
                <a:latin typeface="Arial" panose="020B0604020202020204" pitchFamily="34" charset="0"/>
              </a:rPr>
              <a:t>RST (ReSeT) —— </a:t>
            </a:r>
            <a:r>
              <a:rPr lang="zh-CN" altLang="en-US" sz="2100">
                <a:solidFill>
                  <a:srgbClr val="333399"/>
                </a:solidFill>
                <a:latin typeface="Arial" panose="020B0604020202020204" pitchFamily="34" charset="0"/>
              </a:rPr>
              <a:t>当 </a:t>
            </a:r>
            <a:r>
              <a:rPr lang="en-US" altLang="zh-CN" sz="2100">
                <a:solidFill>
                  <a:srgbClr val="333399"/>
                </a:solidFill>
                <a:latin typeface="Arial" panose="020B0604020202020204" pitchFamily="34" charset="0"/>
              </a:rPr>
              <a:t>RST </a:t>
            </a:r>
            <a:r>
              <a:rPr lang="en-US" altLang="zh-CN" sz="2100">
                <a:solidFill>
                  <a:srgbClr val="333399"/>
                </a:solidFill>
                <a:latin typeface="Arial" panose="020B0604020202020204" pitchFamily="34" charset="0"/>
                <a:sym typeface="Symbol" pitchFamily="2" charset="2"/>
              </a:rPr>
              <a:t></a:t>
            </a:r>
            <a:r>
              <a:rPr lang="en-US" altLang="zh-CN" sz="2100">
                <a:solidFill>
                  <a:srgbClr val="333399"/>
                </a:solidFill>
                <a:latin typeface="Arial" panose="020B0604020202020204" pitchFamily="34" charset="0"/>
              </a:rPr>
              <a:t> 1 </a:t>
            </a:r>
            <a:r>
              <a:rPr lang="zh-CN" altLang="en-US" sz="2100">
                <a:solidFill>
                  <a:srgbClr val="333399"/>
                </a:solidFill>
                <a:latin typeface="Arial" panose="020B0604020202020204" pitchFamily="34" charset="0"/>
              </a:rPr>
              <a:t>时，表明 </a:t>
            </a:r>
            <a:r>
              <a:rPr lang="en-US" altLang="zh-CN" sz="2100">
                <a:solidFill>
                  <a:srgbClr val="333399"/>
                </a:solidFill>
                <a:latin typeface="Arial" panose="020B0604020202020204" pitchFamily="34" charset="0"/>
              </a:rPr>
              <a:t>TCP </a:t>
            </a:r>
            <a:r>
              <a:rPr lang="zh-CN" altLang="en-US" sz="2100">
                <a:solidFill>
                  <a:srgbClr val="333399"/>
                </a:solidFill>
                <a:latin typeface="Arial" panose="020B0604020202020204" pitchFamily="34" charset="0"/>
              </a:rPr>
              <a:t>连接中出现严重差错（如由于主机崩溃或其他原因），必须释放连接，然后再重新建立运输连接。 </a:t>
            </a:r>
          </a:p>
        </p:txBody>
      </p:sp>
      <p:sp>
        <p:nvSpPr>
          <p:cNvPr id="512083" name="Rectangle 83">
            <a:extLst>
              <a:ext uri="{FF2B5EF4-FFF2-40B4-BE49-F238E27FC236}">
                <a16:creationId xmlns:a16="http://schemas.microsoft.com/office/drawing/2014/main" id="{4240962A-07D4-1D47-B38B-62A17C6DE4A3}"/>
              </a:ext>
            </a:extLst>
          </p:cNvPr>
          <p:cNvSpPr>
            <a:spLocks noChangeArrowheads="1"/>
          </p:cNvSpPr>
          <p:nvPr/>
        </p:nvSpPr>
        <p:spPr bwMode="auto">
          <a:xfrm>
            <a:off x="3996929" y="2087166"/>
            <a:ext cx="196453"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6571E03B-8639-F641-BEAF-1FE435EC9102}"/>
              </a:ext>
            </a:extLst>
          </p:cNvPr>
          <p:cNvSpPr>
            <a:spLocks noGrp="1"/>
          </p:cNvSpPr>
          <p:nvPr>
            <p:ph type="sldNum" sz="quarter" idx="10"/>
          </p:nvPr>
        </p:nvSpPr>
        <p:spPr>
          <a:xfrm>
            <a:off x="8732520" y="4832697"/>
            <a:ext cx="411480"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9A57EF6-E802-524C-BE35-CD7A0E58BEED}" type="slidenum">
              <a:rPr lang="en-US" altLang="zh-CN" sz="1050"/>
              <a:pPr>
                <a:defRPr/>
              </a:pPr>
              <a:t>56</a:t>
            </a:fld>
            <a:endParaRPr lang="en-US" altLang="zh-CN" sz="1050"/>
          </a:p>
        </p:txBody>
      </p:sp>
    </p:spTree>
    <p:extLst>
      <p:ext uri="{BB962C8B-B14F-4D97-AF65-F5344CB8AC3E}">
        <p14:creationId xmlns:p14="http://schemas.microsoft.com/office/powerpoint/2010/main" val="2552008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083"/>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208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83" grpId="0" animBg="1"/>
      <p:bldP spid="512083" grpId="1" animBg="1"/>
    </p:bld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3026" name="Line 2">
            <a:extLst>
              <a:ext uri="{FF2B5EF4-FFF2-40B4-BE49-F238E27FC236}">
                <a16:creationId xmlns:a16="http://schemas.microsoft.com/office/drawing/2014/main" id="{E38F7EDD-BD24-2345-800B-39BCF00D19CC}"/>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3027" name="Rectangle 3">
            <a:extLst>
              <a:ext uri="{FF2B5EF4-FFF2-40B4-BE49-F238E27FC236}">
                <a16:creationId xmlns:a16="http://schemas.microsoft.com/office/drawing/2014/main" id="{F7C94843-1571-9642-9B9E-4CBCB9986A85}"/>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13028" name="Line 4">
            <a:extLst>
              <a:ext uri="{FF2B5EF4-FFF2-40B4-BE49-F238E27FC236}">
                <a16:creationId xmlns:a16="http://schemas.microsoft.com/office/drawing/2014/main" id="{75359114-5475-E44C-9474-F8A07A4418A3}"/>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3029" name="Rectangle 5">
            <a:extLst>
              <a:ext uri="{FF2B5EF4-FFF2-40B4-BE49-F238E27FC236}">
                <a16:creationId xmlns:a16="http://schemas.microsoft.com/office/drawing/2014/main" id="{EDEC0A44-FE19-8F40-9F90-A349234DA6A0}"/>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13030" name="Rectangle 6">
            <a:extLst>
              <a:ext uri="{FF2B5EF4-FFF2-40B4-BE49-F238E27FC236}">
                <a16:creationId xmlns:a16="http://schemas.microsoft.com/office/drawing/2014/main" id="{3D0173AC-376D-A94C-A6AD-EE51E6151F4D}"/>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31" name="Line 7">
            <a:extLst>
              <a:ext uri="{FF2B5EF4-FFF2-40B4-BE49-F238E27FC236}">
                <a16:creationId xmlns:a16="http://schemas.microsoft.com/office/drawing/2014/main" id="{E8C4123D-3951-E343-9017-B5E198BAD7AF}"/>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32" name="Line 8">
            <a:extLst>
              <a:ext uri="{FF2B5EF4-FFF2-40B4-BE49-F238E27FC236}">
                <a16:creationId xmlns:a16="http://schemas.microsoft.com/office/drawing/2014/main" id="{EF1120B0-421C-BF43-A512-2EB319D8DEC2}"/>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33" name="Line 9">
            <a:extLst>
              <a:ext uri="{FF2B5EF4-FFF2-40B4-BE49-F238E27FC236}">
                <a16:creationId xmlns:a16="http://schemas.microsoft.com/office/drawing/2014/main" id="{2CF98312-1B75-0148-8511-A578E9FC292A}"/>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34" name="Line 10">
            <a:extLst>
              <a:ext uri="{FF2B5EF4-FFF2-40B4-BE49-F238E27FC236}">
                <a16:creationId xmlns:a16="http://schemas.microsoft.com/office/drawing/2014/main" id="{2BC1181B-D0F1-3E44-973D-65BB62457590}"/>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35" name="Line 11">
            <a:extLst>
              <a:ext uri="{FF2B5EF4-FFF2-40B4-BE49-F238E27FC236}">
                <a16:creationId xmlns:a16="http://schemas.microsoft.com/office/drawing/2014/main" id="{9CAE06FE-550B-DB40-8D02-B3E63454D2BB}"/>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36" name="Line 12">
            <a:extLst>
              <a:ext uri="{FF2B5EF4-FFF2-40B4-BE49-F238E27FC236}">
                <a16:creationId xmlns:a16="http://schemas.microsoft.com/office/drawing/2014/main" id="{10230EE7-AF1B-7947-B8DA-72C95F732D1E}"/>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37" name="Rectangle 13">
            <a:extLst>
              <a:ext uri="{FF2B5EF4-FFF2-40B4-BE49-F238E27FC236}">
                <a16:creationId xmlns:a16="http://schemas.microsoft.com/office/drawing/2014/main" id="{728C16F1-7209-B349-9F2F-0B9EB1985608}"/>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13038" name="Rectangle 14">
            <a:extLst>
              <a:ext uri="{FF2B5EF4-FFF2-40B4-BE49-F238E27FC236}">
                <a16:creationId xmlns:a16="http://schemas.microsoft.com/office/drawing/2014/main" id="{0C117688-A671-254B-87EA-BCBF044EB2F4}"/>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13039" name="Rectangle 15">
            <a:extLst>
              <a:ext uri="{FF2B5EF4-FFF2-40B4-BE49-F238E27FC236}">
                <a16:creationId xmlns:a16="http://schemas.microsoft.com/office/drawing/2014/main" id="{53145E5C-EF9A-EC49-BC7A-59051D0CCA02}"/>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13040" name="Rectangle 16">
            <a:extLst>
              <a:ext uri="{FF2B5EF4-FFF2-40B4-BE49-F238E27FC236}">
                <a16:creationId xmlns:a16="http://schemas.microsoft.com/office/drawing/2014/main" id="{E3B6F05E-8AF2-D74D-8F1B-1B23CE73F3C6}"/>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13041" name="Rectangle 17">
            <a:extLst>
              <a:ext uri="{FF2B5EF4-FFF2-40B4-BE49-F238E27FC236}">
                <a16:creationId xmlns:a16="http://schemas.microsoft.com/office/drawing/2014/main" id="{7D7280CC-AAF0-9B40-8010-063A4DF4F12C}"/>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13042" name="Rectangle 18">
            <a:extLst>
              <a:ext uri="{FF2B5EF4-FFF2-40B4-BE49-F238E27FC236}">
                <a16:creationId xmlns:a16="http://schemas.microsoft.com/office/drawing/2014/main" id="{A21EE5F2-73D5-564F-A1A3-E333D65A1A13}"/>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13043" name="Line 19">
            <a:extLst>
              <a:ext uri="{FF2B5EF4-FFF2-40B4-BE49-F238E27FC236}">
                <a16:creationId xmlns:a16="http://schemas.microsoft.com/office/drawing/2014/main" id="{ADEF65BA-E3D6-394B-A541-D6DADADFE273}"/>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44" name="Rectangle 20">
            <a:extLst>
              <a:ext uri="{FF2B5EF4-FFF2-40B4-BE49-F238E27FC236}">
                <a16:creationId xmlns:a16="http://schemas.microsoft.com/office/drawing/2014/main" id="{A559DCF0-8F4D-D747-B058-73CA32E468CF}"/>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13045" name="Rectangle 21">
            <a:extLst>
              <a:ext uri="{FF2B5EF4-FFF2-40B4-BE49-F238E27FC236}">
                <a16:creationId xmlns:a16="http://schemas.microsoft.com/office/drawing/2014/main" id="{8CD39333-1FE3-F949-8B9C-F0E2EFCB814A}"/>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13046" name="Rectangle 22">
            <a:extLst>
              <a:ext uri="{FF2B5EF4-FFF2-40B4-BE49-F238E27FC236}">
                <a16:creationId xmlns:a16="http://schemas.microsoft.com/office/drawing/2014/main" id="{7554C2B5-B70E-0B4B-8B7D-403221E7F290}"/>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13047" name="Line 23">
            <a:extLst>
              <a:ext uri="{FF2B5EF4-FFF2-40B4-BE49-F238E27FC236}">
                <a16:creationId xmlns:a16="http://schemas.microsoft.com/office/drawing/2014/main" id="{2303C2DA-0159-BA48-9DF2-7901DDB0FCB9}"/>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48" name="Line 24">
            <a:extLst>
              <a:ext uri="{FF2B5EF4-FFF2-40B4-BE49-F238E27FC236}">
                <a16:creationId xmlns:a16="http://schemas.microsoft.com/office/drawing/2014/main" id="{D6F0FE59-6F46-2E4A-B49F-C5204C9F22A1}"/>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49" name="Line 25">
            <a:extLst>
              <a:ext uri="{FF2B5EF4-FFF2-40B4-BE49-F238E27FC236}">
                <a16:creationId xmlns:a16="http://schemas.microsoft.com/office/drawing/2014/main" id="{D69BA2E8-8544-4748-A117-B32314F05D9D}"/>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50" name="Line 26">
            <a:extLst>
              <a:ext uri="{FF2B5EF4-FFF2-40B4-BE49-F238E27FC236}">
                <a16:creationId xmlns:a16="http://schemas.microsoft.com/office/drawing/2014/main" id="{7DC9CCB5-CC03-2643-96F0-525C67F025AA}"/>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51" name="Line 27">
            <a:extLst>
              <a:ext uri="{FF2B5EF4-FFF2-40B4-BE49-F238E27FC236}">
                <a16:creationId xmlns:a16="http://schemas.microsoft.com/office/drawing/2014/main" id="{07598134-B8C6-BE44-A34D-5FAB523D0529}"/>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52" name="Line 28">
            <a:extLst>
              <a:ext uri="{FF2B5EF4-FFF2-40B4-BE49-F238E27FC236}">
                <a16:creationId xmlns:a16="http://schemas.microsoft.com/office/drawing/2014/main" id="{FA541DB3-EDF7-D548-8D3A-71CF2C92BFAA}"/>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53" name="Line 29">
            <a:extLst>
              <a:ext uri="{FF2B5EF4-FFF2-40B4-BE49-F238E27FC236}">
                <a16:creationId xmlns:a16="http://schemas.microsoft.com/office/drawing/2014/main" id="{8152162A-A124-9847-8F6E-E1CC293CAF8B}"/>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54" name="Rectangle 30">
            <a:extLst>
              <a:ext uri="{FF2B5EF4-FFF2-40B4-BE49-F238E27FC236}">
                <a16:creationId xmlns:a16="http://schemas.microsoft.com/office/drawing/2014/main" id="{AC6FE49F-DC01-EF4B-8CBE-1C59D9DB9E5A}"/>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13055" name="Rectangle 31">
            <a:extLst>
              <a:ext uri="{FF2B5EF4-FFF2-40B4-BE49-F238E27FC236}">
                <a16:creationId xmlns:a16="http://schemas.microsoft.com/office/drawing/2014/main" id="{33F1C0F8-EDA8-FA4F-94EF-4C6E663CECA6}"/>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13056" name="Line 32">
            <a:extLst>
              <a:ext uri="{FF2B5EF4-FFF2-40B4-BE49-F238E27FC236}">
                <a16:creationId xmlns:a16="http://schemas.microsoft.com/office/drawing/2014/main" id="{727B3242-4AD1-BC4A-A0B9-1C44C1CB9F65}"/>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57" name="Line 33">
            <a:extLst>
              <a:ext uri="{FF2B5EF4-FFF2-40B4-BE49-F238E27FC236}">
                <a16:creationId xmlns:a16="http://schemas.microsoft.com/office/drawing/2014/main" id="{BAD55FBA-BB19-D342-8A06-5A053624260D}"/>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58" name="Line 34">
            <a:extLst>
              <a:ext uri="{FF2B5EF4-FFF2-40B4-BE49-F238E27FC236}">
                <a16:creationId xmlns:a16="http://schemas.microsoft.com/office/drawing/2014/main" id="{09D9D54F-0AF0-6643-AAD0-C207EF97C901}"/>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59" name="Line 35">
            <a:extLst>
              <a:ext uri="{FF2B5EF4-FFF2-40B4-BE49-F238E27FC236}">
                <a16:creationId xmlns:a16="http://schemas.microsoft.com/office/drawing/2014/main" id="{12A46E87-93EB-7C47-B672-926A5E8613A8}"/>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60" name="Line 36">
            <a:extLst>
              <a:ext uri="{FF2B5EF4-FFF2-40B4-BE49-F238E27FC236}">
                <a16:creationId xmlns:a16="http://schemas.microsoft.com/office/drawing/2014/main" id="{D24FE089-E952-204C-A977-6347FB2E87BF}"/>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61" name="Line 37">
            <a:extLst>
              <a:ext uri="{FF2B5EF4-FFF2-40B4-BE49-F238E27FC236}">
                <a16:creationId xmlns:a16="http://schemas.microsoft.com/office/drawing/2014/main" id="{ED73DF4E-D3AA-CA45-ABE1-CF4B7E049FE5}"/>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62" name="Line 38">
            <a:extLst>
              <a:ext uri="{FF2B5EF4-FFF2-40B4-BE49-F238E27FC236}">
                <a16:creationId xmlns:a16="http://schemas.microsoft.com/office/drawing/2014/main" id="{7222B95F-885D-BB4E-AD90-07A3D6118C43}"/>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63" name="Line 39">
            <a:extLst>
              <a:ext uri="{FF2B5EF4-FFF2-40B4-BE49-F238E27FC236}">
                <a16:creationId xmlns:a16="http://schemas.microsoft.com/office/drawing/2014/main" id="{CF19A00E-2E97-E740-84F5-8BDC9F522B20}"/>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64" name="Line 40">
            <a:extLst>
              <a:ext uri="{FF2B5EF4-FFF2-40B4-BE49-F238E27FC236}">
                <a16:creationId xmlns:a16="http://schemas.microsoft.com/office/drawing/2014/main" id="{AB9579B8-2BD8-2349-B269-E755ED1C2B71}"/>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65" name="Line 41">
            <a:extLst>
              <a:ext uri="{FF2B5EF4-FFF2-40B4-BE49-F238E27FC236}">
                <a16:creationId xmlns:a16="http://schemas.microsoft.com/office/drawing/2014/main" id="{73F106F3-91DA-7540-A503-70E095433122}"/>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66" name="Line 42">
            <a:extLst>
              <a:ext uri="{FF2B5EF4-FFF2-40B4-BE49-F238E27FC236}">
                <a16:creationId xmlns:a16="http://schemas.microsoft.com/office/drawing/2014/main" id="{9E1F3809-18FE-8A49-8D92-95AB2D83A841}"/>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67" name="Line 43">
            <a:extLst>
              <a:ext uri="{FF2B5EF4-FFF2-40B4-BE49-F238E27FC236}">
                <a16:creationId xmlns:a16="http://schemas.microsoft.com/office/drawing/2014/main" id="{8E99F118-C6F0-6F4E-B486-2E2C95E751EC}"/>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68" name="Line 44">
            <a:extLst>
              <a:ext uri="{FF2B5EF4-FFF2-40B4-BE49-F238E27FC236}">
                <a16:creationId xmlns:a16="http://schemas.microsoft.com/office/drawing/2014/main" id="{FF383BF5-BFDA-A247-B445-70596BA40155}"/>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69" name="Line 45">
            <a:extLst>
              <a:ext uri="{FF2B5EF4-FFF2-40B4-BE49-F238E27FC236}">
                <a16:creationId xmlns:a16="http://schemas.microsoft.com/office/drawing/2014/main" id="{E8FCF2BE-A56A-2546-82FE-C19888E122CA}"/>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70" name="Line 46">
            <a:extLst>
              <a:ext uri="{FF2B5EF4-FFF2-40B4-BE49-F238E27FC236}">
                <a16:creationId xmlns:a16="http://schemas.microsoft.com/office/drawing/2014/main" id="{0F06E5D7-0DF5-1846-96BB-CF9BFC6DA0AA}"/>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71" name="Line 47">
            <a:extLst>
              <a:ext uri="{FF2B5EF4-FFF2-40B4-BE49-F238E27FC236}">
                <a16:creationId xmlns:a16="http://schemas.microsoft.com/office/drawing/2014/main" id="{F078082B-4F85-3541-A7C7-3F488604A4A1}"/>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72" name="Line 48">
            <a:extLst>
              <a:ext uri="{FF2B5EF4-FFF2-40B4-BE49-F238E27FC236}">
                <a16:creationId xmlns:a16="http://schemas.microsoft.com/office/drawing/2014/main" id="{6DC04A56-EB94-9144-99E0-3915615EF4A8}"/>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73" name="Line 49">
            <a:extLst>
              <a:ext uri="{FF2B5EF4-FFF2-40B4-BE49-F238E27FC236}">
                <a16:creationId xmlns:a16="http://schemas.microsoft.com/office/drawing/2014/main" id="{71D17B20-CBDF-8343-BE02-0F2157371614}"/>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74" name="Line 50">
            <a:extLst>
              <a:ext uri="{FF2B5EF4-FFF2-40B4-BE49-F238E27FC236}">
                <a16:creationId xmlns:a16="http://schemas.microsoft.com/office/drawing/2014/main" id="{5E935245-98EC-C14D-A0CC-1EE2D1BE566E}"/>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75" name="Line 51">
            <a:extLst>
              <a:ext uri="{FF2B5EF4-FFF2-40B4-BE49-F238E27FC236}">
                <a16:creationId xmlns:a16="http://schemas.microsoft.com/office/drawing/2014/main" id="{E8E2B95F-B613-C745-9609-44C7362B1A8D}"/>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76" name="Line 52">
            <a:extLst>
              <a:ext uri="{FF2B5EF4-FFF2-40B4-BE49-F238E27FC236}">
                <a16:creationId xmlns:a16="http://schemas.microsoft.com/office/drawing/2014/main" id="{07CAB8A0-5FE7-EB49-A736-55B0755CD242}"/>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77" name="Line 53">
            <a:extLst>
              <a:ext uri="{FF2B5EF4-FFF2-40B4-BE49-F238E27FC236}">
                <a16:creationId xmlns:a16="http://schemas.microsoft.com/office/drawing/2014/main" id="{B19AB68C-8F42-8747-829F-689B325FDA35}"/>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78" name="Line 54">
            <a:extLst>
              <a:ext uri="{FF2B5EF4-FFF2-40B4-BE49-F238E27FC236}">
                <a16:creationId xmlns:a16="http://schemas.microsoft.com/office/drawing/2014/main" id="{843CE00E-ECD9-544C-B608-FE369C01384F}"/>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79" name="Line 55">
            <a:extLst>
              <a:ext uri="{FF2B5EF4-FFF2-40B4-BE49-F238E27FC236}">
                <a16:creationId xmlns:a16="http://schemas.microsoft.com/office/drawing/2014/main" id="{19351320-9791-6C4E-9030-EFF0803E2F30}"/>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80" name="Line 56">
            <a:extLst>
              <a:ext uri="{FF2B5EF4-FFF2-40B4-BE49-F238E27FC236}">
                <a16:creationId xmlns:a16="http://schemas.microsoft.com/office/drawing/2014/main" id="{85C9F1E6-BDD1-5243-AB83-06B1F5BDADFC}"/>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81" name="Line 57">
            <a:extLst>
              <a:ext uri="{FF2B5EF4-FFF2-40B4-BE49-F238E27FC236}">
                <a16:creationId xmlns:a16="http://schemas.microsoft.com/office/drawing/2014/main" id="{2F5FEF95-81FB-CE49-95E2-FA24E2DFAC73}"/>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82" name="Line 58">
            <a:extLst>
              <a:ext uri="{FF2B5EF4-FFF2-40B4-BE49-F238E27FC236}">
                <a16:creationId xmlns:a16="http://schemas.microsoft.com/office/drawing/2014/main" id="{938F9141-7031-C748-ADD5-62E4083F64E8}"/>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83" name="Line 59">
            <a:extLst>
              <a:ext uri="{FF2B5EF4-FFF2-40B4-BE49-F238E27FC236}">
                <a16:creationId xmlns:a16="http://schemas.microsoft.com/office/drawing/2014/main" id="{86CA68E1-11A8-0041-8E06-71C4A69B8112}"/>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84" name="Line 60">
            <a:extLst>
              <a:ext uri="{FF2B5EF4-FFF2-40B4-BE49-F238E27FC236}">
                <a16:creationId xmlns:a16="http://schemas.microsoft.com/office/drawing/2014/main" id="{CD08758A-B94C-6247-BABB-1E31F07FC1AA}"/>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85" name="Line 61">
            <a:extLst>
              <a:ext uri="{FF2B5EF4-FFF2-40B4-BE49-F238E27FC236}">
                <a16:creationId xmlns:a16="http://schemas.microsoft.com/office/drawing/2014/main" id="{D9DFF331-F4B6-1A4B-BBFC-9765852539B1}"/>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86" name="Line 62">
            <a:extLst>
              <a:ext uri="{FF2B5EF4-FFF2-40B4-BE49-F238E27FC236}">
                <a16:creationId xmlns:a16="http://schemas.microsoft.com/office/drawing/2014/main" id="{7267A5C7-2664-D24B-8F7E-3B9780E43D8A}"/>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87" name="Line 63">
            <a:extLst>
              <a:ext uri="{FF2B5EF4-FFF2-40B4-BE49-F238E27FC236}">
                <a16:creationId xmlns:a16="http://schemas.microsoft.com/office/drawing/2014/main" id="{525D0005-AEFD-884E-9345-CB879CA039D8}"/>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88" name="Line 64">
            <a:extLst>
              <a:ext uri="{FF2B5EF4-FFF2-40B4-BE49-F238E27FC236}">
                <a16:creationId xmlns:a16="http://schemas.microsoft.com/office/drawing/2014/main" id="{397B7BE7-18D0-6946-9635-627785403546}"/>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89" name="Line 65">
            <a:extLst>
              <a:ext uri="{FF2B5EF4-FFF2-40B4-BE49-F238E27FC236}">
                <a16:creationId xmlns:a16="http://schemas.microsoft.com/office/drawing/2014/main" id="{434FC948-D81E-CB4C-9614-3D1B29440F82}"/>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3090" name="Rectangle 66">
            <a:extLst>
              <a:ext uri="{FF2B5EF4-FFF2-40B4-BE49-F238E27FC236}">
                <a16:creationId xmlns:a16="http://schemas.microsoft.com/office/drawing/2014/main" id="{DD3F20E2-D729-074C-BE6A-07FCCDD39FE2}"/>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3091" name="Rectangle 67">
            <a:extLst>
              <a:ext uri="{FF2B5EF4-FFF2-40B4-BE49-F238E27FC236}">
                <a16:creationId xmlns:a16="http://schemas.microsoft.com/office/drawing/2014/main" id="{DE8CFF2F-7286-5C41-8E17-814553E2FBAC}"/>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3092" name="Rectangle 68">
            <a:extLst>
              <a:ext uri="{FF2B5EF4-FFF2-40B4-BE49-F238E27FC236}">
                <a16:creationId xmlns:a16="http://schemas.microsoft.com/office/drawing/2014/main" id="{ADE39B64-16F7-1340-BD9B-E366CFD2E4CD}"/>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3093" name="Rectangle 69">
            <a:extLst>
              <a:ext uri="{FF2B5EF4-FFF2-40B4-BE49-F238E27FC236}">
                <a16:creationId xmlns:a16="http://schemas.microsoft.com/office/drawing/2014/main" id="{9DDE3D27-1D88-0F4A-B1FB-6DACD796BC7B}"/>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3094" name="Rectangle 70">
            <a:extLst>
              <a:ext uri="{FF2B5EF4-FFF2-40B4-BE49-F238E27FC236}">
                <a16:creationId xmlns:a16="http://schemas.microsoft.com/office/drawing/2014/main" id="{C00D6198-3E21-6043-B323-C68542AF2A81}"/>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13095" name="Rectangle 71">
            <a:extLst>
              <a:ext uri="{FF2B5EF4-FFF2-40B4-BE49-F238E27FC236}">
                <a16:creationId xmlns:a16="http://schemas.microsoft.com/office/drawing/2014/main" id="{36B3A27E-6119-8A42-AF27-E0BCE16744F6}"/>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13096" name="Rectangle 72">
            <a:extLst>
              <a:ext uri="{FF2B5EF4-FFF2-40B4-BE49-F238E27FC236}">
                <a16:creationId xmlns:a16="http://schemas.microsoft.com/office/drawing/2014/main" id="{48323443-F257-1148-8107-D0131BDD6ACF}"/>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13097" name="Rectangle 73">
            <a:extLst>
              <a:ext uri="{FF2B5EF4-FFF2-40B4-BE49-F238E27FC236}">
                <a16:creationId xmlns:a16="http://schemas.microsoft.com/office/drawing/2014/main" id="{AA6618AF-D8DA-5746-988F-1F6D83587028}"/>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13098" name="Rectangle 74">
            <a:extLst>
              <a:ext uri="{FF2B5EF4-FFF2-40B4-BE49-F238E27FC236}">
                <a16:creationId xmlns:a16="http://schemas.microsoft.com/office/drawing/2014/main" id="{A13C292E-82D3-7841-BCEF-ADCFA1705378}"/>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13099" name="Rectangle 75">
            <a:extLst>
              <a:ext uri="{FF2B5EF4-FFF2-40B4-BE49-F238E27FC236}">
                <a16:creationId xmlns:a16="http://schemas.microsoft.com/office/drawing/2014/main" id="{226FA066-83C3-FB46-B0E4-347922D098AE}"/>
              </a:ext>
            </a:extLst>
          </p:cNvPr>
          <p:cNvSpPr>
            <a:spLocks noChangeArrowheads="1"/>
          </p:cNvSpPr>
          <p:nvPr/>
        </p:nvSpPr>
        <p:spPr bwMode="auto">
          <a:xfrm>
            <a:off x="1331119"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13100" name="Line 76">
            <a:extLst>
              <a:ext uri="{FF2B5EF4-FFF2-40B4-BE49-F238E27FC236}">
                <a16:creationId xmlns:a16="http://schemas.microsoft.com/office/drawing/2014/main" id="{0526BA89-BBB5-8645-8EB0-0096BD1F5DE9}"/>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3101" name="Rectangle 77">
            <a:extLst>
              <a:ext uri="{FF2B5EF4-FFF2-40B4-BE49-F238E27FC236}">
                <a16:creationId xmlns:a16="http://schemas.microsoft.com/office/drawing/2014/main" id="{CB2CB6A0-D98C-474D-B611-85F38E956AB7}"/>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13102" name="Line 78">
            <a:extLst>
              <a:ext uri="{FF2B5EF4-FFF2-40B4-BE49-F238E27FC236}">
                <a16:creationId xmlns:a16="http://schemas.microsoft.com/office/drawing/2014/main" id="{A6CD44B7-BED8-B146-86E7-A3BD0F915510}"/>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3103" name="Line 79">
            <a:extLst>
              <a:ext uri="{FF2B5EF4-FFF2-40B4-BE49-F238E27FC236}">
                <a16:creationId xmlns:a16="http://schemas.microsoft.com/office/drawing/2014/main" id="{73C94C00-7B40-044A-A510-9E8562A63ECA}"/>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3104" name="Line 80">
            <a:extLst>
              <a:ext uri="{FF2B5EF4-FFF2-40B4-BE49-F238E27FC236}">
                <a16:creationId xmlns:a16="http://schemas.microsoft.com/office/drawing/2014/main" id="{ED5DD871-3881-C544-BF55-CC0C18A393F6}"/>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3105" name="Line 81">
            <a:extLst>
              <a:ext uri="{FF2B5EF4-FFF2-40B4-BE49-F238E27FC236}">
                <a16:creationId xmlns:a16="http://schemas.microsoft.com/office/drawing/2014/main" id="{27F81BFD-6906-C845-803D-58791CF78EB5}"/>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3106" name="Text Box 82">
            <a:extLst>
              <a:ext uri="{FF2B5EF4-FFF2-40B4-BE49-F238E27FC236}">
                <a16:creationId xmlns:a16="http://schemas.microsoft.com/office/drawing/2014/main" id="{A5861C24-842B-0942-BAD8-3AE5FC5EFAC1}"/>
              </a:ext>
            </a:extLst>
          </p:cNvPr>
          <p:cNvSpPr txBox="1">
            <a:spLocks noChangeArrowheads="1"/>
          </p:cNvSpPr>
          <p:nvPr/>
        </p:nvSpPr>
        <p:spPr bwMode="auto">
          <a:xfrm>
            <a:off x="1331119" y="3813572"/>
            <a:ext cx="6318647" cy="738664"/>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latin typeface="Arial" panose="020B0604020202020204" pitchFamily="34" charset="0"/>
              </a:rPr>
              <a:t>同步 </a:t>
            </a:r>
            <a:r>
              <a:rPr lang="en-US" altLang="zh-CN" sz="2100">
                <a:solidFill>
                  <a:srgbClr val="333399"/>
                </a:solidFill>
                <a:latin typeface="Arial" panose="020B0604020202020204" pitchFamily="34" charset="0"/>
              </a:rPr>
              <a:t>SYN —— </a:t>
            </a:r>
            <a:r>
              <a:rPr lang="zh-CN" altLang="en-US" sz="2100">
                <a:solidFill>
                  <a:srgbClr val="333399"/>
                </a:solidFill>
                <a:latin typeface="Arial" panose="020B0604020202020204" pitchFamily="34" charset="0"/>
              </a:rPr>
              <a:t>同步 </a:t>
            </a:r>
            <a:r>
              <a:rPr lang="en-US" altLang="zh-CN" sz="2100">
                <a:solidFill>
                  <a:srgbClr val="333399"/>
                </a:solidFill>
                <a:latin typeface="Arial" panose="020B0604020202020204" pitchFamily="34" charset="0"/>
              </a:rPr>
              <a:t>SYN = 1 </a:t>
            </a:r>
            <a:r>
              <a:rPr lang="zh-CN" altLang="en-US" sz="2100">
                <a:solidFill>
                  <a:srgbClr val="333399"/>
                </a:solidFill>
                <a:latin typeface="Arial" panose="020B0604020202020204" pitchFamily="34" charset="0"/>
              </a:rPr>
              <a:t>表示这是一个连接请求或连接接受报文。 </a:t>
            </a:r>
          </a:p>
        </p:txBody>
      </p:sp>
      <p:sp>
        <p:nvSpPr>
          <p:cNvPr id="513107" name="Rectangle 83">
            <a:extLst>
              <a:ext uri="{FF2B5EF4-FFF2-40B4-BE49-F238E27FC236}">
                <a16:creationId xmlns:a16="http://schemas.microsoft.com/office/drawing/2014/main" id="{BE1DD702-319A-364D-9A92-8A927225705D}"/>
              </a:ext>
            </a:extLst>
          </p:cNvPr>
          <p:cNvSpPr>
            <a:spLocks noChangeArrowheads="1"/>
          </p:cNvSpPr>
          <p:nvPr/>
        </p:nvSpPr>
        <p:spPr bwMode="auto">
          <a:xfrm>
            <a:off x="4161235" y="2087166"/>
            <a:ext cx="195263"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98271E24-0ACE-444C-BCB0-81AA2FB740D9}"/>
              </a:ext>
            </a:extLst>
          </p:cNvPr>
          <p:cNvSpPr>
            <a:spLocks noGrp="1"/>
          </p:cNvSpPr>
          <p:nvPr>
            <p:ph type="sldNum" sz="quarter" idx="10"/>
          </p:nvPr>
        </p:nvSpPr>
        <p:spPr>
          <a:xfrm>
            <a:off x="8801100" y="4868862"/>
            <a:ext cx="342900"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852301A-05DC-2349-8FD1-40B4EE869898}" type="slidenum">
              <a:rPr lang="en-US" altLang="zh-CN" sz="1050"/>
              <a:pPr>
                <a:defRPr/>
              </a:pPr>
              <a:t>57</a:t>
            </a:fld>
            <a:endParaRPr lang="en-US" altLang="zh-CN" sz="1050"/>
          </a:p>
        </p:txBody>
      </p:sp>
    </p:spTree>
    <p:extLst>
      <p:ext uri="{BB962C8B-B14F-4D97-AF65-F5344CB8AC3E}">
        <p14:creationId xmlns:p14="http://schemas.microsoft.com/office/powerpoint/2010/main" val="3562983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3107"/>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310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107" grpId="0" animBg="1"/>
      <p:bldP spid="513107" grpId="1" animBg="1"/>
    </p:bld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4050" name="Line 2">
            <a:extLst>
              <a:ext uri="{FF2B5EF4-FFF2-40B4-BE49-F238E27FC236}">
                <a16:creationId xmlns:a16="http://schemas.microsoft.com/office/drawing/2014/main" id="{F927B843-ADEE-6248-804E-4FF067EA829B}"/>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4051" name="Rectangle 3">
            <a:extLst>
              <a:ext uri="{FF2B5EF4-FFF2-40B4-BE49-F238E27FC236}">
                <a16:creationId xmlns:a16="http://schemas.microsoft.com/office/drawing/2014/main" id="{00F3BC8F-03F8-934E-9FC9-ACA79774B09E}"/>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14052" name="Line 4">
            <a:extLst>
              <a:ext uri="{FF2B5EF4-FFF2-40B4-BE49-F238E27FC236}">
                <a16:creationId xmlns:a16="http://schemas.microsoft.com/office/drawing/2014/main" id="{CB61020F-573B-7548-9D90-7FA4997A5A36}"/>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4053" name="Rectangle 5">
            <a:extLst>
              <a:ext uri="{FF2B5EF4-FFF2-40B4-BE49-F238E27FC236}">
                <a16:creationId xmlns:a16="http://schemas.microsoft.com/office/drawing/2014/main" id="{CAE8C534-D414-9C41-8406-C1C2AC2220C5}"/>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14054" name="Rectangle 6">
            <a:extLst>
              <a:ext uri="{FF2B5EF4-FFF2-40B4-BE49-F238E27FC236}">
                <a16:creationId xmlns:a16="http://schemas.microsoft.com/office/drawing/2014/main" id="{DFFBD448-6CFF-B94F-91AC-A3CDE5005D30}"/>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55" name="Line 7">
            <a:extLst>
              <a:ext uri="{FF2B5EF4-FFF2-40B4-BE49-F238E27FC236}">
                <a16:creationId xmlns:a16="http://schemas.microsoft.com/office/drawing/2014/main" id="{2A8F373E-03B0-1D42-9305-77E4ECBA0CFB}"/>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56" name="Line 8">
            <a:extLst>
              <a:ext uri="{FF2B5EF4-FFF2-40B4-BE49-F238E27FC236}">
                <a16:creationId xmlns:a16="http://schemas.microsoft.com/office/drawing/2014/main" id="{4C6FDD28-2245-7B49-AB8D-FF17FB7CA0C6}"/>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57" name="Line 9">
            <a:extLst>
              <a:ext uri="{FF2B5EF4-FFF2-40B4-BE49-F238E27FC236}">
                <a16:creationId xmlns:a16="http://schemas.microsoft.com/office/drawing/2014/main" id="{21129122-4BA2-F040-8356-41197BDE1D4B}"/>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58" name="Line 10">
            <a:extLst>
              <a:ext uri="{FF2B5EF4-FFF2-40B4-BE49-F238E27FC236}">
                <a16:creationId xmlns:a16="http://schemas.microsoft.com/office/drawing/2014/main" id="{C53B6C42-D70C-4E4A-A52E-B2153F4BA955}"/>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59" name="Line 11">
            <a:extLst>
              <a:ext uri="{FF2B5EF4-FFF2-40B4-BE49-F238E27FC236}">
                <a16:creationId xmlns:a16="http://schemas.microsoft.com/office/drawing/2014/main" id="{52B22F3C-ED3B-F540-8199-CC9487A9725E}"/>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60" name="Line 12">
            <a:extLst>
              <a:ext uri="{FF2B5EF4-FFF2-40B4-BE49-F238E27FC236}">
                <a16:creationId xmlns:a16="http://schemas.microsoft.com/office/drawing/2014/main" id="{4E33196A-4F9F-4340-9CEE-BCBFC452B459}"/>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61" name="Rectangle 13">
            <a:extLst>
              <a:ext uri="{FF2B5EF4-FFF2-40B4-BE49-F238E27FC236}">
                <a16:creationId xmlns:a16="http://schemas.microsoft.com/office/drawing/2014/main" id="{3BB6E826-BAB3-064C-85FC-4BDB07EA785A}"/>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14062" name="Rectangle 14">
            <a:extLst>
              <a:ext uri="{FF2B5EF4-FFF2-40B4-BE49-F238E27FC236}">
                <a16:creationId xmlns:a16="http://schemas.microsoft.com/office/drawing/2014/main" id="{5AE35A90-2036-614B-AA95-217758FC72C0}"/>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14063" name="Rectangle 15">
            <a:extLst>
              <a:ext uri="{FF2B5EF4-FFF2-40B4-BE49-F238E27FC236}">
                <a16:creationId xmlns:a16="http://schemas.microsoft.com/office/drawing/2014/main" id="{AD66B287-6A73-5A47-A077-7B5D7507CAFA}"/>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14064" name="Rectangle 16">
            <a:extLst>
              <a:ext uri="{FF2B5EF4-FFF2-40B4-BE49-F238E27FC236}">
                <a16:creationId xmlns:a16="http://schemas.microsoft.com/office/drawing/2014/main" id="{1324666B-4197-DA45-9CA1-517E8798B527}"/>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14065" name="Rectangle 17">
            <a:extLst>
              <a:ext uri="{FF2B5EF4-FFF2-40B4-BE49-F238E27FC236}">
                <a16:creationId xmlns:a16="http://schemas.microsoft.com/office/drawing/2014/main" id="{97C77960-53A7-504D-ABF4-0A010F4996C4}"/>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14066" name="Rectangle 18">
            <a:extLst>
              <a:ext uri="{FF2B5EF4-FFF2-40B4-BE49-F238E27FC236}">
                <a16:creationId xmlns:a16="http://schemas.microsoft.com/office/drawing/2014/main" id="{05DA40CF-299C-1542-87F7-92504E6885C9}"/>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14067" name="Line 19">
            <a:extLst>
              <a:ext uri="{FF2B5EF4-FFF2-40B4-BE49-F238E27FC236}">
                <a16:creationId xmlns:a16="http://schemas.microsoft.com/office/drawing/2014/main" id="{840B7F2E-39EB-DD4A-8940-32613CDB4F0C}"/>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68" name="Rectangle 20">
            <a:extLst>
              <a:ext uri="{FF2B5EF4-FFF2-40B4-BE49-F238E27FC236}">
                <a16:creationId xmlns:a16="http://schemas.microsoft.com/office/drawing/2014/main" id="{46DA67C2-C950-DC43-AD73-A93E4CF73326}"/>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14069" name="Rectangle 21">
            <a:extLst>
              <a:ext uri="{FF2B5EF4-FFF2-40B4-BE49-F238E27FC236}">
                <a16:creationId xmlns:a16="http://schemas.microsoft.com/office/drawing/2014/main" id="{44102C33-1C35-204D-B289-30545223BB36}"/>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14070" name="Rectangle 22">
            <a:extLst>
              <a:ext uri="{FF2B5EF4-FFF2-40B4-BE49-F238E27FC236}">
                <a16:creationId xmlns:a16="http://schemas.microsoft.com/office/drawing/2014/main" id="{C732DA3C-9A84-824A-BCB2-71F559024376}"/>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14071" name="Line 23">
            <a:extLst>
              <a:ext uri="{FF2B5EF4-FFF2-40B4-BE49-F238E27FC236}">
                <a16:creationId xmlns:a16="http://schemas.microsoft.com/office/drawing/2014/main" id="{13397896-7025-2A41-AFB0-AA5C1322FEE7}"/>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72" name="Line 24">
            <a:extLst>
              <a:ext uri="{FF2B5EF4-FFF2-40B4-BE49-F238E27FC236}">
                <a16:creationId xmlns:a16="http://schemas.microsoft.com/office/drawing/2014/main" id="{B0497C53-52EA-9442-95A6-CC5AA23DE137}"/>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73" name="Line 25">
            <a:extLst>
              <a:ext uri="{FF2B5EF4-FFF2-40B4-BE49-F238E27FC236}">
                <a16:creationId xmlns:a16="http://schemas.microsoft.com/office/drawing/2014/main" id="{2F93922D-F131-A848-94B5-472DC780467F}"/>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74" name="Line 26">
            <a:extLst>
              <a:ext uri="{FF2B5EF4-FFF2-40B4-BE49-F238E27FC236}">
                <a16:creationId xmlns:a16="http://schemas.microsoft.com/office/drawing/2014/main" id="{61622E96-CC9D-7E43-BC80-61011A7EB051}"/>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75" name="Line 27">
            <a:extLst>
              <a:ext uri="{FF2B5EF4-FFF2-40B4-BE49-F238E27FC236}">
                <a16:creationId xmlns:a16="http://schemas.microsoft.com/office/drawing/2014/main" id="{BDA214A4-281B-0A48-95BA-8CE7421951BA}"/>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76" name="Line 28">
            <a:extLst>
              <a:ext uri="{FF2B5EF4-FFF2-40B4-BE49-F238E27FC236}">
                <a16:creationId xmlns:a16="http://schemas.microsoft.com/office/drawing/2014/main" id="{6EADD75A-2CBF-2341-9AF2-33A2E19A0A04}"/>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77" name="Line 29">
            <a:extLst>
              <a:ext uri="{FF2B5EF4-FFF2-40B4-BE49-F238E27FC236}">
                <a16:creationId xmlns:a16="http://schemas.microsoft.com/office/drawing/2014/main" id="{09798EDC-4D98-8747-B1D6-49474B55FDF8}"/>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78" name="Rectangle 30">
            <a:extLst>
              <a:ext uri="{FF2B5EF4-FFF2-40B4-BE49-F238E27FC236}">
                <a16:creationId xmlns:a16="http://schemas.microsoft.com/office/drawing/2014/main" id="{74E2E0E6-E631-E44B-BF23-D1D895B383F4}"/>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14079" name="Rectangle 31">
            <a:extLst>
              <a:ext uri="{FF2B5EF4-FFF2-40B4-BE49-F238E27FC236}">
                <a16:creationId xmlns:a16="http://schemas.microsoft.com/office/drawing/2014/main" id="{2B1F410D-4A68-6D40-A938-F9F976F9BACD}"/>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14080" name="Line 32">
            <a:extLst>
              <a:ext uri="{FF2B5EF4-FFF2-40B4-BE49-F238E27FC236}">
                <a16:creationId xmlns:a16="http://schemas.microsoft.com/office/drawing/2014/main" id="{D6F8BB12-D188-5646-8A41-686F02BB57C9}"/>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81" name="Line 33">
            <a:extLst>
              <a:ext uri="{FF2B5EF4-FFF2-40B4-BE49-F238E27FC236}">
                <a16:creationId xmlns:a16="http://schemas.microsoft.com/office/drawing/2014/main" id="{268FE25A-CB74-CC46-8C1D-D289FFCDE879}"/>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82" name="Line 34">
            <a:extLst>
              <a:ext uri="{FF2B5EF4-FFF2-40B4-BE49-F238E27FC236}">
                <a16:creationId xmlns:a16="http://schemas.microsoft.com/office/drawing/2014/main" id="{42407B68-1970-0741-B17F-128F5CD6F8D3}"/>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83" name="Line 35">
            <a:extLst>
              <a:ext uri="{FF2B5EF4-FFF2-40B4-BE49-F238E27FC236}">
                <a16:creationId xmlns:a16="http://schemas.microsoft.com/office/drawing/2014/main" id="{B005D993-E122-174B-BAF4-513BE1988A56}"/>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84" name="Line 36">
            <a:extLst>
              <a:ext uri="{FF2B5EF4-FFF2-40B4-BE49-F238E27FC236}">
                <a16:creationId xmlns:a16="http://schemas.microsoft.com/office/drawing/2014/main" id="{E221F011-59E0-4545-BC30-EC48DB4DE5FA}"/>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85" name="Line 37">
            <a:extLst>
              <a:ext uri="{FF2B5EF4-FFF2-40B4-BE49-F238E27FC236}">
                <a16:creationId xmlns:a16="http://schemas.microsoft.com/office/drawing/2014/main" id="{7770338A-F26A-8340-8912-C0DD8C7A0C24}"/>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86" name="Line 38">
            <a:extLst>
              <a:ext uri="{FF2B5EF4-FFF2-40B4-BE49-F238E27FC236}">
                <a16:creationId xmlns:a16="http://schemas.microsoft.com/office/drawing/2014/main" id="{0D754C49-6355-D649-9ACE-8B67AA737B48}"/>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87" name="Line 39">
            <a:extLst>
              <a:ext uri="{FF2B5EF4-FFF2-40B4-BE49-F238E27FC236}">
                <a16:creationId xmlns:a16="http://schemas.microsoft.com/office/drawing/2014/main" id="{BBB66CB9-F599-7B40-9B03-FD76AB266D48}"/>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88" name="Line 40">
            <a:extLst>
              <a:ext uri="{FF2B5EF4-FFF2-40B4-BE49-F238E27FC236}">
                <a16:creationId xmlns:a16="http://schemas.microsoft.com/office/drawing/2014/main" id="{CA13CA7A-B23B-9846-A3FE-0AA2ECA80D12}"/>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89" name="Line 41">
            <a:extLst>
              <a:ext uri="{FF2B5EF4-FFF2-40B4-BE49-F238E27FC236}">
                <a16:creationId xmlns:a16="http://schemas.microsoft.com/office/drawing/2014/main" id="{8060FA9A-9031-B142-90E1-9A64ED10F115}"/>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90" name="Line 42">
            <a:extLst>
              <a:ext uri="{FF2B5EF4-FFF2-40B4-BE49-F238E27FC236}">
                <a16:creationId xmlns:a16="http://schemas.microsoft.com/office/drawing/2014/main" id="{A8ADA800-9AEB-454F-85B8-4226FCAB7C23}"/>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91" name="Line 43">
            <a:extLst>
              <a:ext uri="{FF2B5EF4-FFF2-40B4-BE49-F238E27FC236}">
                <a16:creationId xmlns:a16="http://schemas.microsoft.com/office/drawing/2014/main" id="{375D4305-A3EE-E141-ACC4-2DEB3D1EDEA1}"/>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92" name="Line 44">
            <a:extLst>
              <a:ext uri="{FF2B5EF4-FFF2-40B4-BE49-F238E27FC236}">
                <a16:creationId xmlns:a16="http://schemas.microsoft.com/office/drawing/2014/main" id="{3DC7DE79-8956-0444-88AC-012295AE9B49}"/>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93" name="Line 45">
            <a:extLst>
              <a:ext uri="{FF2B5EF4-FFF2-40B4-BE49-F238E27FC236}">
                <a16:creationId xmlns:a16="http://schemas.microsoft.com/office/drawing/2014/main" id="{082BF93E-51A2-A642-8EF5-D0F1EE383A82}"/>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94" name="Line 46">
            <a:extLst>
              <a:ext uri="{FF2B5EF4-FFF2-40B4-BE49-F238E27FC236}">
                <a16:creationId xmlns:a16="http://schemas.microsoft.com/office/drawing/2014/main" id="{AC48F438-7904-4845-A662-12137337A2D2}"/>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95" name="Line 47">
            <a:extLst>
              <a:ext uri="{FF2B5EF4-FFF2-40B4-BE49-F238E27FC236}">
                <a16:creationId xmlns:a16="http://schemas.microsoft.com/office/drawing/2014/main" id="{D9B20CC2-0427-C04F-A663-4920E20EFA39}"/>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96" name="Line 48">
            <a:extLst>
              <a:ext uri="{FF2B5EF4-FFF2-40B4-BE49-F238E27FC236}">
                <a16:creationId xmlns:a16="http://schemas.microsoft.com/office/drawing/2014/main" id="{D1FD0BBD-3A66-D54C-A8CC-DDFD665EB5A3}"/>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97" name="Line 49">
            <a:extLst>
              <a:ext uri="{FF2B5EF4-FFF2-40B4-BE49-F238E27FC236}">
                <a16:creationId xmlns:a16="http://schemas.microsoft.com/office/drawing/2014/main" id="{15648249-CA7E-D64F-BDC4-FFAE6438B177}"/>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98" name="Line 50">
            <a:extLst>
              <a:ext uri="{FF2B5EF4-FFF2-40B4-BE49-F238E27FC236}">
                <a16:creationId xmlns:a16="http://schemas.microsoft.com/office/drawing/2014/main" id="{CC777C76-5A6D-D440-AA28-8263455DB6E0}"/>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099" name="Line 51">
            <a:extLst>
              <a:ext uri="{FF2B5EF4-FFF2-40B4-BE49-F238E27FC236}">
                <a16:creationId xmlns:a16="http://schemas.microsoft.com/office/drawing/2014/main" id="{8F963BE6-9DD9-734A-8420-4A40901ADEDF}"/>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00" name="Line 52">
            <a:extLst>
              <a:ext uri="{FF2B5EF4-FFF2-40B4-BE49-F238E27FC236}">
                <a16:creationId xmlns:a16="http://schemas.microsoft.com/office/drawing/2014/main" id="{07CA917B-47FA-EA44-8A65-E7184BAD9FDA}"/>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01" name="Line 53">
            <a:extLst>
              <a:ext uri="{FF2B5EF4-FFF2-40B4-BE49-F238E27FC236}">
                <a16:creationId xmlns:a16="http://schemas.microsoft.com/office/drawing/2014/main" id="{A421AAC7-AFAF-B746-9BF9-DE5B9C84D119}"/>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02" name="Line 54">
            <a:extLst>
              <a:ext uri="{FF2B5EF4-FFF2-40B4-BE49-F238E27FC236}">
                <a16:creationId xmlns:a16="http://schemas.microsoft.com/office/drawing/2014/main" id="{3B21D557-B78D-DC41-8BD9-E6F345655333}"/>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03" name="Line 55">
            <a:extLst>
              <a:ext uri="{FF2B5EF4-FFF2-40B4-BE49-F238E27FC236}">
                <a16:creationId xmlns:a16="http://schemas.microsoft.com/office/drawing/2014/main" id="{5FD15CF0-76CB-A943-A01E-A1B1579EEAEC}"/>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04" name="Line 56">
            <a:extLst>
              <a:ext uri="{FF2B5EF4-FFF2-40B4-BE49-F238E27FC236}">
                <a16:creationId xmlns:a16="http://schemas.microsoft.com/office/drawing/2014/main" id="{EF9BCD4C-13F1-1F43-BE04-611EAD015680}"/>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05" name="Line 57">
            <a:extLst>
              <a:ext uri="{FF2B5EF4-FFF2-40B4-BE49-F238E27FC236}">
                <a16:creationId xmlns:a16="http://schemas.microsoft.com/office/drawing/2014/main" id="{84859FB9-8840-F44A-BF82-161F774AC915}"/>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06" name="Line 58">
            <a:extLst>
              <a:ext uri="{FF2B5EF4-FFF2-40B4-BE49-F238E27FC236}">
                <a16:creationId xmlns:a16="http://schemas.microsoft.com/office/drawing/2014/main" id="{CE1D73CA-D4E9-F641-A66F-E49C340E8CD7}"/>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07" name="Line 59">
            <a:extLst>
              <a:ext uri="{FF2B5EF4-FFF2-40B4-BE49-F238E27FC236}">
                <a16:creationId xmlns:a16="http://schemas.microsoft.com/office/drawing/2014/main" id="{15BAD4D1-81FB-A040-89B6-389B5779F941}"/>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08" name="Line 60">
            <a:extLst>
              <a:ext uri="{FF2B5EF4-FFF2-40B4-BE49-F238E27FC236}">
                <a16:creationId xmlns:a16="http://schemas.microsoft.com/office/drawing/2014/main" id="{37604A95-78AA-EC43-8E74-16B4A5EE1259}"/>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09" name="Line 61">
            <a:extLst>
              <a:ext uri="{FF2B5EF4-FFF2-40B4-BE49-F238E27FC236}">
                <a16:creationId xmlns:a16="http://schemas.microsoft.com/office/drawing/2014/main" id="{4F3FC67F-B573-FD40-B22E-911A896BD28C}"/>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10" name="Line 62">
            <a:extLst>
              <a:ext uri="{FF2B5EF4-FFF2-40B4-BE49-F238E27FC236}">
                <a16:creationId xmlns:a16="http://schemas.microsoft.com/office/drawing/2014/main" id="{259A86EE-95B7-7C4E-8E44-A8342734EAF7}"/>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11" name="Line 63">
            <a:extLst>
              <a:ext uri="{FF2B5EF4-FFF2-40B4-BE49-F238E27FC236}">
                <a16:creationId xmlns:a16="http://schemas.microsoft.com/office/drawing/2014/main" id="{64E7224E-BFAB-ED44-8479-269035C878EF}"/>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12" name="Line 64">
            <a:extLst>
              <a:ext uri="{FF2B5EF4-FFF2-40B4-BE49-F238E27FC236}">
                <a16:creationId xmlns:a16="http://schemas.microsoft.com/office/drawing/2014/main" id="{45220A5C-02CF-B54E-BAB0-727B8C3BFB8E}"/>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13" name="Line 65">
            <a:extLst>
              <a:ext uri="{FF2B5EF4-FFF2-40B4-BE49-F238E27FC236}">
                <a16:creationId xmlns:a16="http://schemas.microsoft.com/office/drawing/2014/main" id="{F67ACB41-2B4A-2D49-A1F7-5C97F29CEEE2}"/>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4114" name="Rectangle 66">
            <a:extLst>
              <a:ext uri="{FF2B5EF4-FFF2-40B4-BE49-F238E27FC236}">
                <a16:creationId xmlns:a16="http://schemas.microsoft.com/office/drawing/2014/main" id="{DAB83BE9-AC87-2547-93BA-A22FAB2512E5}"/>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4115" name="Rectangle 67">
            <a:extLst>
              <a:ext uri="{FF2B5EF4-FFF2-40B4-BE49-F238E27FC236}">
                <a16:creationId xmlns:a16="http://schemas.microsoft.com/office/drawing/2014/main" id="{38BF2F4B-A62C-314A-A867-35A121EB7419}"/>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4116" name="Rectangle 68">
            <a:extLst>
              <a:ext uri="{FF2B5EF4-FFF2-40B4-BE49-F238E27FC236}">
                <a16:creationId xmlns:a16="http://schemas.microsoft.com/office/drawing/2014/main" id="{EAA3B9BE-ECBB-5C4A-9C7A-3D260CB79C23}"/>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4117" name="Rectangle 69">
            <a:extLst>
              <a:ext uri="{FF2B5EF4-FFF2-40B4-BE49-F238E27FC236}">
                <a16:creationId xmlns:a16="http://schemas.microsoft.com/office/drawing/2014/main" id="{D1C402BE-B1A8-F24D-8AE2-136F7CA9B4DC}"/>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4118" name="Rectangle 70">
            <a:extLst>
              <a:ext uri="{FF2B5EF4-FFF2-40B4-BE49-F238E27FC236}">
                <a16:creationId xmlns:a16="http://schemas.microsoft.com/office/drawing/2014/main" id="{9D839A90-D105-424C-9A84-129798D825E9}"/>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14119" name="Rectangle 71">
            <a:extLst>
              <a:ext uri="{FF2B5EF4-FFF2-40B4-BE49-F238E27FC236}">
                <a16:creationId xmlns:a16="http://schemas.microsoft.com/office/drawing/2014/main" id="{00832143-DECC-A140-961F-19405F139C9A}"/>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14120" name="Rectangle 72">
            <a:extLst>
              <a:ext uri="{FF2B5EF4-FFF2-40B4-BE49-F238E27FC236}">
                <a16:creationId xmlns:a16="http://schemas.microsoft.com/office/drawing/2014/main" id="{C6471E05-DF6A-544B-80B8-AA8759564DA8}"/>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14121" name="Rectangle 73">
            <a:extLst>
              <a:ext uri="{FF2B5EF4-FFF2-40B4-BE49-F238E27FC236}">
                <a16:creationId xmlns:a16="http://schemas.microsoft.com/office/drawing/2014/main" id="{8DCBFE55-C66C-0D4B-A490-CEE3AC1479F4}"/>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14122" name="Rectangle 74">
            <a:extLst>
              <a:ext uri="{FF2B5EF4-FFF2-40B4-BE49-F238E27FC236}">
                <a16:creationId xmlns:a16="http://schemas.microsoft.com/office/drawing/2014/main" id="{202F3B5B-673E-8448-AADF-D9EE559F0B79}"/>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14123" name="Rectangle 75">
            <a:extLst>
              <a:ext uri="{FF2B5EF4-FFF2-40B4-BE49-F238E27FC236}">
                <a16:creationId xmlns:a16="http://schemas.microsoft.com/office/drawing/2014/main" id="{BD730A81-8AF8-D74B-9FB2-58CBA48EBFF1}"/>
              </a:ext>
            </a:extLst>
          </p:cNvPr>
          <p:cNvSpPr>
            <a:spLocks noChangeArrowheads="1"/>
          </p:cNvSpPr>
          <p:nvPr/>
        </p:nvSpPr>
        <p:spPr bwMode="auto">
          <a:xfrm>
            <a:off x="1331119"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14124" name="Line 76">
            <a:extLst>
              <a:ext uri="{FF2B5EF4-FFF2-40B4-BE49-F238E27FC236}">
                <a16:creationId xmlns:a16="http://schemas.microsoft.com/office/drawing/2014/main" id="{48FD2575-3F29-B444-836B-F92EC80583D1}"/>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4125" name="Rectangle 77">
            <a:extLst>
              <a:ext uri="{FF2B5EF4-FFF2-40B4-BE49-F238E27FC236}">
                <a16:creationId xmlns:a16="http://schemas.microsoft.com/office/drawing/2014/main" id="{6DB1BEE0-6C5B-D848-A839-F289407A8CB7}"/>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14126" name="Line 78">
            <a:extLst>
              <a:ext uri="{FF2B5EF4-FFF2-40B4-BE49-F238E27FC236}">
                <a16:creationId xmlns:a16="http://schemas.microsoft.com/office/drawing/2014/main" id="{D0F6C511-2E42-8545-BFF5-0C1A2199D45C}"/>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4127" name="Line 79">
            <a:extLst>
              <a:ext uri="{FF2B5EF4-FFF2-40B4-BE49-F238E27FC236}">
                <a16:creationId xmlns:a16="http://schemas.microsoft.com/office/drawing/2014/main" id="{77E380BD-33ED-744E-89AF-2C50B391FA45}"/>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4128" name="Line 80">
            <a:extLst>
              <a:ext uri="{FF2B5EF4-FFF2-40B4-BE49-F238E27FC236}">
                <a16:creationId xmlns:a16="http://schemas.microsoft.com/office/drawing/2014/main" id="{899EA610-5F01-F147-8A3F-80644C48E836}"/>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4129" name="Line 81">
            <a:extLst>
              <a:ext uri="{FF2B5EF4-FFF2-40B4-BE49-F238E27FC236}">
                <a16:creationId xmlns:a16="http://schemas.microsoft.com/office/drawing/2014/main" id="{5589667D-1044-C642-9D55-864694B15E91}"/>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4130" name="Text Box 82">
            <a:extLst>
              <a:ext uri="{FF2B5EF4-FFF2-40B4-BE49-F238E27FC236}">
                <a16:creationId xmlns:a16="http://schemas.microsoft.com/office/drawing/2014/main" id="{17968F27-563D-6C40-9354-F296FCB3A2AD}"/>
              </a:ext>
            </a:extLst>
          </p:cNvPr>
          <p:cNvSpPr txBox="1">
            <a:spLocks noChangeArrowheads="1"/>
          </p:cNvSpPr>
          <p:nvPr/>
        </p:nvSpPr>
        <p:spPr bwMode="auto">
          <a:xfrm>
            <a:off x="1331119" y="3813572"/>
            <a:ext cx="6318647" cy="1061829"/>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333399"/>
                </a:solidFill>
                <a:latin typeface="Arial" panose="020B0604020202020204" pitchFamily="34" charset="0"/>
              </a:rPr>
              <a:t>终止 </a:t>
            </a:r>
            <a:r>
              <a:rPr lang="en-US" altLang="zh-CN" sz="2100">
                <a:solidFill>
                  <a:srgbClr val="333399"/>
                </a:solidFill>
                <a:latin typeface="Arial" panose="020B0604020202020204" pitchFamily="34" charset="0"/>
              </a:rPr>
              <a:t>FIN (FINis) —— </a:t>
            </a:r>
            <a:r>
              <a:rPr lang="zh-CN" altLang="en-US" sz="2100">
                <a:solidFill>
                  <a:srgbClr val="333399"/>
                </a:solidFill>
                <a:latin typeface="Arial" panose="020B0604020202020204" pitchFamily="34" charset="0"/>
              </a:rPr>
              <a:t>用来释放一个连接。</a:t>
            </a:r>
            <a:r>
              <a:rPr lang="en-US" altLang="zh-CN" sz="2100">
                <a:solidFill>
                  <a:srgbClr val="333399"/>
                </a:solidFill>
                <a:latin typeface="Arial" panose="020B0604020202020204" pitchFamily="34" charset="0"/>
              </a:rPr>
              <a:t>FIN </a:t>
            </a:r>
            <a:r>
              <a:rPr lang="en-US" altLang="zh-CN" sz="2100">
                <a:solidFill>
                  <a:srgbClr val="333399"/>
                </a:solidFill>
                <a:latin typeface="Arial" panose="020B0604020202020204" pitchFamily="34" charset="0"/>
                <a:sym typeface="Symbol" pitchFamily="2" charset="2"/>
              </a:rPr>
              <a:t></a:t>
            </a:r>
            <a:r>
              <a:rPr lang="en-US" altLang="zh-CN" sz="2100">
                <a:solidFill>
                  <a:srgbClr val="333399"/>
                </a:solidFill>
                <a:latin typeface="Arial" panose="020B0604020202020204" pitchFamily="34" charset="0"/>
              </a:rPr>
              <a:t> 1 </a:t>
            </a:r>
            <a:r>
              <a:rPr lang="zh-CN" altLang="en-US" sz="2100">
                <a:solidFill>
                  <a:srgbClr val="333399"/>
                </a:solidFill>
                <a:latin typeface="Arial" panose="020B0604020202020204" pitchFamily="34" charset="0"/>
              </a:rPr>
              <a:t>表明此报文段的发送端的数据已发送完毕，并要求释放运输连接。 </a:t>
            </a:r>
          </a:p>
        </p:txBody>
      </p:sp>
      <p:sp>
        <p:nvSpPr>
          <p:cNvPr id="514131" name="Rectangle 83">
            <a:extLst>
              <a:ext uri="{FF2B5EF4-FFF2-40B4-BE49-F238E27FC236}">
                <a16:creationId xmlns:a16="http://schemas.microsoft.com/office/drawing/2014/main" id="{2E5A7FC0-EE16-3541-AE63-04E1447C7C24}"/>
              </a:ext>
            </a:extLst>
          </p:cNvPr>
          <p:cNvSpPr>
            <a:spLocks noChangeArrowheads="1"/>
          </p:cNvSpPr>
          <p:nvPr/>
        </p:nvSpPr>
        <p:spPr bwMode="auto">
          <a:xfrm>
            <a:off x="4349354" y="2087166"/>
            <a:ext cx="190500"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57E3186C-EFA1-6E4F-B99A-C91FE3715EFA}"/>
              </a:ext>
            </a:extLst>
          </p:cNvPr>
          <p:cNvSpPr>
            <a:spLocks noGrp="1"/>
          </p:cNvSpPr>
          <p:nvPr>
            <p:ph type="sldNum" sz="quarter" idx="10"/>
          </p:nvPr>
        </p:nvSpPr>
        <p:spPr>
          <a:xfrm>
            <a:off x="8722089" y="4858762"/>
            <a:ext cx="415243"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A5A017E-D88D-934E-8BC3-E7E0B5CA3BBE}" type="slidenum">
              <a:rPr lang="en-US" altLang="zh-CN" sz="1050"/>
              <a:pPr>
                <a:defRPr/>
              </a:pPr>
              <a:t>58</a:t>
            </a:fld>
            <a:endParaRPr lang="en-US" altLang="zh-CN" sz="1050" dirty="0"/>
          </a:p>
        </p:txBody>
      </p:sp>
    </p:spTree>
    <p:extLst>
      <p:ext uri="{BB962C8B-B14F-4D97-AF65-F5344CB8AC3E}">
        <p14:creationId xmlns:p14="http://schemas.microsoft.com/office/powerpoint/2010/main" val="17470592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4131"/>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413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131" grpId="0" animBg="1"/>
      <p:bldP spid="514131" grpId="1" animBg="1"/>
    </p:bld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5074" name="Line 2">
            <a:extLst>
              <a:ext uri="{FF2B5EF4-FFF2-40B4-BE49-F238E27FC236}">
                <a16:creationId xmlns:a16="http://schemas.microsoft.com/office/drawing/2014/main" id="{8C9AEBCE-C353-9349-A2DD-E8454F54BB00}"/>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5075" name="Rectangle 3">
            <a:extLst>
              <a:ext uri="{FF2B5EF4-FFF2-40B4-BE49-F238E27FC236}">
                <a16:creationId xmlns:a16="http://schemas.microsoft.com/office/drawing/2014/main" id="{0EFE5979-1972-E54B-9BF7-B78AEC1DCFA6}"/>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15076" name="Line 4">
            <a:extLst>
              <a:ext uri="{FF2B5EF4-FFF2-40B4-BE49-F238E27FC236}">
                <a16:creationId xmlns:a16="http://schemas.microsoft.com/office/drawing/2014/main" id="{D40129F5-7D74-B14D-B5B5-E7F12F9962C4}"/>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5077" name="Rectangle 5">
            <a:extLst>
              <a:ext uri="{FF2B5EF4-FFF2-40B4-BE49-F238E27FC236}">
                <a16:creationId xmlns:a16="http://schemas.microsoft.com/office/drawing/2014/main" id="{C3BD19FF-27B2-8D4E-A173-013E3A3211DF}"/>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15078" name="Rectangle 6">
            <a:extLst>
              <a:ext uri="{FF2B5EF4-FFF2-40B4-BE49-F238E27FC236}">
                <a16:creationId xmlns:a16="http://schemas.microsoft.com/office/drawing/2014/main" id="{5D707D32-1B0C-4C4F-81AF-FD04827C28FE}"/>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79" name="Line 7">
            <a:extLst>
              <a:ext uri="{FF2B5EF4-FFF2-40B4-BE49-F238E27FC236}">
                <a16:creationId xmlns:a16="http://schemas.microsoft.com/office/drawing/2014/main" id="{4AC29938-C3EE-0C40-8AF0-B3B76BF12322}"/>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80" name="Line 8">
            <a:extLst>
              <a:ext uri="{FF2B5EF4-FFF2-40B4-BE49-F238E27FC236}">
                <a16:creationId xmlns:a16="http://schemas.microsoft.com/office/drawing/2014/main" id="{332A03A9-E5C9-3B4A-82A7-D10C91FA0D25}"/>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81" name="Line 9">
            <a:extLst>
              <a:ext uri="{FF2B5EF4-FFF2-40B4-BE49-F238E27FC236}">
                <a16:creationId xmlns:a16="http://schemas.microsoft.com/office/drawing/2014/main" id="{21F59ADA-0EA7-9546-888E-FE6EB6C24757}"/>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82" name="Line 10">
            <a:extLst>
              <a:ext uri="{FF2B5EF4-FFF2-40B4-BE49-F238E27FC236}">
                <a16:creationId xmlns:a16="http://schemas.microsoft.com/office/drawing/2014/main" id="{4DDF76CA-98C0-9B4D-989F-A687A5B12F54}"/>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83" name="Line 11">
            <a:extLst>
              <a:ext uri="{FF2B5EF4-FFF2-40B4-BE49-F238E27FC236}">
                <a16:creationId xmlns:a16="http://schemas.microsoft.com/office/drawing/2014/main" id="{EBDC161A-27A8-4E47-9521-514149B8138D}"/>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84" name="Line 12">
            <a:extLst>
              <a:ext uri="{FF2B5EF4-FFF2-40B4-BE49-F238E27FC236}">
                <a16:creationId xmlns:a16="http://schemas.microsoft.com/office/drawing/2014/main" id="{120EC2EB-A055-B44A-B4B2-2CFCBFE5FA52}"/>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85" name="Rectangle 13">
            <a:extLst>
              <a:ext uri="{FF2B5EF4-FFF2-40B4-BE49-F238E27FC236}">
                <a16:creationId xmlns:a16="http://schemas.microsoft.com/office/drawing/2014/main" id="{041CE94D-0B72-914D-9989-F9A9569DB818}"/>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15086" name="Rectangle 14">
            <a:extLst>
              <a:ext uri="{FF2B5EF4-FFF2-40B4-BE49-F238E27FC236}">
                <a16:creationId xmlns:a16="http://schemas.microsoft.com/office/drawing/2014/main" id="{B61DEB9F-8193-214F-8419-2506EB77280C}"/>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15087" name="Rectangle 15">
            <a:extLst>
              <a:ext uri="{FF2B5EF4-FFF2-40B4-BE49-F238E27FC236}">
                <a16:creationId xmlns:a16="http://schemas.microsoft.com/office/drawing/2014/main" id="{D1883FFF-F9D2-4D46-8ADF-FF4B671288E1}"/>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15088" name="Rectangle 16">
            <a:extLst>
              <a:ext uri="{FF2B5EF4-FFF2-40B4-BE49-F238E27FC236}">
                <a16:creationId xmlns:a16="http://schemas.microsoft.com/office/drawing/2014/main" id="{0BCF3D87-1FD1-DF45-97A0-44F9A03CFCDF}"/>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15089" name="Rectangle 17">
            <a:extLst>
              <a:ext uri="{FF2B5EF4-FFF2-40B4-BE49-F238E27FC236}">
                <a16:creationId xmlns:a16="http://schemas.microsoft.com/office/drawing/2014/main" id="{BC490139-BD4A-954B-9587-94D3FDB8584C}"/>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15090" name="Rectangle 18">
            <a:extLst>
              <a:ext uri="{FF2B5EF4-FFF2-40B4-BE49-F238E27FC236}">
                <a16:creationId xmlns:a16="http://schemas.microsoft.com/office/drawing/2014/main" id="{3749CCE3-5F76-144D-BF81-68607AD2D3F8}"/>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15091" name="Line 19">
            <a:extLst>
              <a:ext uri="{FF2B5EF4-FFF2-40B4-BE49-F238E27FC236}">
                <a16:creationId xmlns:a16="http://schemas.microsoft.com/office/drawing/2014/main" id="{CDC802A7-4EBA-754B-9144-4F60A482B82F}"/>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92" name="Rectangle 20">
            <a:extLst>
              <a:ext uri="{FF2B5EF4-FFF2-40B4-BE49-F238E27FC236}">
                <a16:creationId xmlns:a16="http://schemas.microsoft.com/office/drawing/2014/main" id="{A2746F5A-509F-864D-B2EF-41D244C2DAE3}"/>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15093" name="Rectangle 21">
            <a:extLst>
              <a:ext uri="{FF2B5EF4-FFF2-40B4-BE49-F238E27FC236}">
                <a16:creationId xmlns:a16="http://schemas.microsoft.com/office/drawing/2014/main" id="{F49DDDBB-E381-F04C-94F2-4C86A3AD55FD}"/>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15094" name="Rectangle 22">
            <a:extLst>
              <a:ext uri="{FF2B5EF4-FFF2-40B4-BE49-F238E27FC236}">
                <a16:creationId xmlns:a16="http://schemas.microsoft.com/office/drawing/2014/main" id="{A7EC5FA0-17AA-F84A-B527-1405441D3E69}"/>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15095" name="Line 23">
            <a:extLst>
              <a:ext uri="{FF2B5EF4-FFF2-40B4-BE49-F238E27FC236}">
                <a16:creationId xmlns:a16="http://schemas.microsoft.com/office/drawing/2014/main" id="{8B52169B-9462-764D-AD28-73B62663F810}"/>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96" name="Line 24">
            <a:extLst>
              <a:ext uri="{FF2B5EF4-FFF2-40B4-BE49-F238E27FC236}">
                <a16:creationId xmlns:a16="http://schemas.microsoft.com/office/drawing/2014/main" id="{01AB9F99-0F55-5E41-83ED-84C71DFBA37C}"/>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97" name="Line 25">
            <a:extLst>
              <a:ext uri="{FF2B5EF4-FFF2-40B4-BE49-F238E27FC236}">
                <a16:creationId xmlns:a16="http://schemas.microsoft.com/office/drawing/2014/main" id="{A9770A18-8B2D-8E4F-A116-0EB2FA838819}"/>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98" name="Line 26">
            <a:extLst>
              <a:ext uri="{FF2B5EF4-FFF2-40B4-BE49-F238E27FC236}">
                <a16:creationId xmlns:a16="http://schemas.microsoft.com/office/drawing/2014/main" id="{F7CF5A42-74E6-DF4C-B721-72D0DF879524}"/>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099" name="Line 27">
            <a:extLst>
              <a:ext uri="{FF2B5EF4-FFF2-40B4-BE49-F238E27FC236}">
                <a16:creationId xmlns:a16="http://schemas.microsoft.com/office/drawing/2014/main" id="{1C69E40E-24B1-804E-89FF-818383650953}"/>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00" name="Line 28">
            <a:extLst>
              <a:ext uri="{FF2B5EF4-FFF2-40B4-BE49-F238E27FC236}">
                <a16:creationId xmlns:a16="http://schemas.microsoft.com/office/drawing/2014/main" id="{C195CAB2-D4CE-3C44-809E-D3FFFEE0C214}"/>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01" name="Line 29">
            <a:extLst>
              <a:ext uri="{FF2B5EF4-FFF2-40B4-BE49-F238E27FC236}">
                <a16:creationId xmlns:a16="http://schemas.microsoft.com/office/drawing/2014/main" id="{70E05EAB-84E9-E647-86D8-3F4798AA221D}"/>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02" name="Rectangle 30">
            <a:extLst>
              <a:ext uri="{FF2B5EF4-FFF2-40B4-BE49-F238E27FC236}">
                <a16:creationId xmlns:a16="http://schemas.microsoft.com/office/drawing/2014/main" id="{704BD4EF-9415-FE4C-A707-2E9981B023A5}"/>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15103" name="Rectangle 31">
            <a:extLst>
              <a:ext uri="{FF2B5EF4-FFF2-40B4-BE49-F238E27FC236}">
                <a16:creationId xmlns:a16="http://schemas.microsoft.com/office/drawing/2014/main" id="{B5A36B6A-618D-9F45-B3EA-65EEBDBF447E}"/>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15104" name="Line 32">
            <a:extLst>
              <a:ext uri="{FF2B5EF4-FFF2-40B4-BE49-F238E27FC236}">
                <a16:creationId xmlns:a16="http://schemas.microsoft.com/office/drawing/2014/main" id="{7F1589BD-A747-FF45-BD2C-122881ACF6F0}"/>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05" name="Line 33">
            <a:extLst>
              <a:ext uri="{FF2B5EF4-FFF2-40B4-BE49-F238E27FC236}">
                <a16:creationId xmlns:a16="http://schemas.microsoft.com/office/drawing/2014/main" id="{AB3745C2-E17D-A549-94D2-C8F1328896D9}"/>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06" name="Line 34">
            <a:extLst>
              <a:ext uri="{FF2B5EF4-FFF2-40B4-BE49-F238E27FC236}">
                <a16:creationId xmlns:a16="http://schemas.microsoft.com/office/drawing/2014/main" id="{40F530C4-40E1-2143-B796-6729C8F3BEBC}"/>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07" name="Line 35">
            <a:extLst>
              <a:ext uri="{FF2B5EF4-FFF2-40B4-BE49-F238E27FC236}">
                <a16:creationId xmlns:a16="http://schemas.microsoft.com/office/drawing/2014/main" id="{DF93005A-5A69-324C-AB28-3715CB9C76C4}"/>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08" name="Line 36">
            <a:extLst>
              <a:ext uri="{FF2B5EF4-FFF2-40B4-BE49-F238E27FC236}">
                <a16:creationId xmlns:a16="http://schemas.microsoft.com/office/drawing/2014/main" id="{786165AF-26CD-1242-8351-832970853817}"/>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09" name="Line 37">
            <a:extLst>
              <a:ext uri="{FF2B5EF4-FFF2-40B4-BE49-F238E27FC236}">
                <a16:creationId xmlns:a16="http://schemas.microsoft.com/office/drawing/2014/main" id="{0B55A4AF-47D4-304F-91FF-89BBEF26C2E7}"/>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10" name="Line 38">
            <a:extLst>
              <a:ext uri="{FF2B5EF4-FFF2-40B4-BE49-F238E27FC236}">
                <a16:creationId xmlns:a16="http://schemas.microsoft.com/office/drawing/2014/main" id="{F9D14EF5-9DCC-C640-A2BE-B43CBA241757}"/>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11" name="Line 39">
            <a:extLst>
              <a:ext uri="{FF2B5EF4-FFF2-40B4-BE49-F238E27FC236}">
                <a16:creationId xmlns:a16="http://schemas.microsoft.com/office/drawing/2014/main" id="{C9D8DBDF-5565-8845-A1CC-972C6ECD052A}"/>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12" name="Line 40">
            <a:extLst>
              <a:ext uri="{FF2B5EF4-FFF2-40B4-BE49-F238E27FC236}">
                <a16:creationId xmlns:a16="http://schemas.microsoft.com/office/drawing/2014/main" id="{217C7C64-F99B-6241-A36D-E8184973B278}"/>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13" name="Line 41">
            <a:extLst>
              <a:ext uri="{FF2B5EF4-FFF2-40B4-BE49-F238E27FC236}">
                <a16:creationId xmlns:a16="http://schemas.microsoft.com/office/drawing/2014/main" id="{099BE35B-2C50-EE4C-B4A5-40517A51D3C5}"/>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14" name="Line 42">
            <a:extLst>
              <a:ext uri="{FF2B5EF4-FFF2-40B4-BE49-F238E27FC236}">
                <a16:creationId xmlns:a16="http://schemas.microsoft.com/office/drawing/2014/main" id="{85153A1E-9E44-1641-A99B-9368ABF31F07}"/>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15" name="Line 43">
            <a:extLst>
              <a:ext uri="{FF2B5EF4-FFF2-40B4-BE49-F238E27FC236}">
                <a16:creationId xmlns:a16="http://schemas.microsoft.com/office/drawing/2014/main" id="{599126E5-FB85-0D45-A894-4F762DB8614C}"/>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16" name="Line 44">
            <a:extLst>
              <a:ext uri="{FF2B5EF4-FFF2-40B4-BE49-F238E27FC236}">
                <a16:creationId xmlns:a16="http://schemas.microsoft.com/office/drawing/2014/main" id="{CD8095F0-A487-F243-82AE-670C54250D70}"/>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17" name="Line 45">
            <a:extLst>
              <a:ext uri="{FF2B5EF4-FFF2-40B4-BE49-F238E27FC236}">
                <a16:creationId xmlns:a16="http://schemas.microsoft.com/office/drawing/2014/main" id="{0C7CC2A2-B4B4-0447-B74A-CE4485646183}"/>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18" name="Line 46">
            <a:extLst>
              <a:ext uri="{FF2B5EF4-FFF2-40B4-BE49-F238E27FC236}">
                <a16:creationId xmlns:a16="http://schemas.microsoft.com/office/drawing/2014/main" id="{E2A22895-7461-9741-9C39-FCB8B57D06EF}"/>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19" name="Line 47">
            <a:extLst>
              <a:ext uri="{FF2B5EF4-FFF2-40B4-BE49-F238E27FC236}">
                <a16:creationId xmlns:a16="http://schemas.microsoft.com/office/drawing/2014/main" id="{AB4E9404-2D06-E442-A21C-B2F29E416B9E}"/>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20" name="Line 48">
            <a:extLst>
              <a:ext uri="{FF2B5EF4-FFF2-40B4-BE49-F238E27FC236}">
                <a16:creationId xmlns:a16="http://schemas.microsoft.com/office/drawing/2014/main" id="{9EE5654B-661A-4E48-8498-C0F0C42A1632}"/>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21" name="Line 49">
            <a:extLst>
              <a:ext uri="{FF2B5EF4-FFF2-40B4-BE49-F238E27FC236}">
                <a16:creationId xmlns:a16="http://schemas.microsoft.com/office/drawing/2014/main" id="{13257A65-4F60-DF46-998E-E686092F6827}"/>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22" name="Line 50">
            <a:extLst>
              <a:ext uri="{FF2B5EF4-FFF2-40B4-BE49-F238E27FC236}">
                <a16:creationId xmlns:a16="http://schemas.microsoft.com/office/drawing/2014/main" id="{862A32AA-FBD3-2544-B5DF-1FAB2469E4CD}"/>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23" name="Line 51">
            <a:extLst>
              <a:ext uri="{FF2B5EF4-FFF2-40B4-BE49-F238E27FC236}">
                <a16:creationId xmlns:a16="http://schemas.microsoft.com/office/drawing/2014/main" id="{48CD1CC4-84FB-BF44-A5D1-794D4C8C2A5C}"/>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24" name="Line 52">
            <a:extLst>
              <a:ext uri="{FF2B5EF4-FFF2-40B4-BE49-F238E27FC236}">
                <a16:creationId xmlns:a16="http://schemas.microsoft.com/office/drawing/2014/main" id="{1D02356C-83D4-8647-9097-8BD0A36863FE}"/>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25" name="Line 53">
            <a:extLst>
              <a:ext uri="{FF2B5EF4-FFF2-40B4-BE49-F238E27FC236}">
                <a16:creationId xmlns:a16="http://schemas.microsoft.com/office/drawing/2014/main" id="{2FFD8526-D70D-4C4D-B2A9-B829655B0B35}"/>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26" name="Line 54">
            <a:extLst>
              <a:ext uri="{FF2B5EF4-FFF2-40B4-BE49-F238E27FC236}">
                <a16:creationId xmlns:a16="http://schemas.microsoft.com/office/drawing/2014/main" id="{693453F1-2D3C-2040-8AC8-7C2A45F32816}"/>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27" name="Line 55">
            <a:extLst>
              <a:ext uri="{FF2B5EF4-FFF2-40B4-BE49-F238E27FC236}">
                <a16:creationId xmlns:a16="http://schemas.microsoft.com/office/drawing/2014/main" id="{BE9A7DA2-F6D2-0942-9010-6C106A7F0288}"/>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28" name="Line 56">
            <a:extLst>
              <a:ext uri="{FF2B5EF4-FFF2-40B4-BE49-F238E27FC236}">
                <a16:creationId xmlns:a16="http://schemas.microsoft.com/office/drawing/2014/main" id="{C90D54DF-55CE-9B42-B3E4-A4E5EEBA2CEE}"/>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29" name="Line 57">
            <a:extLst>
              <a:ext uri="{FF2B5EF4-FFF2-40B4-BE49-F238E27FC236}">
                <a16:creationId xmlns:a16="http://schemas.microsoft.com/office/drawing/2014/main" id="{6201D24D-2643-1041-9EC4-4267601FD190}"/>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30" name="Line 58">
            <a:extLst>
              <a:ext uri="{FF2B5EF4-FFF2-40B4-BE49-F238E27FC236}">
                <a16:creationId xmlns:a16="http://schemas.microsoft.com/office/drawing/2014/main" id="{F7373B8B-17F8-3347-AB1C-B23533B1E148}"/>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31" name="Line 59">
            <a:extLst>
              <a:ext uri="{FF2B5EF4-FFF2-40B4-BE49-F238E27FC236}">
                <a16:creationId xmlns:a16="http://schemas.microsoft.com/office/drawing/2014/main" id="{F7947896-D2C0-EF47-8FFF-A7BBA24B2CC1}"/>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32" name="Line 60">
            <a:extLst>
              <a:ext uri="{FF2B5EF4-FFF2-40B4-BE49-F238E27FC236}">
                <a16:creationId xmlns:a16="http://schemas.microsoft.com/office/drawing/2014/main" id="{D4EFF560-4523-1A49-B90A-6DFCAD943CA9}"/>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33" name="Line 61">
            <a:extLst>
              <a:ext uri="{FF2B5EF4-FFF2-40B4-BE49-F238E27FC236}">
                <a16:creationId xmlns:a16="http://schemas.microsoft.com/office/drawing/2014/main" id="{13C8CE29-F3D6-AD4C-9895-3BE20FDA9F65}"/>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34" name="Line 62">
            <a:extLst>
              <a:ext uri="{FF2B5EF4-FFF2-40B4-BE49-F238E27FC236}">
                <a16:creationId xmlns:a16="http://schemas.microsoft.com/office/drawing/2014/main" id="{075A4B5C-34D5-A543-A28C-7B502728B3EF}"/>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35" name="Line 63">
            <a:extLst>
              <a:ext uri="{FF2B5EF4-FFF2-40B4-BE49-F238E27FC236}">
                <a16:creationId xmlns:a16="http://schemas.microsoft.com/office/drawing/2014/main" id="{F153CC48-D8FE-2B47-9448-1A977F86104A}"/>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36" name="Line 64">
            <a:extLst>
              <a:ext uri="{FF2B5EF4-FFF2-40B4-BE49-F238E27FC236}">
                <a16:creationId xmlns:a16="http://schemas.microsoft.com/office/drawing/2014/main" id="{4406A2C7-F538-9C46-8662-E251D934207E}"/>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37" name="Line 65">
            <a:extLst>
              <a:ext uri="{FF2B5EF4-FFF2-40B4-BE49-F238E27FC236}">
                <a16:creationId xmlns:a16="http://schemas.microsoft.com/office/drawing/2014/main" id="{75E49394-B854-D849-AAE8-DBA0363E6435}"/>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38" name="Rectangle 66">
            <a:extLst>
              <a:ext uri="{FF2B5EF4-FFF2-40B4-BE49-F238E27FC236}">
                <a16:creationId xmlns:a16="http://schemas.microsoft.com/office/drawing/2014/main" id="{09BFF6F9-B406-C44B-8001-8A1FBE811860}"/>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5139" name="Rectangle 67">
            <a:extLst>
              <a:ext uri="{FF2B5EF4-FFF2-40B4-BE49-F238E27FC236}">
                <a16:creationId xmlns:a16="http://schemas.microsoft.com/office/drawing/2014/main" id="{10A1D715-39AD-6046-88AD-80521C39B25F}"/>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5140" name="Rectangle 68">
            <a:extLst>
              <a:ext uri="{FF2B5EF4-FFF2-40B4-BE49-F238E27FC236}">
                <a16:creationId xmlns:a16="http://schemas.microsoft.com/office/drawing/2014/main" id="{FD7F9AE2-67C3-BD49-9BDC-147C168444D9}"/>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5141" name="Rectangle 69">
            <a:extLst>
              <a:ext uri="{FF2B5EF4-FFF2-40B4-BE49-F238E27FC236}">
                <a16:creationId xmlns:a16="http://schemas.microsoft.com/office/drawing/2014/main" id="{3B21DC49-6EEC-8149-A1C2-52E289DE8B67}"/>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5142" name="Rectangle 70">
            <a:extLst>
              <a:ext uri="{FF2B5EF4-FFF2-40B4-BE49-F238E27FC236}">
                <a16:creationId xmlns:a16="http://schemas.microsoft.com/office/drawing/2014/main" id="{F32BB764-483A-BF40-9352-E63A90C82256}"/>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15143" name="Rectangle 71">
            <a:extLst>
              <a:ext uri="{FF2B5EF4-FFF2-40B4-BE49-F238E27FC236}">
                <a16:creationId xmlns:a16="http://schemas.microsoft.com/office/drawing/2014/main" id="{23F6E098-AB45-AA46-9131-68111AF945D2}"/>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15144" name="Rectangle 72">
            <a:extLst>
              <a:ext uri="{FF2B5EF4-FFF2-40B4-BE49-F238E27FC236}">
                <a16:creationId xmlns:a16="http://schemas.microsoft.com/office/drawing/2014/main" id="{638CA64D-97CB-D547-810D-79C17CAFDECE}"/>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15145" name="Rectangle 73">
            <a:extLst>
              <a:ext uri="{FF2B5EF4-FFF2-40B4-BE49-F238E27FC236}">
                <a16:creationId xmlns:a16="http://schemas.microsoft.com/office/drawing/2014/main" id="{DD14742B-752E-994F-AF4E-21D8740309FF}"/>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15146" name="Rectangle 74">
            <a:extLst>
              <a:ext uri="{FF2B5EF4-FFF2-40B4-BE49-F238E27FC236}">
                <a16:creationId xmlns:a16="http://schemas.microsoft.com/office/drawing/2014/main" id="{7DA07591-F308-D24F-81BF-7E1D97FCFD54}"/>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15147" name="Rectangle 75">
            <a:extLst>
              <a:ext uri="{FF2B5EF4-FFF2-40B4-BE49-F238E27FC236}">
                <a16:creationId xmlns:a16="http://schemas.microsoft.com/office/drawing/2014/main" id="{1A7C0EDE-E2C4-E24C-9E5B-5D8B0A76CFC6}"/>
              </a:ext>
            </a:extLst>
          </p:cNvPr>
          <p:cNvSpPr>
            <a:spLocks noChangeArrowheads="1"/>
          </p:cNvSpPr>
          <p:nvPr/>
        </p:nvSpPr>
        <p:spPr bwMode="auto">
          <a:xfrm>
            <a:off x="1335881"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15148" name="Line 76">
            <a:extLst>
              <a:ext uri="{FF2B5EF4-FFF2-40B4-BE49-F238E27FC236}">
                <a16:creationId xmlns:a16="http://schemas.microsoft.com/office/drawing/2014/main" id="{99451E28-788F-084E-8262-3BF55BA7C590}"/>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5149" name="Rectangle 77">
            <a:extLst>
              <a:ext uri="{FF2B5EF4-FFF2-40B4-BE49-F238E27FC236}">
                <a16:creationId xmlns:a16="http://schemas.microsoft.com/office/drawing/2014/main" id="{5FAC4387-9492-CB40-8EE5-B20BACBA0A43}"/>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15150" name="Line 78">
            <a:extLst>
              <a:ext uri="{FF2B5EF4-FFF2-40B4-BE49-F238E27FC236}">
                <a16:creationId xmlns:a16="http://schemas.microsoft.com/office/drawing/2014/main" id="{53A34713-C176-034A-8AE4-F8A784ECC5F0}"/>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5151" name="Line 79">
            <a:extLst>
              <a:ext uri="{FF2B5EF4-FFF2-40B4-BE49-F238E27FC236}">
                <a16:creationId xmlns:a16="http://schemas.microsoft.com/office/drawing/2014/main" id="{FEE8AE8F-9117-404D-B4D3-30D97A1AA64B}"/>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5152" name="Line 80">
            <a:extLst>
              <a:ext uri="{FF2B5EF4-FFF2-40B4-BE49-F238E27FC236}">
                <a16:creationId xmlns:a16="http://schemas.microsoft.com/office/drawing/2014/main" id="{85F34484-FC48-8047-9495-B3B8FC11BC86}"/>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5153" name="Line 81">
            <a:extLst>
              <a:ext uri="{FF2B5EF4-FFF2-40B4-BE49-F238E27FC236}">
                <a16:creationId xmlns:a16="http://schemas.microsoft.com/office/drawing/2014/main" id="{465EFF46-D0CD-BF42-A030-999F6790D48D}"/>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5155" name="Rectangle 83">
            <a:extLst>
              <a:ext uri="{FF2B5EF4-FFF2-40B4-BE49-F238E27FC236}">
                <a16:creationId xmlns:a16="http://schemas.microsoft.com/office/drawing/2014/main" id="{49A8BDD6-97C4-AE45-A484-C612ABA913F7}"/>
              </a:ext>
            </a:extLst>
          </p:cNvPr>
          <p:cNvSpPr>
            <a:spLocks noChangeArrowheads="1"/>
          </p:cNvSpPr>
          <p:nvPr/>
        </p:nvSpPr>
        <p:spPr bwMode="auto">
          <a:xfrm>
            <a:off x="4518422" y="2087166"/>
            <a:ext cx="2889647"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5156" name="Rectangle 84">
            <a:extLst>
              <a:ext uri="{FF2B5EF4-FFF2-40B4-BE49-F238E27FC236}">
                <a16:creationId xmlns:a16="http://schemas.microsoft.com/office/drawing/2014/main" id="{609DDAA1-FBB5-D140-933C-03730A1BE575}"/>
              </a:ext>
            </a:extLst>
          </p:cNvPr>
          <p:cNvSpPr>
            <a:spLocks noGrp="1" noChangeArrowheads="1"/>
          </p:cNvSpPr>
          <p:nvPr>
            <p:ph type="title"/>
          </p:nvPr>
        </p:nvSpPr>
        <p:spPr>
          <a:xfrm>
            <a:off x="1277542" y="3759994"/>
            <a:ext cx="6669881" cy="844154"/>
          </a:xfrm>
        </p:spPr>
        <p:txBody>
          <a:bodyPr/>
          <a:lstStyle/>
          <a:p>
            <a:pPr marL="11113" indent="-11113" eaLnBrk="1" hangingPunct="1">
              <a:defRPr/>
            </a:pPr>
            <a:r>
              <a:rPr lang="zh-CN" altLang="en-US" sz="2100" b="0" dirty="0">
                <a:latin typeface="Times New Roman" panose="02020603050405020304" pitchFamily="18" charset="0"/>
                <a:ea typeface="宋体" panose="02010600030101010101" pitchFamily="2" charset="-122"/>
              </a:rPr>
              <a:t>窗口字段 </a:t>
            </a:r>
            <a:r>
              <a:rPr lang="en-US" altLang="zh-CN" sz="2100" b="0" dirty="0">
                <a:latin typeface="Times New Roman" panose="02020603050405020304" pitchFamily="18" charset="0"/>
                <a:ea typeface="宋体" panose="02010600030101010101" pitchFamily="2" charset="-122"/>
              </a:rPr>
              <a:t>—— </a:t>
            </a:r>
            <a:r>
              <a:rPr lang="zh-CN" altLang="en-US" sz="2100" b="0" dirty="0">
                <a:latin typeface="Times New Roman" panose="02020603050405020304" pitchFamily="18" charset="0"/>
                <a:ea typeface="宋体" panose="02010600030101010101" pitchFamily="2" charset="-122"/>
              </a:rPr>
              <a:t>占 </a:t>
            </a:r>
            <a:r>
              <a:rPr lang="en-US" altLang="zh-CN" sz="2100" b="0" dirty="0">
                <a:latin typeface="Times New Roman" panose="02020603050405020304" pitchFamily="18" charset="0"/>
                <a:ea typeface="宋体" panose="02010600030101010101" pitchFamily="2" charset="-122"/>
              </a:rPr>
              <a:t>2 </a:t>
            </a:r>
            <a:r>
              <a:rPr lang="zh-CN" altLang="en-US" sz="2100" b="0" dirty="0">
                <a:latin typeface="Times New Roman" panose="02020603050405020304" pitchFamily="18" charset="0"/>
                <a:ea typeface="宋体" panose="02010600030101010101" pitchFamily="2" charset="-122"/>
              </a:rPr>
              <a:t>字节，用来让对方设置发送窗口的依据，单位为字节。</a:t>
            </a:r>
          </a:p>
        </p:txBody>
      </p:sp>
      <p:sp>
        <p:nvSpPr>
          <p:cNvPr id="2" name="幻灯片编号占位符 1">
            <a:extLst>
              <a:ext uri="{FF2B5EF4-FFF2-40B4-BE49-F238E27FC236}">
                <a16:creationId xmlns:a16="http://schemas.microsoft.com/office/drawing/2014/main" id="{02A29C13-3A54-0045-B0E2-AACDDA6E3342}"/>
              </a:ext>
            </a:extLst>
          </p:cNvPr>
          <p:cNvSpPr>
            <a:spLocks noGrp="1"/>
          </p:cNvSpPr>
          <p:nvPr>
            <p:ph type="sldNum" sz="quarter" idx="10"/>
          </p:nvPr>
        </p:nvSpPr>
        <p:spPr>
          <a:xfrm>
            <a:off x="8789670" y="4868862"/>
            <a:ext cx="354330"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5089D41A-EFFA-B845-9B02-B902AA445693}" type="slidenum">
              <a:rPr lang="en-US" altLang="zh-CN" sz="1050"/>
              <a:pPr>
                <a:defRPr/>
              </a:pPr>
              <a:t>59</a:t>
            </a:fld>
            <a:endParaRPr lang="en-US" altLang="zh-CN" sz="1050" dirty="0"/>
          </a:p>
        </p:txBody>
      </p:sp>
    </p:spTree>
    <p:extLst>
      <p:ext uri="{BB962C8B-B14F-4D97-AF65-F5344CB8AC3E}">
        <p14:creationId xmlns:p14="http://schemas.microsoft.com/office/powerpoint/2010/main" val="11488747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5155"/>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515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5155" grpId="0" animBg="1"/>
      <p:bldP spid="515155" grpId="1" animBg="1"/>
    </p:bld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7122" name="Line 2">
            <a:extLst>
              <a:ext uri="{FF2B5EF4-FFF2-40B4-BE49-F238E27FC236}">
                <a16:creationId xmlns:a16="http://schemas.microsoft.com/office/drawing/2014/main" id="{77FA8D28-73B2-3E41-ABB5-6F9FB12EBBB2}"/>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7123" name="Rectangle 3">
            <a:extLst>
              <a:ext uri="{FF2B5EF4-FFF2-40B4-BE49-F238E27FC236}">
                <a16:creationId xmlns:a16="http://schemas.microsoft.com/office/drawing/2014/main" id="{82CF560A-A8A6-6E46-B883-CA777B825652}"/>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17124" name="Line 4">
            <a:extLst>
              <a:ext uri="{FF2B5EF4-FFF2-40B4-BE49-F238E27FC236}">
                <a16:creationId xmlns:a16="http://schemas.microsoft.com/office/drawing/2014/main" id="{337A75B4-02ED-4E4F-AEF6-94D7B5F45837}"/>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7125" name="Rectangle 5">
            <a:extLst>
              <a:ext uri="{FF2B5EF4-FFF2-40B4-BE49-F238E27FC236}">
                <a16:creationId xmlns:a16="http://schemas.microsoft.com/office/drawing/2014/main" id="{8553BFDF-4CF7-5D47-9D8D-42408EC8BB11}"/>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17126" name="Rectangle 6">
            <a:extLst>
              <a:ext uri="{FF2B5EF4-FFF2-40B4-BE49-F238E27FC236}">
                <a16:creationId xmlns:a16="http://schemas.microsoft.com/office/drawing/2014/main" id="{792CEAE3-BB16-8A4A-99CF-34B3CBE93289}"/>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27" name="Line 7">
            <a:extLst>
              <a:ext uri="{FF2B5EF4-FFF2-40B4-BE49-F238E27FC236}">
                <a16:creationId xmlns:a16="http://schemas.microsoft.com/office/drawing/2014/main" id="{8DFCBE78-7149-774E-A8F0-8B027E419F03}"/>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28" name="Line 8">
            <a:extLst>
              <a:ext uri="{FF2B5EF4-FFF2-40B4-BE49-F238E27FC236}">
                <a16:creationId xmlns:a16="http://schemas.microsoft.com/office/drawing/2014/main" id="{D78B9B47-5DD0-3648-A25C-511973C1FD02}"/>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29" name="Line 9">
            <a:extLst>
              <a:ext uri="{FF2B5EF4-FFF2-40B4-BE49-F238E27FC236}">
                <a16:creationId xmlns:a16="http://schemas.microsoft.com/office/drawing/2014/main" id="{1499E453-416A-1E43-9BDF-3C4D8E9271B1}"/>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30" name="Line 10">
            <a:extLst>
              <a:ext uri="{FF2B5EF4-FFF2-40B4-BE49-F238E27FC236}">
                <a16:creationId xmlns:a16="http://schemas.microsoft.com/office/drawing/2014/main" id="{83F53EF9-E866-3B45-B7A6-59631032A4B0}"/>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31" name="Line 11">
            <a:extLst>
              <a:ext uri="{FF2B5EF4-FFF2-40B4-BE49-F238E27FC236}">
                <a16:creationId xmlns:a16="http://schemas.microsoft.com/office/drawing/2014/main" id="{5737AAB5-F49C-7C43-88B6-04C8FCBCFD2D}"/>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32" name="Line 12">
            <a:extLst>
              <a:ext uri="{FF2B5EF4-FFF2-40B4-BE49-F238E27FC236}">
                <a16:creationId xmlns:a16="http://schemas.microsoft.com/office/drawing/2014/main" id="{FDBA4105-F3F9-F448-B139-6E1B6FE0B770}"/>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33" name="Rectangle 13">
            <a:extLst>
              <a:ext uri="{FF2B5EF4-FFF2-40B4-BE49-F238E27FC236}">
                <a16:creationId xmlns:a16="http://schemas.microsoft.com/office/drawing/2014/main" id="{9A6A8574-1E2A-AE42-8774-C246BE40733F}"/>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17134" name="Rectangle 14">
            <a:extLst>
              <a:ext uri="{FF2B5EF4-FFF2-40B4-BE49-F238E27FC236}">
                <a16:creationId xmlns:a16="http://schemas.microsoft.com/office/drawing/2014/main" id="{EBBC4680-2C0C-D943-A047-E069F51F9345}"/>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17135" name="Rectangle 15">
            <a:extLst>
              <a:ext uri="{FF2B5EF4-FFF2-40B4-BE49-F238E27FC236}">
                <a16:creationId xmlns:a16="http://schemas.microsoft.com/office/drawing/2014/main" id="{4A60ADC8-8185-3445-A3E9-37953CF766C7}"/>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17136" name="Rectangle 16">
            <a:extLst>
              <a:ext uri="{FF2B5EF4-FFF2-40B4-BE49-F238E27FC236}">
                <a16:creationId xmlns:a16="http://schemas.microsoft.com/office/drawing/2014/main" id="{F9328AF1-FA21-F54D-BF46-95333265FBB3}"/>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17137" name="Rectangle 17">
            <a:extLst>
              <a:ext uri="{FF2B5EF4-FFF2-40B4-BE49-F238E27FC236}">
                <a16:creationId xmlns:a16="http://schemas.microsoft.com/office/drawing/2014/main" id="{6CBE5C6B-5C7E-E34A-A0A7-DF3A5B93BBFC}"/>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17138" name="Rectangle 18">
            <a:extLst>
              <a:ext uri="{FF2B5EF4-FFF2-40B4-BE49-F238E27FC236}">
                <a16:creationId xmlns:a16="http://schemas.microsoft.com/office/drawing/2014/main" id="{5B02C517-5611-A04F-BB56-B0CC654FCFD9}"/>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17139" name="Line 19">
            <a:extLst>
              <a:ext uri="{FF2B5EF4-FFF2-40B4-BE49-F238E27FC236}">
                <a16:creationId xmlns:a16="http://schemas.microsoft.com/office/drawing/2014/main" id="{3C1A0B24-AF50-9747-BB76-65E7DBA2F3C6}"/>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40" name="Rectangle 20">
            <a:extLst>
              <a:ext uri="{FF2B5EF4-FFF2-40B4-BE49-F238E27FC236}">
                <a16:creationId xmlns:a16="http://schemas.microsoft.com/office/drawing/2014/main" id="{9FA12652-2D38-C74A-A127-8CFEA885C4E1}"/>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17141" name="Rectangle 21">
            <a:extLst>
              <a:ext uri="{FF2B5EF4-FFF2-40B4-BE49-F238E27FC236}">
                <a16:creationId xmlns:a16="http://schemas.microsoft.com/office/drawing/2014/main" id="{8D5246F1-0D54-CE4D-833B-32A91FCF01CE}"/>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17142" name="Rectangle 22">
            <a:extLst>
              <a:ext uri="{FF2B5EF4-FFF2-40B4-BE49-F238E27FC236}">
                <a16:creationId xmlns:a16="http://schemas.microsoft.com/office/drawing/2014/main" id="{A54E993D-5F27-DD40-B654-BF7BCDB8480B}"/>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17143" name="Line 23">
            <a:extLst>
              <a:ext uri="{FF2B5EF4-FFF2-40B4-BE49-F238E27FC236}">
                <a16:creationId xmlns:a16="http://schemas.microsoft.com/office/drawing/2014/main" id="{ED149644-92E5-1048-90A4-B6D0C7CB2DE2}"/>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44" name="Line 24">
            <a:extLst>
              <a:ext uri="{FF2B5EF4-FFF2-40B4-BE49-F238E27FC236}">
                <a16:creationId xmlns:a16="http://schemas.microsoft.com/office/drawing/2014/main" id="{2BD11B8A-EB85-1F4E-84DD-3CB3A1563804}"/>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45" name="Line 25">
            <a:extLst>
              <a:ext uri="{FF2B5EF4-FFF2-40B4-BE49-F238E27FC236}">
                <a16:creationId xmlns:a16="http://schemas.microsoft.com/office/drawing/2014/main" id="{634F54CA-6C99-B94F-AA3F-6B58D37C8E4A}"/>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46" name="Line 26">
            <a:extLst>
              <a:ext uri="{FF2B5EF4-FFF2-40B4-BE49-F238E27FC236}">
                <a16:creationId xmlns:a16="http://schemas.microsoft.com/office/drawing/2014/main" id="{C5037690-AF37-D942-9ABC-8AA80C03CDAD}"/>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47" name="Line 27">
            <a:extLst>
              <a:ext uri="{FF2B5EF4-FFF2-40B4-BE49-F238E27FC236}">
                <a16:creationId xmlns:a16="http://schemas.microsoft.com/office/drawing/2014/main" id="{98130801-0302-3D43-8797-1F5CB6237907}"/>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48" name="Line 28">
            <a:extLst>
              <a:ext uri="{FF2B5EF4-FFF2-40B4-BE49-F238E27FC236}">
                <a16:creationId xmlns:a16="http://schemas.microsoft.com/office/drawing/2014/main" id="{FEB2A01C-B11B-9242-AF07-7B791ED4BAD2}"/>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49" name="Line 29">
            <a:extLst>
              <a:ext uri="{FF2B5EF4-FFF2-40B4-BE49-F238E27FC236}">
                <a16:creationId xmlns:a16="http://schemas.microsoft.com/office/drawing/2014/main" id="{A33C5A10-9545-DF4D-B7C3-068D5526F859}"/>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50" name="Rectangle 30">
            <a:extLst>
              <a:ext uri="{FF2B5EF4-FFF2-40B4-BE49-F238E27FC236}">
                <a16:creationId xmlns:a16="http://schemas.microsoft.com/office/drawing/2014/main" id="{83B6DB76-6140-1A41-96A0-472CF07C0301}"/>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17151" name="Rectangle 31">
            <a:extLst>
              <a:ext uri="{FF2B5EF4-FFF2-40B4-BE49-F238E27FC236}">
                <a16:creationId xmlns:a16="http://schemas.microsoft.com/office/drawing/2014/main" id="{52765FBD-3614-3C46-ADB0-6F594765B577}"/>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17152" name="Line 32">
            <a:extLst>
              <a:ext uri="{FF2B5EF4-FFF2-40B4-BE49-F238E27FC236}">
                <a16:creationId xmlns:a16="http://schemas.microsoft.com/office/drawing/2014/main" id="{2C0E0400-2E3D-D841-B5C7-4BC006C8CABC}"/>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53" name="Line 33">
            <a:extLst>
              <a:ext uri="{FF2B5EF4-FFF2-40B4-BE49-F238E27FC236}">
                <a16:creationId xmlns:a16="http://schemas.microsoft.com/office/drawing/2014/main" id="{E5DCD20C-7DEA-E14F-91BD-3D0CFEAB3022}"/>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54" name="Line 34">
            <a:extLst>
              <a:ext uri="{FF2B5EF4-FFF2-40B4-BE49-F238E27FC236}">
                <a16:creationId xmlns:a16="http://schemas.microsoft.com/office/drawing/2014/main" id="{A92902D1-068E-B045-9756-6AA8A311BF8A}"/>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55" name="Line 35">
            <a:extLst>
              <a:ext uri="{FF2B5EF4-FFF2-40B4-BE49-F238E27FC236}">
                <a16:creationId xmlns:a16="http://schemas.microsoft.com/office/drawing/2014/main" id="{C0CE49CA-15CF-3D4F-9022-5E181880C883}"/>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56" name="Line 36">
            <a:extLst>
              <a:ext uri="{FF2B5EF4-FFF2-40B4-BE49-F238E27FC236}">
                <a16:creationId xmlns:a16="http://schemas.microsoft.com/office/drawing/2014/main" id="{F456EF4E-6294-D04E-A018-28AFE54D600B}"/>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57" name="Line 37">
            <a:extLst>
              <a:ext uri="{FF2B5EF4-FFF2-40B4-BE49-F238E27FC236}">
                <a16:creationId xmlns:a16="http://schemas.microsoft.com/office/drawing/2014/main" id="{8E599A71-6B15-ED4C-A530-28D4CDED9FD8}"/>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58" name="Line 38">
            <a:extLst>
              <a:ext uri="{FF2B5EF4-FFF2-40B4-BE49-F238E27FC236}">
                <a16:creationId xmlns:a16="http://schemas.microsoft.com/office/drawing/2014/main" id="{8E4D6928-6E1E-B64F-A2B6-930E869DBE24}"/>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59" name="Line 39">
            <a:extLst>
              <a:ext uri="{FF2B5EF4-FFF2-40B4-BE49-F238E27FC236}">
                <a16:creationId xmlns:a16="http://schemas.microsoft.com/office/drawing/2014/main" id="{DEA9D196-7B54-D94B-B0A6-9CC0CEFE7819}"/>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60" name="Line 40">
            <a:extLst>
              <a:ext uri="{FF2B5EF4-FFF2-40B4-BE49-F238E27FC236}">
                <a16:creationId xmlns:a16="http://schemas.microsoft.com/office/drawing/2014/main" id="{361CCE10-E607-2544-860C-7813126D68D3}"/>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61" name="Line 41">
            <a:extLst>
              <a:ext uri="{FF2B5EF4-FFF2-40B4-BE49-F238E27FC236}">
                <a16:creationId xmlns:a16="http://schemas.microsoft.com/office/drawing/2014/main" id="{1A50937D-BCCD-F84D-A353-E234090620FA}"/>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62" name="Line 42">
            <a:extLst>
              <a:ext uri="{FF2B5EF4-FFF2-40B4-BE49-F238E27FC236}">
                <a16:creationId xmlns:a16="http://schemas.microsoft.com/office/drawing/2014/main" id="{63D1E354-6BDF-634C-9AD6-45E73B74F968}"/>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63" name="Line 43">
            <a:extLst>
              <a:ext uri="{FF2B5EF4-FFF2-40B4-BE49-F238E27FC236}">
                <a16:creationId xmlns:a16="http://schemas.microsoft.com/office/drawing/2014/main" id="{FAFEC6B2-DAA5-6148-980E-A73C1A97BD8F}"/>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64" name="Line 44">
            <a:extLst>
              <a:ext uri="{FF2B5EF4-FFF2-40B4-BE49-F238E27FC236}">
                <a16:creationId xmlns:a16="http://schemas.microsoft.com/office/drawing/2014/main" id="{BF1722C5-129E-3C43-BB0E-781198E1F62B}"/>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65" name="Line 45">
            <a:extLst>
              <a:ext uri="{FF2B5EF4-FFF2-40B4-BE49-F238E27FC236}">
                <a16:creationId xmlns:a16="http://schemas.microsoft.com/office/drawing/2014/main" id="{4AC3F91D-6AC1-9A4E-9CA3-9DB487289150}"/>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66" name="Line 46">
            <a:extLst>
              <a:ext uri="{FF2B5EF4-FFF2-40B4-BE49-F238E27FC236}">
                <a16:creationId xmlns:a16="http://schemas.microsoft.com/office/drawing/2014/main" id="{FFF8BC55-5CCD-D549-BB76-AC3871F78AAA}"/>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67" name="Line 47">
            <a:extLst>
              <a:ext uri="{FF2B5EF4-FFF2-40B4-BE49-F238E27FC236}">
                <a16:creationId xmlns:a16="http://schemas.microsoft.com/office/drawing/2014/main" id="{2CA0DB46-7977-5C4C-806C-D1D316F3C318}"/>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68" name="Line 48">
            <a:extLst>
              <a:ext uri="{FF2B5EF4-FFF2-40B4-BE49-F238E27FC236}">
                <a16:creationId xmlns:a16="http://schemas.microsoft.com/office/drawing/2014/main" id="{D2618ECE-663E-CC42-AEA6-F0A4FC31862D}"/>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69" name="Line 49">
            <a:extLst>
              <a:ext uri="{FF2B5EF4-FFF2-40B4-BE49-F238E27FC236}">
                <a16:creationId xmlns:a16="http://schemas.microsoft.com/office/drawing/2014/main" id="{67B5CC8A-C2F1-B64F-9330-0200CDA4223F}"/>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70" name="Line 50">
            <a:extLst>
              <a:ext uri="{FF2B5EF4-FFF2-40B4-BE49-F238E27FC236}">
                <a16:creationId xmlns:a16="http://schemas.microsoft.com/office/drawing/2014/main" id="{BEF61C0A-B0DB-B040-8524-9066B2CAB7F9}"/>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71" name="Line 51">
            <a:extLst>
              <a:ext uri="{FF2B5EF4-FFF2-40B4-BE49-F238E27FC236}">
                <a16:creationId xmlns:a16="http://schemas.microsoft.com/office/drawing/2014/main" id="{9572E12F-E623-4143-B306-7F9F1A0018DF}"/>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72" name="Line 52">
            <a:extLst>
              <a:ext uri="{FF2B5EF4-FFF2-40B4-BE49-F238E27FC236}">
                <a16:creationId xmlns:a16="http://schemas.microsoft.com/office/drawing/2014/main" id="{F077C369-917C-534D-A973-4A5B1F979006}"/>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73" name="Line 53">
            <a:extLst>
              <a:ext uri="{FF2B5EF4-FFF2-40B4-BE49-F238E27FC236}">
                <a16:creationId xmlns:a16="http://schemas.microsoft.com/office/drawing/2014/main" id="{8368A10C-26E4-8241-A5B9-13656D0060AB}"/>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74" name="Line 54">
            <a:extLst>
              <a:ext uri="{FF2B5EF4-FFF2-40B4-BE49-F238E27FC236}">
                <a16:creationId xmlns:a16="http://schemas.microsoft.com/office/drawing/2014/main" id="{B8187D1E-A27F-3B42-A336-082EEEA17134}"/>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75" name="Line 55">
            <a:extLst>
              <a:ext uri="{FF2B5EF4-FFF2-40B4-BE49-F238E27FC236}">
                <a16:creationId xmlns:a16="http://schemas.microsoft.com/office/drawing/2014/main" id="{E371B3C5-91B5-884F-A8B7-B44910FC4747}"/>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76" name="Line 56">
            <a:extLst>
              <a:ext uri="{FF2B5EF4-FFF2-40B4-BE49-F238E27FC236}">
                <a16:creationId xmlns:a16="http://schemas.microsoft.com/office/drawing/2014/main" id="{8836EBAB-D095-374C-87F0-63D720B53F73}"/>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77" name="Line 57">
            <a:extLst>
              <a:ext uri="{FF2B5EF4-FFF2-40B4-BE49-F238E27FC236}">
                <a16:creationId xmlns:a16="http://schemas.microsoft.com/office/drawing/2014/main" id="{62C23427-6A6A-0B44-9FD5-8F14274A68B9}"/>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78" name="Line 58">
            <a:extLst>
              <a:ext uri="{FF2B5EF4-FFF2-40B4-BE49-F238E27FC236}">
                <a16:creationId xmlns:a16="http://schemas.microsoft.com/office/drawing/2014/main" id="{5FF8995D-E80E-E846-A5AD-3092240E88D5}"/>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79" name="Line 59">
            <a:extLst>
              <a:ext uri="{FF2B5EF4-FFF2-40B4-BE49-F238E27FC236}">
                <a16:creationId xmlns:a16="http://schemas.microsoft.com/office/drawing/2014/main" id="{8F99BEC9-251A-D343-B64C-5F0B9267BCE2}"/>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80" name="Line 60">
            <a:extLst>
              <a:ext uri="{FF2B5EF4-FFF2-40B4-BE49-F238E27FC236}">
                <a16:creationId xmlns:a16="http://schemas.microsoft.com/office/drawing/2014/main" id="{5757743E-A899-434A-BB0C-5581BEDB5978}"/>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81" name="Line 61">
            <a:extLst>
              <a:ext uri="{FF2B5EF4-FFF2-40B4-BE49-F238E27FC236}">
                <a16:creationId xmlns:a16="http://schemas.microsoft.com/office/drawing/2014/main" id="{F84F92A7-A157-C44A-A81D-64169FBAB482}"/>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82" name="Line 62">
            <a:extLst>
              <a:ext uri="{FF2B5EF4-FFF2-40B4-BE49-F238E27FC236}">
                <a16:creationId xmlns:a16="http://schemas.microsoft.com/office/drawing/2014/main" id="{66B626E0-63DB-3E4F-9409-4295701C7A53}"/>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83" name="Line 63">
            <a:extLst>
              <a:ext uri="{FF2B5EF4-FFF2-40B4-BE49-F238E27FC236}">
                <a16:creationId xmlns:a16="http://schemas.microsoft.com/office/drawing/2014/main" id="{B3907C39-4D87-B84E-87B1-33C4A9FB8EC3}"/>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84" name="Line 64">
            <a:extLst>
              <a:ext uri="{FF2B5EF4-FFF2-40B4-BE49-F238E27FC236}">
                <a16:creationId xmlns:a16="http://schemas.microsoft.com/office/drawing/2014/main" id="{EB768C66-18B2-9A47-8323-37F4CEC8A852}"/>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85" name="Line 65">
            <a:extLst>
              <a:ext uri="{FF2B5EF4-FFF2-40B4-BE49-F238E27FC236}">
                <a16:creationId xmlns:a16="http://schemas.microsoft.com/office/drawing/2014/main" id="{AE523224-D2BB-374A-9343-2993B8EEB15F}"/>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186" name="Rectangle 66">
            <a:extLst>
              <a:ext uri="{FF2B5EF4-FFF2-40B4-BE49-F238E27FC236}">
                <a16:creationId xmlns:a16="http://schemas.microsoft.com/office/drawing/2014/main" id="{61251C1C-7843-3C4E-A264-24DA3F787201}"/>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7187" name="Rectangle 67">
            <a:extLst>
              <a:ext uri="{FF2B5EF4-FFF2-40B4-BE49-F238E27FC236}">
                <a16:creationId xmlns:a16="http://schemas.microsoft.com/office/drawing/2014/main" id="{3B9B669F-DBE9-844B-81B9-D44FE0DEA238}"/>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7188" name="Rectangle 68">
            <a:extLst>
              <a:ext uri="{FF2B5EF4-FFF2-40B4-BE49-F238E27FC236}">
                <a16:creationId xmlns:a16="http://schemas.microsoft.com/office/drawing/2014/main" id="{8DEC026F-CC71-634E-9DBA-429A4C413071}"/>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7189" name="Rectangle 69">
            <a:extLst>
              <a:ext uri="{FF2B5EF4-FFF2-40B4-BE49-F238E27FC236}">
                <a16:creationId xmlns:a16="http://schemas.microsoft.com/office/drawing/2014/main" id="{B57AEE8C-FD4A-914F-AAFE-50E8985FC0D0}"/>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7190" name="Rectangle 70">
            <a:extLst>
              <a:ext uri="{FF2B5EF4-FFF2-40B4-BE49-F238E27FC236}">
                <a16:creationId xmlns:a16="http://schemas.microsoft.com/office/drawing/2014/main" id="{4B50A9A3-B53C-7749-99A8-EC065FE46AB6}"/>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17191" name="Rectangle 71">
            <a:extLst>
              <a:ext uri="{FF2B5EF4-FFF2-40B4-BE49-F238E27FC236}">
                <a16:creationId xmlns:a16="http://schemas.microsoft.com/office/drawing/2014/main" id="{31282FE7-6EB2-8A42-A231-718AC4633631}"/>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17192" name="Rectangle 72">
            <a:extLst>
              <a:ext uri="{FF2B5EF4-FFF2-40B4-BE49-F238E27FC236}">
                <a16:creationId xmlns:a16="http://schemas.microsoft.com/office/drawing/2014/main" id="{D27189E4-0E8B-B142-83E7-3F3021DB5384}"/>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17193" name="Rectangle 73">
            <a:extLst>
              <a:ext uri="{FF2B5EF4-FFF2-40B4-BE49-F238E27FC236}">
                <a16:creationId xmlns:a16="http://schemas.microsoft.com/office/drawing/2014/main" id="{78B9D9DE-FEA1-6F40-8D45-61F3131A9D77}"/>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17194" name="Rectangle 74">
            <a:extLst>
              <a:ext uri="{FF2B5EF4-FFF2-40B4-BE49-F238E27FC236}">
                <a16:creationId xmlns:a16="http://schemas.microsoft.com/office/drawing/2014/main" id="{CFAB0846-55CE-F04D-B034-31ED95CDD8FC}"/>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17195" name="Rectangle 75">
            <a:extLst>
              <a:ext uri="{FF2B5EF4-FFF2-40B4-BE49-F238E27FC236}">
                <a16:creationId xmlns:a16="http://schemas.microsoft.com/office/drawing/2014/main" id="{F49C635F-91D0-5043-B814-2348CDAAF2E4}"/>
              </a:ext>
            </a:extLst>
          </p:cNvPr>
          <p:cNvSpPr>
            <a:spLocks noChangeArrowheads="1"/>
          </p:cNvSpPr>
          <p:nvPr/>
        </p:nvSpPr>
        <p:spPr bwMode="auto">
          <a:xfrm>
            <a:off x="1331119"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17196" name="Line 76">
            <a:extLst>
              <a:ext uri="{FF2B5EF4-FFF2-40B4-BE49-F238E27FC236}">
                <a16:creationId xmlns:a16="http://schemas.microsoft.com/office/drawing/2014/main" id="{4F642EA4-F424-A54D-ABDF-CF0DF40AC084}"/>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7197" name="Rectangle 77">
            <a:extLst>
              <a:ext uri="{FF2B5EF4-FFF2-40B4-BE49-F238E27FC236}">
                <a16:creationId xmlns:a16="http://schemas.microsoft.com/office/drawing/2014/main" id="{4712A55E-3D79-DF43-98FB-3D70ED3AB618}"/>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17198" name="Line 78">
            <a:extLst>
              <a:ext uri="{FF2B5EF4-FFF2-40B4-BE49-F238E27FC236}">
                <a16:creationId xmlns:a16="http://schemas.microsoft.com/office/drawing/2014/main" id="{CC882743-B4FA-9043-AA3F-5B562365C7AC}"/>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7199" name="Line 79">
            <a:extLst>
              <a:ext uri="{FF2B5EF4-FFF2-40B4-BE49-F238E27FC236}">
                <a16:creationId xmlns:a16="http://schemas.microsoft.com/office/drawing/2014/main" id="{E5F9C222-7647-F544-A0B0-010BB282F58B}"/>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7200" name="Line 80">
            <a:extLst>
              <a:ext uri="{FF2B5EF4-FFF2-40B4-BE49-F238E27FC236}">
                <a16:creationId xmlns:a16="http://schemas.microsoft.com/office/drawing/2014/main" id="{02C3A94A-3B12-3146-954B-AE118E40CCD2}"/>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7201" name="Line 81">
            <a:extLst>
              <a:ext uri="{FF2B5EF4-FFF2-40B4-BE49-F238E27FC236}">
                <a16:creationId xmlns:a16="http://schemas.microsoft.com/office/drawing/2014/main" id="{67FF05BD-178C-BD4F-A7B2-A0C8CF37D040}"/>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7202" name="Rectangle 82">
            <a:extLst>
              <a:ext uri="{FF2B5EF4-FFF2-40B4-BE49-F238E27FC236}">
                <a16:creationId xmlns:a16="http://schemas.microsoft.com/office/drawing/2014/main" id="{121540B0-2437-2745-ADB3-D0B78FE02BE4}"/>
              </a:ext>
            </a:extLst>
          </p:cNvPr>
          <p:cNvSpPr>
            <a:spLocks noChangeArrowheads="1"/>
          </p:cNvSpPr>
          <p:nvPr/>
        </p:nvSpPr>
        <p:spPr bwMode="auto">
          <a:xfrm>
            <a:off x="1628776" y="2627710"/>
            <a:ext cx="2889647"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7204" name="Text Box 84">
            <a:extLst>
              <a:ext uri="{FF2B5EF4-FFF2-40B4-BE49-F238E27FC236}">
                <a16:creationId xmlns:a16="http://schemas.microsoft.com/office/drawing/2014/main" id="{AA426D74-9D77-B441-8F87-7232479DBA0F}"/>
              </a:ext>
            </a:extLst>
          </p:cNvPr>
          <p:cNvSpPr txBox="1">
            <a:spLocks noChangeArrowheads="1"/>
          </p:cNvSpPr>
          <p:nvPr/>
        </p:nvSpPr>
        <p:spPr bwMode="auto">
          <a:xfrm>
            <a:off x="1478756" y="3789760"/>
            <a:ext cx="6225779" cy="1061829"/>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just" eaLnBrk="1" hangingPunct="1">
              <a:defRPr/>
            </a:pPr>
            <a:r>
              <a:rPr lang="zh-CN" altLang="en-US" sz="2100">
                <a:solidFill>
                  <a:srgbClr val="333399"/>
                </a:solidFill>
                <a:latin typeface="Arial" panose="020B0604020202020204" pitchFamily="34" charset="0"/>
              </a:rPr>
              <a:t>检验和 </a:t>
            </a:r>
            <a:r>
              <a:rPr lang="en-US" altLang="zh-CN" sz="2100">
                <a:solidFill>
                  <a:srgbClr val="333399"/>
                </a:solidFill>
                <a:latin typeface="Arial" panose="020B0604020202020204" pitchFamily="34" charset="0"/>
              </a:rPr>
              <a:t>—— </a:t>
            </a:r>
            <a:r>
              <a:rPr lang="zh-CN" altLang="en-US" sz="2100">
                <a:solidFill>
                  <a:srgbClr val="333399"/>
                </a:solidFill>
                <a:latin typeface="Arial" panose="020B0604020202020204" pitchFamily="34" charset="0"/>
              </a:rPr>
              <a:t>占 </a:t>
            </a:r>
            <a:r>
              <a:rPr lang="en-US" altLang="zh-CN" sz="2100">
                <a:solidFill>
                  <a:srgbClr val="333399"/>
                </a:solidFill>
                <a:latin typeface="Arial" panose="020B0604020202020204" pitchFamily="34" charset="0"/>
              </a:rPr>
              <a:t>2 </a:t>
            </a:r>
            <a:r>
              <a:rPr lang="zh-CN" altLang="en-US" sz="2100">
                <a:solidFill>
                  <a:srgbClr val="333399"/>
                </a:solidFill>
                <a:latin typeface="Arial" panose="020B0604020202020204" pitchFamily="34" charset="0"/>
              </a:rPr>
              <a:t>字节。检验和字段检验的范围包括首部和数据这两部分。在计算检验和时，要在 </a:t>
            </a:r>
            <a:r>
              <a:rPr lang="en-US" altLang="zh-CN" sz="2100">
                <a:solidFill>
                  <a:srgbClr val="333399"/>
                </a:solidFill>
                <a:latin typeface="Arial" panose="020B0604020202020204" pitchFamily="34" charset="0"/>
              </a:rPr>
              <a:t>TCP </a:t>
            </a:r>
            <a:r>
              <a:rPr lang="zh-CN" altLang="en-US" sz="2100">
                <a:solidFill>
                  <a:srgbClr val="333399"/>
                </a:solidFill>
                <a:latin typeface="Arial" panose="020B0604020202020204" pitchFamily="34" charset="0"/>
              </a:rPr>
              <a:t>报文段的前面加上 </a:t>
            </a:r>
            <a:r>
              <a:rPr lang="en-US" altLang="zh-CN" sz="2100">
                <a:solidFill>
                  <a:srgbClr val="333399"/>
                </a:solidFill>
                <a:latin typeface="Arial" panose="020B0604020202020204" pitchFamily="34" charset="0"/>
              </a:rPr>
              <a:t>12 </a:t>
            </a:r>
            <a:r>
              <a:rPr lang="zh-CN" altLang="en-US" sz="2100">
                <a:solidFill>
                  <a:srgbClr val="333399"/>
                </a:solidFill>
                <a:latin typeface="Arial" panose="020B0604020202020204" pitchFamily="34" charset="0"/>
              </a:rPr>
              <a:t>字节的伪首部。</a:t>
            </a:r>
          </a:p>
        </p:txBody>
      </p:sp>
      <p:sp>
        <p:nvSpPr>
          <p:cNvPr id="2" name="幻灯片编号占位符 1">
            <a:extLst>
              <a:ext uri="{FF2B5EF4-FFF2-40B4-BE49-F238E27FC236}">
                <a16:creationId xmlns:a16="http://schemas.microsoft.com/office/drawing/2014/main" id="{4EEB0EF7-B8BB-4A4B-A974-8FE557A53359}"/>
              </a:ext>
            </a:extLst>
          </p:cNvPr>
          <p:cNvSpPr>
            <a:spLocks noGrp="1"/>
          </p:cNvSpPr>
          <p:nvPr>
            <p:ph type="sldNum" sz="quarter" idx="10"/>
          </p:nvPr>
        </p:nvSpPr>
        <p:spPr>
          <a:xfrm>
            <a:off x="8686800" y="4855607"/>
            <a:ext cx="457200"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8AFF68E-F04D-0B48-95FC-BF2676F162FD}" type="slidenum">
              <a:rPr lang="en-US" altLang="zh-CN" sz="1050"/>
              <a:pPr>
                <a:defRPr/>
              </a:pPr>
              <a:t>60</a:t>
            </a:fld>
            <a:endParaRPr lang="en-US" altLang="zh-CN" sz="1050"/>
          </a:p>
        </p:txBody>
      </p:sp>
    </p:spTree>
    <p:extLst>
      <p:ext uri="{BB962C8B-B14F-4D97-AF65-F5344CB8AC3E}">
        <p14:creationId xmlns:p14="http://schemas.microsoft.com/office/powerpoint/2010/main" val="6510235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7202"/>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720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7202" grpId="0" animBg="1"/>
      <p:bldP spid="517202" grpId="1" animBg="1"/>
    </p:bld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8146" name="Line 2">
            <a:extLst>
              <a:ext uri="{FF2B5EF4-FFF2-40B4-BE49-F238E27FC236}">
                <a16:creationId xmlns:a16="http://schemas.microsoft.com/office/drawing/2014/main" id="{7B5E0B3D-CFE9-E743-837A-8D862D559BCA}"/>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8147" name="Rectangle 3">
            <a:extLst>
              <a:ext uri="{FF2B5EF4-FFF2-40B4-BE49-F238E27FC236}">
                <a16:creationId xmlns:a16="http://schemas.microsoft.com/office/drawing/2014/main" id="{0153FD74-05B2-DB4B-ADC7-899A52C54E06}"/>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18148" name="Line 4">
            <a:extLst>
              <a:ext uri="{FF2B5EF4-FFF2-40B4-BE49-F238E27FC236}">
                <a16:creationId xmlns:a16="http://schemas.microsoft.com/office/drawing/2014/main" id="{F9C28277-C23B-644C-9CD0-15F12A72C296}"/>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8149" name="Rectangle 5">
            <a:extLst>
              <a:ext uri="{FF2B5EF4-FFF2-40B4-BE49-F238E27FC236}">
                <a16:creationId xmlns:a16="http://schemas.microsoft.com/office/drawing/2014/main" id="{78683F82-0B81-9F4D-8EE6-C721E7B0FAF0}"/>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18150" name="Rectangle 6">
            <a:extLst>
              <a:ext uri="{FF2B5EF4-FFF2-40B4-BE49-F238E27FC236}">
                <a16:creationId xmlns:a16="http://schemas.microsoft.com/office/drawing/2014/main" id="{692CE162-57F3-D64F-B7C2-4D8C2F8EFB28}"/>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51" name="Line 7">
            <a:extLst>
              <a:ext uri="{FF2B5EF4-FFF2-40B4-BE49-F238E27FC236}">
                <a16:creationId xmlns:a16="http://schemas.microsoft.com/office/drawing/2014/main" id="{A015D2F2-9DFC-7044-9CA5-8AB9B0CDC56F}"/>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52" name="Line 8">
            <a:extLst>
              <a:ext uri="{FF2B5EF4-FFF2-40B4-BE49-F238E27FC236}">
                <a16:creationId xmlns:a16="http://schemas.microsoft.com/office/drawing/2014/main" id="{FECF415B-CE70-C44A-9E17-2B20E2F8FDFA}"/>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53" name="Line 9">
            <a:extLst>
              <a:ext uri="{FF2B5EF4-FFF2-40B4-BE49-F238E27FC236}">
                <a16:creationId xmlns:a16="http://schemas.microsoft.com/office/drawing/2014/main" id="{4B4BB831-2456-0941-A14D-3AFFB07EBC0F}"/>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54" name="Line 10">
            <a:extLst>
              <a:ext uri="{FF2B5EF4-FFF2-40B4-BE49-F238E27FC236}">
                <a16:creationId xmlns:a16="http://schemas.microsoft.com/office/drawing/2014/main" id="{ADAABA10-05A0-EA43-B7D9-A1EF39DD4831}"/>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55" name="Line 11">
            <a:extLst>
              <a:ext uri="{FF2B5EF4-FFF2-40B4-BE49-F238E27FC236}">
                <a16:creationId xmlns:a16="http://schemas.microsoft.com/office/drawing/2014/main" id="{DA7FE136-FA30-8B4A-98FF-968CA3A55E62}"/>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56" name="Line 12">
            <a:extLst>
              <a:ext uri="{FF2B5EF4-FFF2-40B4-BE49-F238E27FC236}">
                <a16:creationId xmlns:a16="http://schemas.microsoft.com/office/drawing/2014/main" id="{5C3D3668-F94E-A049-9A93-626113A962D2}"/>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57" name="Rectangle 13">
            <a:extLst>
              <a:ext uri="{FF2B5EF4-FFF2-40B4-BE49-F238E27FC236}">
                <a16:creationId xmlns:a16="http://schemas.microsoft.com/office/drawing/2014/main" id="{44263AC9-A490-A84B-9B17-3D91B917B43D}"/>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18158" name="Rectangle 14">
            <a:extLst>
              <a:ext uri="{FF2B5EF4-FFF2-40B4-BE49-F238E27FC236}">
                <a16:creationId xmlns:a16="http://schemas.microsoft.com/office/drawing/2014/main" id="{A97036B9-1247-FC41-B672-7932E4F43895}"/>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18159" name="Rectangle 15">
            <a:extLst>
              <a:ext uri="{FF2B5EF4-FFF2-40B4-BE49-F238E27FC236}">
                <a16:creationId xmlns:a16="http://schemas.microsoft.com/office/drawing/2014/main" id="{2DDC91FE-F31C-E646-9E37-ED2C64D25D92}"/>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18160" name="Rectangle 16">
            <a:extLst>
              <a:ext uri="{FF2B5EF4-FFF2-40B4-BE49-F238E27FC236}">
                <a16:creationId xmlns:a16="http://schemas.microsoft.com/office/drawing/2014/main" id="{86390A8F-E867-E947-9538-18F825B16895}"/>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18161" name="Rectangle 17">
            <a:extLst>
              <a:ext uri="{FF2B5EF4-FFF2-40B4-BE49-F238E27FC236}">
                <a16:creationId xmlns:a16="http://schemas.microsoft.com/office/drawing/2014/main" id="{D0309714-49A6-BA43-8DC3-33498D802CEB}"/>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18162" name="Rectangle 18">
            <a:extLst>
              <a:ext uri="{FF2B5EF4-FFF2-40B4-BE49-F238E27FC236}">
                <a16:creationId xmlns:a16="http://schemas.microsoft.com/office/drawing/2014/main" id="{3558A3A1-6CA1-DC40-AAF0-CBA34937D758}"/>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18163" name="Line 19">
            <a:extLst>
              <a:ext uri="{FF2B5EF4-FFF2-40B4-BE49-F238E27FC236}">
                <a16:creationId xmlns:a16="http://schemas.microsoft.com/office/drawing/2014/main" id="{B38CCE13-CEEF-B845-A643-ED57AAEEA33E}"/>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64" name="Rectangle 20">
            <a:extLst>
              <a:ext uri="{FF2B5EF4-FFF2-40B4-BE49-F238E27FC236}">
                <a16:creationId xmlns:a16="http://schemas.microsoft.com/office/drawing/2014/main" id="{4F1A30C5-CCB4-EE4A-88DB-0300E41CDBF0}"/>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18165" name="Rectangle 21">
            <a:extLst>
              <a:ext uri="{FF2B5EF4-FFF2-40B4-BE49-F238E27FC236}">
                <a16:creationId xmlns:a16="http://schemas.microsoft.com/office/drawing/2014/main" id="{257ECB3C-D081-5749-8D8D-941DDF882A2E}"/>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18166" name="Rectangle 22">
            <a:extLst>
              <a:ext uri="{FF2B5EF4-FFF2-40B4-BE49-F238E27FC236}">
                <a16:creationId xmlns:a16="http://schemas.microsoft.com/office/drawing/2014/main" id="{FF8D0E16-6B2C-D54F-84AC-F0D6C3204F89}"/>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18167" name="Line 23">
            <a:extLst>
              <a:ext uri="{FF2B5EF4-FFF2-40B4-BE49-F238E27FC236}">
                <a16:creationId xmlns:a16="http://schemas.microsoft.com/office/drawing/2014/main" id="{1E7C7DAF-08E9-5842-AB00-2738E7BCF763}"/>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68" name="Line 24">
            <a:extLst>
              <a:ext uri="{FF2B5EF4-FFF2-40B4-BE49-F238E27FC236}">
                <a16:creationId xmlns:a16="http://schemas.microsoft.com/office/drawing/2014/main" id="{EA7B5508-4858-F84E-A1DB-C3583F65061D}"/>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69" name="Line 25">
            <a:extLst>
              <a:ext uri="{FF2B5EF4-FFF2-40B4-BE49-F238E27FC236}">
                <a16:creationId xmlns:a16="http://schemas.microsoft.com/office/drawing/2014/main" id="{C299EFEF-7055-B143-B00E-09846E33B409}"/>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70" name="Line 26">
            <a:extLst>
              <a:ext uri="{FF2B5EF4-FFF2-40B4-BE49-F238E27FC236}">
                <a16:creationId xmlns:a16="http://schemas.microsoft.com/office/drawing/2014/main" id="{383EF40C-31AE-1A48-9E70-676377D3F742}"/>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71" name="Line 27">
            <a:extLst>
              <a:ext uri="{FF2B5EF4-FFF2-40B4-BE49-F238E27FC236}">
                <a16:creationId xmlns:a16="http://schemas.microsoft.com/office/drawing/2014/main" id="{26533F95-77EA-D340-9C1F-CFEA4BA208FA}"/>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72" name="Line 28">
            <a:extLst>
              <a:ext uri="{FF2B5EF4-FFF2-40B4-BE49-F238E27FC236}">
                <a16:creationId xmlns:a16="http://schemas.microsoft.com/office/drawing/2014/main" id="{2BC6F7B9-B3BD-744A-B7F0-A2CA27E3895C}"/>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73" name="Line 29">
            <a:extLst>
              <a:ext uri="{FF2B5EF4-FFF2-40B4-BE49-F238E27FC236}">
                <a16:creationId xmlns:a16="http://schemas.microsoft.com/office/drawing/2014/main" id="{ACED6D9B-0006-1149-8555-A6FB3C050FAF}"/>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74" name="Rectangle 30">
            <a:extLst>
              <a:ext uri="{FF2B5EF4-FFF2-40B4-BE49-F238E27FC236}">
                <a16:creationId xmlns:a16="http://schemas.microsoft.com/office/drawing/2014/main" id="{22AE0290-FC0C-C646-9CA5-A58B0C02AFCD}"/>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18175" name="Rectangle 31">
            <a:extLst>
              <a:ext uri="{FF2B5EF4-FFF2-40B4-BE49-F238E27FC236}">
                <a16:creationId xmlns:a16="http://schemas.microsoft.com/office/drawing/2014/main" id="{0170400F-5DAE-044B-B0E0-F721FA5D48CF}"/>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18176" name="Line 32">
            <a:extLst>
              <a:ext uri="{FF2B5EF4-FFF2-40B4-BE49-F238E27FC236}">
                <a16:creationId xmlns:a16="http://schemas.microsoft.com/office/drawing/2014/main" id="{22E32EBF-C86A-CB49-8BC7-D7E3EDE38391}"/>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77" name="Line 33">
            <a:extLst>
              <a:ext uri="{FF2B5EF4-FFF2-40B4-BE49-F238E27FC236}">
                <a16:creationId xmlns:a16="http://schemas.microsoft.com/office/drawing/2014/main" id="{5F54BD84-6006-2D4D-89BC-D0FA01CBCBC9}"/>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78" name="Line 34">
            <a:extLst>
              <a:ext uri="{FF2B5EF4-FFF2-40B4-BE49-F238E27FC236}">
                <a16:creationId xmlns:a16="http://schemas.microsoft.com/office/drawing/2014/main" id="{AD4CB386-C797-BE44-992E-AB83DA60AB4E}"/>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79" name="Line 35">
            <a:extLst>
              <a:ext uri="{FF2B5EF4-FFF2-40B4-BE49-F238E27FC236}">
                <a16:creationId xmlns:a16="http://schemas.microsoft.com/office/drawing/2014/main" id="{B99A5641-0893-ED43-B65C-C4FD53CAFA90}"/>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80" name="Line 36">
            <a:extLst>
              <a:ext uri="{FF2B5EF4-FFF2-40B4-BE49-F238E27FC236}">
                <a16:creationId xmlns:a16="http://schemas.microsoft.com/office/drawing/2014/main" id="{7CB4A31C-49A3-014A-92C7-14496A1D564E}"/>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81" name="Line 37">
            <a:extLst>
              <a:ext uri="{FF2B5EF4-FFF2-40B4-BE49-F238E27FC236}">
                <a16:creationId xmlns:a16="http://schemas.microsoft.com/office/drawing/2014/main" id="{0C4C812D-9812-8D47-BE0E-9316CF5FAB2C}"/>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82" name="Line 38">
            <a:extLst>
              <a:ext uri="{FF2B5EF4-FFF2-40B4-BE49-F238E27FC236}">
                <a16:creationId xmlns:a16="http://schemas.microsoft.com/office/drawing/2014/main" id="{8DAB43B0-D5D1-4A4C-ACBD-9C041FC1D691}"/>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83" name="Line 39">
            <a:extLst>
              <a:ext uri="{FF2B5EF4-FFF2-40B4-BE49-F238E27FC236}">
                <a16:creationId xmlns:a16="http://schemas.microsoft.com/office/drawing/2014/main" id="{1964FEA3-BD8A-1B41-9B52-DBE0725A224B}"/>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84" name="Line 40">
            <a:extLst>
              <a:ext uri="{FF2B5EF4-FFF2-40B4-BE49-F238E27FC236}">
                <a16:creationId xmlns:a16="http://schemas.microsoft.com/office/drawing/2014/main" id="{6F3D6FC6-4449-9842-842D-7BA918D4F4DB}"/>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85" name="Line 41">
            <a:extLst>
              <a:ext uri="{FF2B5EF4-FFF2-40B4-BE49-F238E27FC236}">
                <a16:creationId xmlns:a16="http://schemas.microsoft.com/office/drawing/2014/main" id="{D3734FE7-90AC-4240-8510-74E13BAFF922}"/>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86" name="Line 42">
            <a:extLst>
              <a:ext uri="{FF2B5EF4-FFF2-40B4-BE49-F238E27FC236}">
                <a16:creationId xmlns:a16="http://schemas.microsoft.com/office/drawing/2014/main" id="{7AB4BFE7-37DB-D245-94AA-A190D846AA19}"/>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87" name="Line 43">
            <a:extLst>
              <a:ext uri="{FF2B5EF4-FFF2-40B4-BE49-F238E27FC236}">
                <a16:creationId xmlns:a16="http://schemas.microsoft.com/office/drawing/2014/main" id="{C2241647-2374-174F-9D6F-DCDC4C0E868E}"/>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88" name="Line 44">
            <a:extLst>
              <a:ext uri="{FF2B5EF4-FFF2-40B4-BE49-F238E27FC236}">
                <a16:creationId xmlns:a16="http://schemas.microsoft.com/office/drawing/2014/main" id="{991E883D-6769-2E42-A511-BA7F6835A5BE}"/>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89" name="Line 45">
            <a:extLst>
              <a:ext uri="{FF2B5EF4-FFF2-40B4-BE49-F238E27FC236}">
                <a16:creationId xmlns:a16="http://schemas.microsoft.com/office/drawing/2014/main" id="{76B86B66-2911-EA43-8403-4E44E15E68FC}"/>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90" name="Line 46">
            <a:extLst>
              <a:ext uri="{FF2B5EF4-FFF2-40B4-BE49-F238E27FC236}">
                <a16:creationId xmlns:a16="http://schemas.microsoft.com/office/drawing/2014/main" id="{FA894923-0ADE-0B4B-BB7F-D8ADA6BA5046}"/>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91" name="Line 47">
            <a:extLst>
              <a:ext uri="{FF2B5EF4-FFF2-40B4-BE49-F238E27FC236}">
                <a16:creationId xmlns:a16="http://schemas.microsoft.com/office/drawing/2014/main" id="{61E75A97-67A8-B949-8C3C-785AB5004691}"/>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92" name="Line 48">
            <a:extLst>
              <a:ext uri="{FF2B5EF4-FFF2-40B4-BE49-F238E27FC236}">
                <a16:creationId xmlns:a16="http://schemas.microsoft.com/office/drawing/2014/main" id="{2970A8AB-F1EA-2E4E-99E2-54E348A65B4F}"/>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93" name="Line 49">
            <a:extLst>
              <a:ext uri="{FF2B5EF4-FFF2-40B4-BE49-F238E27FC236}">
                <a16:creationId xmlns:a16="http://schemas.microsoft.com/office/drawing/2014/main" id="{414465C4-3049-7D48-AE99-43AE012F6EDA}"/>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94" name="Line 50">
            <a:extLst>
              <a:ext uri="{FF2B5EF4-FFF2-40B4-BE49-F238E27FC236}">
                <a16:creationId xmlns:a16="http://schemas.microsoft.com/office/drawing/2014/main" id="{5CD71693-5F61-784C-96B8-92FCCFAF54FD}"/>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95" name="Line 51">
            <a:extLst>
              <a:ext uri="{FF2B5EF4-FFF2-40B4-BE49-F238E27FC236}">
                <a16:creationId xmlns:a16="http://schemas.microsoft.com/office/drawing/2014/main" id="{D5C9A72F-273C-BC47-B99F-B0899F70C276}"/>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96" name="Line 52">
            <a:extLst>
              <a:ext uri="{FF2B5EF4-FFF2-40B4-BE49-F238E27FC236}">
                <a16:creationId xmlns:a16="http://schemas.microsoft.com/office/drawing/2014/main" id="{4C2EEF70-6BF6-6048-9D0C-BB3D3CA93A7D}"/>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97" name="Line 53">
            <a:extLst>
              <a:ext uri="{FF2B5EF4-FFF2-40B4-BE49-F238E27FC236}">
                <a16:creationId xmlns:a16="http://schemas.microsoft.com/office/drawing/2014/main" id="{7B1E9AE4-16AC-DF47-9ED2-77AD5E50018F}"/>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98" name="Line 54">
            <a:extLst>
              <a:ext uri="{FF2B5EF4-FFF2-40B4-BE49-F238E27FC236}">
                <a16:creationId xmlns:a16="http://schemas.microsoft.com/office/drawing/2014/main" id="{C186FA99-1DAF-5E43-A0DA-1CDB3C8EE47E}"/>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199" name="Line 55">
            <a:extLst>
              <a:ext uri="{FF2B5EF4-FFF2-40B4-BE49-F238E27FC236}">
                <a16:creationId xmlns:a16="http://schemas.microsoft.com/office/drawing/2014/main" id="{56328DCF-9CC3-6345-8253-02AE8D8751AC}"/>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00" name="Line 56">
            <a:extLst>
              <a:ext uri="{FF2B5EF4-FFF2-40B4-BE49-F238E27FC236}">
                <a16:creationId xmlns:a16="http://schemas.microsoft.com/office/drawing/2014/main" id="{EF266184-7826-7A46-85E9-F9854355E63B}"/>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01" name="Line 57">
            <a:extLst>
              <a:ext uri="{FF2B5EF4-FFF2-40B4-BE49-F238E27FC236}">
                <a16:creationId xmlns:a16="http://schemas.microsoft.com/office/drawing/2014/main" id="{3F733D47-C675-124E-9D7D-517AC0A52603}"/>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02" name="Line 58">
            <a:extLst>
              <a:ext uri="{FF2B5EF4-FFF2-40B4-BE49-F238E27FC236}">
                <a16:creationId xmlns:a16="http://schemas.microsoft.com/office/drawing/2014/main" id="{F8C01D7F-D492-9A4B-8E4D-008FDE95761B}"/>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03" name="Line 59">
            <a:extLst>
              <a:ext uri="{FF2B5EF4-FFF2-40B4-BE49-F238E27FC236}">
                <a16:creationId xmlns:a16="http://schemas.microsoft.com/office/drawing/2014/main" id="{9739260E-4345-5546-B8B7-AA233910616E}"/>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04" name="Line 60">
            <a:extLst>
              <a:ext uri="{FF2B5EF4-FFF2-40B4-BE49-F238E27FC236}">
                <a16:creationId xmlns:a16="http://schemas.microsoft.com/office/drawing/2014/main" id="{6072948F-7AFD-EF43-ADAD-740F1AB1DC14}"/>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05" name="Line 61">
            <a:extLst>
              <a:ext uri="{FF2B5EF4-FFF2-40B4-BE49-F238E27FC236}">
                <a16:creationId xmlns:a16="http://schemas.microsoft.com/office/drawing/2014/main" id="{B438BD0D-6828-DE47-8A1C-1FDB2649461B}"/>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06" name="Line 62">
            <a:extLst>
              <a:ext uri="{FF2B5EF4-FFF2-40B4-BE49-F238E27FC236}">
                <a16:creationId xmlns:a16="http://schemas.microsoft.com/office/drawing/2014/main" id="{0FB9D8FB-2AB5-C74B-8813-11A9E40BFD07}"/>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07" name="Line 63">
            <a:extLst>
              <a:ext uri="{FF2B5EF4-FFF2-40B4-BE49-F238E27FC236}">
                <a16:creationId xmlns:a16="http://schemas.microsoft.com/office/drawing/2014/main" id="{83C1A0C8-34A7-D047-894A-24E2042BFD43}"/>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08" name="Line 64">
            <a:extLst>
              <a:ext uri="{FF2B5EF4-FFF2-40B4-BE49-F238E27FC236}">
                <a16:creationId xmlns:a16="http://schemas.microsoft.com/office/drawing/2014/main" id="{BB760C1E-FE50-3F4E-8290-A47D040C9738}"/>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09" name="Line 65">
            <a:extLst>
              <a:ext uri="{FF2B5EF4-FFF2-40B4-BE49-F238E27FC236}">
                <a16:creationId xmlns:a16="http://schemas.microsoft.com/office/drawing/2014/main" id="{60733F68-4C3E-0240-9F54-5C23E2D18D82}"/>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10" name="Rectangle 66">
            <a:extLst>
              <a:ext uri="{FF2B5EF4-FFF2-40B4-BE49-F238E27FC236}">
                <a16:creationId xmlns:a16="http://schemas.microsoft.com/office/drawing/2014/main" id="{75CAFB95-D535-5042-8CBB-DB2EB4F4AF4A}"/>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8211" name="Rectangle 67">
            <a:extLst>
              <a:ext uri="{FF2B5EF4-FFF2-40B4-BE49-F238E27FC236}">
                <a16:creationId xmlns:a16="http://schemas.microsoft.com/office/drawing/2014/main" id="{4A88688E-F5C2-304D-93FD-A18752D7DE8D}"/>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8212" name="Rectangle 68">
            <a:extLst>
              <a:ext uri="{FF2B5EF4-FFF2-40B4-BE49-F238E27FC236}">
                <a16:creationId xmlns:a16="http://schemas.microsoft.com/office/drawing/2014/main" id="{5D1CAC9C-A406-5545-8EF5-C60B641BE1E8}"/>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8213" name="Rectangle 69">
            <a:extLst>
              <a:ext uri="{FF2B5EF4-FFF2-40B4-BE49-F238E27FC236}">
                <a16:creationId xmlns:a16="http://schemas.microsoft.com/office/drawing/2014/main" id="{70FA5E61-1CB1-1041-B1B8-5C8B136BE72E}"/>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8214" name="Rectangle 70">
            <a:extLst>
              <a:ext uri="{FF2B5EF4-FFF2-40B4-BE49-F238E27FC236}">
                <a16:creationId xmlns:a16="http://schemas.microsoft.com/office/drawing/2014/main" id="{E60DCF0B-817A-AD4A-B7D4-6CBF4B6DEABE}"/>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18215" name="Rectangle 71">
            <a:extLst>
              <a:ext uri="{FF2B5EF4-FFF2-40B4-BE49-F238E27FC236}">
                <a16:creationId xmlns:a16="http://schemas.microsoft.com/office/drawing/2014/main" id="{EA8B27CB-FEA2-D24B-8F03-A80779AA42EF}"/>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18216" name="Rectangle 72">
            <a:extLst>
              <a:ext uri="{FF2B5EF4-FFF2-40B4-BE49-F238E27FC236}">
                <a16:creationId xmlns:a16="http://schemas.microsoft.com/office/drawing/2014/main" id="{751312EA-45F1-F24F-A057-2931116052F1}"/>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18217" name="Rectangle 73">
            <a:extLst>
              <a:ext uri="{FF2B5EF4-FFF2-40B4-BE49-F238E27FC236}">
                <a16:creationId xmlns:a16="http://schemas.microsoft.com/office/drawing/2014/main" id="{F4056C9F-4624-0A42-ADB5-D868B437001A}"/>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18218" name="Rectangle 74">
            <a:extLst>
              <a:ext uri="{FF2B5EF4-FFF2-40B4-BE49-F238E27FC236}">
                <a16:creationId xmlns:a16="http://schemas.microsoft.com/office/drawing/2014/main" id="{E5F26AE0-ABE3-6B48-AC2D-9017135C270E}"/>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18219" name="Rectangle 75">
            <a:extLst>
              <a:ext uri="{FF2B5EF4-FFF2-40B4-BE49-F238E27FC236}">
                <a16:creationId xmlns:a16="http://schemas.microsoft.com/office/drawing/2014/main" id="{EAC78954-BCC1-4945-BF47-B97ED9DD740F}"/>
              </a:ext>
            </a:extLst>
          </p:cNvPr>
          <p:cNvSpPr>
            <a:spLocks noChangeArrowheads="1"/>
          </p:cNvSpPr>
          <p:nvPr/>
        </p:nvSpPr>
        <p:spPr bwMode="auto">
          <a:xfrm>
            <a:off x="1331119"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18220" name="Line 76">
            <a:extLst>
              <a:ext uri="{FF2B5EF4-FFF2-40B4-BE49-F238E27FC236}">
                <a16:creationId xmlns:a16="http://schemas.microsoft.com/office/drawing/2014/main" id="{B2484F3B-CD1F-824D-90E3-6D338385F10E}"/>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8221" name="Rectangle 77">
            <a:extLst>
              <a:ext uri="{FF2B5EF4-FFF2-40B4-BE49-F238E27FC236}">
                <a16:creationId xmlns:a16="http://schemas.microsoft.com/office/drawing/2014/main" id="{310946C7-3520-864F-890A-7C7E40851901}"/>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18222" name="Line 78">
            <a:extLst>
              <a:ext uri="{FF2B5EF4-FFF2-40B4-BE49-F238E27FC236}">
                <a16:creationId xmlns:a16="http://schemas.microsoft.com/office/drawing/2014/main" id="{4CB068DD-B5E9-F945-AF65-A46D12040C86}"/>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8223" name="Line 79">
            <a:extLst>
              <a:ext uri="{FF2B5EF4-FFF2-40B4-BE49-F238E27FC236}">
                <a16:creationId xmlns:a16="http://schemas.microsoft.com/office/drawing/2014/main" id="{E0C40FA4-023D-864A-A994-677553B0E1E9}"/>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8224" name="Line 80">
            <a:extLst>
              <a:ext uri="{FF2B5EF4-FFF2-40B4-BE49-F238E27FC236}">
                <a16:creationId xmlns:a16="http://schemas.microsoft.com/office/drawing/2014/main" id="{D47587CD-1FEF-6645-B71F-8EC7F13151FD}"/>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8225" name="Line 81">
            <a:extLst>
              <a:ext uri="{FF2B5EF4-FFF2-40B4-BE49-F238E27FC236}">
                <a16:creationId xmlns:a16="http://schemas.microsoft.com/office/drawing/2014/main" id="{041DA575-EF95-4741-B82A-E7ED5BE613B2}"/>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8226" name="Rectangle 82">
            <a:extLst>
              <a:ext uri="{FF2B5EF4-FFF2-40B4-BE49-F238E27FC236}">
                <a16:creationId xmlns:a16="http://schemas.microsoft.com/office/drawing/2014/main" id="{BB7C23C7-2139-204D-9CD9-F4CA02DF5E08}"/>
              </a:ext>
            </a:extLst>
          </p:cNvPr>
          <p:cNvSpPr>
            <a:spLocks noChangeArrowheads="1"/>
          </p:cNvSpPr>
          <p:nvPr/>
        </p:nvSpPr>
        <p:spPr bwMode="auto">
          <a:xfrm>
            <a:off x="4518422" y="2627710"/>
            <a:ext cx="2889647"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8227" name="Text Box 83">
            <a:extLst>
              <a:ext uri="{FF2B5EF4-FFF2-40B4-BE49-F238E27FC236}">
                <a16:creationId xmlns:a16="http://schemas.microsoft.com/office/drawing/2014/main" id="{E6383480-3A2F-0346-ACCE-1FD540FA1F2E}"/>
              </a:ext>
            </a:extLst>
          </p:cNvPr>
          <p:cNvSpPr txBox="1">
            <a:spLocks noChangeArrowheads="1"/>
          </p:cNvSpPr>
          <p:nvPr/>
        </p:nvSpPr>
        <p:spPr bwMode="auto">
          <a:xfrm>
            <a:off x="1478756" y="3789760"/>
            <a:ext cx="6225779" cy="1061829"/>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just" eaLnBrk="1" hangingPunct="1">
              <a:defRPr/>
            </a:pPr>
            <a:r>
              <a:rPr lang="zh-CN" altLang="en-US" sz="2100">
                <a:solidFill>
                  <a:srgbClr val="333399"/>
                </a:solidFill>
                <a:latin typeface="Arial" panose="020B0604020202020204" pitchFamily="34" charset="0"/>
              </a:rPr>
              <a:t>紧急指针字段 </a:t>
            </a:r>
            <a:r>
              <a:rPr lang="en-US" altLang="zh-CN" sz="2100">
                <a:solidFill>
                  <a:srgbClr val="333399"/>
                </a:solidFill>
                <a:latin typeface="Arial" panose="020B0604020202020204" pitchFamily="34" charset="0"/>
              </a:rPr>
              <a:t>—— </a:t>
            </a:r>
            <a:r>
              <a:rPr lang="zh-CN" altLang="en-US" sz="2100">
                <a:solidFill>
                  <a:srgbClr val="333399"/>
                </a:solidFill>
                <a:latin typeface="Arial" panose="020B0604020202020204" pitchFamily="34" charset="0"/>
              </a:rPr>
              <a:t>占 </a:t>
            </a:r>
            <a:r>
              <a:rPr lang="en-US" altLang="zh-CN" sz="2100">
                <a:solidFill>
                  <a:srgbClr val="333399"/>
                </a:solidFill>
                <a:latin typeface="Arial" panose="020B0604020202020204" pitchFamily="34" charset="0"/>
              </a:rPr>
              <a:t>16 </a:t>
            </a:r>
            <a:r>
              <a:rPr lang="zh-CN" altLang="en-US" sz="2100">
                <a:solidFill>
                  <a:srgbClr val="333399"/>
                </a:solidFill>
                <a:latin typeface="Arial" panose="020B0604020202020204" pitchFamily="34" charset="0"/>
              </a:rPr>
              <a:t>位，</a:t>
            </a:r>
            <a:r>
              <a:rPr lang="zh-CN" altLang="en-US" sz="2100">
                <a:solidFill>
                  <a:srgbClr val="333399"/>
                </a:solidFill>
              </a:rPr>
              <a:t>指出在本报文段中紧急数据共有多少个字节（紧急数据放在本报文段数据的最前面）。</a:t>
            </a:r>
            <a:r>
              <a:rPr lang="zh-CN" altLang="en-US" sz="2100"/>
              <a:t> </a:t>
            </a:r>
            <a:r>
              <a:rPr lang="zh-CN" altLang="en-US" sz="2100">
                <a:solidFill>
                  <a:srgbClr val="333399"/>
                </a:solidFill>
                <a:latin typeface="Arial" panose="020B0604020202020204" pitchFamily="34" charset="0"/>
              </a:rPr>
              <a:t> </a:t>
            </a:r>
          </a:p>
        </p:txBody>
      </p:sp>
      <p:sp>
        <p:nvSpPr>
          <p:cNvPr id="2" name="幻灯片编号占位符 1">
            <a:extLst>
              <a:ext uri="{FF2B5EF4-FFF2-40B4-BE49-F238E27FC236}">
                <a16:creationId xmlns:a16="http://schemas.microsoft.com/office/drawing/2014/main" id="{EA996EC7-7AA5-AD41-BD8B-F1EE172FE324}"/>
              </a:ext>
            </a:extLst>
          </p:cNvPr>
          <p:cNvSpPr>
            <a:spLocks noGrp="1"/>
          </p:cNvSpPr>
          <p:nvPr>
            <p:ph type="sldNum" sz="quarter" idx="10"/>
          </p:nvPr>
        </p:nvSpPr>
        <p:spPr>
          <a:xfrm>
            <a:off x="8766810" y="4855607"/>
            <a:ext cx="377190"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85151B4-DFAE-5D4D-8FF4-4C120B8A9CE8}" type="slidenum">
              <a:rPr lang="en-US" altLang="zh-CN" sz="1050"/>
              <a:pPr>
                <a:defRPr/>
              </a:pPr>
              <a:t>61</a:t>
            </a:fld>
            <a:endParaRPr lang="en-US" altLang="zh-CN" sz="1050" dirty="0"/>
          </a:p>
        </p:txBody>
      </p:sp>
    </p:spTree>
    <p:extLst>
      <p:ext uri="{BB962C8B-B14F-4D97-AF65-F5344CB8AC3E}">
        <p14:creationId xmlns:p14="http://schemas.microsoft.com/office/powerpoint/2010/main" val="36726743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8226"/>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822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8226" grpId="0" animBg="1"/>
      <p:bldP spid="518226" grpId="1" animBg="1"/>
    </p:bld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9170" name="Line 2">
            <a:extLst>
              <a:ext uri="{FF2B5EF4-FFF2-40B4-BE49-F238E27FC236}">
                <a16:creationId xmlns:a16="http://schemas.microsoft.com/office/drawing/2014/main" id="{55E17856-3A41-DE4B-BEF9-12A76D195738}"/>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9171" name="Rectangle 3">
            <a:extLst>
              <a:ext uri="{FF2B5EF4-FFF2-40B4-BE49-F238E27FC236}">
                <a16:creationId xmlns:a16="http://schemas.microsoft.com/office/drawing/2014/main" id="{896094C9-D5F4-8D48-9DB4-7094603A20C1}"/>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19172" name="Line 4">
            <a:extLst>
              <a:ext uri="{FF2B5EF4-FFF2-40B4-BE49-F238E27FC236}">
                <a16:creationId xmlns:a16="http://schemas.microsoft.com/office/drawing/2014/main" id="{14639A45-E624-F84D-9F02-F43226DD48A1}"/>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19173" name="Rectangle 5">
            <a:extLst>
              <a:ext uri="{FF2B5EF4-FFF2-40B4-BE49-F238E27FC236}">
                <a16:creationId xmlns:a16="http://schemas.microsoft.com/office/drawing/2014/main" id="{8F31366F-87F6-1C45-A355-4372B54DB76B}"/>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19174" name="Rectangle 6">
            <a:extLst>
              <a:ext uri="{FF2B5EF4-FFF2-40B4-BE49-F238E27FC236}">
                <a16:creationId xmlns:a16="http://schemas.microsoft.com/office/drawing/2014/main" id="{C1E46F90-5A9D-2644-863A-BEF552E4FF12}"/>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75" name="Line 7">
            <a:extLst>
              <a:ext uri="{FF2B5EF4-FFF2-40B4-BE49-F238E27FC236}">
                <a16:creationId xmlns:a16="http://schemas.microsoft.com/office/drawing/2014/main" id="{5A39ED74-B175-1948-A3B6-2F7780A49E37}"/>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76" name="Line 8">
            <a:extLst>
              <a:ext uri="{FF2B5EF4-FFF2-40B4-BE49-F238E27FC236}">
                <a16:creationId xmlns:a16="http://schemas.microsoft.com/office/drawing/2014/main" id="{E57502B2-DA4B-DB42-BA66-281EEFD2BBDD}"/>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77" name="Line 9">
            <a:extLst>
              <a:ext uri="{FF2B5EF4-FFF2-40B4-BE49-F238E27FC236}">
                <a16:creationId xmlns:a16="http://schemas.microsoft.com/office/drawing/2014/main" id="{75C4FBA7-6681-9D43-A1F9-971F1FBA286C}"/>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78" name="Line 10">
            <a:extLst>
              <a:ext uri="{FF2B5EF4-FFF2-40B4-BE49-F238E27FC236}">
                <a16:creationId xmlns:a16="http://schemas.microsoft.com/office/drawing/2014/main" id="{0D4A240C-7D12-DF45-AE74-AC19BD8EDCF4}"/>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79" name="Line 11">
            <a:extLst>
              <a:ext uri="{FF2B5EF4-FFF2-40B4-BE49-F238E27FC236}">
                <a16:creationId xmlns:a16="http://schemas.microsoft.com/office/drawing/2014/main" id="{C5918A58-DFA5-4147-ABA0-16EDC717F41B}"/>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80" name="Line 12">
            <a:extLst>
              <a:ext uri="{FF2B5EF4-FFF2-40B4-BE49-F238E27FC236}">
                <a16:creationId xmlns:a16="http://schemas.microsoft.com/office/drawing/2014/main" id="{7A51F2BA-BE1C-A04F-ACB5-A56E8D757B58}"/>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81" name="Rectangle 13">
            <a:extLst>
              <a:ext uri="{FF2B5EF4-FFF2-40B4-BE49-F238E27FC236}">
                <a16:creationId xmlns:a16="http://schemas.microsoft.com/office/drawing/2014/main" id="{2151AFF5-2640-F849-8FE7-940FC450C59D}"/>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19182" name="Rectangle 14">
            <a:extLst>
              <a:ext uri="{FF2B5EF4-FFF2-40B4-BE49-F238E27FC236}">
                <a16:creationId xmlns:a16="http://schemas.microsoft.com/office/drawing/2014/main" id="{1E339EA4-1DBD-1D44-B08A-0CBBECBC2AF4}"/>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19183" name="Rectangle 15">
            <a:extLst>
              <a:ext uri="{FF2B5EF4-FFF2-40B4-BE49-F238E27FC236}">
                <a16:creationId xmlns:a16="http://schemas.microsoft.com/office/drawing/2014/main" id="{9F4E0A15-547B-7444-8EB2-30177E03313C}"/>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19184" name="Rectangle 16">
            <a:extLst>
              <a:ext uri="{FF2B5EF4-FFF2-40B4-BE49-F238E27FC236}">
                <a16:creationId xmlns:a16="http://schemas.microsoft.com/office/drawing/2014/main" id="{5B9A06FA-9F9C-AD4A-8F7C-C08611FEC75A}"/>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19185" name="Rectangle 17">
            <a:extLst>
              <a:ext uri="{FF2B5EF4-FFF2-40B4-BE49-F238E27FC236}">
                <a16:creationId xmlns:a16="http://schemas.microsoft.com/office/drawing/2014/main" id="{69536157-98C2-3944-9A61-FDB61D79DDE6}"/>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19186" name="Rectangle 18">
            <a:extLst>
              <a:ext uri="{FF2B5EF4-FFF2-40B4-BE49-F238E27FC236}">
                <a16:creationId xmlns:a16="http://schemas.microsoft.com/office/drawing/2014/main" id="{9C358EC8-55BA-0347-8A1D-82590EA1DD7C}"/>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19187" name="Line 19">
            <a:extLst>
              <a:ext uri="{FF2B5EF4-FFF2-40B4-BE49-F238E27FC236}">
                <a16:creationId xmlns:a16="http://schemas.microsoft.com/office/drawing/2014/main" id="{E265EF5B-64F7-694B-A5AA-AE0DA362DB48}"/>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88" name="Rectangle 20">
            <a:extLst>
              <a:ext uri="{FF2B5EF4-FFF2-40B4-BE49-F238E27FC236}">
                <a16:creationId xmlns:a16="http://schemas.microsoft.com/office/drawing/2014/main" id="{BF7DE134-264F-F344-8645-BE686DB13738}"/>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19189" name="Rectangle 21">
            <a:extLst>
              <a:ext uri="{FF2B5EF4-FFF2-40B4-BE49-F238E27FC236}">
                <a16:creationId xmlns:a16="http://schemas.microsoft.com/office/drawing/2014/main" id="{82442D65-9646-D944-94B9-838982FF789B}"/>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19190" name="Rectangle 22">
            <a:extLst>
              <a:ext uri="{FF2B5EF4-FFF2-40B4-BE49-F238E27FC236}">
                <a16:creationId xmlns:a16="http://schemas.microsoft.com/office/drawing/2014/main" id="{44489732-A612-DC4F-9501-935167633CBB}"/>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19191" name="Line 23">
            <a:extLst>
              <a:ext uri="{FF2B5EF4-FFF2-40B4-BE49-F238E27FC236}">
                <a16:creationId xmlns:a16="http://schemas.microsoft.com/office/drawing/2014/main" id="{95B5729F-69DD-5742-81A1-D26A0068C799}"/>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92" name="Line 24">
            <a:extLst>
              <a:ext uri="{FF2B5EF4-FFF2-40B4-BE49-F238E27FC236}">
                <a16:creationId xmlns:a16="http://schemas.microsoft.com/office/drawing/2014/main" id="{FA006E94-3351-DE4B-B8E2-AE6F3A007679}"/>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93" name="Line 25">
            <a:extLst>
              <a:ext uri="{FF2B5EF4-FFF2-40B4-BE49-F238E27FC236}">
                <a16:creationId xmlns:a16="http://schemas.microsoft.com/office/drawing/2014/main" id="{B18A98F3-8D7E-644C-AC9A-46021A59B67F}"/>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94" name="Line 26">
            <a:extLst>
              <a:ext uri="{FF2B5EF4-FFF2-40B4-BE49-F238E27FC236}">
                <a16:creationId xmlns:a16="http://schemas.microsoft.com/office/drawing/2014/main" id="{2AF03C60-C806-DD47-9432-F718A450228D}"/>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95" name="Line 27">
            <a:extLst>
              <a:ext uri="{FF2B5EF4-FFF2-40B4-BE49-F238E27FC236}">
                <a16:creationId xmlns:a16="http://schemas.microsoft.com/office/drawing/2014/main" id="{AE4D9602-D7B2-C14B-82AB-EB14FD58EC68}"/>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96" name="Line 28">
            <a:extLst>
              <a:ext uri="{FF2B5EF4-FFF2-40B4-BE49-F238E27FC236}">
                <a16:creationId xmlns:a16="http://schemas.microsoft.com/office/drawing/2014/main" id="{EC99F08F-2A89-7F41-820E-4B37DCB5C0A9}"/>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97" name="Line 29">
            <a:extLst>
              <a:ext uri="{FF2B5EF4-FFF2-40B4-BE49-F238E27FC236}">
                <a16:creationId xmlns:a16="http://schemas.microsoft.com/office/drawing/2014/main" id="{389AF864-9A1D-3D4F-AB13-02DE2B733999}"/>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198" name="Rectangle 30">
            <a:extLst>
              <a:ext uri="{FF2B5EF4-FFF2-40B4-BE49-F238E27FC236}">
                <a16:creationId xmlns:a16="http://schemas.microsoft.com/office/drawing/2014/main" id="{0B58A73A-E6DE-B846-B5E8-88E8DD9ACA58}"/>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19199" name="Rectangle 31">
            <a:extLst>
              <a:ext uri="{FF2B5EF4-FFF2-40B4-BE49-F238E27FC236}">
                <a16:creationId xmlns:a16="http://schemas.microsoft.com/office/drawing/2014/main" id="{EFE74B72-CD8E-A44C-95BE-60C0C6EA07A9}"/>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19200" name="Line 32">
            <a:extLst>
              <a:ext uri="{FF2B5EF4-FFF2-40B4-BE49-F238E27FC236}">
                <a16:creationId xmlns:a16="http://schemas.microsoft.com/office/drawing/2014/main" id="{C8883D64-3F06-4840-B5D7-1E07DEDD5CAE}"/>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01" name="Line 33">
            <a:extLst>
              <a:ext uri="{FF2B5EF4-FFF2-40B4-BE49-F238E27FC236}">
                <a16:creationId xmlns:a16="http://schemas.microsoft.com/office/drawing/2014/main" id="{40C6D570-BE65-7940-A5F1-3C318D4DF78F}"/>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02" name="Line 34">
            <a:extLst>
              <a:ext uri="{FF2B5EF4-FFF2-40B4-BE49-F238E27FC236}">
                <a16:creationId xmlns:a16="http://schemas.microsoft.com/office/drawing/2014/main" id="{683874F1-DAD9-804D-97F9-9BC675CA62C4}"/>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03" name="Line 35">
            <a:extLst>
              <a:ext uri="{FF2B5EF4-FFF2-40B4-BE49-F238E27FC236}">
                <a16:creationId xmlns:a16="http://schemas.microsoft.com/office/drawing/2014/main" id="{26AC5456-ABAD-764A-B0EB-3DD1E1C18A87}"/>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04" name="Line 36">
            <a:extLst>
              <a:ext uri="{FF2B5EF4-FFF2-40B4-BE49-F238E27FC236}">
                <a16:creationId xmlns:a16="http://schemas.microsoft.com/office/drawing/2014/main" id="{FD239276-7B9E-CE42-997B-23862FD21DCF}"/>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05" name="Line 37">
            <a:extLst>
              <a:ext uri="{FF2B5EF4-FFF2-40B4-BE49-F238E27FC236}">
                <a16:creationId xmlns:a16="http://schemas.microsoft.com/office/drawing/2014/main" id="{A324EADC-F146-9048-A339-C5C29686DA51}"/>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06" name="Line 38">
            <a:extLst>
              <a:ext uri="{FF2B5EF4-FFF2-40B4-BE49-F238E27FC236}">
                <a16:creationId xmlns:a16="http://schemas.microsoft.com/office/drawing/2014/main" id="{431A9044-17AB-2D42-8918-F92DF036EC98}"/>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07" name="Line 39">
            <a:extLst>
              <a:ext uri="{FF2B5EF4-FFF2-40B4-BE49-F238E27FC236}">
                <a16:creationId xmlns:a16="http://schemas.microsoft.com/office/drawing/2014/main" id="{B473FF78-E29A-D144-9847-EBE6D63FA2EB}"/>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08" name="Line 40">
            <a:extLst>
              <a:ext uri="{FF2B5EF4-FFF2-40B4-BE49-F238E27FC236}">
                <a16:creationId xmlns:a16="http://schemas.microsoft.com/office/drawing/2014/main" id="{C9E9F68F-1D3D-364B-89F0-CB4B93A5C9CA}"/>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09" name="Line 41">
            <a:extLst>
              <a:ext uri="{FF2B5EF4-FFF2-40B4-BE49-F238E27FC236}">
                <a16:creationId xmlns:a16="http://schemas.microsoft.com/office/drawing/2014/main" id="{EF6FA74F-7A22-8A4E-AD49-EE94C4040AE5}"/>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10" name="Line 42">
            <a:extLst>
              <a:ext uri="{FF2B5EF4-FFF2-40B4-BE49-F238E27FC236}">
                <a16:creationId xmlns:a16="http://schemas.microsoft.com/office/drawing/2014/main" id="{EB04128F-A04B-5E40-B031-BE2FCDBCBD76}"/>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11" name="Line 43">
            <a:extLst>
              <a:ext uri="{FF2B5EF4-FFF2-40B4-BE49-F238E27FC236}">
                <a16:creationId xmlns:a16="http://schemas.microsoft.com/office/drawing/2014/main" id="{48178922-4A9C-6A43-98C4-BDE5AAEAB30C}"/>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12" name="Line 44">
            <a:extLst>
              <a:ext uri="{FF2B5EF4-FFF2-40B4-BE49-F238E27FC236}">
                <a16:creationId xmlns:a16="http://schemas.microsoft.com/office/drawing/2014/main" id="{12AFD899-68CA-F04B-B86E-72E6B2AFFBBC}"/>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13" name="Line 45">
            <a:extLst>
              <a:ext uri="{FF2B5EF4-FFF2-40B4-BE49-F238E27FC236}">
                <a16:creationId xmlns:a16="http://schemas.microsoft.com/office/drawing/2014/main" id="{8CCEDF31-7765-1F43-8681-138C1E517831}"/>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14" name="Line 46">
            <a:extLst>
              <a:ext uri="{FF2B5EF4-FFF2-40B4-BE49-F238E27FC236}">
                <a16:creationId xmlns:a16="http://schemas.microsoft.com/office/drawing/2014/main" id="{AF3280CB-790A-4B41-A42C-50371E9C274A}"/>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15" name="Line 47">
            <a:extLst>
              <a:ext uri="{FF2B5EF4-FFF2-40B4-BE49-F238E27FC236}">
                <a16:creationId xmlns:a16="http://schemas.microsoft.com/office/drawing/2014/main" id="{60D95E10-035B-274E-9420-C310CC37B5FF}"/>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16" name="Line 48">
            <a:extLst>
              <a:ext uri="{FF2B5EF4-FFF2-40B4-BE49-F238E27FC236}">
                <a16:creationId xmlns:a16="http://schemas.microsoft.com/office/drawing/2014/main" id="{03B73162-CEEE-3D44-9E1B-0FBEDEB03BC1}"/>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17" name="Line 49">
            <a:extLst>
              <a:ext uri="{FF2B5EF4-FFF2-40B4-BE49-F238E27FC236}">
                <a16:creationId xmlns:a16="http://schemas.microsoft.com/office/drawing/2014/main" id="{279B2A3E-037B-6C42-9239-E1A351C8C812}"/>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18" name="Line 50">
            <a:extLst>
              <a:ext uri="{FF2B5EF4-FFF2-40B4-BE49-F238E27FC236}">
                <a16:creationId xmlns:a16="http://schemas.microsoft.com/office/drawing/2014/main" id="{70A63487-E747-E444-B638-476FC324C0E8}"/>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19" name="Line 51">
            <a:extLst>
              <a:ext uri="{FF2B5EF4-FFF2-40B4-BE49-F238E27FC236}">
                <a16:creationId xmlns:a16="http://schemas.microsoft.com/office/drawing/2014/main" id="{05D0F72B-AA4D-5C4F-B348-61B92904E27E}"/>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20" name="Line 52">
            <a:extLst>
              <a:ext uri="{FF2B5EF4-FFF2-40B4-BE49-F238E27FC236}">
                <a16:creationId xmlns:a16="http://schemas.microsoft.com/office/drawing/2014/main" id="{2D9D2EB9-BC93-5D44-8DC4-86EE6806F0EE}"/>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21" name="Line 53">
            <a:extLst>
              <a:ext uri="{FF2B5EF4-FFF2-40B4-BE49-F238E27FC236}">
                <a16:creationId xmlns:a16="http://schemas.microsoft.com/office/drawing/2014/main" id="{416764AB-7160-614B-9D97-1CCFF8308AD1}"/>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22" name="Line 54">
            <a:extLst>
              <a:ext uri="{FF2B5EF4-FFF2-40B4-BE49-F238E27FC236}">
                <a16:creationId xmlns:a16="http://schemas.microsoft.com/office/drawing/2014/main" id="{6A01E83A-0B19-E144-90EE-5E3571FE3109}"/>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23" name="Line 55">
            <a:extLst>
              <a:ext uri="{FF2B5EF4-FFF2-40B4-BE49-F238E27FC236}">
                <a16:creationId xmlns:a16="http://schemas.microsoft.com/office/drawing/2014/main" id="{77876F9E-1745-3B41-850E-59AE323D41C4}"/>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24" name="Line 56">
            <a:extLst>
              <a:ext uri="{FF2B5EF4-FFF2-40B4-BE49-F238E27FC236}">
                <a16:creationId xmlns:a16="http://schemas.microsoft.com/office/drawing/2014/main" id="{8FB3897E-975A-A64F-B789-21FA1E0C80A7}"/>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25" name="Line 57">
            <a:extLst>
              <a:ext uri="{FF2B5EF4-FFF2-40B4-BE49-F238E27FC236}">
                <a16:creationId xmlns:a16="http://schemas.microsoft.com/office/drawing/2014/main" id="{4CCC3784-1C2C-6A4F-B068-DA03F5BF8932}"/>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26" name="Line 58">
            <a:extLst>
              <a:ext uri="{FF2B5EF4-FFF2-40B4-BE49-F238E27FC236}">
                <a16:creationId xmlns:a16="http://schemas.microsoft.com/office/drawing/2014/main" id="{1F5B4897-302B-784A-949C-4F7ED9F1B7A3}"/>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27" name="Line 59">
            <a:extLst>
              <a:ext uri="{FF2B5EF4-FFF2-40B4-BE49-F238E27FC236}">
                <a16:creationId xmlns:a16="http://schemas.microsoft.com/office/drawing/2014/main" id="{116C823A-09EE-9043-837E-13417D296EC7}"/>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28" name="Line 60">
            <a:extLst>
              <a:ext uri="{FF2B5EF4-FFF2-40B4-BE49-F238E27FC236}">
                <a16:creationId xmlns:a16="http://schemas.microsoft.com/office/drawing/2014/main" id="{BFC8765A-A5E7-5647-95DB-08F63FD4EA0F}"/>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29" name="Line 61">
            <a:extLst>
              <a:ext uri="{FF2B5EF4-FFF2-40B4-BE49-F238E27FC236}">
                <a16:creationId xmlns:a16="http://schemas.microsoft.com/office/drawing/2014/main" id="{899DF517-790F-3E42-8DC2-3434083DB5D1}"/>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30" name="Line 62">
            <a:extLst>
              <a:ext uri="{FF2B5EF4-FFF2-40B4-BE49-F238E27FC236}">
                <a16:creationId xmlns:a16="http://schemas.microsoft.com/office/drawing/2014/main" id="{B9B94142-5596-3140-BC80-D1EC50B5910E}"/>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31" name="Line 63">
            <a:extLst>
              <a:ext uri="{FF2B5EF4-FFF2-40B4-BE49-F238E27FC236}">
                <a16:creationId xmlns:a16="http://schemas.microsoft.com/office/drawing/2014/main" id="{B729B62A-9BE1-2148-99DA-142ACBB77088}"/>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32" name="Line 64">
            <a:extLst>
              <a:ext uri="{FF2B5EF4-FFF2-40B4-BE49-F238E27FC236}">
                <a16:creationId xmlns:a16="http://schemas.microsoft.com/office/drawing/2014/main" id="{BBCF6357-7BE5-DB41-AB00-501CB3AEB518}"/>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33" name="Line 65">
            <a:extLst>
              <a:ext uri="{FF2B5EF4-FFF2-40B4-BE49-F238E27FC236}">
                <a16:creationId xmlns:a16="http://schemas.microsoft.com/office/drawing/2014/main" id="{D271BF9B-BB3F-F14F-988F-D1E2AD3E223D}"/>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34" name="Rectangle 66">
            <a:extLst>
              <a:ext uri="{FF2B5EF4-FFF2-40B4-BE49-F238E27FC236}">
                <a16:creationId xmlns:a16="http://schemas.microsoft.com/office/drawing/2014/main" id="{95FB5B17-287E-AC4C-882C-5AD3A9D4BD06}"/>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9235" name="Rectangle 67">
            <a:extLst>
              <a:ext uri="{FF2B5EF4-FFF2-40B4-BE49-F238E27FC236}">
                <a16:creationId xmlns:a16="http://schemas.microsoft.com/office/drawing/2014/main" id="{438F30F2-2D17-2840-966B-E8BAA353874F}"/>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9236" name="Rectangle 68">
            <a:extLst>
              <a:ext uri="{FF2B5EF4-FFF2-40B4-BE49-F238E27FC236}">
                <a16:creationId xmlns:a16="http://schemas.microsoft.com/office/drawing/2014/main" id="{3CBC67C0-293B-E643-BD69-8F650AE3BA18}"/>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9237" name="Rectangle 69">
            <a:extLst>
              <a:ext uri="{FF2B5EF4-FFF2-40B4-BE49-F238E27FC236}">
                <a16:creationId xmlns:a16="http://schemas.microsoft.com/office/drawing/2014/main" id="{29B8CDDE-847D-AD41-9F26-0AFDC4975523}"/>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19238" name="Rectangle 70">
            <a:extLst>
              <a:ext uri="{FF2B5EF4-FFF2-40B4-BE49-F238E27FC236}">
                <a16:creationId xmlns:a16="http://schemas.microsoft.com/office/drawing/2014/main" id="{FC651720-EC47-AB46-9605-240C670813D9}"/>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19239" name="Rectangle 71">
            <a:extLst>
              <a:ext uri="{FF2B5EF4-FFF2-40B4-BE49-F238E27FC236}">
                <a16:creationId xmlns:a16="http://schemas.microsoft.com/office/drawing/2014/main" id="{BA33F279-B54C-DE43-B82E-5C4D70DA3855}"/>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19240" name="Rectangle 72">
            <a:extLst>
              <a:ext uri="{FF2B5EF4-FFF2-40B4-BE49-F238E27FC236}">
                <a16:creationId xmlns:a16="http://schemas.microsoft.com/office/drawing/2014/main" id="{1E5CDFA0-4855-9649-8D53-C810DCAF9AFD}"/>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19241" name="Rectangle 73">
            <a:extLst>
              <a:ext uri="{FF2B5EF4-FFF2-40B4-BE49-F238E27FC236}">
                <a16:creationId xmlns:a16="http://schemas.microsoft.com/office/drawing/2014/main" id="{4803291C-5F5F-974B-BB3B-CE69CA072427}"/>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19242" name="Rectangle 74">
            <a:extLst>
              <a:ext uri="{FF2B5EF4-FFF2-40B4-BE49-F238E27FC236}">
                <a16:creationId xmlns:a16="http://schemas.microsoft.com/office/drawing/2014/main" id="{C861C330-07CB-DE49-B857-64D439934F87}"/>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19243" name="Rectangle 75">
            <a:extLst>
              <a:ext uri="{FF2B5EF4-FFF2-40B4-BE49-F238E27FC236}">
                <a16:creationId xmlns:a16="http://schemas.microsoft.com/office/drawing/2014/main" id="{A9F9359F-3883-DD4D-AA67-50CE19F55F54}"/>
              </a:ext>
            </a:extLst>
          </p:cNvPr>
          <p:cNvSpPr>
            <a:spLocks noChangeArrowheads="1"/>
          </p:cNvSpPr>
          <p:nvPr/>
        </p:nvSpPr>
        <p:spPr bwMode="auto">
          <a:xfrm>
            <a:off x="1162050" y="-20241"/>
            <a:ext cx="635350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比特 </a:t>
            </a:r>
            <a:r>
              <a:rPr kumimoji="1" lang="en-US" altLang="zh-CN" sz="1500">
                <a:solidFill>
                  <a:srgbClr val="333399"/>
                </a:solidFill>
                <a:latin typeface="Arial" panose="020B0604020202020204" pitchFamily="34" charset="0"/>
              </a:rPr>
              <a:t>0                         8                        16                        24                    31</a:t>
            </a:r>
          </a:p>
        </p:txBody>
      </p:sp>
      <p:sp>
        <p:nvSpPr>
          <p:cNvPr id="519244" name="Line 76">
            <a:extLst>
              <a:ext uri="{FF2B5EF4-FFF2-40B4-BE49-F238E27FC236}">
                <a16:creationId xmlns:a16="http://schemas.microsoft.com/office/drawing/2014/main" id="{B09CEA80-5F5E-7C4C-BFFC-1663BF06170F}"/>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9245" name="Rectangle 77">
            <a:extLst>
              <a:ext uri="{FF2B5EF4-FFF2-40B4-BE49-F238E27FC236}">
                <a16:creationId xmlns:a16="http://schemas.microsoft.com/office/drawing/2014/main" id="{63855C2F-4274-654E-B2D8-C8AC359198AB}"/>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19246" name="Line 78">
            <a:extLst>
              <a:ext uri="{FF2B5EF4-FFF2-40B4-BE49-F238E27FC236}">
                <a16:creationId xmlns:a16="http://schemas.microsoft.com/office/drawing/2014/main" id="{799CCB20-AE1C-AC4C-9DA2-ED8CBEC794AE}"/>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9247" name="Line 79">
            <a:extLst>
              <a:ext uri="{FF2B5EF4-FFF2-40B4-BE49-F238E27FC236}">
                <a16:creationId xmlns:a16="http://schemas.microsoft.com/office/drawing/2014/main" id="{13F647D8-76DF-9E41-B319-93D1292BFCF6}"/>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9248" name="Line 80">
            <a:extLst>
              <a:ext uri="{FF2B5EF4-FFF2-40B4-BE49-F238E27FC236}">
                <a16:creationId xmlns:a16="http://schemas.microsoft.com/office/drawing/2014/main" id="{E76A5203-B0CA-784D-84EB-6BA47199B7EC}"/>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9249" name="Line 81">
            <a:extLst>
              <a:ext uri="{FF2B5EF4-FFF2-40B4-BE49-F238E27FC236}">
                <a16:creationId xmlns:a16="http://schemas.microsoft.com/office/drawing/2014/main" id="{AA7F80D1-A1B3-244B-AD02-35277F322F9C}"/>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19250" name="Rectangle 82">
            <a:extLst>
              <a:ext uri="{FF2B5EF4-FFF2-40B4-BE49-F238E27FC236}">
                <a16:creationId xmlns:a16="http://schemas.microsoft.com/office/drawing/2014/main" id="{FAE23304-CD40-1940-9135-AD55F82DE6C7}"/>
              </a:ext>
            </a:extLst>
          </p:cNvPr>
          <p:cNvSpPr>
            <a:spLocks noChangeArrowheads="1"/>
          </p:cNvSpPr>
          <p:nvPr/>
        </p:nvSpPr>
        <p:spPr bwMode="auto">
          <a:xfrm>
            <a:off x="1628776" y="3113485"/>
            <a:ext cx="4327922"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19251" name="Text Box 83">
            <a:extLst>
              <a:ext uri="{FF2B5EF4-FFF2-40B4-BE49-F238E27FC236}">
                <a16:creationId xmlns:a16="http://schemas.microsoft.com/office/drawing/2014/main" id="{2E1FB5EB-CFB8-234A-8604-00C94B0F9164}"/>
              </a:ext>
            </a:extLst>
          </p:cNvPr>
          <p:cNvSpPr txBox="1">
            <a:spLocks noChangeArrowheads="1"/>
          </p:cNvSpPr>
          <p:nvPr/>
        </p:nvSpPr>
        <p:spPr bwMode="auto">
          <a:xfrm>
            <a:off x="846536" y="3706416"/>
            <a:ext cx="7254477" cy="1061829"/>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just" eaLnBrk="1" hangingPunct="1">
              <a:defRPr/>
            </a:pPr>
            <a:r>
              <a:rPr lang="zh-CN" altLang="en-US" sz="2100" dirty="0">
                <a:solidFill>
                  <a:srgbClr val="333399"/>
                </a:solidFill>
                <a:latin typeface="Arial" panose="020B0604020202020204" pitchFamily="34" charset="0"/>
              </a:rPr>
              <a:t>选项字段 </a:t>
            </a:r>
            <a:r>
              <a:rPr lang="en-US" altLang="zh-CN" sz="2100" dirty="0">
                <a:solidFill>
                  <a:srgbClr val="333399"/>
                </a:solidFill>
                <a:latin typeface="Arial" panose="020B0604020202020204" pitchFamily="34" charset="0"/>
              </a:rPr>
              <a:t>—— </a:t>
            </a:r>
            <a:r>
              <a:rPr lang="zh-CN" altLang="en-US" sz="2100" dirty="0">
                <a:solidFill>
                  <a:srgbClr val="333399"/>
                </a:solidFill>
                <a:latin typeface="Arial" panose="020B0604020202020204" pitchFamily="34" charset="0"/>
              </a:rPr>
              <a:t>长度可变。</a:t>
            </a:r>
            <a:r>
              <a:rPr lang="en-US" altLang="zh-CN" sz="2100" dirty="0">
                <a:solidFill>
                  <a:srgbClr val="333399"/>
                </a:solidFill>
                <a:latin typeface="Arial" panose="020B0604020202020204" pitchFamily="34" charset="0"/>
              </a:rPr>
              <a:t>TCP </a:t>
            </a:r>
            <a:r>
              <a:rPr lang="zh-CN" altLang="en-US" sz="2100" dirty="0">
                <a:solidFill>
                  <a:srgbClr val="333399"/>
                </a:solidFill>
                <a:latin typeface="Arial" panose="020B0604020202020204" pitchFamily="34" charset="0"/>
              </a:rPr>
              <a:t>最初只规定了一种选项，即</a:t>
            </a:r>
            <a:r>
              <a:rPr lang="zh-CN" altLang="en-US" sz="2100" dirty="0">
                <a:solidFill>
                  <a:schemeClr val="hlink"/>
                </a:solidFill>
                <a:latin typeface="Arial" panose="020B0604020202020204" pitchFamily="34" charset="0"/>
              </a:rPr>
              <a:t>最大报文段长度</a:t>
            </a:r>
            <a:r>
              <a:rPr lang="zh-CN" altLang="en-US" sz="2100" dirty="0">
                <a:solidFill>
                  <a:srgbClr val="333399"/>
                </a:solidFill>
                <a:latin typeface="Arial" panose="020B0604020202020204" pitchFamily="34" charset="0"/>
              </a:rPr>
              <a:t> </a:t>
            </a:r>
            <a:r>
              <a:rPr lang="en-US" altLang="zh-CN" sz="2100" dirty="0">
                <a:solidFill>
                  <a:srgbClr val="333399"/>
                </a:solidFill>
                <a:latin typeface="Arial" panose="020B0604020202020204" pitchFamily="34" charset="0"/>
              </a:rPr>
              <a:t>MSS</a:t>
            </a:r>
            <a:r>
              <a:rPr lang="zh-CN" altLang="en-US" sz="2100" dirty="0">
                <a:solidFill>
                  <a:srgbClr val="333399"/>
                </a:solidFill>
                <a:latin typeface="Arial" panose="020B0604020202020204" pitchFamily="34" charset="0"/>
              </a:rPr>
              <a:t>。</a:t>
            </a:r>
            <a:r>
              <a:rPr lang="en-US" altLang="zh-CN" sz="2100" dirty="0">
                <a:solidFill>
                  <a:srgbClr val="333399"/>
                </a:solidFill>
                <a:latin typeface="Arial" panose="020B0604020202020204" pitchFamily="34" charset="0"/>
              </a:rPr>
              <a:t>MSS </a:t>
            </a:r>
            <a:r>
              <a:rPr lang="zh-CN" altLang="en-US" sz="2100" dirty="0">
                <a:solidFill>
                  <a:srgbClr val="333399"/>
                </a:solidFill>
                <a:latin typeface="Arial" panose="020B0604020202020204" pitchFamily="34" charset="0"/>
              </a:rPr>
              <a:t>告诉对方 </a:t>
            </a:r>
            <a:r>
              <a:rPr lang="en-US" altLang="zh-CN" sz="2100" dirty="0">
                <a:solidFill>
                  <a:srgbClr val="333399"/>
                </a:solidFill>
                <a:latin typeface="Arial" panose="020B0604020202020204" pitchFamily="34" charset="0"/>
              </a:rPr>
              <a:t>TCP</a:t>
            </a:r>
            <a:r>
              <a:rPr lang="zh-CN" altLang="en-US" sz="2100" dirty="0">
                <a:solidFill>
                  <a:srgbClr val="333399"/>
                </a:solidFill>
                <a:latin typeface="Arial" panose="020B0604020202020204" pitchFamily="34" charset="0"/>
              </a:rPr>
              <a:t>：“我的缓存所能接收的报文段的数据字段的最大长度是 </a:t>
            </a:r>
            <a:r>
              <a:rPr lang="en-US" altLang="zh-CN" sz="2100" dirty="0">
                <a:solidFill>
                  <a:srgbClr val="333399"/>
                </a:solidFill>
                <a:latin typeface="Arial" panose="020B0604020202020204" pitchFamily="34" charset="0"/>
              </a:rPr>
              <a:t>MSS </a:t>
            </a:r>
            <a:r>
              <a:rPr lang="zh-CN" altLang="en-US" sz="2100" dirty="0">
                <a:solidFill>
                  <a:srgbClr val="333399"/>
                </a:solidFill>
                <a:latin typeface="Arial" panose="020B0604020202020204" pitchFamily="34" charset="0"/>
              </a:rPr>
              <a:t>个字节。” </a:t>
            </a:r>
          </a:p>
        </p:txBody>
      </p:sp>
      <p:sp>
        <p:nvSpPr>
          <p:cNvPr id="519252" name="Rectangle 84">
            <a:extLst>
              <a:ext uri="{FF2B5EF4-FFF2-40B4-BE49-F238E27FC236}">
                <a16:creationId xmlns:a16="http://schemas.microsoft.com/office/drawing/2014/main" id="{37FDA89D-2D61-B34A-86B4-A1F55E347044}"/>
              </a:ext>
            </a:extLst>
          </p:cNvPr>
          <p:cNvSpPr>
            <a:spLocks noChangeArrowheads="1"/>
          </p:cNvSpPr>
          <p:nvPr/>
        </p:nvSpPr>
        <p:spPr bwMode="auto">
          <a:xfrm>
            <a:off x="1143000" y="0"/>
            <a:ext cx="6858000" cy="2950369"/>
          </a:xfrm>
          <a:prstGeom prst="rect">
            <a:avLst/>
          </a:prstGeom>
          <a:solidFill>
            <a:srgbClr val="CCECFF"/>
          </a:solidFill>
          <a:ln>
            <a:noFill/>
          </a:ln>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lnSpc>
                <a:spcPct val="130000"/>
              </a:lnSpc>
              <a:defRPr/>
            </a:pPr>
            <a:endParaRPr lang="zh-CN" altLang="zh-CN" sz="2100"/>
          </a:p>
        </p:txBody>
      </p:sp>
      <p:sp>
        <p:nvSpPr>
          <p:cNvPr id="519255" name="Text Box 87">
            <a:extLst>
              <a:ext uri="{FF2B5EF4-FFF2-40B4-BE49-F238E27FC236}">
                <a16:creationId xmlns:a16="http://schemas.microsoft.com/office/drawing/2014/main" id="{AADC0D30-F3C3-5B45-9B3D-00E7D686100D}"/>
              </a:ext>
            </a:extLst>
          </p:cNvPr>
          <p:cNvSpPr txBox="1">
            <a:spLocks noChangeArrowheads="1"/>
          </p:cNvSpPr>
          <p:nvPr/>
        </p:nvSpPr>
        <p:spPr bwMode="auto">
          <a:xfrm>
            <a:off x="1767220" y="735806"/>
            <a:ext cx="5883405" cy="1569660"/>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en-US" altLang="zh-CN" sz="2400">
                <a:solidFill>
                  <a:schemeClr val="tx2"/>
                </a:solidFill>
                <a:latin typeface="Arial" panose="020B0604020202020204" pitchFamily="34" charset="0"/>
              </a:rPr>
              <a:t>MSS </a:t>
            </a:r>
            <a:r>
              <a:rPr lang="en-US" altLang="zh-CN" sz="2100">
                <a:solidFill>
                  <a:srgbClr val="333399"/>
                </a:solidFill>
              </a:rPr>
              <a:t>(Maximum Segment Size)</a:t>
            </a:r>
          </a:p>
          <a:p>
            <a:pPr algn="ctr" eaLnBrk="1" hangingPunct="1">
              <a:defRPr/>
            </a:pPr>
            <a:r>
              <a:rPr lang="zh-CN" altLang="en-US" sz="2400">
                <a:solidFill>
                  <a:schemeClr val="tx2"/>
                </a:solidFill>
                <a:latin typeface="Arial" panose="020B0604020202020204" pitchFamily="34" charset="0"/>
              </a:rPr>
              <a:t>是 </a:t>
            </a:r>
            <a:r>
              <a:rPr lang="en-US" altLang="zh-CN" sz="2400">
                <a:solidFill>
                  <a:schemeClr val="tx2"/>
                </a:solidFill>
                <a:latin typeface="Arial" panose="020B0604020202020204" pitchFamily="34" charset="0"/>
              </a:rPr>
              <a:t>TCP </a:t>
            </a:r>
            <a:r>
              <a:rPr lang="zh-CN" altLang="en-US" sz="2400">
                <a:solidFill>
                  <a:schemeClr val="tx2"/>
                </a:solidFill>
                <a:latin typeface="Arial" panose="020B0604020202020204" pitchFamily="34" charset="0"/>
              </a:rPr>
              <a:t>报文段中的</a:t>
            </a:r>
            <a:r>
              <a:rPr lang="zh-CN" altLang="en-US" sz="2400">
                <a:solidFill>
                  <a:schemeClr val="hlink"/>
                </a:solidFill>
                <a:latin typeface="Arial" panose="020B0604020202020204" pitchFamily="34" charset="0"/>
              </a:rPr>
              <a:t>数据字段</a:t>
            </a:r>
            <a:r>
              <a:rPr lang="zh-CN" altLang="en-US" sz="2400">
                <a:solidFill>
                  <a:schemeClr val="tx2"/>
                </a:solidFill>
                <a:latin typeface="Arial" panose="020B0604020202020204" pitchFamily="34" charset="0"/>
              </a:rPr>
              <a:t>的最大长度。</a:t>
            </a:r>
          </a:p>
          <a:p>
            <a:pPr algn="ctr" eaLnBrk="1" hangingPunct="1">
              <a:defRPr/>
            </a:pPr>
            <a:r>
              <a:rPr lang="zh-CN" altLang="en-US" sz="2400">
                <a:solidFill>
                  <a:schemeClr val="tx2"/>
                </a:solidFill>
                <a:latin typeface="Arial" panose="020B0604020202020204" pitchFamily="34" charset="0"/>
              </a:rPr>
              <a:t>数据字段加上 </a:t>
            </a:r>
            <a:r>
              <a:rPr lang="en-US" altLang="zh-CN" sz="2400">
                <a:solidFill>
                  <a:schemeClr val="tx2"/>
                </a:solidFill>
                <a:latin typeface="Arial" panose="020B0604020202020204" pitchFamily="34" charset="0"/>
              </a:rPr>
              <a:t>TCP </a:t>
            </a:r>
            <a:r>
              <a:rPr lang="zh-CN" altLang="en-US" sz="2400">
                <a:solidFill>
                  <a:schemeClr val="tx2"/>
                </a:solidFill>
                <a:latin typeface="Arial" panose="020B0604020202020204" pitchFamily="34" charset="0"/>
              </a:rPr>
              <a:t>首部</a:t>
            </a:r>
          </a:p>
          <a:p>
            <a:pPr algn="ctr" eaLnBrk="1" hangingPunct="1">
              <a:defRPr/>
            </a:pPr>
            <a:r>
              <a:rPr lang="zh-CN" altLang="en-US" sz="2400">
                <a:solidFill>
                  <a:schemeClr val="tx2"/>
                </a:solidFill>
                <a:latin typeface="Arial" panose="020B0604020202020204" pitchFamily="34" charset="0"/>
              </a:rPr>
              <a:t>才等于整个的 </a:t>
            </a:r>
            <a:r>
              <a:rPr lang="en-US" altLang="zh-CN" sz="2400">
                <a:solidFill>
                  <a:schemeClr val="tx2"/>
                </a:solidFill>
                <a:latin typeface="Arial" panose="020B0604020202020204" pitchFamily="34" charset="0"/>
              </a:rPr>
              <a:t>TCP </a:t>
            </a:r>
            <a:r>
              <a:rPr lang="zh-CN" altLang="en-US" sz="2400">
                <a:solidFill>
                  <a:schemeClr val="tx2"/>
                </a:solidFill>
                <a:latin typeface="Arial" panose="020B0604020202020204" pitchFamily="34" charset="0"/>
              </a:rPr>
              <a:t>报文段。</a:t>
            </a:r>
          </a:p>
        </p:txBody>
      </p:sp>
      <p:sp>
        <p:nvSpPr>
          <p:cNvPr id="2" name="幻灯片编号占位符 1">
            <a:extLst>
              <a:ext uri="{FF2B5EF4-FFF2-40B4-BE49-F238E27FC236}">
                <a16:creationId xmlns:a16="http://schemas.microsoft.com/office/drawing/2014/main" id="{48604244-AB23-814B-96FF-E1FF837DC66C}"/>
              </a:ext>
            </a:extLst>
          </p:cNvPr>
          <p:cNvSpPr>
            <a:spLocks noGrp="1"/>
          </p:cNvSpPr>
          <p:nvPr>
            <p:ph type="sldNum" sz="quarter" idx="10"/>
          </p:nvPr>
        </p:nvSpPr>
        <p:spPr>
          <a:xfrm>
            <a:off x="8789670" y="4843339"/>
            <a:ext cx="354330"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D588BD00-BEB4-0E45-AFFA-280E3292806D}" type="slidenum">
              <a:rPr lang="en-US" altLang="zh-CN" sz="1050"/>
              <a:pPr>
                <a:defRPr/>
              </a:pPr>
              <a:t>62</a:t>
            </a:fld>
            <a:endParaRPr lang="en-US" altLang="zh-CN" sz="1050"/>
          </a:p>
        </p:txBody>
      </p:sp>
    </p:spTree>
    <p:extLst>
      <p:ext uri="{BB962C8B-B14F-4D97-AF65-F5344CB8AC3E}">
        <p14:creationId xmlns:p14="http://schemas.microsoft.com/office/powerpoint/2010/main" val="27629977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9250"/>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19250"/>
                                        </p:tgtEl>
                                        <p:attrNameLst>
                                          <p:attrName>style.visibility</p:attrName>
                                        </p:attrNameLst>
                                      </p:cBhvr>
                                      <p:tavLst>
                                        <p:tav tm="0">
                                          <p:val>
                                            <p:strVal val="hidden"/>
                                          </p:val>
                                        </p:tav>
                                        <p:tav tm="50000">
                                          <p:val>
                                            <p:strVal val="visible"/>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19255"/>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519252"/>
                                        </p:tgtEl>
                                        <p:attrNameLst>
                                          <p:attrName>style.visibility</p:attrName>
                                        </p:attrNameLst>
                                      </p:cBhvr>
                                      <p:to>
                                        <p:strVal val="visible"/>
                                      </p:to>
                                    </p:set>
                                  </p:childTnLst>
                                </p:cTn>
                              </p:par>
                            </p:childTnLst>
                          </p:cTn>
                        </p:par>
                        <p:par>
                          <p:cTn id="16" fill="hold" nodeType="afterGroup">
                            <p:stCondLst>
                              <p:cond delay="0"/>
                            </p:stCondLst>
                            <p:childTnLst>
                              <p:par>
                                <p:cTn id="17" presetID="35" presetClass="emph" presetSubtype="0" repeatCount="3000" fill="hold" grpId="1" nodeType="afterEffect">
                                  <p:stCondLst>
                                    <p:cond delay="500"/>
                                  </p:stCondLst>
                                  <p:childTnLst>
                                    <p:anim calcmode="discrete" valueType="str">
                                      <p:cBhvr>
                                        <p:cTn id="18" dur="1000" fill="hold"/>
                                        <p:tgtEl>
                                          <p:spTgt spid="51925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250" grpId="0" animBg="1"/>
      <p:bldP spid="519250" grpId="1" animBg="1"/>
      <p:bldP spid="519252" grpId="0" animBg="1"/>
      <p:bldP spid="519255" grpId="0"/>
      <p:bldP spid="519255" grpId="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1922" name="Rectangle 2">
            <a:extLst>
              <a:ext uri="{FF2B5EF4-FFF2-40B4-BE49-F238E27FC236}">
                <a16:creationId xmlns:a16="http://schemas.microsoft.com/office/drawing/2014/main" id="{A9BD91EB-DA9D-354D-A2AA-78A7064F88BE}"/>
              </a:ext>
            </a:extLst>
          </p:cNvPr>
          <p:cNvSpPr>
            <a:spLocks noGrp="1" noChangeArrowheads="1"/>
          </p:cNvSpPr>
          <p:nvPr>
            <p:ph type="title"/>
          </p:nvPr>
        </p:nvSpPr>
        <p:spPr>
          <a:xfrm>
            <a:off x="171450" y="188119"/>
            <a:ext cx="7046119" cy="736997"/>
          </a:xfrm>
        </p:spPr>
        <p:txBody>
          <a:bodyPr/>
          <a:lstStyle/>
          <a:p>
            <a:pPr eaLnBrk="1" hangingPunct="1">
              <a:defRPr/>
            </a:pPr>
            <a:r>
              <a:rPr lang="zh-CN" altLang="en-US" sz="3000" dirty="0">
                <a:ea typeface="宋体" panose="02010600030101010101" pitchFamily="2" charset="-122"/>
              </a:rPr>
              <a:t>其他选项</a:t>
            </a:r>
          </a:p>
        </p:txBody>
      </p:sp>
      <p:sp>
        <p:nvSpPr>
          <p:cNvPr id="721923" name="Rectangle 3">
            <a:extLst>
              <a:ext uri="{FF2B5EF4-FFF2-40B4-BE49-F238E27FC236}">
                <a16:creationId xmlns:a16="http://schemas.microsoft.com/office/drawing/2014/main" id="{67DD42B0-4E75-0A49-A9C5-DCD9E128FFCF}"/>
              </a:ext>
            </a:extLst>
          </p:cNvPr>
          <p:cNvSpPr>
            <a:spLocks noGrp="1" noChangeArrowheads="1"/>
          </p:cNvSpPr>
          <p:nvPr>
            <p:ph type="body" idx="1"/>
          </p:nvPr>
        </p:nvSpPr>
        <p:spPr>
          <a:xfrm>
            <a:off x="171450" y="1059657"/>
            <a:ext cx="8698230" cy="3402806"/>
          </a:xfrm>
        </p:spPr>
        <p:txBody>
          <a:bodyPr/>
          <a:lstStyle/>
          <a:p>
            <a:pPr eaLnBrk="1" hangingPunct="1">
              <a:defRPr/>
            </a:pPr>
            <a:r>
              <a:rPr lang="zh-CN" altLang="en-US" sz="2100" dirty="0">
                <a:ea typeface="宋体" panose="02010600030101010101" pitchFamily="2" charset="-122"/>
              </a:rPr>
              <a:t>窗口扩大选项 </a:t>
            </a:r>
            <a:r>
              <a:rPr lang="en-US" altLang="zh-CN" sz="2100" dirty="0">
                <a:ea typeface="宋体" panose="02010600030101010101" pitchFamily="2" charset="-122"/>
              </a:rPr>
              <a:t>——</a:t>
            </a:r>
            <a:r>
              <a:rPr lang="zh-CN" altLang="en-US" sz="2100" dirty="0">
                <a:ea typeface="宋体" panose="02010600030101010101" pitchFamily="2" charset="-122"/>
              </a:rPr>
              <a:t>占 </a:t>
            </a:r>
            <a:r>
              <a:rPr lang="en-US" altLang="zh-CN" sz="2100" dirty="0">
                <a:ea typeface="宋体" panose="02010600030101010101" pitchFamily="2" charset="-122"/>
              </a:rPr>
              <a:t>3 </a:t>
            </a:r>
            <a:r>
              <a:rPr lang="zh-CN" altLang="en-US" sz="2100" dirty="0">
                <a:ea typeface="宋体" panose="02010600030101010101" pitchFamily="2" charset="-122"/>
              </a:rPr>
              <a:t>字节，其中有一个字节表示移位值 </a:t>
            </a:r>
            <a:r>
              <a:rPr lang="en-US" altLang="zh-CN" sz="2100" dirty="0">
                <a:ea typeface="宋体" panose="02010600030101010101" pitchFamily="2" charset="-122"/>
              </a:rPr>
              <a:t>S</a:t>
            </a:r>
            <a:r>
              <a:rPr lang="zh-CN" altLang="en-US" sz="2100" dirty="0">
                <a:ea typeface="宋体" panose="02010600030101010101" pitchFamily="2" charset="-122"/>
              </a:rPr>
              <a:t>。新的窗口值等于</a:t>
            </a:r>
            <a:r>
              <a:rPr lang="en-US" altLang="zh-CN" sz="2100" dirty="0">
                <a:ea typeface="宋体" panose="02010600030101010101" pitchFamily="2" charset="-122"/>
              </a:rPr>
              <a:t>TCP </a:t>
            </a:r>
            <a:r>
              <a:rPr lang="zh-CN" altLang="en-US" sz="2100" dirty="0">
                <a:ea typeface="宋体" panose="02010600030101010101" pitchFamily="2" charset="-122"/>
              </a:rPr>
              <a:t>首部中的窗口位数增大到</a:t>
            </a:r>
            <a:r>
              <a:rPr lang="en-US" altLang="zh-CN" sz="2100" dirty="0">
                <a:ea typeface="宋体" panose="02010600030101010101" pitchFamily="2" charset="-122"/>
              </a:rPr>
              <a:t>(16 + S)</a:t>
            </a:r>
            <a:r>
              <a:rPr lang="zh-CN" altLang="en-US" sz="2100" dirty="0">
                <a:ea typeface="宋体" panose="02010600030101010101" pitchFamily="2" charset="-122"/>
              </a:rPr>
              <a:t>，相当于把窗口值向左移动 </a:t>
            </a:r>
            <a:r>
              <a:rPr lang="en-US" altLang="zh-CN" sz="2100" dirty="0">
                <a:ea typeface="宋体" panose="02010600030101010101" pitchFamily="2" charset="-122"/>
              </a:rPr>
              <a:t>S </a:t>
            </a:r>
            <a:r>
              <a:rPr lang="zh-CN" altLang="en-US" sz="2100" dirty="0">
                <a:ea typeface="宋体" panose="02010600030101010101" pitchFamily="2" charset="-122"/>
              </a:rPr>
              <a:t>位后获得实际的窗口大小。</a:t>
            </a:r>
          </a:p>
          <a:p>
            <a:pPr eaLnBrk="1" hangingPunct="1">
              <a:defRPr/>
            </a:pPr>
            <a:r>
              <a:rPr lang="zh-CN" altLang="en-US" sz="2100" dirty="0">
                <a:ea typeface="宋体" panose="02010600030101010101" pitchFamily="2" charset="-122"/>
              </a:rPr>
              <a:t>时间戳选项</a:t>
            </a:r>
            <a:r>
              <a:rPr lang="en-US" altLang="zh-CN" sz="2100" dirty="0">
                <a:ea typeface="宋体" panose="02010600030101010101" pitchFamily="2" charset="-122"/>
              </a:rPr>
              <a:t>——</a:t>
            </a:r>
            <a:r>
              <a:rPr lang="zh-CN" altLang="en-US" sz="2100" dirty="0">
                <a:ea typeface="宋体" panose="02010600030101010101" pitchFamily="2" charset="-122"/>
              </a:rPr>
              <a:t>占</a:t>
            </a:r>
            <a:r>
              <a:rPr lang="en-US" altLang="zh-CN" sz="2100" dirty="0">
                <a:ea typeface="宋体" panose="02010600030101010101" pitchFamily="2" charset="-122"/>
              </a:rPr>
              <a:t>10 </a:t>
            </a:r>
            <a:r>
              <a:rPr lang="zh-CN" altLang="en-US" sz="2100" dirty="0">
                <a:ea typeface="宋体" panose="02010600030101010101" pitchFamily="2" charset="-122"/>
              </a:rPr>
              <a:t>字节，其中最主要的字段时间戳值字段（</a:t>
            </a:r>
            <a:r>
              <a:rPr lang="en-US" altLang="zh-CN" sz="2100" dirty="0">
                <a:ea typeface="宋体" panose="02010600030101010101" pitchFamily="2" charset="-122"/>
              </a:rPr>
              <a:t>4 </a:t>
            </a:r>
            <a:r>
              <a:rPr lang="zh-CN" altLang="en-US" sz="2100" dirty="0">
                <a:ea typeface="宋体" panose="02010600030101010101" pitchFamily="2" charset="-122"/>
              </a:rPr>
              <a:t>字节）和时间戳回送回答字段（</a:t>
            </a:r>
            <a:r>
              <a:rPr lang="en-US" altLang="zh-CN" sz="2100" dirty="0">
                <a:ea typeface="宋体" panose="02010600030101010101" pitchFamily="2" charset="-122"/>
              </a:rPr>
              <a:t>4 </a:t>
            </a:r>
            <a:r>
              <a:rPr lang="zh-CN" altLang="en-US" sz="2100" dirty="0">
                <a:ea typeface="宋体" panose="02010600030101010101" pitchFamily="2" charset="-122"/>
              </a:rPr>
              <a:t>字节）。</a:t>
            </a:r>
          </a:p>
          <a:p>
            <a:pPr eaLnBrk="1" hangingPunct="1">
              <a:defRPr/>
            </a:pPr>
            <a:r>
              <a:rPr lang="zh-CN" altLang="en-US" sz="2100" dirty="0">
                <a:ea typeface="宋体" panose="02010600030101010101" pitchFamily="2" charset="-122"/>
              </a:rPr>
              <a:t>选择确认选项</a:t>
            </a:r>
            <a:r>
              <a:rPr lang="en-US" altLang="zh-CN" sz="2100" dirty="0">
                <a:ea typeface="宋体" panose="02010600030101010101" pitchFamily="2" charset="-122"/>
              </a:rPr>
              <a:t>——</a:t>
            </a:r>
            <a:r>
              <a:rPr lang="zh-CN" altLang="en-US" sz="2100" dirty="0">
                <a:ea typeface="宋体" panose="02010600030101010101" pitchFamily="2" charset="-122"/>
              </a:rPr>
              <a:t>在后面的 </a:t>
            </a:r>
            <a:r>
              <a:rPr lang="en-US" altLang="zh-CN" sz="2100" dirty="0">
                <a:ea typeface="宋体" panose="02010600030101010101" pitchFamily="2" charset="-122"/>
              </a:rPr>
              <a:t>5.6.3 </a:t>
            </a:r>
            <a:r>
              <a:rPr lang="zh-CN" altLang="en-US" sz="2100" dirty="0">
                <a:ea typeface="宋体" panose="02010600030101010101" pitchFamily="2" charset="-122"/>
              </a:rPr>
              <a:t>节介绍。 </a:t>
            </a:r>
          </a:p>
        </p:txBody>
      </p:sp>
      <p:sp>
        <p:nvSpPr>
          <p:cNvPr id="2" name="幻灯片编号占位符 1">
            <a:extLst>
              <a:ext uri="{FF2B5EF4-FFF2-40B4-BE49-F238E27FC236}">
                <a16:creationId xmlns:a16="http://schemas.microsoft.com/office/drawing/2014/main" id="{EE54E016-CEC8-3E49-AD53-32C5814F5EF8}"/>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562FFF6-BF8A-E64A-B8E9-429A9B52AC0E}" type="slidenum">
              <a:rPr lang="en-US" altLang="zh-CN" sz="1050"/>
              <a:pPr>
                <a:defRPr/>
              </a:pPr>
              <a:t>63</a:t>
            </a:fld>
            <a:endParaRPr lang="en-US" altLang="zh-CN" sz="1050"/>
          </a:p>
        </p:txBody>
      </p:sp>
    </p:spTree>
    <p:extLst>
      <p:ext uri="{BB962C8B-B14F-4D97-AF65-F5344CB8AC3E}">
        <p14:creationId xmlns:p14="http://schemas.microsoft.com/office/powerpoint/2010/main" val="15009727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0194" name="Line 2">
            <a:extLst>
              <a:ext uri="{FF2B5EF4-FFF2-40B4-BE49-F238E27FC236}">
                <a16:creationId xmlns:a16="http://schemas.microsoft.com/office/drawing/2014/main" id="{EFDE2227-DE6C-2146-BBDD-DBFA47505681}"/>
              </a:ext>
            </a:extLst>
          </p:cNvPr>
          <p:cNvSpPr>
            <a:spLocks noChangeShapeType="1"/>
          </p:cNvSpPr>
          <p:nvPr/>
        </p:nvSpPr>
        <p:spPr bwMode="auto">
          <a:xfrm flipH="1">
            <a:off x="1389460" y="532210"/>
            <a:ext cx="13097" cy="3092053"/>
          </a:xfrm>
          <a:prstGeom prst="line">
            <a:avLst/>
          </a:prstGeom>
          <a:noFill/>
          <a:ln w="12700">
            <a:solidFill>
              <a:schemeClr val="tx1"/>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20195" name="Rectangle 3">
            <a:extLst>
              <a:ext uri="{FF2B5EF4-FFF2-40B4-BE49-F238E27FC236}">
                <a16:creationId xmlns:a16="http://schemas.microsoft.com/office/drawing/2014/main" id="{D3F74471-C59B-2A41-B551-0794D94C988D}"/>
              </a:ext>
            </a:extLst>
          </p:cNvPr>
          <p:cNvSpPr>
            <a:spLocks noChangeArrowheads="1"/>
          </p:cNvSpPr>
          <p:nvPr/>
        </p:nvSpPr>
        <p:spPr bwMode="auto">
          <a:xfrm>
            <a:off x="1143000" y="1732360"/>
            <a:ext cx="521778" cy="482825"/>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nSpc>
                <a:spcPct val="90000"/>
              </a:lnSpc>
              <a:defRPr/>
            </a:pPr>
            <a:r>
              <a:rPr kumimoji="1" lang="en-US" altLang="zh-CN" sz="1500">
                <a:solidFill>
                  <a:srgbClr val="333399"/>
                </a:solidFill>
                <a:latin typeface="Arial" panose="020B0604020202020204" pitchFamily="34" charset="0"/>
              </a:rPr>
              <a:t>TCP</a:t>
            </a:r>
          </a:p>
          <a:p>
            <a:pPr>
              <a:lnSpc>
                <a:spcPct val="90000"/>
              </a:lnSpc>
              <a:defRPr/>
            </a:pPr>
            <a:r>
              <a:rPr kumimoji="1" lang="zh-CN" altLang="en-US" sz="1500">
                <a:solidFill>
                  <a:srgbClr val="333399"/>
                </a:solidFill>
                <a:latin typeface="Arial" panose="020B0604020202020204" pitchFamily="34" charset="0"/>
              </a:rPr>
              <a:t>首部</a:t>
            </a:r>
          </a:p>
        </p:txBody>
      </p:sp>
      <p:sp>
        <p:nvSpPr>
          <p:cNvPr id="520196" name="Line 4">
            <a:extLst>
              <a:ext uri="{FF2B5EF4-FFF2-40B4-BE49-F238E27FC236}">
                <a16:creationId xmlns:a16="http://schemas.microsoft.com/office/drawing/2014/main" id="{8F299FFE-5548-EC4A-B7B2-7A44643A4117}"/>
              </a:ext>
            </a:extLst>
          </p:cNvPr>
          <p:cNvSpPr>
            <a:spLocks noChangeShapeType="1"/>
          </p:cNvSpPr>
          <p:nvPr/>
        </p:nvSpPr>
        <p:spPr bwMode="auto">
          <a:xfrm>
            <a:off x="7704535" y="525066"/>
            <a:ext cx="0" cy="2597944"/>
          </a:xfrm>
          <a:prstGeom prst="line">
            <a:avLst/>
          </a:prstGeom>
          <a:noFill/>
          <a:ln w="28575">
            <a:solidFill>
              <a:srgbClr val="333399"/>
            </a:solidFill>
            <a:round/>
            <a:headEnd type="triangle" w="med" len="lg"/>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520197" name="Rectangle 5">
            <a:extLst>
              <a:ext uri="{FF2B5EF4-FFF2-40B4-BE49-F238E27FC236}">
                <a16:creationId xmlns:a16="http://schemas.microsoft.com/office/drawing/2014/main" id="{FB799947-95D9-4A4C-9239-8CF3AD36BB65}"/>
              </a:ext>
            </a:extLst>
          </p:cNvPr>
          <p:cNvSpPr>
            <a:spLocks noChangeArrowheads="1"/>
          </p:cNvSpPr>
          <p:nvPr/>
        </p:nvSpPr>
        <p:spPr bwMode="auto">
          <a:xfrm>
            <a:off x="7431739" y="1333500"/>
            <a:ext cx="521779" cy="898324"/>
          </a:xfrm>
          <a:prstGeom prst="rect">
            <a:avLst/>
          </a:prstGeom>
          <a:solidFill>
            <a:schemeClr val="bg1"/>
          </a:solid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lnSpc>
                <a:spcPct val="90000"/>
              </a:lnSpc>
              <a:defRPr/>
            </a:pPr>
            <a:r>
              <a:rPr kumimoji="1" lang="en-US" altLang="zh-CN" sz="1500">
                <a:solidFill>
                  <a:srgbClr val="333399"/>
                </a:solidFill>
                <a:latin typeface="Arial" panose="020B0604020202020204" pitchFamily="34" charset="0"/>
              </a:rPr>
              <a:t>20</a:t>
            </a:r>
          </a:p>
          <a:p>
            <a:pPr algn="ctr">
              <a:lnSpc>
                <a:spcPct val="90000"/>
              </a:lnSpc>
              <a:defRPr/>
            </a:pPr>
            <a:r>
              <a:rPr kumimoji="1" lang="zh-CN" altLang="en-US" sz="1500">
                <a:solidFill>
                  <a:srgbClr val="333399"/>
                </a:solidFill>
                <a:latin typeface="Arial" panose="020B0604020202020204" pitchFamily="34" charset="0"/>
              </a:rPr>
              <a:t>字节</a:t>
            </a:r>
          </a:p>
          <a:p>
            <a:pPr algn="ctr">
              <a:lnSpc>
                <a:spcPct val="90000"/>
              </a:lnSpc>
              <a:defRPr/>
            </a:pPr>
            <a:r>
              <a:rPr kumimoji="1" lang="zh-CN" altLang="en-US" sz="1500">
                <a:solidFill>
                  <a:srgbClr val="333399"/>
                </a:solidFill>
                <a:latin typeface="Arial" panose="020B0604020202020204" pitchFamily="34" charset="0"/>
              </a:rPr>
              <a:t>固定</a:t>
            </a:r>
          </a:p>
          <a:p>
            <a:pPr algn="ctr">
              <a:lnSpc>
                <a:spcPct val="90000"/>
              </a:lnSpc>
              <a:defRPr/>
            </a:pPr>
            <a:r>
              <a:rPr kumimoji="1" lang="zh-CN" altLang="en-US" sz="1500">
                <a:solidFill>
                  <a:srgbClr val="333399"/>
                </a:solidFill>
                <a:latin typeface="Arial" panose="020B0604020202020204" pitchFamily="34" charset="0"/>
              </a:rPr>
              <a:t>首部</a:t>
            </a:r>
          </a:p>
        </p:txBody>
      </p:sp>
      <p:sp>
        <p:nvSpPr>
          <p:cNvPr id="520198" name="Rectangle 6">
            <a:extLst>
              <a:ext uri="{FF2B5EF4-FFF2-40B4-BE49-F238E27FC236}">
                <a16:creationId xmlns:a16="http://schemas.microsoft.com/office/drawing/2014/main" id="{F5649F9A-7871-C340-935B-FD645F25D93F}"/>
              </a:ext>
            </a:extLst>
          </p:cNvPr>
          <p:cNvSpPr>
            <a:spLocks noChangeArrowheads="1"/>
          </p:cNvSpPr>
          <p:nvPr/>
        </p:nvSpPr>
        <p:spPr bwMode="auto">
          <a:xfrm>
            <a:off x="1633538" y="529828"/>
            <a:ext cx="5765006" cy="3100388"/>
          </a:xfrm>
          <a:prstGeom prst="rect">
            <a:avLst/>
          </a:prstGeom>
          <a:solidFill>
            <a:srgbClr val="FFFFCC"/>
          </a:solidFill>
          <a:ln w="254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199" name="Line 7">
            <a:extLst>
              <a:ext uri="{FF2B5EF4-FFF2-40B4-BE49-F238E27FC236}">
                <a16:creationId xmlns:a16="http://schemas.microsoft.com/office/drawing/2014/main" id="{BB1A97B5-2904-2445-8DD3-F48F7411818D}"/>
              </a:ext>
            </a:extLst>
          </p:cNvPr>
          <p:cNvSpPr>
            <a:spLocks noChangeShapeType="1"/>
          </p:cNvSpPr>
          <p:nvPr/>
        </p:nvSpPr>
        <p:spPr bwMode="auto">
          <a:xfrm>
            <a:off x="1627585" y="105727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00" name="Line 8">
            <a:extLst>
              <a:ext uri="{FF2B5EF4-FFF2-40B4-BE49-F238E27FC236}">
                <a16:creationId xmlns:a16="http://schemas.microsoft.com/office/drawing/2014/main" id="{92C2B620-25E6-044E-A444-65C24DB3542E}"/>
              </a:ext>
            </a:extLst>
          </p:cNvPr>
          <p:cNvSpPr>
            <a:spLocks noChangeShapeType="1"/>
          </p:cNvSpPr>
          <p:nvPr/>
        </p:nvSpPr>
        <p:spPr bwMode="auto">
          <a:xfrm>
            <a:off x="1638300" y="157876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01" name="Line 9">
            <a:extLst>
              <a:ext uri="{FF2B5EF4-FFF2-40B4-BE49-F238E27FC236}">
                <a16:creationId xmlns:a16="http://schemas.microsoft.com/office/drawing/2014/main" id="{9A6E9EA5-DFD9-4847-80F7-9DABE5DED4EF}"/>
              </a:ext>
            </a:extLst>
          </p:cNvPr>
          <p:cNvSpPr>
            <a:spLocks noChangeShapeType="1"/>
          </p:cNvSpPr>
          <p:nvPr/>
        </p:nvSpPr>
        <p:spPr bwMode="auto">
          <a:xfrm>
            <a:off x="1627585" y="2099072"/>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02" name="Line 10">
            <a:extLst>
              <a:ext uri="{FF2B5EF4-FFF2-40B4-BE49-F238E27FC236}">
                <a16:creationId xmlns:a16="http://schemas.microsoft.com/office/drawing/2014/main" id="{765ECFA1-D090-BF45-8D8A-9334D16BBA65}"/>
              </a:ext>
            </a:extLst>
          </p:cNvPr>
          <p:cNvSpPr>
            <a:spLocks noChangeShapeType="1"/>
          </p:cNvSpPr>
          <p:nvPr/>
        </p:nvSpPr>
        <p:spPr bwMode="auto">
          <a:xfrm>
            <a:off x="1627585" y="2618185"/>
            <a:ext cx="5774531"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03" name="Line 11">
            <a:extLst>
              <a:ext uri="{FF2B5EF4-FFF2-40B4-BE49-F238E27FC236}">
                <a16:creationId xmlns:a16="http://schemas.microsoft.com/office/drawing/2014/main" id="{1B8A37D6-237F-0C4D-945D-85AC53EB8B31}"/>
              </a:ext>
            </a:extLst>
          </p:cNvPr>
          <p:cNvSpPr>
            <a:spLocks noChangeShapeType="1"/>
          </p:cNvSpPr>
          <p:nvPr/>
        </p:nvSpPr>
        <p:spPr bwMode="auto">
          <a:xfrm>
            <a:off x="1638300" y="3139679"/>
            <a:ext cx="5763816"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04" name="Line 12">
            <a:extLst>
              <a:ext uri="{FF2B5EF4-FFF2-40B4-BE49-F238E27FC236}">
                <a16:creationId xmlns:a16="http://schemas.microsoft.com/office/drawing/2014/main" id="{E928C161-1BEE-1548-9E90-FC46E3EB3B6C}"/>
              </a:ext>
            </a:extLst>
          </p:cNvPr>
          <p:cNvSpPr>
            <a:spLocks noChangeShapeType="1"/>
          </p:cNvSpPr>
          <p:nvPr/>
        </p:nvSpPr>
        <p:spPr bwMode="auto">
          <a:xfrm>
            <a:off x="4517231" y="535782"/>
            <a:ext cx="0" cy="53221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05" name="Rectangle 13">
            <a:extLst>
              <a:ext uri="{FF2B5EF4-FFF2-40B4-BE49-F238E27FC236}">
                <a16:creationId xmlns:a16="http://schemas.microsoft.com/office/drawing/2014/main" id="{C0A5A7E9-EB33-444F-B421-E048A8EC2645}"/>
              </a:ext>
            </a:extLst>
          </p:cNvPr>
          <p:cNvSpPr>
            <a:spLocks noChangeArrowheads="1"/>
          </p:cNvSpPr>
          <p:nvPr/>
        </p:nvSpPr>
        <p:spPr bwMode="auto">
          <a:xfrm>
            <a:off x="5417344" y="631032"/>
            <a:ext cx="122389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目  的  端  口</a:t>
            </a:r>
          </a:p>
        </p:txBody>
      </p:sp>
      <p:sp>
        <p:nvSpPr>
          <p:cNvPr id="520206" name="Rectangle 14">
            <a:extLst>
              <a:ext uri="{FF2B5EF4-FFF2-40B4-BE49-F238E27FC236}">
                <a16:creationId xmlns:a16="http://schemas.microsoft.com/office/drawing/2014/main" id="{435B3C54-8824-F140-B688-7B5755046055}"/>
              </a:ext>
            </a:extLst>
          </p:cNvPr>
          <p:cNvSpPr>
            <a:spLocks noChangeArrowheads="1"/>
          </p:cNvSpPr>
          <p:nvPr/>
        </p:nvSpPr>
        <p:spPr bwMode="auto">
          <a:xfrm>
            <a:off x="1749029" y="2072879"/>
            <a:ext cx="521778" cy="528992"/>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数据</a:t>
            </a:r>
          </a:p>
          <a:p>
            <a:pPr>
              <a:defRPr/>
            </a:pPr>
            <a:r>
              <a:rPr kumimoji="1" lang="zh-CN" altLang="en-US" sz="1500">
                <a:solidFill>
                  <a:srgbClr val="333399"/>
                </a:solidFill>
                <a:latin typeface="Arial" panose="020B0604020202020204" pitchFamily="34" charset="0"/>
              </a:rPr>
              <a:t>偏移</a:t>
            </a:r>
          </a:p>
        </p:txBody>
      </p:sp>
      <p:sp>
        <p:nvSpPr>
          <p:cNvPr id="520207" name="Rectangle 15">
            <a:extLst>
              <a:ext uri="{FF2B5EF4-FFF2-40B4-BE49-F238E27FC236}">
                <a16:creationId xmlns:a16="http://schemas.microsoft.com/office/drawing/2014/main" id="{B0764006-A9C1-964E-B64E-F67737C44DC7}"/>
              </a:ext>
            </a:extLst>
          </p:cNvPr>
          <p:cNvSpPr>
            <a:spLocks noChangeArrowheads="1"/>
          </p:cNvSpPr>
          <p:nvPr/>
        </p:nvSpPr>
        <p:spPr bwMode="auto">
          <a:xfrm>
            <a:off x="2558654" y="2721769"/>
            <a:ext cx="103153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检   验   和</a:t>
            </a:r>
          </a:p>
        </p:txBody>
      </p:sp>
      <p:sp>
        <p:nvSpPr>
          <p:cNvPr id="520208" name="Rectangle 16">
            <a:extLst>
              <a:ext uri="{FF2B5EF4-FFF2-40B4-BE49-F238E27FC236}">
                <a16:creationId xmlns:a16="http://schemas.microsoft.com/office/drawing/2014/main" id="{456F145A-DDB4-724A-827D-94F3DE2A277A}"/>
              </a:ext>
            </a:extLst>
          </p:cNvPr>
          <p:cNvSpPr>
            <a:spLocks noChangeArrowheads="1"/>
          </p:cNvSpPr>
          <p:nvPr/>
        </p:nvSpPr>
        <p:spPr bwMode="auto">
          <a:xfrm>
            <a:off x="2709863" y="3202782"/>
            <a:ext cx="2399110"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选    项    （长  度  可  变）</a:t>
            </a:r>
          </a:p>
        </p:txBody>
      </p:sp>
      <p:sp>
        <p:nvSpPr>
          <p:cNvPr id="520209" name="Rectangle 17">
            <a:extLst>
              <a:ext uri="{FF2B5EF4-FFF2-40B4-BE49-F238E27FC236}">
                <a16:creationId xmlns:a16="http://schemas.microsoft.com/office/drawing/2014/main" id="{41118BDB-544C-1740-A8AC-3C20836D325D}"/>
              </a:ext>
            </a:extLst>
          </p:cNvPr>
          <p:cNvSpPr>
            <a:spLocks noChangeArrowheads="1"/>
          </p:cNvSpPr>
          <p:nvPr/>
        </p:nvSpPr>
        <p:spPr bwMode="auto">
          <a:xfrm>
            <a:off x="2644379" y="631032"/>
            <a:ext cx="925735"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源  端  口</a:t>
            </a:r>
          </a:p>
        </p:txBody>
      </p:sp>
      <p:sp>
        <p:nvSpPr>
          <p:cNvPr id="520210" name="Rectangle 18">
            <a:extLst>
              <a:ext uri="{FF2B5EF4-FFF2-40B4-BE49-F238E27FC236}">
                <a16:creationId xmlns:a16="http://schemas.microsoft.com/office/drawing/2014/main" id="{50209C74-0292-BD47-AC77-C61E84DA60B9}"/>
              </a:ext>
            </a:extLst>
          </p:cNvPr>
          <p:cNvSpPr>
            <a:spLocks noChangeArrowheads="1"/>
          </p:cNvSpPr>
          <p:nvPr/>
        </p:nvSpPr>
        <p:spPr bwMode="auto">
          <a:xfrm>
            <a:off x="4183857" y="1146573"/>
            <a:ext cx="103584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序   号</a:t>
            </a:r>
          </a:p>
        </p:txBody>
      </p:sp>
      <p:sp>
        <p:nvSpPr>
          <p:cNvPr id="520211" name="Line 19">
            <a:extLst>
              <a:ext uri="{FF2B5EF4-FFF2-40B4-BE49-F238E27FC236}">
                <a16:creationId xmlns:a16="http://schemas.microsoft.com/office/drawing/2014/main" id="{459F3165-02CE-CD4F-8800-02B0383C4B32}"/>
              </a:ext>
            </a:extLst>
          </p:cNvPr>
          <p:cNvSpPr>
            <a:spLocks noChangeShapeType="1"/>
          </p:cNvSpPr>
          <p:nvPr/>
        </p:nvSpPr>
        <p:spPr bwMode="auto">
          <a:xfrm>
            <a:off x="4521994" y="2106216"/>
            <a:ext cx="0" cy="1027509"/>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12" name="Rectangle 20">
            <a:extLst>
              <a:ext uri="{FF2B5EF4-FFF2-40B4-BE49-F238E27FC236}">
                <a16:creationId xmlns:a16="http://schemas.microsoft.com/office/drawing/2014/main" id="{9510D4AD-114D-674A-9CAC-E4D907A8C0FD}"/>
              </a:ext>
            </a:extLst>
          </p:cNvPr>
          <p:cNvSpPr>
            <a:spLocks noChangeArrowheads="1"/>
          </p:cNvSpPr>
          <p:nvPr/>
        </p:nvSpPr>
        <p:spPr bwMode="auto">
          <a:xfrm>
            <a:off x="5297091" y="2721769"/>
            <a:ext cx="1382591"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紧   急   指   针</a:t>
            </a:r>
          </a:p>
        </p:txBody>
      </p:sp>
      <p:sp>
        <p:nvSpPr>
          <p:cNvPr id="520213" name="Rectangle 21">
            <a:extLst>
              <a:ext uri="{FF2B5EF4-FFF2-40B4-BE49-F238E27FC236}">
                <a16:creationId xmlns:a16="http://schemas.microsoft.com/office/drawing/2014/main" id="{92E58042-028B-2147-859A-F73F483FCA6A}"/>
              </a:ext>
            </a:extLst>
          </p:cNvPr>
          <p:cNvSpPr>
            <a:spLocks noChangeArrowheads="1"/>
          </p:cNvSpPr>
          <p:nvPr/>
        </p:nvSpPr>
        <p:spPr bwMode="auto">
          <a:xfrm>
            <a:off x="5634037" y="2182416"/>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窗   口</a:t>
            </a:r>
          </a:p>
        </p:txBody>
      </p:sp>
      <p:sp>
        <p:nvSpPr>
          <p:cNvPr id="520214" name="Rectangle 22">
            <a:extLst>
              <a:ext uri="{FF2B5EF4-FFF2-40B4-BE49-F238E27FC236}">
                <a16:creationId xmlns:a16="http://schemas.microsoft.com/office/drawing/2014/main" id="{ABF43C3F-E599-B242-8503-8083F1FB00E7}"/>
              </a:ext>
            </a:extLst>
          </p:cNvPr>
          <p:cNvSpPr>
            <a:spLocks noChangeArrowheads="1"/>
          </p:cNvSpPr>
          <p:nvPr/>
        </p:nvSpPr>
        <p:spPr bwMode="auto">
          <a:xfrm>
            <a:off x="4000500" y="1689498"/>
            <a:ext cx="1381125"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确    认    号</a:t>
            </a:r>
          </a:p>
        </p:txBody>
      </p:sp>
      <p:sp>
        <p:nvSpPr>
          <p:cNvPr id="520215" name="Line 23">
            <a:extLst>
              <a:ext uri="{FF2B5EF4-FFF2-40B4-BE49-F238E27FC236}">
                <a16:creationId xmlns:a16="http://schemas.microsoft.com/office/drawing/2014/main" id="{FB40961F-5D3D-2B42-8541-D5627F31A251}"/>
              </a:ext>
            </a:extLst>
          </p:cNvPr>
          <p:cNvSpPr>
            <a:spLocks noChangeShapeType="1"/>
          </p:cNvSpPr>
          <p:nvPr/>
        </p:nvSpPr>
        <p:spPr bwMode="auto">
          <a:xfrm>
            <a:off x="2351485"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16" name="Line 24">
            <a:extLst>
              <a:ext uri="{FF2B5EF4-FFF2-40B4-BE49-F238E27FC236}">
                <a16:creationId xmlns:a16="http://schemas.microsoft.com/office/drawing/2014/main" id="{35B4F3E0-E12A-3649-B090-51CA897D68B3}"/>
              </a:ext>
            </a:extLst>
          </p:cNvPr>
          <p:cNvSpPr>
            <a:spLocks noChangeShapeType="1"/>
          </p:cNvSpPr>
          <p:nvPr/>
        </p:nvSpPr>
        <p:spPr bwMode="auto">
          <a:xfrm>
            <a:off x="3796904" y="2100263"/>
            <a:ext cx="0" cy="51316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17" name="Line 25">
            <a:extLst>
              <a:ext uri="{FF2B5EF4-FFF2-40B4-BE49-F238E27FC236}">
                <a16:creationId xmlns:a16="http://schemas.microsoft.com/office/drawing/2014/main" id="{78A503E3-F7C8-A943-856A-D872E4BDBD8F}"/>
              </a:ext>
            </a:extLst>
          </p:cNvPr>
          <p:cNvSpPr>
            <a:spLocks noChangeShapeType="1"/>
          </p:cNvSpPr>
          <p:nvPr/>
        </p:nvSpPr>
        <p:spPr bwMode="auto">
          <a:xfrm>
            <a:off x="3426619" y="2106216"/>
            <a:ext cx="0" cy="519113"/>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18" name="Line 26">
            <a:extLst>
              <a:ext uri="{FF2B5EF4-FFF2-40B4-BE49-F238E27FC236}">
                <a16:creationId xmlns:a16="http://schemas.microsoft.com/office/drawing/2014/main" id="{BEAAD7E0-B2C0-774F-A5C3-76BFF846A70F}"/>
              </a:ext>
            </a:extLst>
          </p:cNvPr>
          <p:cNvSpPr>
            <a:spLocks noChangeShapeType="1"/>
          </p:cNvSpPr>
          <p:nvPr/>
        </p:nvSpPr>
        <p:spPr bwMode="auto">
          <a:xfrm>
            <a:off x="3609975"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19" name="Line 27">
            <a:extLst>
              <a:ext uri="{FF2B5EF4-FFF2-40B4-BE49-F238E27FC236}">
                <a16:creationId xmlns:a16="http://schemas.microsoft.com/office/drawing/2014/main" id="{6DAA2CDA-AF07-4F42-9AC2-544C6614AB2E}"/>
              </a:ext>
            </a:extLst>
          </p:cNvPr>
          <p:cNvSpPr>
            <a:spLocks noChangeShapeType="1"/>
          </p:cNvSpPr>
          <p:nvPr/>
        </p:nvSpPr>
        <p:spPr bwMode="auto">
          <a:xfrm>
            <a:off x="4157663"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20" name="Line 28">
            <a:extLst>
              <a:ext uri="{FF2B5EF4-FFF2-40B4-BE49-F238E27FC236}">
                <a16:creationId xmlns:a16="http://schemas.microsoft.com/office/drawing/2014/main" id="{29B8B7F6-7878-8C44-8B1F-D16041788CE0}"/>
              </a:ext>
            </a:extLst>
          </p:cNvPr>
          <p:cNvSpPr>
            <a:spLocks noChangeShapeType="1"/>
          </p:cNvSpPr>
          <p:nvPr/>
        </p:nvSpPr>
        <p:spPr bwMode="auto">
          <a:xfrm>
            <a:off x="3976688"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21" name="Line 29">
            <a:extLst>
              <a:ext uri="{FF2B5EF4-FFF2-40B4-BE49-F238E27FC236}">
                <a16:creationId xmlns:a16="http://schemas.microsoft.com/office/drawing/2014/main" id="{FF3DCEA9-AF35-3A40-A58A-97E0B9D1D818}"/>
              </a:ext>
            </a:extLst>
          </p:cNvPr>
          <p:cNvSpPr>
            <a:spLocks noChangeShapeType="1"/>
          </p:cNvSpPr>
          <p:nvPr/>
        </p:nvSpPr>
        <p:spPr bwMode="auto">
          <a:xfrm>
            <a:off x="4341019" y="2106216"/>
            <a:ext cx="0" cy="51077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22" name="Rectangle 30">
            <a:extLst>
              <a:ext uri="{FF2B5EF4-FFF2-40B4-BE49-F238E27FC236}">
                <a16:creationId xmlns:a16="http://schemas.microsoft.com/office/drawing/2014/main" id="{10AD6D99-B0C9-804E-818B-2B740E51F560}"/>
              </a:ext>
            </a:extLst>
          </p:cNvPr>
          <p:cNvSpPr>
            <a:spLocks noChangeArrowheads="1"/>
          </p:cNvSpPr>
          <p:nvPr/>
        </p:nvSpPr>
        <p:spPr bwMode="auto">
          <a:xfrm>
            <a:off x="2576512" y="2193132"/>
            <a:ext cx="680476"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保   留</a:t>
            </a:r>
          </a:p>
        </p:txBody>
      </p:sp>
      <p:sp>
        <p:nvSpPr>
          <p:cNvPr id="520223" name="Rectangle 31">
            <a:extLst>
              <a:ext uri="{FF2B5EF4-FFF2-40B4-BE49-F238E27FC236}">
                <a16:creationId xmlns:a16="http://schemas.microsoft.com/office/drawing/2014/main" id="{B231A1A9-68CB-0644-B5F8-34A51C2A747E}"/>
              </a:ext>
            </a:extLst>
          </p:cNvPr>
          <p:cNvSpPr>
            <a:spLocks noChangeArrowheads="1"/>
          </p:cNvSpPr>
          <p:nvPr/>
        </p:nvSpPr>
        <p:spPr bwMode="auto">
          <a:xfrm>
            <a:off x="4319580"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lnSpc>
                <a:spcPct val="75000"/>
              </a:lnSpc>
              <a:defRPr/>
            </a:pPr>
            <a:r>
              <a:rPr kumimoji="1" lang="en-US" altLang="zh-CN" sz="1200" b="1">
                <a:solidFill>
                  <a:srgbClr val="333399"/>
                </a:solidFill>
                <a:ea typeface="黑体" charset="-122"/>
              </a:rPr>
              <a:t>F</a:t>
            </a:r>
          </a:p>
          <a:p>
            <a:pPr algn="ctr">
              <a:lnSpc>
                <a:spcPct val="75000"/>
              </a:lnSpc>
              <a:defRPr/>
            </a:pPr>
            <a:r>
              <a:rPr kumimoji="1" lang="en-US" altLang="zh-CN" sz="1200" b="1">
                <a:solidFill>
                  <a:srgbClr val="333399"/>
                </a:solidFill>
                <a:ea typeface="黑体" charset="-122"/>
              </a:rPr>
              <a:t>I</a:t>
            </a:r>
          </a:p>
          <a:p>
            <a:pPr algn="ctr">
              <a:lnSpc>
                <a:spcPct val="75000"/>
              </a:lnSpc>
              <a:defRPr/>
            </a:pPr>
            <a:r>
              <a:rPr kumimoji="1" lang="en-US" altLang="zh-CN" sz="1200" b="1">
                <a:solidFill>
                  <a:srgbClr val="333399"/>
                </a:solidFill>
                <a:ea typeface="黑体" charset="-122"/>
              </a:rPr>
              <a:t>N</a:t>
            </a:r>
          </a:p>
        </p:txBody>
      </p:sp>
      <p:sp>
        <p:nvSpPr>
          <p:cNvPr id="520224" name="Line 32">
            <a:extLst>
              <a:ext uri="{FF2B5EF4-FFF2-40B4-BE49-F238E27FC236}">
                <a16:creationId xmlns:a16="http://schemas.microsoft.com/office/drawing/2014/main" id="{F8DD60B2-1357-1E45-A48A-446E60489C0D}"/>
              </a:ext>
            </a:extLst>
          </p:cNvPr>
          <p:cNvSpPr>
            <a:spLocks noChangeShapeType="1"/>
          </p:cNvSpPr>
          <p:nvPr/>
        </p:nvSpPr>
        <p:spPr bwMode="auto">
          <a:xfrm>
            <a:off x="1631157" y="411956"/>
            <a:ext cx="5756672" cy="0"/>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25" name="Line 33">
            <a:extLst>
              <a:ext uri="{FF2B5EF4-FFF2-40B4-BE49-F238E27FC236}">
                <a16:creationId xmlns:a16="http://schemas.microsoft.com/office/drawing/2014/main" id="{7ACE8B78-772E-424C-922A-0FE56DB3E560}"/>
              </a:ext>
            </a:extLst>
          </p:cNvPr>
          <p:cNvSpPr>
            <a:spLocks noChangeShapeType="1"/>
          </p:cNvSpPr>
          <p:nvPr/>
        </p:nvSpPr>
        <p:spPr bwMode="auto">
          <a:xfrm>
            <a:off x="1631156"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26" name="Line 34">
            <a:extLst>
              <a:ext uri="{FF2B5EF4-FFF2-40B4-BE49-F238E27FC236}">
                <a16:creationId xmlns:a16="http://schemas.microsoft.com/office/drawing/2014/main" id="{682CACFE-E8DA-434A-8800-4E25B173F3E9}"/>
              </a:ext>
            </a:extLst>
          </p:cNvPr>
          <p:cNvSpPr>
            <a:spLocks noChangeShapeType="1"/>
          </p:cNvSpPr>
          <p:nvPr/>
        </p:nvSpPr>
        <p:spPr bwMode="auto">
          <a:xfrm>
            <a:off x="18109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27" name="Line 35">
            <a:extLst>
              <a:ext uri="{FF2B5EF4-FFF2-40B4-BE49-F238E27FC236}">
                <a16:creationId xmlns:a16="http://schemas.microsoft.com/office/drawing/2014/main" id="{1CFFC43C-C0B3-AD40-B769-BAE9A30C5D87}"/>
              </a:ext>
            </a:extLst>
          </p:cNvPr>
          <p:cNvSpPr>
            <a:spLocks noChangeShapeType="1"/>
          </p:cNvSpPr>
          <p:nvPr/>
        </p:nvSpPr>
        <p:spPr bwMode="auto">
          <a:xfrm>
            <a:off x="19907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28" name="Line 36">
            <a:extLst>
              <a:ext uri="{FF2B5EF4-FFF2-40B4-BE49-F238E27FC236}">
                <a16:creationId xmlns:a16="http://schemas.microsoft.com/office/drawing/2014/main" id="{B59D1FCD-33C8-F94E-9614-474FDA4F85B9}"/>
              </a:ext>
            </a:extLst>
          </p:cNvPr>
          <p:cNvSpPr>
            <a:spLocks noChangeShapeType="1"/>
          </p:cNvSpPr>
          <p:nvPr/>
        </p:nvSpPr>
        <p:spPr bwMode="auto">
          <a:xfrm>
            <a:off x="217051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29" name="Line 37">
            <a:extLst>
              <a:ext uri="{FF2B5EF4-FFF2-40B4-BE49-F238E27FC236}">
                <a16:creationId xmlns:a16="http://schemas.microsoft.com/office/drawing/2014/main" id="{26876A48-F752-184E-AE08-9E7F69F5271D}"/>
              </a:ext>
            </a:extLst>
          </p:cNvPr>
          <p:cNvSpPr>
            <a:spLocks noChangeShapeType="1"/>
          </p:cNvSpPr>
          <p:nvPr/>
        </p:nvSpPr>
        <p:spPr bwMode="auto">
          <a:xfrm>
            <a:off x="235148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30" name="Line 38">
            <a:extLst>
              <a:ext uri="{FF2B5EF4-FFF2-40B4-BE49-F238E27FC236}">
                <a16:creationId xmlns:a16="http://schemas.microsoft.com/office/drawing/2014/main" id="{79BC1488-960F-0946-9B09-94721C3BF09D}"/>
              </a:ext>
            </a:extLst>
          </p:cNvPr>
          <p:cNvSpPr>
            <a:spLocks noChangeShapeType="1"/>
          </p:cNvSpPr>
          <p:nvPr/>
        </p:nvSpPr>
        <p:spPr bwMode="auto">
          <a:xfrm>
            <a:off x="253126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31" name="Line 39">
            <a:extLst>
              <a:ext uri="{FF2B5EF4-FFF2-40B4-BE49-F238E27FC236}">
                <a16:creationId xmlns:a16="http://schemas.microsoft.com/office/drawing/2014/main" id="{F0E2BA01-D2EC-724D-BA9C-FC21323A11AC}"/>
              </a:ext>
            </a:extLst>
          </p:cNvPr>
          <p:cNvSpPr>
            <a:spLocks noChangeShapeType="1"/>
          </p:cNvSpPr>
          <p:nvPr/>
        </p:nvSpPr>
        <p:spPr bwMode="auto">
          <a:xfrm>
            <a:off x="270986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32" name="Line 40">
            <a:extLst>
              <a:ext uri="{FF2B5EF4-FFF2-40B4-BE49-F238E27FC236}">
                <a16:creationId xmlns:a16="http://schemas.microsoft.com/office/drawing/2014/main" id="{0ACD8770-38D4-CD44-998D-2ABF3B4512D5}"/>
              </a:ext>
            </a:extLst>
          </p:cNvPr>
          <p:cNvSpPr>
            <a:spLocks noChangeShapeType="1"/>
          </p:cNvSpPr>
          <p:nvPr/>
        </p:nvSpPr>
        <p:spPr bwMode="auto">
          <a:xfrm>
            <a:off x="28896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33" name="Line 41">
            <a:extLst>
              <a:ext uri="{FF2B5EF4-FFF2-40B4-BE49-F238E27FC236}">
                <a16:creationId xmlns:a16="http://schemas.microsoft.com/office/drawing/2014/main" id="{EFDDB50C-6DDA-9640-B13B-22EE92AF145A}"/>
              </a:ext>
            </a:extLst>
          </p:cNvPr>
          <p:cNvSpPr>
            <a:spLocks noChangeShapeType="1"/>
          </p:cNvSpPr>
          <p:nvPr/>
        </p:nvSpPr>
        <p:spPr bwMode="auto">
          <a:xfrm>
            <a:off x="3070622"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34" name="Line 42">
            <a:extLst>
              <a:ext uri="{FF2B5EF4-FFF2-40B4-BE49-F238E27FC236}">
                <a16:creationId xmlns:a16="http://schemas.microsoft.com/office/drawing/2014/main" id="{8DDCAE8D-90A2-C04C-A8A0-9EA6DFE205F0}"/>
              </a:ext>
            </a:extLst>
          </p:cNvPr>
          <p:cNvSpPr>
            <a:spLocks noChangeShapeType="1"/>
          </p:cNvSpPr>
          <p:nvPr/>
        </p:nvSpPr>
        <p:spPr bwMode="auto">
          <a:xfrm>
            <a:off x="32504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35" name="Line 43">
            <a:extLst>
              <a:ext uri="{FF2B5EF4-FFF2-40B4-BE49-F238E27FC236}">
                <a16:creationId xmlns:a16="http://schemas.microsoft.com/office/drawing/2014/main" id="{ADE758C3-0F7E-194D-89C9-C0BC58C8DA82}"/>
              </a:ext>
            </a:extLst>
          </p:cNvPr>
          <p:cNvSpPr>
            <a:spLocks noChangeShapeType="1"/>
          </p:cNvSpPr>
          <p:nvPr/>
        </p:nvSpPr>
        <p:spPr bwMode="auto">
          <a:xfrm>
            <a:off x="34301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36" name="Line 44">
            <a:extLst>
              <a:ext uri="{FF2B5EF4-FFF2-40B4-BE49-F238E27FC236}">
                <a16:creationId xmlns:a16="http://schemas.microsoft.com/office/drawing/2014/main" id="{BC4C9073-662F-AB43-A472-873B3550B5F4}"/>
              </a:ext>
            </a:extLst>
          </p:cNvPr>
          <p:cNvSpPr>
            <a:spLocks noChangeShapeType="1"/>
          </p:cNvSpPr>
          <p:nvPr/>
        </p:nvSpPr>
        <p:spPr bwMode="auto">
          <a:xfrm>
            <a:off x="36099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37" name="Line 45">
            <a:extLst>
              <a:ext uri="{FF2B5EF4-FFF2-40B4-BE49-F238E27FC236}">
                <a16:creationId xmlns:a16="http://schemas.microsoft.com/office/drawing/2014/main" id="{FE73E29E-351E-014D-A2E7-F96B709DAF64}"/>
              </a:ext>
            </a:extLst>
          </p:cNvPr>
          <p:cNvSpPr>
            <a:spLocks noChangeShapeType="1"/>
          </p:cNvSpPr>
          <p:nvPr/>
        </p:nvSpPr>
        <p:spPr bwMode="auto">
          <a:xfrm>
            <a:off x="379095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38" name="Line 46">
            <a:extLst>
              <a:ext uri="{FF2B5EF4-FFF2-40B4-BE49-F238E27FC236}">
                <a16:creationId xmlns:a16="http://schemas.microsoft.com/office/drawing/2014/main" id="{12681D00-3EDE-3640-BBDA-EE3EB7431C01}"/>
              </a:ext>
            </a:extLst>
          </p:cNvPr>
          <p:cNvSpPr>
            <a:spLocks noChangeShapeType="1"/>
          </p:cNvSpPr>
          <p:nvPr/>
        </p:nvSpPr>
        <p:spPr bwMode="auto">
          <a:xfrm>
            <a:off x="397073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39" name="Line 47">
            <a:extLst>
              <a:ext uri="{FF2B5EF4-FFF2-40B4-BE49-F238E27FC236}">
                <a16:creationId xmlns:a16="http://schemas.microsoft.com/office/drawing/2014/main" id="{151674CB-8A84-0643-958B-9FDF1C9D46B5}"/>
              </a:ext>
            </a:extLst>
          </p:cNvPr>
          <p:cNvSpPr>
            <a:spLocks noChangeShapeType="1"/>
          </p:cNvSpPr>
          <p:nvPr/>
        </p:nvSpPr>
        <p:spPr bwMode="auto">
          <a:xfrm>
            <a:off x="414932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40" name="Line 48">
            <a:extLst>
              <a:ext uri="{FF2B5EF4-FFF2-40B4-BE49-F238E27FC236}">
                <a16:creationId xmlns:a16="http://schemas.microsoft.com/office/drawing/2014/main" id="{126EF09E-60DE-014A-BE0E-19C23C9E2FF6}"/>
              </a:ext>
            </a:extLst>
          </p:cNvPr>
          <p:cNvSpPr>
            <a:spLocks noChangeShapeType="1"/>
          </p:cNvSpPr>
          <p:nvPr/>
        </p:nvSpPr>
        <p:spPr bwMode="auto">
          <a:xfrm>
            <a:off x="4329113"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41" name="Line 49">
            <a:extLst>
              <a:ext uri="{FF2B5EF4-FFF2-40B4-BE49-F238E27FC236}">
                <a16:creationId xmlns:a16="http://schemas.microsoft.com/office/drawing/2014/main" id="{BA82B201-43FC-1740-97CE-5E228D7B8B5D}"/>
              </a:ext>
            </a:extLst>
          </p:cNvPr>
          <p:cNvSpPr>
            <a:spLocks noChangeShapeType="1"/>
          </p:cNvSpPr>
          <p:nvPr/>
        </p:nvSpPr>
        <p:spPr bwMode="auto">
          <a:xfrm>
            <a:off x="4508897"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42" name="Line 50">
            <a:extLst>
              <a:ext uri="{FF2B5EF4-FFF2-40B4-BE49-F238E27FC236}">
                <a16:creationId xmlns:a16="http://schemas.microsoft.com/office/drawing/2014/main" id="{C79E6CF8-4DE4-EE48-A75F-AE779B34C43D}"/>
              </a:ext>
            </a:extLst>
          </p:cNvPr>
          <p:cNvSpPr>
            <a:spLocks noChangeShapeType="1"/>
          </p:cNvSpPr>
          <p:nvPr/>
        </p:nvSpPr>
        <p:spPr bwMode="auto">
          <a:xfrm>
            <a:off x="468987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43" name="Line 51">
            <a:extLst>
              <a:ext uri="{FF2B5EF4-FFF2-40B4-BE49-F238E27FC236}">
                <a16:creationId xmlns:a16="http://schemas.microsoft.com/office/drawing/2014/main" id="{0EE44104-2E63-AB46-A5A3-013F90FCB9BB}"/>
              </a:ext>
            </a:extLst>
          </p:cNvPr>
          <p:cNvSpPr>
            <a:spLocks noChangeShapeType="1"/>
          </p:cNvSpPr>
          <p:nvPr/>
        </p:nvSpPr>
        <p:spPr bwMode="auto">
          <a:xfrm>
            <a:off x="486965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44" name="Line 52">
            <a:extLst>
              <a:ext uri="{FF2B5EF4-FFF2-40B4-BE49-F238E27FC236}">
                <a16:creationId xmlns:a16="http://schemas.microsoft.com/office/drawing/2014/main" id="{F8DBBBC7-AA5A-9E41-BAA5-6101297A1B93}"/>
              </a:ext>
            </a:extLst>
          </p:cNvPr>
          <p:cNvSpPr>
            <a:spLocks noChangeShapeType="1"/>
          </p:cNvSpPr>
          <p:nvPr/>
        </p:nvSpPr>
        <p:spPr bwMode="auto">
          <a:xfrm>
            <a:off x="504944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45" name="Line 53">
            <a:extLst>
              <a:ext uri="{FF2B5EF4-FFF2-40B4-BE49-F238E27FC236}">
                <a16:creationId xmlns:a16="http://schemas.microsoft.com/office/drawing/2014/main" id="{89D75E2B-1DC0-6741-B5B4-5E30B681C419}"/>
              </a:ext>
            </a:extLst>
          </p:cNvPr>
          <p:cNvSpPr>
            <a:spLocks noChangeShapeType="1"/>
          </p:cNvSpPr>
          <p:nvPr/>
        </p:nvSpPr>
        <p:spPr bwMode="auto">
          <a:xfrm>
            <a:off x="522922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46" name="Line 54">
            <a:extLst>
              <a:ext uri="{FF2B5EF4-FFF2-40B4-BE49-F238E27FC236}">
                <a16:creationId xmlns:a16="http://schemas.microsoft.com/office/drawing/2014/main" id="{DE7130DA-4411-7944-A60B-F97F7AC4F767}"/>
              </a:ext>
            </a:extLst>
          </p:cNvPr>
          <p:cNvSpPr>
            <a:spLocks noChangeShapeType="1"/>
          </p:cNvSpPr>
          <p:nvPr/>
        </p:nvSpPr>
        <p:spPr bwMode="auto">
          <a:xfrm>
            <a:off x="541020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47" name="Line 55">
            <a:extLst>
              <a:ext uri="{FF2B5EF4-FFF2-40B4-BE49-F238E27FC236}">
                <a16:creationId xmlns:a16="http://schemas.microsoft.com/office/drawing/2014/main" id="{C17B0F9A-FA89-A14D-9A7C-03930244D8A7}"/>
              </a:ext>
            </a:extLst>
          </p:cNvPr>
          <p:cNvSpPr>
            <a:spLocks noChangeShapeType="1"/>
          </p:cNvSpPr>
          <p:nvPr/>
        </p:nvSpPr>
        <p:spPr bwMode="auto">
          <a:xfrm>
            <a:off x="558879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48" name="Line 56">
            <a:extLst>
              <a:ext uri="{FF2B5EF4-FFF2-40B4-BE49-F238E27FC236}">
                <a16:creationId xmlns:a16="http://schemas.microsoft.com/office/drawing/2014/main" id="{3C5772F6-B909-5348-ADBC-7DE5BE66279D}"/>
              </a:ext>
            </a:extLst>
          </p:cNvPr>
          <p:cNvSpPr>
            <a:spLocks noChangeShapeType="1"/>
          </p:cNvSpPr>
          <p:nvPr/>
        </p:nvSpPr>
        <p:spPr bwMode="auto">
          <a:xfrm>
            <a:off x="5768579"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49" name="Line 57">
            <a:extLst>
              <a:ext uri="{FF2B5EF4-FFF2-40B4-BE49-F238E27FC236}">
                <a16:creationId xmlns:a16="http://schemas.microsoft.com/office/drawing/2014/main" id="{9B42FAEB-C6BB-3742-B67F-8D1E328A9255}"/>
              </a:ext>
            </a:extLst>
          </p:cNvPr>
          <p:cNvSpPr>
            <a:spLocks noChangeShapeType="1"/>
          </p:cNvSpPr>
          <p:nvPr/>
        </p:nvSpPr>
        <p:spPr bwMode="auto">
          <a:xfrm>
            <a:off x="5948363"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50" name="Line 58">
            <a:extLst>
              <a:ext uri="{FF2B5EF4-FFF2-40B4-BE49-F238E27FC236}">
                <a16:creationId xmlns:a16="http://schemas.microsoft.com/office/drawing/2014/main" id="{9A57C20E-E1F6-3844-B6A1-DA6B0AA11FFB}"/>
              </a:ext>
            </a:extLst>
          </p:cNvPr>
          <p:cNvSpPr>
            <a:spLocks noChangeShapeType="1"/>
          </p:cNvSpPr>
          <p:nvPr/>
        </p:nvSpPr>
        <p:spPr bwMode="auto">
          <a:xfrm>
            <a:off x="6128147"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51" name="Line 59">
            <a:extLst>
              <a:ext uri="{FF2B5EF4-FFF2-40B4-BE49-F238E27FC236}">
                <a16:creationId xmlns:a16="http://schemas.microsoft.com/office/drawing/2014/main" id="{B6760E61-7A27-FF4E-B01C-5398E9EFB947}"/>
              </a:ext>
            </a:extLst>
          </p:cNvPr>
          <p:cNvSpPr>
            <a:spLocks noChangeShapeType="1"/>
          </p:cNvSpPr>
          <p:nvPr/>
        </p:nvSpPr>
        <p:spPr bwMode="auto">
          <a:xfrm>
            <a:off x="6309122"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52" name="Line 60">
            <a:extLst>
              <a:ext uri="{FF2B5EF4-FFF2-40B4-BE49-F238E27FC236}">
                <a16:creationId xmlns:a16="http://schemas.microsoft.com/office/drawing/2014/main" id="{D320229E-2795-344F-8210-3BF6A5303E94}"/>
              </a:ext>
            </a:extLst>
          </p:cNvPr>
          <p:cNvSpPr>
            <a:spLocks noChangeShapeType="1"/>
          </p:cNvSpPr>
          <p:nvPr/>
        </p:nvSpPr>
        <p:spPr bwMode="auto">
          <a:xfrm>
            <a:off x="6488906"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53" name="Line 61">
            <a:extLst>
              <a:ext uri="{FF2B5EF4-FFF2-40B4-BE49-F238E27FC236}">
                <a16:creationId xmlns:a16="http://schemas.microsoft.com/office/drawing/2014/main" id="{042CC170-C6D5-ED4F-91A7-FC635CF031BD}"/>
              </a:ext>
            </a:extLst>
          </p:cNvPr>
          <p:cNvSpPr>
            <a:spLocks noChangeShapeType="1"/>
          </p:cNvSpPr>
          <p:nvPr/>
        </p:nvSpPr>
        <p:spPr bwMode="auto">
          <a:xfrm>
            <a:off x="6668691"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54" name="Line 62">
            <a:extLst>
              <a:ext uri="{FF2B5EF4-FFF2-40B4-BE49-F238E27FC236}">
                <a16:creationId xmlns:a16="http://schemas.microsoft.com/office/drawing/2014/main" id="{E815CF59-0254-A54B-A05B-9F02FE17D780}"/>
              </a:ext>
            </a:extLst>
          </p:cNvPr>
          <p:cNvSpPr>
            <a:spLocks noChangeShapeType="1"/>
          </p:cNvSpPr>
          <p:nvPr/>
        </p:nvSpPr>
        <p:spPr bwMode="auto">
          <a:xfrm>
            <a:off x="6848475"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55" name="Line 63">
            <a:extLst>
              <a:ext uri="{FF2B5EF4-FFF2-40B4-BE49-F238E27FC236}">
                <a16:creationId xmlns:a16="http://schemas.microsoft.com/office/drawing/2014/main" id="{36E927E7-FDB1-E74D-81BC-D5FF965282E9}"/>
              </a:ext>
            </a:extLst>
          </p:cNvPr>
          <p:cNvSpPr>
            <a:spLocks noChangeShapeType="1"/>
          </p:cNvSpPr>
          <p:nvPr/>
        </p:nvSpPr>
        <p:spPr bwMode="auto">
          <a:xfrm>
            <a:off x="7028260"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56" name="Line 64">
            <a:extLst>
              <a:ext uri="{FF2B5EF4-FFF2-40B4-BE49-F238E27FC236}">
                <a16:creationId xmlns:a16="http://schemas.microsoft.com/office/drawing/2014/main" id="{97733AAC-E397-1B40-A1BC-AAE8CED01D08}"/>
              </a:ext>
            </a:extLst>
          </p:cNvPr>
          <p:cNvSpPr>
            <a:spLocks noChangeShapeType="1"/>
          </p:cNvSpPr>
          <p:nvPr/>
        </p:nvSpPr>
        <p:spPr bwMode="auto">
          <a:xfrm>
            <a:off x="7208044" y="188119"/>
            <a:ext cx="0" cy="22383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57" name="Line 65">
            <a:extLst>
              <a:ext uri="{FF2B5EF4-FFF2-40B4-BE49-F238E27FC236}">
                <a16:creationId xmlns:a16="http://schemas.microsoft.com/office/drawing/2014/main" id="{9F39464B-BD9E-994A-A53E-3041A0314220}"/>
              </a:ext>
            </a:extLst>
          </p:cNvPr>
          <p:cNvSpPr>
            <a:spLocks noChangeShapeType="1"/>
          </p:cNvSpPr>
          <p:nvPr/>
        </p:nvSpPr>
        <p:spPr bwMode="auto">
          <a:xfrm>
            <a:off x="7387829" y="263129"/>
            <a:ext cx="0" cy="148828"/>
          </a:xfrm>
          <a:prstGeom prst="line">
            <a:avLst/>
          </a:prstGeom>
          <a:noFill/>
          <a:ln w="12700">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58" name="Rectangle 66">
            <a:extLst>
              <a:ext uri="{FF2B5EF4-FFF2-40B4-BE49-F238E27FC236}">
                <a16:creationId xmlns:a16="http://schemas.microsoft.com/office/drawing/2014/main" id="{7FD8701B-9BE8-F34E-992C-1F429B1A6DA5}"/>
              </a:ext>
            </a:extLst>
          </p:cNvPr>
          <p:cNvSpPr>
            <a:spLocks noChangeArrowheads="1"/>
          </p:cNvSpPr>
          <p:nvPr/>
        </p:nvSpPr>
        <p:spPr bwMode="auto">
          <a:xfrm>
            <a:off x="1750219"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20259" name="Rectangle 67">
            <a:extLst>
              <a:ext uri="{FF2B5EF4-FFF2-40B4-BE49-F238E27FC236}">
                <a16:creationId xmlns:a16="http://schemas.microsoft.com/office/drawing/2014/main" id="{5F0BFFAF-8CF6-1D48-8D75-3E549735F62D}"/>
              </a:ext>
            </a:extLst>
          </p:cNvPr>
          <p:cNvSpPr>
            <a:spLocks noChangeArrowheads="1"/>
          </p:cNvSpPr>
          <p:nvPr/>
        </p:nvSpPr>
        <p:spPr bwMode="auto">
          <a:xfrm>
            <a:off x="3189685"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20260" name="Rectangle 68">
            <a:extLst>
              <a:ext uri="{FF2B5EF4-FFF2-40B4-BE49-F238E27FC236}">
                <a16:creationId xmlns:a16="http://schemas.microsoft.com/office/drawing/2014/main" id="{F2EAD7DC-3D9F-C843-BF24-000B361D5520}"/>
              </a:ext>
            </a:extLst>
          </p:cNvPr>
          <p:cNvSpPr>
            <a:spLocks noChangeArrowheads="1"/>
          </p:cNvSpPr>
          <p:nvPr/>
        </p:nvSpPr>
        <p:spPr bwMode="auto">
          <a:xfrm>
            <a:off x="4629150"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20261" name="Rectangle 69">
            <a:extLst>
              <a:ext uri="{FF2B5EF4-FFF2-40B4-BE49-F238E27FC236}">
                <a16:creationId xmlns:a16="http://schemas.microsoft.com/office/drawing/2014/main" id="{24F7A819-1FE5-DF49-B28B-F6C2FDBC3CFF}"/>
              </a:ext>
            </a:extLst>
          </p:cNvPr>
          <p:cNvSpPr>
            <a:spLocks noChangeArrowheads="1"/>
          </p:cNvSpPr>
          <p:nvPr/>
        </p:nvSpPr>
        <p:spPr bwMode="auto">
          <a:xfrm>
            <a:off x="6068616" y="113110"/>
            <a:ext cx="1200150" cy="22502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20262" name="Rectangle 70">
            <a:extLst>
              <a:ext uri="{FF2B5EF4-FFF2-40B4-BE49-F238E27FC236}">
                <a16:creationId xmlns:a16="http://schemas.microsoft.com/office/drawing/2014/main" id="{1F353D5C-EB86-1349-ADAD-0BA5B8F0C1F0}"/>
              </a:ext>
            </a:extLst>
          </p:cNvPr>
          <p:cNvSpPr>
            <a:spLocks noChangeArrowheads="1"/>
          </p:cNvSpPr>
          <p:nvPr/>
        </p:nvSpPr>
        <p:spPr bwMode="auto">
          <a:xfrm>
            <a:off x="414932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Y</a:t>
            </a:r>
          </a:p>
          <a:p>
            <a:pPr>
              <a:lnSpc>
                <a:spcPct val="75000"/>
              </a:lnSpc>
              <a:defRPr/>
            </a:pPr>
            <a:r>
              <a:rPr kumimoji="1" lang="en-US" altLang="zh-CN" sz="1200" b="1">
                <a:solidFill>
                  <a:srgbClr val="333399"/>
                </a:solidFill>
                <a:ea typeface="黑体" charset="-122"/>
              </a:rPr>
              <a:t>N</a:t>
            </a:r>
          </a:p>
        </p:txBody>
      </p:sp>
      <p:sp>
        <p:nvSpPr>
          <p:cNvPr id="520263" name="Rectangle 71">
            <a:extLst>
              <a:ext uri="{FF2B5EF4-FFF2-40B4-BE49-F238E27FC236}">
                <a16:creationId xmlns:a16="http://schemas.microsoft.com/office/drawing/2014/main" id="{BF146AC2-0D10-0542-871F-D58C5FF49DF5}"/>
              </a:ext>
            </a:extLst>
          </p:cNvPr>
          <p:cNvSpPr>
            <a:spLocks noChangeArrowheads="1"/>
          </p:cNvSpPr>
          <p:nvPr/>
        </p:nvSpPr>
        <p:spPr bwMode="auto">
          <a:xfrm>
            <a:off x="3970735"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T</a:t>
            </a:r>
          </a:p>
        </p:txBody>
      </p:sp>
      <p:sp>
        <p:nvSpPr>
          <p:cNvPr id="520264" name="Rectangle 72">
            <a:extLst>
              <a:ext uri="{FF2B5EF4-FFF2-40B4-BE49-F238E27FC236}">
                <a16:creationId xmlns:a16="http://schemas.microsoft.com/office/drawing/2014/main" id="{81AC7086-1F59-7A4B-9E16-BDC76EADD1C8}"/>
              </a:ext>
            </a:extLst>
          </p:cNvPr>
          <p:cNvSpPr>
            <a:spLocks noChangeArrowheads="1"/>
          </p:cNvSpPr>
          <p:nvPr/>
        </p:nvSpPr>
        <p:spPr bwMode="auto">
          <a:xfrm>
            <a:off x="3777854"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P</a:t>
            </a:r>
          </a:p>
          <a:p>
            <a:pPr>
              <a:lnSpc>
                <a:spcPct val="75000"/>
              </a:lnSpc>
              <a:defRPr/>
            </a:pPr>
            <a:r>
              <a:rPr kumimoji="1" lang="en-US" altLang="zh-CN" sz="1200" b="1">
                <a:solidFill>
                  <a:srgbClr val="333399"/>
                </a:solidFill>
                <a:ea typeface="黑体" charset="-122"/>
              </a:rPr>
              <a:t>S</a:t>
            </a:r>
          </a:p>
          <a:p>
            <a:pPr>
              <a:lnSpc>
                <a:spcPct val="75000"/>
              </a:lnSpc>
              <a:defRPr/>
            </a:pPr>
            <a:r>
              <a:rPr kumimoji="1" lang="en-US" altLang="zh-CN" sz="1200" b="1">
                <a:solidFill>
                  <a:srgbClr val="333399"/>
                </a:solidFill>
                <a:ea typeface="黑体" charset="-122"/>
              </a:rPr>
              <a:t>H</a:t>
            </a:r>
          </a:p>
        </p:txBody>
      </p:sp>
      <p:sp>
        <p:nvSpPr>
          <p:cNvPr id="520265" name="Rectangle 73">
            <a:extLst>
              <a:ext uri="{FF2B5EF4-FFF2-40B4-BE49-F238E27FC236}">
                <a16:creationId xmlns:a16="http://schemas.microsoft.com/office/drawing/2014/main" id="{5170080D-D774-3945-B577-E632CDC3A7E8}"/>
              </a:ext>
            </a:extLst>
          </p:cNvPr>
          <p:cNvSpPr>
            <a:spLocks noChangeArrowheads="1"/>
          </p:cNvSpPr>
          <p:nvPr/>
        </p:nvSpPr>
        <p:spPr bwMode="auto">
          <a:xfrm>
            <a:off x="3598069" y="2120504"/>
            <a:ext cx="247665"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A</a:t>
            </a:r>
          </a:p>
          <a:p>
            <a:pPr>
              <a:lnSpc>
                <a:spcPct val="75000"/>
              </a:lnSpc>
              <a:defRPr/>
            </a:pPr>
            <a:r>
              <a:rPr kumimoji="1" lang="en-US" altLang="zh-CN" sz="1200" b="1">
                <a:solidFill>
                  <a:srgbClr val="333399"/>
                </a:solidFill>
                <a:ea typeface="黑体" charset="-122"/>
              </a:rPr>
              <a:t>C</a:t>
            </a:r>
          </a:p>
          <a:p>
            <a:pPr>
              <a:lnSpc>
                <a:spcPct val="75000"/>
              </a:lnSpc>
              <a:defRPr/>
            </a:pPr>
            <a:r>
              <a:rPr kumimoji="1" lang="en-US" altLang="zh-CN" sz="1200" b="1">
                <a:solidFill>
                  <a:srgbClr val="333399"/>
                </a:solidFill>
                <a:ea typeface="黑体" charset="-122"/>
              </a:rPr>
              <a:t>K</a:t>
            </a:r>
          </a:p>
        </p:txBody>
      </p:sp>
      <p:sp>
        <p:nvSpPr>
          <p:cNvPr id="520266" name="Rectangle 74">
            <a:extLst>
              <a:ext uri="{FF2B5EF4-FFF2-40B4-BE49-F238E27FC236}">
                <a16:creationId xmlns:a16="http://schemas.microsoft.com/office/drawing/2014/main" id="{A735F093-7CF7-4A49-B368-7289592D27B0}"/>
              </a:ext>
            </a:extLst>
          </p:cNvPr>
          <p:cNvSpPr>
            <a:spLocks noChangeArrowheads="1"/>
          </p:cNvSpPr>
          <p:nvPr/>
        </p:nvSpPr>
        <p:spPr bwMode="auto">
          <a:xfrm>
            <a:off x="3401616" y="2120504"/>
            <a:ext cx="257283" cy="48321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nSpc>
                <a:spcPct val="75000"/>
              </a:lnSpc>
              <a:defRPr/>
            </a:pPr>
            <a:r>
              <a:rPr kumimoji="1" lang="en-US" altLang="zh-CN" sz="1200" b="1">
                <a:solidFill>
                  <a:srgbClr val="333399"/>
                </a:solidFill>
                <a:ea typeface="黑体" charset="-122"/>
              </a:rPr>
              <a:t>U</a:t>
            </a:r>
          </a:p>
          <a:p>
            <a:pPr>
              <a:lnSpc>
                <a:spcPct val="75000"/>
              </a:lnSpc>
              <a:defRPr/>
            </a:pPr>
            <a:r>
              <a:rPr kumimoji="1" lang="en-US" altLang="zh-CN" sz="1200" b="1">
                <a:solidFill>
                  <a:srgbClr val="333399"/>
                </a:solidFill>
                <a:ea typeface="黑体" charset="-122"/>
              </a:rPr>
              <a:t>R</a:t>
            </a:r>
          </a:p>
          <a:p>
            <a:pPr>
              <a:lnSpc>
                <a:spcPct val="75000"/>
              </a:lnSpc>
              <a:defRPr/>
            </a:pPr>
            <a:r>
              <a:rPr kumimoji="1" lang="en-US" altLang="zh-CN" sz="1200" b="1">
                <a:solidFill>
                  <a:srgbClr val="333399"/>
                </a:solidFill>
                <a:ea typeface="黑体" charset="-122"/>
              </a:rPr>
              <a:t>G</a:t>
            </a:r>
          </a:p>
        </p:txBody>
      </p:sp>
      <p:sp>
        <p:nvSpPr>
          <p:cNvPr id="520267" name="Rectangle 75">
            <a:extLst>
              <a:ext uri="{FF2B5EF4-FFF2-40B4-BE49-F238E27FC236}">
                <a16:creationId xmlns:a16="http://schemas.microsoft.com/office/drawing/2014/main" id="{91DD2869-F5D2-EB4F-BBDA-1F86A982BAC5}"/>
              </a:ext>
            </a:extLst>
          </p:cNvPr>
          <p:cNvSpPr>
            <a:spLocks noChangeArrowheads="1"/>
          </p:cNvSpPr>
          <p:nvPr/>
        </p:nvSpPr>
        <p:spPr bwMode="auto">
          <a:xfrm>
            <a:off x="1335881" y="-20241"/>
            <a:ext cx="6161143" cy="29816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位 </a:t>
            </a:r>
            <a:r>
              <a:rPr kumimoji="1" lang="en-US" altLang="zh-CN" sz="1500">
                <a:solidFill>
                  <a:srgbClr val="333399"/>
                </a:solidFill>
                <a:latin typeface="Arial" panose="020B0604020202020204" pitchFamily="34" charset="0"/>
              </a:rPr>
              <a:t>0                         8                        16                        24                    31</a:t>
            </a:r>
          </a:p>
        </p:txBody>
      </p:sp>
      <p:sp>
        <p:nvSpPr>
          <p:cNvPr id="520268" name="Line 76">
            <a:extLst>
              <a:ext uri="{FF2B5EF4-FFF2-40B4-BE49-F238E27FC236}">
                <a16:creationId xmlns:a16="http://schemas.microsoft.com/office/drawing/2014/main" id="{26C3CFB1-03C5-AA4B-8941-83FC684E088D}"/>
              </a:ext>
            </a:extLst>
          </p:cNvPr>
          <p:cNvSpPr>
            <a:spLocks noChangeShapeType="1"/>
          </p:cNvSpPr>
          <p:nvPr/>
        </p:nvSpPr>
        <p:spPr bwMode="auto">
          <a:xfrm flipH="1">
            <a:off x="5947173" y="3152775"/>
            <a:ext cx="2381" cy="482204"/>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20269" name="Rectangle 77">
            <a:extLst>
              <a:ext uri="{FF2B5EF4-FFF2-40B4-BE49-F238E27FC236}">
                <a16:creationId xmlns:a16="http://schemas.microsoft.com/office/drawing/2014/main" id="{4F971D9D-2922-8B46-85BF-03F810E0E9C6}"/>
              </a:ext>
            </a:extLst>
          </p:cNvPr>
          <p:cNvSpPr>
            <a:spLocks noChangeArrowheads="1"/>
          </p:cNvSpPr>
          <p:nvPr/>
        </p:nvSpPr>
        <p:spPr bwMode="auto">
          <a:xfrm>
            <a:off x="6331744" y="3202782"/>
            <a:ext cx="940594" cy="298160"/>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500">
                <a:solidFill>
                  <a:srgbClr val="333399"/>
                </a:solidFill>
                <a:latin typeface="Arial" panose="020B0604020202020204" pitchFamily="34" charset="0"/>
              </a:rPr>
              <a:t>填    充</a:t>
            </a:r>
          </a:p>
        </p:txBody>
      </p:sp>
      <p:sp>
        <p:nvSpPr>
          <p:cNvPr id="520270" name="Line 78">
            <a:extLst>
              <a:ext uri="{FF2B5EF4-FFF2-40B4-BE49-F238E27FC236}">
                <a16:creationId xmlns:a16="http://schemas.microsoft.com/office/drawing/2014/main" id="{22B06755-98FC-4E43-9579-4F803538DEC3}"/>
              </a:ext>
            </a:extLst>
          </p:cNvPr>
          <p:cNvSpPr>
            <a:spLocks noChangeShapeType="1"/>
          </p:cNvSpPr>
          <p:nvPr/>
        </p:nvSpPr>
        <p:spPr bwMode="auto">
          <a:xfrm>
            <a:off x="7478316" y="511969"/>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20271" name="Line 79">
            <a:extLst>
              <a:ext uri="{FF2B5EF4-FFF2-40B4-BE49-F238E27FC236}">
                <a16:creationId xmlns:a16="http://schemas.microsoft.com/office/drawing/2014/main" id="{D24F63CD-E0F9-D440-9FCB-9F12781045DA}"/>
              </a:ext>
            </a:extLst>
          </p:cNvPr>
          <p:cNvSpPr>
            <a:spLocks noChangeShapeType="1"/>
          </p:cNvSpPr>
          <p:nvPr/>
        </p:nvSpPr>
        <p:spPr bwMode="auto">
          <a:xfrm>
            <a:off x="7478316" y="3133725"/>
            <a:ext cx="622697"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20272" name="Line 80">
            <a:extLst>
              <a:ext uri="{FF2B5EF4-FFF2-40B4-BE49-F238E27FC236}">
                <a16:creationId xmlns:a16="http://schemas.microsoft.com/office/drawing/2014/main" id="{31A62658-D72D-CC49-A060-32136B64EB82}"/>
              </a:ext>
            </a:extLst>
          </p:cNvPr>
          <p:cNvSpPr>
            <a:spLocks noChangeShapeType="1"/>
          </p:cNvSpPr>
          <p:nvPr/>
        </p:nvSpPr>
        <p:spPr bwMode="auto">
          <a:xfrm>
            <a:off x="1187054" y="540544"/>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20273" name="Line 81">
            <a:extLst>
              <a:ext uri="{FF2B5EF4-FFF2-40B4-BE49-F238E27FC236}">
                <a16:creationId xmlns:a16="http://schemas.microsoft.com/office/drawing/2014/main" id="{50C78BF9-422C-EC4A-A988-F03EDDF28703}"/>
              </a:ext>
            </a:extLst>
          </p:cNvPr>
          <p:cNvSpPr>
            <a:spLocks noChangeShapeType="1"/>
          </p:cNvSpPr>
          <p:nvPr/>
        </p:nvSpPr>
        <p:spPr bwMode="auto">
          <a:xfrm>
            <a:off x="1197769" y="3615929"/>
            <a:ext cx="397669" cy="0"/>
          </a:xfrm>
          <a:prstGeom prst="line">
            <a:avLst/>
          </a:prstGeom>
          <a:noFill/>
          <a:ln w="12700">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520274" name="Rectangle 82">
            <a:extLst>
              <a:ext uri="{FF2B5EF4-FFF2-40B4-BE49-F238E27FC236}">
                <a16:creationId xmlns:a16="http://schemas.microsoft.com/office/drawing/2014/main" id="{C931CB2C-DF7B-EF49-9133-570E473D8E84}"/>
              </a:ext>
            </a:extLst>
          </p:cNvPr>
          <p:cNvSpPr>
            <a:spLocks noChangeArrowheads="1"/>
          </p:cNvSpPr>
          <p:nvPr/>
        </p:nvSpPr>
        <p:spPr bwMode="auto">
          <a:xfrm>
            <a:off x="5943600" y="3113485"/>
            <a:ext cx="1444229" cy="538163"/>
          </a:xfrm>
          <a:prstGeom prst="rect">
            <a:avLst/>
          </a:prstGeom>
          <a:noFill/>
          <a:ln w="76200">
            <a:solidFill>
              <a:srgbClr val="FF0000"/>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0275" name="Text Box 83">
            <a:extLst>
              <a:ext uri="{FF2B5EF4-FFF2-40B4-BE49-F238E27FC236}">
                <a16:creationId xmlns:a16="http://schemas.microsoft.com/office/drawing/2014/main" id="{F7EABA8E-E481-2747-85DA-63AA567AE4B9}"/>
              </a:ext>
            </a:extLst>
          </p:cNvPr>
          <p:cNvSpPr txBox="1">
            <a:spLocks noChangeArrowheads="1"/>
          </p:cNvSpPr>
          <p:nvPr/>
        </p:nvSpPr>
        <p:spPr bwMode="auto">
          <a:xfrm>
            <a:off x="1478756" y="3752850"/>
            <a:ext cx="6225779" cy="738664"/>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just" eaLnBrk="1" hangingPunct="1">
              <a:defRPr/>
            </a:pPr>
            <a:r>
              <a:rPr lang="zh-CN" altLang="en-US" sz="2100">
                <a:solidFill>
                  <a:srgbClr val="333399"/>
                </a:solidFill>
                <a:latin typeface="Arial" panose="020B0604020202020204" pitchFamily="34" charset="0"/>
              </a:rPr>
              <a:t>填充字段 </a:t>
            </a:r>
            <a:r>
              <a:rPr lang="en-US" altLang="zh-CN" sz="2100">
                <a:solidFill>
                  <a:srgbClr val="333399"/>
                </a:solidFill>
                <a:latin typeface="Arial" panose="020B0604020202020204" pitchFamily="34" charset="0"/>
              </a:rPr>
              <a:t>—— </a:t>
            </a:r>
            <a:r>
              <a:rPr lang="zh-CN" altLang="en-US" sz="2100">
                <a:solidFill>
                  <a:srgbClr val="333399"/>
                </a:solidFill>
                <a:latin typeface="Arial" panose="020B0604020202020204" pitchFamily="34" charset="0"/>
              </a:rPr>
              <a:t>这是为了使整个首部长度是 </a:t>
            </a:r>
            <a:r>
              <a:rPr lang="en-US" altLang="zh-CN" sz="2100">
                <a:solidFill>
                  <a:srgbClr val="333399"/>
                </a:solidFill>
                <a:latin typeface="Arial" panose="020B0604020202020204" pitchFamily="34" charset="0"/>
              </a:rPr>
              <a:t>4 </a:t>
            </a:r>
            <a:r>
              <a:rPr lang="zh-CN" altLang="en-US" sz="2100">
                <a:solidFill>
                  <a:srgbClr val="333399"/>
                </a:solidFill>
                <a:latin typeface="Arial" panose="020B0604020202020204" pitchFamily="34" charset="0"/>
              </a:rPr>
              <a:t>字节的整数倍。 </a:t>
            </a:r>
          </a:p>
        </p:txBody>
      </p:sp>
      <p:sp>
        <p:nvSpPr>
          <p:cNvPr id="2" name="幻灯片编号占位符 1">
            <a:extLst>
              <a:ext uri="{FF2B5EF4-FFF2-40B4-BE49-F238E27FC236}">
                <a16:creationId xmlns:a16="http://schemas.microsoft.com/office/drawing/2014/main" id="{F8562811-568A-FC4F-BBBD-4E0AA74D1CB6}"/>
              </a:ext>
            </a:extLst>
          </p:cNvPr>
          <p:cNvSpPr>
            <a:spLocks noGrp="1"/>
          </p:cNvSpPr>
          <p:nvPr>
            <p:ph type="sldNum" sz="quarter" idx="10"/>
          </p:nvPr>
        </p:nvSpPr>
        <p:spPr>
          <a:xfrm>
            <a:off x="8743949" y="4830046"/>
            <a:ext cx="385763"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465D520-66A8-3340-A1DC-9D75A3A55809}" type="slidenum">
              <a:rPr lang="en-US" altLang="zh-CN" sz="1050"/>
              <a:pPr>
                <a:defRPr/>
              </a:pPr>
              <a:t>64</a:t>
            </a:fld>
            <a:endParaRPr lang="en-US" altLang="zh-CN" sz="1050"/>
          </a:p>
        </p:txBody>
      </p:sp>
    </p:spTree>
    <p:extLst>
      <p:ext uri="{BB962C8B-B14F-4D97-AF65-F5344CB8AC3E}">
        <p14:creationId xmlns:p14="http://schemas.microsoft.com/office/powerpoint/2010/main" val="3128187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0274"/>
                                        </p:tgtEl>
                                        <p:attrNameLst>
                                          <p:attrName>style.visibility</p:attrName>
                                        </p:attrNameLst>
                                      </p:cBhvr>
                                      <p:to>
                                        <p:strVal val="visible"/>
                                      </p:to>
                                    </p:set>
                                  </p:childTnLst>
                                </p:cTn>
                              </p:par>
                            </p:childTnLst>
                          </p:cTn>
                        </p:par>
                        <p:par>
                          <p:cTn id="7" fill="hold" nodeType="afterGroup">
                            <p:stCondLst>
                              <p:cond delay="0"/>
                            </p:stCondLst>
                            <p:childTnLst>
                              <p:par>
                                <p:cTn id="8" presetID="35" presetClass="emph" presetSubtype="0" repeatCount="3000" fill="hold" grpId="1" nodeType="afterEffect">
                                  <p:stCondLst>
                                    <p:cond delay="500"/>
                                  </p:stCondLst>
                                  <p:childTnLst>
                                    <p:anim calcmode="discrete" valueType="str">
                                      <p:cBhvr>
                                        <p:cTn id="9" dur="1000" fill="hold"/>
                                        <p:tgtEl>
                                          <p:spTgt spid="52027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0274" grpId="0" animBg="1"/>
      <p:bldP spid="520274" grpId="1"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3970" name="Rectangle 2">
            <a:extLst>
              <a:ext uri="{FF2B5EF4-FFF2-40B4-BE49-F238E27FC236}">
                <a16:creationId xmlns:a16="http://schemas.microsoft.com/office/drawing/2014/main" id="{294B209A-3A66-4148-9D28-D54EF4F5591B}"/>
              </a:ext>
            </a:extLst>
          </p:cNvPr>
          <p:cNvSpPr>
            <a:spLocks noGrp="1" noChangeArrowheads="1"/>
          </p:cNvSpPr>
          <p:nvPr>
            <p:ph type="title"/>
          </p:nvPr>
        </p:nvSpPr>
        <p:spPr>
          <a:xfrm>
            <a:off x="181690" y="198122"/>
            <a:ext cx="7424738" cy="604838"/>
          </a:xfrm>
        </p:spPr>
        <p:txBody>
          <a:bodyPr/>
          <a:lstStyle/>
          <a:p>
            <a:pPr eaLnBrk="1" hangingPunct="1">
              <a:defRPr/>
            </a:pPr>
            <a:r>
              <a:rPr lang="en-US" altLang="zh-CN" dirty="0">
                <a:latin typeface="Times New Roman" panose="02020603050405020304" pitchFamily="18" charset="0"/>
                <a:ea typeface="宋体" panose="02010600030101010101" pitchFamily="2" charset="-122"/>
              </a:rPr>
              <a:t>5.6  TCP </a:t>
            </a:r>
            <a:r>
              <a:rPr lang="zh-CN" altLang="en-US" dirty="0">
                <a:latin typeface="Times New Roman" panose="02020603050405020304" pitchFamily="18" charset="0"/>
                <a:ea typeface="宋体" panose="02010600030101010101" pitchFamily="2" charset="-122"/>
              </a:rPr>
              <a:t>可靠传输的实现</a:t>
            </a:r>
            <a:endParaRPr lang="zh-CN" altLang="en-US" sz="3000" dirty="0">
              <a:ea typeface="宋体" panose="02010600030101010101" pitchFamily="2" charset="-122"/>
            </a:endParaRPr>
          </a:p>
        </p:txBody>
      </p:sp>
      <p:sp>
        <p:nvSpPr>
          <p:cNvPr id="723972" name="Text Box 4">
            <a:extLst>
              <a:ext uri="{FF2B5EF4-FFF2-40B4-BE49-F238E27FC236}">
                <a16:creationId xmlns:a16="http://schemas.microsoft.com/office/drawing/2014/main" id="{4B50771A-A92F-C44D-861E-3F8788F63117}"/>
              </a:ext>
            </a:extLst>
          </p:cNvPr>
          <p:cNvSpPr txBox="1">
            <a:spLocks noChangeArrowheads="1"/>
          </p:cNvSpPr>
          <p:nvPr/>
        </p:nvSpPr>
        <p:spPr bwMode="auto">
          <a:xfrm>
            <a:off x="6866200" y="2449116"/>
            <a:ext cx="569388"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Times New Roman" panose="02020603050405020304" pitchFamily="18" charset="0"/>
              </a:rPr>
              <a:t>前移</a:t>
            </a:r>
          </a:p>
        </p:txBody>
      </p:sp>
      <p:sp>
        <p:nvSpPr>
          <p:cNvPr id="723973" name="AutoShape 5">
            <a:extLst>
              <a:ext uri="{FF2B5EF4-FFF2-40B4-BE49-F238E27FC236}">
                <a16:creationId xmlns:a16="http://schemas.microsoft.com/office/drawing/2014/main" id="{B57B5392-67EB-3245-A999-87DE9EEB0FC3}"/>
              </a:ext>
            </a:extLst>
          </p:cNvPr>
          <p:cNvSpPr>
            <a:spLocks noChangeArrowheads="1"/>
          </p:cNvSpPr>
          <p:nvPr/>
        </p:nvSpPr>
        <p:spPr bwMode="auto">
          <a:xfrm>
            <a:off x="6586537" y="2576513"/>
            <a:ext cx="377429" cy="108347"/>
          </a:xfrm>
          <a:prstGeom prst="rightArrow">
            <a:avLst>
              <a:gd name="adj1" fmla="val 50000"/>
              <a:gd name="adj2" fmla="val 87088"/>
            </a:avLst>
          </a:prstGeom>
          <a:solidFill>
            <a:schemeClr val="hlink"/>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23974" name="AutoShape 6">
            <a:extLst>
              <a:ext uri="{FF2B5EF4-FFF2-40B4-BE49-F238E27FC236}">
                <a16:creationId xmlns:a16="http://schemas.microsoft.com/office/drawing/2014/main" id="{DB040A96-D79B-B240-9451-9613DBF64536}"/>
              </a:ext>
            </a:extLst>
          </p:cNvPr>
          <p:cNvSpPr>
            <a:spLocks noChangeArrowheads="1"/>
          </p:cNvSpPr>
          <p:nvPr/>
        </p:nvSpPr>
        <p:spPr bwMode="auto">
          <a:xfrm flipH="1">
            <a:off x="6226969" y="2576513"/>
            <a:ext cx="377429" cy="108347"/>
          </a:xfrm>
          <a:prstGeom prst="rightArrow">
            <a:avLst>
              <a:gd name="adj1" fmla="val 50000"/>
              <a:gd name="adj2" fmla="val 87088"/>
            </a:avLst>
          </a:prstGeom>
          <a:solidFill>
            <a:schemeClr val="accent1"/>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23975" name="AutoShape 7">
            <a:extLst>
              <a:ext uri="{FF2B5EF4-FFF2-40B4-BE49-F238E27FC236}">
                <a16:creationId xmlns:a16="http://schemas.microsoft.com/office/drawing/2014/main" id="{44239656-AFAA-0947-887D-6C69CA8522FE}"/>
              </a:ext>
            </a:extLst>
          </p:cNvPr>
          <p:cNvSpPr>
            <a:spLocks noChangeArrowheads="1"/>
          </p:cNvSpPr>
          <p:nvPr/>
        </p:nvSpPr>
        <p:spPr bwMode="auto">
          <a:xfrm>
            <a:off x="2271712" y="2576513"/>
            <a:ext cx="377429" cy="108347"/>
          </a:xfrm>
          <a:prstGeom prst="rightArrow">
            <a:avLst>
              <a:gd name="adj1" fmla="val 50000"/>
              <a:gd name="adj2" fmla="val 87088"/>
            </a:avLst>
          </a:prstGeom>
          <a:solidFill>
            <a:schemeClr val="hlink"/>
          </a:solidFill>
          <a:ln w="9525">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23976" name="Text Box 8">
            <a:extLst>
              <a:ext uri="{FF2B5EF4-FFF2-40B4-BE49-F238E27FC236}">
                <a16:creationId xmlns:a16="http://schemas.microsoft.com/office/drawing/2014/main" id="{B2292BE0-C3EF-234D-804D-B7B8AFBC5FA1}"/>
              </a:ext>
            </a:extLst>
          </p:cNvPr>
          <p:cNvSpPr txBox="1">
            <a:spLocks noChangeArrowheads="1"/>
          </p:cNvSpPr>
          <p:nvPr/>
        </p:nvSpPr>
        <p:spPr bwMode="auto">
          <a:xfrm>
            <a:off x="6663384" y="3295650"/>
            <a:ext cx="1146469"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Times New Roman" panose="02020603050405020304" pitchFamily="18" charset="0"/>
              </a:rPr>
              <a:t>不允许发送</a:t>
            </a:r>
          </a:p>
        </p:txBody>
      </p:sp>
      <p:sp>
        <p:nvSpPr>
          <p:cNvPr id="723977" name="Text Box 9">
            <a:extLst>
              <a:ext uri="{FF2B5EF4-FFF2-40B4-BE49-F238E27FC236}">
                <a16:creationId xmlns:a16="http://schemas.microsoft.com/office/drawing/2014/main" id="{2A93C623-A59A-E043-8F90-8E072F32EB1E}"/>
              </a:ext>
            </a:extLst>
          </p:cNvPr>
          <p:cNvSpPr txBox="1">
            <a:spLocks noChangeArrowheads="1"/>
          </p:cNvSpPr>
          <p:nvPr/>
        </p:nvSpPr>
        <p:spPr bwMode="auto">
          <a:xfrm>
            <a:off x="1250544" y="3342085"/>
            <a:ext cx="954107" cy="553998"/>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Times New Roman" panose="02020603050405020304" pitchFamily="18" charset="0"/>
              </a:rPr>
              <a:t>已发送并</a:t>
            </a:r>
          </a:p>
          <a:p>
            <a:pPr algn="ctr" eaLnBrk="1" hangingPunct="1">
              <a:defRPr/>
            </a:pPr>
            <a:r>
              <a:rPr lang="zh-CN" altLang="en-US" sz="1500">
                <a:solidFill>
                  <a:schemeClr val="folHlink"/>
                </a:solidFill>
                <a:latin typeface="Times New Roman" panose="02020603050405020304" pitchFamily="18" charset="0"/>
              </a:rPr>
              <a:t>收到确认</a:t>
            </a:r>
          </a:p>
        </p:txBody>
      </p:sp>
      <p:sp>
        <p:nvSpPr>
          <p:cNvPr id="723978" name="Line 10">
            <a:extLst>
              <a:ext uri="{FF2B5EF4-FFF2-40B4-BE49-F238E27FC236}">
                <a16:creationId xmlns:a16="http://schemas.microsoft.com/office/drawing/2014/main" id="{32B61500-CD9C-4240-8291-70E6CDC8A991}"/>
              </a:ext>
            </a:extLst>
          </p:cNvPr>
          <p:cNvSpPr>
            <a:spLocks noChangeShapeType="1"/>
          </p:cNvSpPr>
          <p:nvPr/>
        </p:nvSpPr>
        <p:spPr bwMode="auto">
          <a:xfrm>
            <a:off x="2278856" y="2830116"/>
            <a:ext cx="4320779" cy="0"/>
          </a:xfrm>
          <a:prstGeom prst="line">
            <a:avLst/>
          </a:prstGeom>
          <a:noFill/>
          <a:ln w="9525">
            <a:solidFill>
              <a:schemeClr val="tx1"/>
            </a:solidFill>
            <a:round/>
            <a:headEnd type="triangle" w="sm" len="me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23979" name="Text Box 11">
            <a:extLst>
              <a:ext uri="{FF2B5EF4-FFF2-40B4-BE49-F238E27FC236}">
                <a16:creationId xmlns:a16="http://schemas.microsoft.com/office/drawing/2014/main" id="{C96975BC-CAFD-BC43-A525-D4B61B04B0B1}"/>
              </a:ext>
            </a:extLst>
          </p:cNvPr>
          <p:cNvSpPr txBox="1">
            <a:spLocks noChangeArrowheads="1"/>
          </p:cNvSpPr>
          <p:nvPr/>
        </p:nvSpPr>
        <p:spPr bwMode="auto">
          <a:xfrm>
            <a:off x="3600450" y="2667000"/>
            <a:ext cx="1749774"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500">
                <a:solidFill>
                  <a:schemeClr val="folHlink"/>
                </a:solidFill>
                <a:latin typeface="Arial" panose="020B0604020202020204" pitchFamily="34" charset="0"/>
              </a:rPr>
              <a:t>A </a:t>
            </a:r>
            <a:r>
              <a:rPr lang="zh-CN" altLang="en-US" sz="1500">
                <a:solidFill>
                  <a:schemeClr val="folHlink"/>
                </a:solidFill>
                <a:latin typeface="Arial" panose="020B0604020202020204" pitchFamily="34" charset="0"/>
              </a:rPr>
              <a:t>的发送窗口 </a:t>
            </a:r>
            <a:r>
              <a:rPr lang="en-US" altLang="zh-CN" sz="1500">
                <a:solidFill>
                  <a:schemeClr val="folHlink"/>
                </a:solidFill>
                <a:latin typeface="Arial" panose="020B0604020202020204" pitchFamily="34" charset="0"/>
              </a:rPr>
              <a:t>= 20</a:t>
            </a:r>
          </a:p>
        </p:txBody>
      </p:sp>
      <p:sp>
        <p:nvSpPr>
          <p:cNvPr id="723980" name="Text Box 12">
            <a:extLst>
              <a:ext uri="{FF2B5EF4-FFF2-40B4-BE49-F238E27FC236}">
                <a16:creationId xmlns:a16="http://schemas.microsoft.com/office/drawing/2014/main" id="{14F49D0E-FE16-C545-B11F-C57A0CF8345A}"/>
              </a:ext>
            </a:extLst>
          </p:cNvPr>
          <p:cNvSpPr txBox="1">
            <a:spLocks noChangeArrowheads="1"/>
          </p:cNvSpPr>
          <p:nvPr/>
        </p:nvSpPr>
        <p:spPr bwMode="auto">
          <a:xfrm>
            <a:off x="3676629" y="3420666"/>
            <a:ext cx="1531188"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Times New Roman" panose="02020603050405020304" pitchFamily="18" charset="0"/>
              </a:rPr>
              <a:t>允许发送的序号</a:t>
            </a:r>
          </a:p>
        </p:txBody>
      </p:sp>
      <p:sp>
        <p:nvSpPr>
          <p:cNvPr id="723981" name="Rectangle 13">
            <a:extLst>
              <a:ext uri="{FF2B5EF4-FFF2-40B4-BE49-F238E27FC236}">
                <a16:creationId xmlns:a16="http://schemas.microsoft.com/office/drawing/2014/main" id="{BF7FC4A2-4B18-A643-8E56-33F7584AAAB3}"/>
              </a:ext>
            </a:extLst>
          </p:cNvPr>
          <p:cNvSpPr>
            <a:spLocks noChangeArrowheads="1"/>
          </p:cNvSpPr>
          <p:nvPr/>
        </p:nvSpPr>
        <p:spPr bwMode="auto">
          <a:xfrm>
            <a:off x="2278856" y="2956323"/>
            <a:ext cx="4325541" cy="486965"/>
          </a:xfrm>
          <a:prstGeom prst="rect">
            <a:avLst/>
          </a:prstGeom>
          <a:solidFill>
            <a:srgbClr val="99CCFF"/>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23982" name="Rectangle 14">
            <a:extLst>
              <a:ext uri="{FF2B5EF4-FFF2-40B4-BE49-F238E27FC236}">
                <a16:creationId xmlns:a16="http://schemas.microsoft.com/office/drawing/2014/main" id="{9295956C-7A6E-6B4E-A533-C5BEA648E304}"/>
              </a:ext>
            </a:extLst>
          </p:cNvPr>
          <p:cNvSpPr>
            <a:spLocks noChangeArrowheads="1"/>
          </p:cNvSpPr>
          <p:nvPr/>
        </p:nvSpPr>
        <p:spPr bwMode="auto">
          <a:xfrm>
            <a:off x="1225154" y="3118248"/>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26</a:t>
            </a:r>
          </a:p>
        </p:txBody>
      </p:sp>
      <p:sp>
        <p:nvSpPr>
          <p:cNvPr id="723983" name="Rectangle 15">
            <a:extLst>
              <a:ext uri="{FF2B5EF4-FFF2-40B4-BE49-F238E27FC236}">
                <a16:creationId xmlns:a16="http://schemas.microsoft.com/office/drawing/2014/main" id="{189AB6AF-E35B-D24A-BE48-5E6DE0961D0A}"/>
              </a:ext>
            </a:extLst>
          </p:cNvPr>
          <p:cNvSpPr>
            <a:spLocks noChangeArrowheads="1"/>
          </p:cNvSpPr>
          <p:nvPr/>
        </p:nvSpPr>
        <p:spPr bwMode="auto">
          <a:xfrm>
            <a:off x="1441847" y="3117056"/>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27</a:t>
            </a:r>
          </a:p>
        </p:txBody>
      </p:sp>
      <p:sp>
        <p:nvSpPr>
          <p:cNvPr id="723984" name="Rectangle 16">
            <a:extLst>
              <a:ext uri="{FF2B5EF4-FFF2-40B4-BE49-F238E27FC236}">
                <a16:creationId xmlns:a16="http://schemas.microsoft.com/office/drawing/2014/main" id="{E22C9689-AE5A-A64D-BC25-943D74CB68E5}"/>
              </a:ext>
            </a:extLst>
          </p:cNvPr>
          <p:cNvSpPr>
            <a:spLocks noChangeArrowheads="1"/>
          </p:cNvSpPr>
          <p:nvPr/>
        </p:nvSpPr>
        <p:spPr bwMode="auto">
          <a:xfrm>
            <a:off x="1658541" y="3115866"/>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28</a:t>
            </a:r>
          </a:p>
        </p:txBody>
      </p:sp>
      <p:sp>
        <p:nvSpPr>
          <p:cNvPr id="723985" name="Rectangle 17">
            <a:extLst>
              <a:ext uri="{FF2B5EF4-FFF2-40B4-BE49-F238E27FC236}">
                <a16:creationId xmlns:a16="http://schemas.microsoft.com/office/drawing/2014/main" id="{11BF67F4-5D6F-C14B-BB50-D49DAD41633A}"/>
              </a:ext>
            </a:extLst>
          </p:cNvPr>
          <p:cNvSpPr>
            <a:spLocks noChangeArrowheads="1"/>
          </p:cNvSpPr>
          <p:nvPr/>
        </p:nvSpPr>
        <p:spPr bwMode="auto">
          <a:xfrm>
            <a:off x="1875235" y="3114675"/>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29</a:t>
            </a:r>
          </a:p>
        </p:txBody>
      </p:sp>
      <p:sp>
        <p:nvSpPr>
          <p:cNvPr id="723986" name="Rectangle 18">
            <a:extLst>
              <a:ext uri="{FF2B5EF4-FFF2-40B4-BE49-F238E27FC236}">
                <a16:creationId xmlns:a16="http://schemas.microsoft.com/office/drawing/2014/main" id="{A054D01F-B9DF-6748-AD5B-8ADB44979298}"/>
              </a:ext>
            </a:extLst>
          </p:cNvPr>
          <p:cNvSpPr>
            <a:spLocks noChangeArrowheads="1"/>
          </p:cNvSpPr>
          <p:nvPr/>
        </p:nvSpPr>
        <p:spPr bwMode="auto">
          <a:xfrm>
            <a:off x="2091929" y="3113485"/>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30</a:t>
            </a:r>
          </a:p>
        </p:txBody>
      </p:sp>
      <p:sp>
        <p:nvSpPr>
          <p:cNvPr id="723987" name="Rectangle 19">
            <a:extLst>
              <a:ext uri="{FF2B5EF4-FFF2-40B4-BE49-F238E27FC236}">
                <a16:creationId xmlns:a16="http://schemas.microsoft.com/office/drawing/2014/main" id="{E75A2F7D-6FED-5B4C-873D-256952133E85}"/>
              </a:ext>
            </a:extLst>
          </p:cNvPr>
          <p:cNvSpPr>
            <a:spLocks noChangeArrowheads="1"/>
          </p:cNvSpPr>
          <p:nvPr/>
        </p:nvSpPr>
        <p:spPr bwMode="auto">
          <a:xfrm>
            <a:off x="2308622" y="3112294"/>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31</a:t>
            </a:r>
          </a:p>
        </p:txBody>
      </p:sp>
      <p:sp>
        <p:nvSpPr>
          <p:cNvPr id="723988" name="Rectangle 20">
            <a:extLst>
              <a:ext uri="{FF2B5EF4-FFF2-40B4-BE49-F238E27FC236}">
                <a16:creationId xmlns:a16="http://schemas.microsoft.com/office/drawing/2014/main" id="{16FDF9D6-F75E-1743-B298-95895DAB15FD}"/>
              </a:ext>
            </a:extLst>
          </p:cNvPr>
          <p:cNvSpPr>
            <a:spLocks noChangeArrowheads="1"/>
          </p:cNvSpPr>
          <p:nvPr/>
        </p:nvSpPr>
        <p:spPr bwMode="auto">
          <a:xfrm>
            <a:off x="2525316" y="3111104"/>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32</a:t>
            </a:r>
          </a:p>
        </p:txBody>
      </p:sp>
      <p:sp>
        <p:nvSpPr>
          <p:cNvPr id="723989" name="Rectangle 21">
            <a:extLst>
              <a:ext uri="{FF2B5EF4-FFF2-40B4-BE49-F238E27FC236}">
                <a16:creationId xmlns:a16="http://schemas.microsoft.com/office/drawing/2014/main" id="{F398E221-C452-EF44-81A0-B8CE51032770}"/>
              </a:ext>
            </a:extLst>
          </p:cNvPr>
          <p:cNvSpPr>
            <a:spLocks noChangeArrowheads="1"/>
          </p:cNvSpPr>
          <p:nvPr/>
        </p:nvSpPr>
        <p:spPr bwMode="auto">
          <a:xfrm>
            <a:off x="2742010" y="3109912"/>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33</a:t>
            </a:r>
          </a:p>
        </p:txBody>
      </p:sp>
      <p:sp>
        <p:nvSpPr>
          <p:cNvPr id="723990" name="Rectangle 22">
            <a:extLst>
              <a:ext uri="{FF2B5EF4-FFF2-40B4-BE49-F238E27FC236}">
                <a16:creationId xmlns:a16="http://schemas.microsoft.com/office/drawing/2014/main" id="{7B0E82A4-9A7F-E542-A452-763A4C78F9DD}"/>
              </a:ext>
            </a:extLst>
          </p:cNvPr>
          <p:cNvSpPr>
            <a:spLocks noChangeArrowheads="1"/>
          </p:cNvSpPr>
          <p:nvPr/>
        </p:nvSpPr>
        <p:spPr bwMode="auto">
          <a:xfrm>
            <a:off x="2958704" y="3108723"/>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34</a:t>
            </a:r>
          </a:p>
        </p:txBody>
      </p:sp>
      <p:sp>
        <p:nvSpPr>
          <p:cNvPr id="723991" name="Rectangle 23">
            <a:extLst>
              <a:ext uri="{FF2B5EF4-FFF2-40B4-BE49-F238E27FC236}">
                <a16:creationId xmlns:a16="http://schemas.microsoft.com/office/drawing/2014/main" id="{B504140B-AC50-374B-9195-4B1B5681A995}"/>
              </a:ext>
            </a:extLst>
          </p:cNvPr>
          <p:cNvSpPr>
            <a:spLocks noChangeArrowheads="1"/>
          </p:cNvSpPr>
          <p:nvPr/>
        </p:nvSpPr>
        <p:spPr bwMode="auto">
          <a:xfrm>
            <a:off x="3175397" y="3107531"/>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35</a:t>
            </a:r>
          </a:p>
        </p:txBody>
      </p:sp>
      <p:sp>
        <p:nvSpPr>
          <p:cNvPr id="723992" name="Rectangle 24">
            <a:extLst>
              <a:ext uri="{FF2B5EF4-FFF2-40B4-BE49-F238E27FC236}">
                <a16:creationId xmlns:a16="http://schemas.microsoft.com/office/drawing/2014/main" id="{0153CB02-5189-5447-A0A5-81B9CB41C638}"/>
              </a:ext>
            </a:extLst>
          </p:cNvPr>
          <p:cNvSpPr>
            <a:spLocks noChangeArrowheads="1"/>
          </p:cNvSpPr>
          <p:nvPr/>
        </p:nvSpPr>
        <p:spPr bwMode="auto">
          <a:xfrm>
            <a:off x="3392091" y="3106341"/>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36</a:t>
            </a:r>
          </a:p>
        </p:txBody>
      </p:sp>
      <p:sp>
        <p:nvSpPr>
          <p:cNvPr id="723993" name="Rectangle 25">
            <a:extLst>
              <a:ext uri="{FF2B5EF4-FFF2-40B4-BE49-F238E27FC236}">
                <a16:creationId xmlns:a16="http://schemas.microsoft.com/office/drawing/2014/main" id="{FAB4DCDF-00E6-7B46-BC76-FBDFFBCF7375}"/>
              </a:ext>
            </a:extLst>
          </p:cNvPr>
          <p:cNvSpPr>
            <a:spLocks noChangeArrowheads="1"/>
          </p:cNvSpPr>
          <p:nvPr/>
        </p:nvSpPr>
        <p:spPr bwMode="auto">
          <a:xfrm>
            <a:off x="3608785" y="3105150"/>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37</a:t>
            </a:r>
          </a:p>
        </p:txBody>
      </p:sp>
      <p:sp>
        <p:nvSpPr>
          <p:cNvPr id="723994" name="Rectangle 26">
            <a:extLst>
              <a:ext uri="{FF2B5EF4-FFF2-40B4-BE49-F238E27FC236}">
                <a16:creationId xmlns:a16="http://schemas.microsoft.com/office/drawing/2014/main" id="{009BDD57-A902-1748-B733-7248DC53433C}"/>
              </a:ext>
            </a:extLst>
          </p:cNvPr>
          <p:cNvSpPr>
            <a:spLocks noChangeArrowheads="1"/>
          </p:cNvSpPr>
          <p:nvPr/>
        </p:nvSpPr>
        <p:spPr bwMode="auto">
          <a:xfrm>
            <a:off x="3825479" y="3103960"/>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38</a:t>
            </a:r>
          </a:p>
        </p:txBody>
      </p:sp>
      <p:sp>
        <p:nvSpPr>
          <p:cNvPr id="723995" name="Rectangle 27">
            <a:extLst>
              <a:ext uri="{FF2B5EF4-FFF2-40B4-BE49-F238E27FC236}">
                <a16:creationId xmlns:a16="http://schemas.microsoft.com/office/drawing/2014/main" id="{3F36D022-BA0C-E746-A284-B0AFAA929DF1}"/>
              </a:ext>
            </a:extLst>
          </p:cNvPr>
          <p:cNvSpPr>
            <a:spLocks noChangeArrowheads="1"/>
          </p:cNvSpPr>
          <p:nvPr/>
        </p:nvSpPr>
        <p:spPr bwMode="auto">
          <a:xfrm>
            <a:off x="4042172" y="3102769"/>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39</a:t>
            </a:r>
          </a:p>
        </p:txBody>
      </p:sp>
      <p:sp>
        <p:nvSpPr>
          <p:cNvPr id="723996" name="Rectangle 28">
            <a:extLst>
              <a:ext uri="{FF2B5EF4-FFF2-40B4-BE49-F238E27FC236}">
                <a16:creationId xmlns:a16="http://schemas.microsoft.com/office/drawing/2014/main" id="{A3BD44EA-94AA-ED49-BA50-B25AAE9DA4E0}"/>
              </a:ext>
            </a:extLst>
          </p:cNvPr>
          <p:cNvSpPr>
            <a:spLocks noChangeArrowheads="1"/>
          </p:cNvSpPr>
          <p:nvPr/>
        </p:nvSpPr>
        <p:spPr bwMode="auto">
          <a:xfrm>
            <a:off x="4258866" y="3101579"/>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40</a:t>
            </a:r>
          </a:p>
        </p:txBody>
      </p:sp>
      <p:sp>
        <p:nvSpPr>
          <p:cNvPr id="723997" name="Rectangle 29">
            <a:extLst>
              <a:ext uri="{FF2B5EF4-FFF2-40B4-BE49-F238E27FC236}">
                <a16:creationId xmlns:a16="http://schemas.microsoft.com/office/drawing/2014/main" id="{20118BA2-FDA5-1646-A7A0-F5910E1706D2}"/>
              </a:ext>
            </a:extLst>
          </p:cNvPr>
          <p:cNvSpPr>
            <a:spLocks noChangeArrowheads="1"/>
          </p:cNvSpPr>
          <p:nvPr/>
        </p:nvSpPr>
        <p:spPr bwMode="auto">
          <a:xfrm>
            <a:off x="4475560" y="3100387"/>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41</a:t>
            </a:r>
          </a:p>
        </p:txBody>
      </p:sp>
      <p:sp>
        <p:nvSpPr>
          <p:cNvPr id="723998" name="Rectangle 30">
            <a:extLst>
              <a:ext uri="{FF2B5EF4-FFF2-40B4-BE49-F238E27FC236}">
                <a16:creationId xmlns:a16="http://schemas.microsoft.com/office/drawing/2014/main" id="{34193DA9-99D4-5C48-9803-B4A8DE89F009}"/>
              </a:ext>
            </a:extLst>
          </p:cNvPr>
          <p:cNvSpPr>
            <a:spLocks noChangeArrowheads="1"/>
          </p:cNvSpPr>
          <p:nvPr/>
        </p:nvSpPr>
        <p:spPr bwMode="auto">
          <a:xfrm>
            <a:off x="4692254" y="3099198"/>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42</a:t>
            </a:r>
          </a:p>
        </p:txBody>
      </p:sp>
      <p:sp>
        <p:nvSpPr>
          <p:cNvPr id="723999" name="Rectangle 31">
            <a:extLst>
              <a:ext uri="{FF2B5EF4-FFF2-40B4-BE49-F238E27FC236}">
                <a16:creationId xmlns:a16="http://schemas.microsoft.com/office/drawing/2014/main" id="{C1CD8000-CD8C-3C4B-89D5-3466BC85770E}"/>
              </a:ext>
            </a:extLst>
          </p:cNvPr>
          <p:cNvSpPr>
            <a:spLocks noChangeArrowheads="1"/>
          </p:cNvSpPr>
          <p:nvPr/>
        </p:nvSpPr>
        <p:spPr bwMode="auto">
          <a:xfrm>
            <a:off x="4908947" y="3098006"/>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43</a:t>
            </a:r>
          </a:p>
        </p:txBody>
      </p:sp>
      <p:sp>
        <p:nvSpPr>
          <p:cNvPr id="724000" name="Rectangle 32">
            <a:extLst>
              <a:ext uri="{FF2B5EF4-FFF2-40B4-BE49-F238E27FC236}">
                <a16:creationId xmlns:a16="http://schemas.microsoft.com/office/drawing/2014/main" id="{549390C5-0D9F-3649-A4FF-E00B91F72919}"/>
              </a:ext>
            </a:extLst>
          </p:cNvPr>
          <p:cNvSpPr>
            <a:spLocks noChangeArrowheads="1"/>
          </p:cNvSpPr>
          <p:nvPr/>
        </p:nvSpPr>
        <p:spPr bwMode="auto">
          <a:xfrm>
            <a:off x="5125641" y="3096816"/>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44</a:t>
            </a:r>
          </a:p>
        </p:txBody>
      </p:sp>
      <p:sp>
        <p:nvSpPr>
          <p:cNvPr id="724001" name="Rectangle 33">
            <a:extLst>
              <a:ext uri="{FF2B5EF4-FFF2-40B4-BE49-F238E27FC236}">
                <a16:creationId xmlns:a16="http://schemas.microsoft.com/office/drawing/2014/main" id="{FE191987-43D3-2B4F-BBFE-314860200009}"/>
              </a:ext>
            </a:extLst>
          </p:cNvPr>
          <p:cNvSpPr>
            <a:spLocks noChangeArrowheads="1"/>
          </p:cNvSpPr>
          <p:nvPr/>
        </p:nvSpPr>
        <p:spPr bwMode="auto">
          <a:xfrm>
            <a:off x="5342335" y="3095625"/>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45</a:t>
            </a:r>
          </a:p>
        </p:txBody>
      </p:sp>
      <p:sp>
        <p:nvSpPr>
          <p:cNvPr id="724002" name="Rectangle 34">
            <a:extLst>
              <a:ext uri="{FF2B5EF4-FFF2-40B4-BE49-F238E27FC236}">
                <a16:creationId xmlns:a16="http://schemas.microsoft.com/office/drawing/2014/main" id="{AF2F9134-D259-F240-ABA6-71B8426BA737}"/>
              </a:ext>
            </a:extLst>
          </p:cNvPr>
          <p:cNvSpPr>
            <a:spLocks noChangeArrowheads="1"/>
          </p:cNvSpPr>
          <p:nvPr/>
        </p:nvSpPr>
        <p:spPr bwMode="auto">
          <a:xfrm>
            <a:off x="5559029" y="3094435"/>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46</a:t>
            </a:r>
          </a:p>
        </p:txBody>
      </p:sp>
      <p:sp>
        <p:nvSpPr>
          <p:cNvPr id="724003" name="Rectangle 35">
            <a:extLst>
              <a:ext uri="{FF2B5EF4-FFF2-40B4-BE49-F238E27FC236}">
                <a16:creationId xmlns:a16="http://schemas.microsoft.com/office/drawing/2014/main" id="{96D3B897-C55C-9549-AB08-EA4C1A6A2625}"/>
              </a:ext>
            </a:extLst>
          </p:cNvPr>
          <p:cNvSpPr>
            <a:spLocks noChangeArrowheads="1"/>
          </p:cNvSpPr>
          <p:nvPr/>
        </p:nvSpPr>
        <p:spPr bwMode="auto">
          <a:xfrm>
            <a:off x="5775722" y="3093244"/>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47</a:t>
            </a:r>
          </a:p>
        </p:txBody>
      </p:sp>
      <p:sp>
        <p:nvSpPr>
          <p:cNvPr id="724004" name="Rectangle 36">
            <a:extLst>
              <a:ext uri="{FF2B5EF4-FFF2-40B4-BE49-F238E27FC236}">
                <a16:creationId xmlns:a16="http://schemas.microsoft.com/office/drawing/2014/main" id="{9AE37157-14E9-1B4A-B0E0-378E143E5E4B}"/>
              </a:ext>
            </a:extLst>
          </p:cNvPr>
          <p:cNvSpPr>
            <a:spLocks noChangeArrowheads="1"/>
          </p:cNvSpPr>
          <p:nvPr/>
        </p:nvSpPr>
        <p:spPr bwMode="auto">
          <a:xfrm>
            <a:off x="5992416" y="3092054"/>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48</a:t>
            </a:r>
          </a:p>
        </p:txBody>
      </p:sp>
      <p:sp>
        <p:nvSpPr>
          <p:cNvPr id="724005" name="Rectangle 37">
            <a:extLst>
              <a:ext uri="{FF2B5EF4-FFF2-40B4-BE49-F238E27FC236}">
                <a16:creationId xmlns:a16="http://schemas.microsoft.com/office/drawing/2014/main" id="{607D9D69-FF33-544A-9F60-0B0BD09D55DE}"/>
              </a:ext>
            </a:extLst>
          </p:cNvPr>
          <p:cNvSpPr>
            <a:spLocks noChangeArrowheads="1"/>
          </p:cNvSpPr>
          <p:nvPr/>
        </p:nvSpPr>
        <p:spPr bwMode="auto">
          <a:xfrm>
            <a:off x="6209110" y="3090862"/>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49</a:t>
            </a:r>
          </a:p>
        </p:txBody>
      </p:sp>
      <p:sp>
        <p:nvSpPr>
          <p:cNvPr id="724006" name="Rectangle 38">
            <a:extLst>
              <a:ext uri="{FF2B5EF4-FFF2-40B4-BE49-F238E27FC236}">
                <a16:creationId xmlns:a16="http://schemas.microsoft.com/office/drawing/2014/main" id="{798D6F87-F1DA-4C4F-B2D2-BC5F30B36266}"/>
              </a:ext>
            </a:extLst>
          </p:cNvPr>
          <p:cNvSpPr>
            <a:spLocks noChangeArrowheads="1"/>
          </p:cNvSpPr>
          <p:nvPr/>
        </p:nvSpPr>
        <p:spPr bwMode="auto">
          <a:xfrm>
            <a:off x="6425804" y="3089673"/>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50</a:t>
            </a:r>
          </a:p>
        </p:txBody>
      </p:sp>
      <p:sp>
        <p:nvSpPr>
          <p:cNvPr id="724007" name="Rectangle 39">
            <a:extLst>
              <a:ext uri="{FF2B5EF4-FFF2-40B4-BE49-F238E27FC236}">
                <a16:creationId xmlns:a16="http://schemas.microsoft.com/office/drawing/2014/main" id="{12A759AB-D043-DC46-8E95-F80E2E1FAAA6}"/>
              </a:ext>
            </a:extLst>
          </p:cNvPr>
          <p:cNvSpPr>
            <a:spLocks noChangeArrowheads="1"/>
          </p:cNvSpPr>
          <p:nvPr/>
        </p:nvSpPr>
        <p:spPr bwMode="auto">
          <a:xfrm>
            <a:off x="6642497" y="3088481"/>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51</a:t>
            </a:r>
          </a:p>
        </p:txBody>
      </p:sp>
      <p:sp>
        <p:nvSpPr>
          <p:cNvPr id="724008" name="Rectangle 40">
            <a:extLst>
              <a:ext uri="{FF2B5EF4-FFF2-40B4-BE49-F238E27FC236}">
                <a16:creationId xmlns:a16="http://schemas.microsoft.com/office/drawing/2014/main" id="{4FF8ABC2-00CE-3447-AC27-5D5409BB767C}"/>
              </a:ext>
            </a:extLst>
          </p:cNvPr>
          <p:cNvSpPr>
            <a:spLocks noChangeArrowheads="1"/>
          </p:cNvSpPr>
          <p:nvPr/>
        </p:nvSpPr>
        <p:spPr bwMode="auto">
          <a:xfrm>
            <a:off x="6859191" y="3087291"/>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52</a:t>
            </a:r>
          </a:p>
        </p:txBody>
      </p:sp>
      <p:sp>
        <p:nvSpPr>
          <p:cNvPr id="724009" name="Rectangle 41">
            <a:extLst>
              <a:ext uri="{FF2B5EF4-FFF2-40B4-BE49-F238E27FC236}">
                <a16:creationId xmlns:a16="http://schemas.microsoft.com/office/drawing/2014/main" id="{FFF9A21A-8FC3-FE49-A741-188BA0B21295}"/>
              </a:ext>
            </a:extLst>
          </p:cNvPr>
          <p:cNvSpPr>
            <a:spLocks noChangeArrowheads="1"/>
          </p:cNvSpPr>
          <p:nvPr/>
        </p:nvSpPr>
        <p:spPr bwMode="auto">
          <a:xfrm>
            <a:off x="7075885" y="3086100"/>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53</a:t>
            </a:r>
          </a:p>
        </p:txBody>
      </p:sp>
      <p:sp>
        <p:nvSpPr>
          <p:cNvPr id="724010" name="Rectangle 42">
            <a:extLst>
              <a:ext uri="{FF2B5EF4-FFF2-40B4-BE49-F238E27FC236}">
                <a16:creationId xmlns:a16="http://schemas.microsoft.com/office/drawing/2014/main" id="{2539AA83-E7AA-C149-947A-6579FE9864F4}"/>
              </a:ext>
            </a:extLst>
          </p:cNvPr>
          <p:cNvSpPr>
            <a:spLocks noChangeArrowheads="1"/>
          </p:cNvSpPr>
          <p:nvPr/>
        </p:nvSpPr>
        <p:spPr bwMode="auto">
          <a:xfrm>
            <a:off x="7292579" y="3084910"/>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54</a:t>
            </a:r>
          </a:p>
        </p:txBody>
      </p:sp>
      <p:sp>
        <p:nvSpPr>
          <p:cNvPr id="724011" name="Rectangle 43">
            <a:extLst>
              <a:ext uri="{FF2B5EF4-FFF2-40B4-BE49-F238E27FC236}">
                <a16:creationId xmlns:a16="http://schemas.microsoft.com/office/drawing/2014/main" id="{E5255365-CF87-E246-929F-B3E8E1B70A33}"/>
              </a:ext>
            </a:extLst>
          </p:cNvPr>
          <p:cNvSpPr>
            <a:spLocks noChangeArrowheads="1"/>
          </p:cNvSpPr>
          <p:nvPr/>
        </p:nvSpPr>
        <p:spPr bwMode="auto">
          <a:xfrm>
            <a:off x="7509272" y="3083719"/>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55</a:t>
            </a:r>
          </a:p>
        </p:txBody>
      </p:sp>
      <p:sp>
        <p:nvSpPr>
          <p:cNvPr id="724012" name="Rectangle 44">
            <a:extLst>
              <a:ext uri="{FF2B5EF4-FFF2-40B4-BE49-F238E27FC236}">
                <a16:creationId xmlns:a16="http://schemas.microsoft.com/office/drawing/2014/main" id="{03892484-57FC-344E-9844-34F491676023}"/>
              </a:ext>
            </a:extLst>
          </p:cNvPr>
          <p:cNvSpPr>
            <a:spLocks noChangeArrowheads="1"/>
          </p:cNvSpPr>
          <p:nvPr/>
        </p:nvSpPr>
        <p:spPr bwMode="auto">
          <a:xfrm>
            <a:off x="7720013" y="3083719"/>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solidFill>
                  <a:schemeClr val="folHlink"/>
                </a:solidFill>
                <a:latin typeface="Times New Roman" charset="0"/>
                <a:ea typeface="黑体" charset="-122"/>
              </a:rPr>
              <a:t>56</a:t>
            </a:r>
          </a:p>
        </p:txBody>
      </p:sp>
      <p:sp>
        <p:nvSpPr>
          <p:cNvPr id="724013" name="Line 45">
            <a:extLst>
              <a:ext uri="{FF2B5EF4-FFF2-40B4-BE49-F238E27FC236}">
                <a16:creationId xmlns:a16="http://schemas.microsoft.com/office/drawing/2014/main" id="{67FA8104-6EC7-EC4B-B7BB-1DB3DA9489C8}"/>
              </a:ext>
            </a:extLst>
          </p:cNvPr>
          <p:cNvSpPr>
            <a:spLocks noChangeShapeType="1"/>
          </p:cNvSpPr>
          <p:nvPr/>
        </p:nvSpPr>
        <p:spPr bwMode="auto">
          <a:xfrm flipH="1" flipV="1">
            <a:off x="2389585" y="3344467"/>
            <a:ext cx="7144" cy="383381"/>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4014" name="Text Box 46">
            <a:extLst>
              <a:ext uri="{FF2B5EF4-FFF2-40B4-BE49-F238E27FC236}">
                <a16:creationId xmlns:a16="http://schemas.microsoft.com/office/drawing/2014/main" id="{963B009F-B5D3-AB4A-B98C-0E227067596E}"/>
              </a:ext>
            </a:extLst>
          </p:cNvPr>
          <p:cNvSpPr txBox="1">
            <a:spLocks noChangeArrowheads="1"/>
          </p:cNvSpPr>
          <p:nvPr/>
        </p:nvSpPr>
        <p:spPr bwMode="auto">
          <a:xfrm>
            <a:off x="1941366" y="3711179"/>
            <a:ext cx="1146469"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lnSpc>
                <a:spcPct val="90000"/>
              </a:lnSpc>
              <a:defRPr/>
            </a:pPr>
            <a:r>
              <a:rPr lang="en-US" altLang="zh-CN" sz="1500">
                <a:solidFill>
                  <a:schemeClr val="folHlink"/>
                </a:solidFill>
                <a:latin typeface="Arial" panose="020B0604020202020204" pitchFamily="34" charset="0"/>
              </a:rPr>
              <a:t>B </a:t>
            </a:r>
            <a:r>
              <a:rPr lang="zh-CN" altLang="en-US" sz="1500">
                <a:solidFill>
                  <a:schemeClr val="folHlink"/>
                </a:solidFill>
                <a:latin typeface="Arial" panose="020B0604020202020204" pitchFamily="34" charset="0"/>
              </a:rPr>
              <a:t>期望</a:t>
            </a:r>
          </a:p>
          <a:p>
            <a:pPr algn="ctr" eaLnBrk="1" hangingPunct="1">
              <a:lnSpc>
                <a:spcPct val="90000"/>
              </a:lnSpc>
              <a:defRPr/>
            </a:pPr>
            <a:r>
              <a:rPr lang="zh-CN" altLang="en-US" sz="1500">
                <a:solidFill>
                  <a:schemeClr val="folHlink"/>
                </a:solidFill>
                <a:latin typeface="Arial" panose="020B0604020202020204" pitchFamily="34" charset="0"/>
              </a:rPr>
              <a:t>收到的序号</a:t>
            </a:r>
          </a:p>
        </p:txBody>
      </p:sp>
      <p:sp>
        <p:nvSpPr>
          <p:cNvPr id="724015" name="Line 47">
            <a:extLst>
              <a:ext uri="{FF2B5EF4-FFF2-40B4-BE49-F238E27FC236}">
                <a16:creationId xmlns:a16="http://schemas.microsoft.com/office/drawing/2014/main" id="{424DDDA2-0205-FF4D-8488-EE590B383A5F}"/>
              </a:ext>
            </a:extLst>
          </p:cNvPr>
          <p:cNvSpPr>
            <a:spLocks noChangeShapeType="1"/>
          </p:cNvSpPr>
          <p:nvPr/>
        </p:nvSpPr>
        <p:spPr bwMode="auto">
          <a:xfrm>
            <a:off x="2271712" y="2475310"/>
            <a:ext cx="5954" cy="1017984"/>
          </a:xfrm>
          <a:prstGeom prst="line">
            <a:avLst/>
          </a:prstGeom>
          <a:noFill/>
          <a:ln w="19050">
            <a:solidFill>
              <a:schemeClr val="tx1"/>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724016" name="Text Box 48">
            <a:extLst>
              <a:ext uri="{FF2B5EF4-FFF2-40B4-BE49-F238E27FC236}">
                <a16:creationId xmlns:a16="http://schemas.microsoft.com/office/drawing/2014/main" id="{0A002A17-39AC-674B-B947-AEE1813A03AF}"/>
              </a:ext>
            </a:extLst>
          </p:cNvPr>
          <p:cNvSpPr txBox="1">
            <a:spLocks noChangeArrowheads="1"/>
          </p:cNvSpPr>
          <p:nvPr/>
        </p:nvSpPr>
        <p:spPr bwMode="auto">
          <a:xfrm>
            <a:off x="6276469" y="2169319"/>
            <a:ext cx="646332" cy="369332"/>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800">
                <a:solidFill>
                  <a:schemeClr val="folHlink"/>
                </a:solidFill>
                <a:latin typeface="Times New Roman" panose="02020603050405020304" pitchFamily="18" charset="0"/>
              </a:rPr>
              <a:t>前沿</a:t>
            </a:r>
          </a:p>
        </p:txBody>
      </p:sp>
      <p:sp>
        <p:nvSpPr>
          <p:cNvPr id="724017" name="Text Box 49">
            <a:extLst>
              <a:ext uri="{FF2B5EF4-FFF2-40B4-BE49-F238E27FC236}">
                <a16:creationId xmlns:a16="http://schemas.microsoft.com/office/drawing/2014/main" id="{C89C7FCE-6435-E74B-B317-1E1D2CFD75F3}"/>
              </a:ext>
            </a:extLst>
          </p:cNvPr>
          <p:cNvSpPr txBox="1">
            <a:spLocks noChangeArrowheads="1"/>
          </p:cNvSpPr>
          <p:nvPr/>
        </p:nvSpPr>
        <p:spPr bwMode="auto">
          <a:xfrm>
            <a:off x="1961644" y="2169319"/>
            <a:ext cx="646332" cy="369332"/>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800">
                <a:solidFill>
                  <a:schemeClr val="folHlink"/>
                </a:solidFill>
                <a:latin typeface="Times New Roman" panose="02020603050405020304" pitchFamily="18" charset="0"/>
              </a:rPr>
              <a:t>后沿</a:t>
            </a:r>
          </a:p>
        </p:txBody>
      </p:sp>
      <p:sp>
        <p:nvSpPr>
          <p:cNvPr id="724018" name="Line 50">
            <a:extLst>
              <a:ext uri="{FF2B5EF4-FFF2-40B4-BE49-F238E27FC236}">
                <a16:creationId xmlns:a16="http://schemas.microsoft.com/office/drawing/2014/main" id="{C98889AB-BD75-144B-A0E4-F208CC8A7602}"/>
              </a:ext>
            </a:extLst>
          </p:cNvPr>
          <p:cNvSpPr>
            <a:spLocks noChangeShapeType="1"/>
          </p:cNvSpPr>
          <p:nvPr/>
        </p:nvSpPr>
        <p:spPr bwMode="auto">
          <a:xfrm>
            <a:off x="6598444" y="2464594"/>
            <a:ext cx="5954" cy="1017985"/>
          </a:xfrm>
          <a:prstGeom prst="line">
            <a:avLst/>
          </a:prstGeom>
          <a:noFill/>
          <a:ln w="19050">
            <a:solidFill>
              <a:schemeClr val="tx1"/>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724019" name="Text Box 51">
            <a:extLst>
              <a:ext uri="{FF2B5EF4-FFF2-40B4-BE49-F238E27FC236}">
                <a16:creationId xmlns:a16="http://schemas.microsoft.com/office/drawing/2014/main" id="{B4BA382C-98E3-6746-9007-0267609686BE}"/>
              </a:ext>
            </a:extLst>
          </p:cNvPr>
          <p:cNvSpPr txBox="1">
            <a:spLocks noChangeArrowheads="1"/>
          </p:cNvSpPr>
          <p:nvPr/>
        </p:nvSpPr>
        <p:spPr bwMode="auto">
          <a:xfrm>
            <a:off x="2569235" y="2450307"/>
            <a:ext cx="569388"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Times New Roman" panose="02020603050405020304" pitchFamily="18" charset="0"/>
              </a:rPr>
              <a:t>前移</a:t>
            </a:r>
          </a:p>
        </p:txBody>
      </p:sp>
      <p:sp>
        <p:nvSpPr>
          <p:cNvPr id="724020" name="Text Box 52">
            <a:extLst>
              <a:ext uri="{FF2B5EF4-FFF2-40B4-BE49-F238E27FC236}">
                <a16:creationId xmlns:a16="http://schemas.microsoft.com/office/drawing/2014/main" id="{2D26CB8C-B7AB-BD42-A1EE-BF7C84BB9960}"/>
              </a:ext>
            </a:extLst>
          </p:cNvPr>
          <p:cNvSpPr txBox="1">
            <a:spLocks noChangeArrowheads="1"/>
          </p:cNvSpPr>
          <p:nvPr/>
        </p:nvSpPr>
        <p:spPr bwMode="auto">
          <a:xfrm>
            <a:off x="5750585" y="2447925"/>
            <a:ext cx="569388"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Times New Roman" panose="02020603050405020304" pitchFamily="18" charset="0"/>
              </a:rPr>
              <a:t>收缩</a:t>
            </a:r>
          </a:p>
        </p:txBody>
      </p:sp>
      <p:grpSp>
        <p:nvGrpSpPr>
          <p:cNvPr id="148531" name="Group 53">
            <a:extLst>
              <a:ext uri="{FF2B5EF4-FFF2-40B4-BE49-F238E27FC236}">
                <a16:creationId xmlns:a16="http://schemas.microsoft.com/office/drawing/2014/main" id="{C9D569DD-6BD0-F044-8275-62B306588C17}"/>
              </a:ext>
            </a:extLst>
          </p:cNvPr>
          <p:cNvGrpSpPr>
            <a:grpSpLocks/>
          </p:cNvGrpSpPr>
          <p:nvPr/>
        </p:nvGrpSpPr>
        <p:grpSpPr bwMode="auto">
          <a:xfrm>
            <a:off x="5651897" y="2506266"/>
            <a:ext cx="161925" cy="216694"/>
            <a:chOff x="3833" y="1298"/>
            <a:chExt cx="136" cy="182"/>
          </a:xfrm>
        </p:grpSpPr>
        <p:sp>
          <p:nvSpPr>
            <p:cNvPr id="724022" name="Line 54">
              <a:extLst>
                <a:ext uri="{FF2B5EF4-FFF2-40B4-BE49-F238E27FC236}">
                  <a16:creationId xmlns:a16="http://schemas.microsoft.com/office/drawing/2014/main" id="{EB391B03-09B6-854A-B219-3E90492E86CF}"/>
                </a:ext>
              </a:extLst>
            </p:cNvPr>
            <p:cNvSpPr>
              <a:spLocks noChangeShapeType="1"/>
            </p:cNvSpPr>
            <p:nvPr/>
          </p:nvSpPr>
          <p:spPr bwMode="auto">
            <a:xfrm flipH="1">
              <a:off x="3833" y="1298"/>
              <a:ext cx="136" cy="182"/>
            </a:xfrm>
            <a:prstGeom prst="line">
              <a:avLst/>
            </a:prstGeom>
            <a:noFill/>
            <a:ln w="57150">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24023" name="Line 55">
              <a:extLst>
                <a:ext uri="{FF2B5EF4-FFF2-40B4-BE49-F238E27FC236}">
                  <a16:creationId xmlns:a16="http://schemas.microsoft.com/office/drawing/2014/main" id="{BEE627A1-F3BB-BF4F-BFC7-D4D245D04C7E}"/>
                </a:ext>
              </a:extLst>
            </p:cNvPr>
            <p:cNvSpPr>
              <a:spLocks noChangeShapeType="1"/>
            </p:cNvSpPr>
            <p:nvPr/>
          </p:nvSpPr>
          <p:spPr bwMode="auto">
            <a:xfrm>
              <a:off x="3833" y="1298"/>
              <a:ext cx="136" cy="182"/>
            </a:xfrm>
            <a:prstGeom prst="line">
              <a:avLst/>
            </a:prstGeom>
            <a:noFill/>
            <a:ln w="57150">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grpSp>
      <p:sp>
        <p:nvSpPr>
          <p:cNvPr id="724024" name="Text Box 56">
            <a:extLst>
              <a:ext uri="{FF2B5EF4-FFF2-40B4-BE49-F238E27FC236}">
                <a16:creationId xmlns:a16="http://schemas.microsoft.com/office/drawing/2014/main" id="{CF6F6405-3144-E541-B0BC-B784407F4529}"/>
              </a:ext>
            </a:extLst>
          </p:cNvPr>
          <p:cNvSpPr txBox="1">
            <a:spLocks noChangeArrowheads="1"/>
          </p:cNvSpPr>
          <p:nvPr/>
        </p:nvSpPr>
        <p:spPr bwMode="auto">
          <a:xfrm>
            <a:off x="2628973" y="1486526"/>
            <a:ext cx="3620543" cy="830997"/>
          </a:xfrm>
          <a:prstGeom prst="rect">
            <a:avLst/>
          </a:prstGeom>
          <a:solidFill>
            <a:srgbClr val="FFFF99"/>
          </a:solidFill>
          <a:ln w="9525">
            <a:solidFill>
              <a:schemeClr val="folHlink"/>
            </a:solidFill>
            <a:miter lim="800000"/>
            <a:headEnd/>
            <a:tailEnd/>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2400">
                <a:solidFill>
                  <a:schemeClr val="folHlink"/>
                </a:solidFill>
                <a:latin typeface="Arial" panose="020B0604020202020204" pitchFamily="34" charset="0"/>
              </a:rPr>
              <a:t>根据 </a:t>
            </a:r>
            <a:r>
              <a:rPr lang="en-US" altLang="zh-CN" sz="2400">
                <a:solidFill>
                  <a:schemeClr val="folHlink"/>
                </a:solidFill>
                <a:latin typeface="Arial" panose="020B0604020202020204" pitchFamily="34" charset="0"/>
              </a:rPr>
              <a:t>B </a:t>
            </a:r>
            <a:r>
              <a:rPr lang="zh-CN" altLang="en-US" sz="2400">
                <a:solidFill>
                  <a:schemeClr val="folHlink"/>
                </a:solidFill>
                <a:latin typeface="Arial" panose="020B0604020202020204" pitchFamily="34" charset="0"/>
              </a:rPr>
              <a:t>给出的窗口值</a:t>
            </a:r>
          </a:p>
          <a:p>
            <a:pPr algn="ctr" eaLnBrk="1" hangingPunct="1">
              <a:defRPr/>
            </a:pPr>
            <a:r>
              <a:rPr lang="en-US" altLang="zh-CN" sz="2400">
                <a:solidFill>
                  <a:schemeClr val="folHlink"/>
                </a:solidFill>
                <a:latin typeface="Arial" panose="020B0604020202020204" pitchFamily="34" charset="0"/>
              </a:rPr>
              <a:t>A </a:t>
            </a:r>
            <a:r>
              <a:rPr lang="zh-CN" altLang="en-US" sz="2400">
                <a:solidFill>
                  <a:schemeClr val="folHlink"/>
                </a:solidFill>
                <a:latin typeface="Arial" panose="020B0604020202020204" pitchFamily="34" charset="0"/>
              </a:rPr>
              <a:t>构造出自己的发送窗口 </a:t>
            </a:r>
          </a:p>
        </p:txBody>
      </p:sp>
      <p:sp>
        <p:nvSpPr>
          <p:cNvPr id="724025" name="Text Box 57">
            <a:extLst>
              <a:ext uri="{FF2B5EF4-FFF2-40B4-BE49-F238E27FC236}">
                <a16:creationId xmlns:a16="http://schemas.microsoft.com/office/drawing/2014/main" id="{2DE690AF-3536-AA4B-8D2C-40246E0E46CE}"/>
              </a:ext>
            </a:extLst>
          </p:cNvPr>
          <p:cNvSpPr txBox="1">
            <a:spLocks noChangeArrowheads="1"/>
          </p:cNvSpPr>
          <p:nvPr/>
        </p:nvSpPr>
        <p:spPr bwMode="auto">
          <a:xfrm>
            <a:off x="4835844" y="3962488"/>
            <a:ext cx="3261594" cy="738664"/>
          </a:xfrm>
          <a:prstGeom prst="rect">
            <a:avLst/>
          </a:prstGeom>
          <a:solidFill>
            <a:srgbClr val="FFFF99"/>
          </a:solidFill>
          <a:ln w="9525">
            <a:solidFill>
              <a:schemeClr val="folHlink"/>
            </a:solidFill>
            <a:miter lim="800000"/>
            <a:headEnd/>
            <a:tailEnd/>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en-US" altLang="zh-CN" sz="2100" dirty="0">
                <a:solidFill>
                  <a:schemeClr val="folHlink"/>
                </a:solidFill>
                <a:latin typeface="Arial" panose="020B0604020202020204" pitchFamily="34" charset="0"/>
              </a:rPr>
              <a:t>TCP </a:t>
            </a:r>
            <a:r>
              <a:rPr lang="zh-CN" altLang="en-US" sz="2100" dirty="0">
                <a:solidFill>
                  <a:schemeClr val="folHlink"/>
                </a:solidFill>
                <a:latin typeface="Arial" panose="020B0604020202020204" pitchFamily="34" charset="0"/>
              </a:rPr>
              <a:t>标准强烈不赞成</a:t>
            </a:r>
          </a:p>
          <a:p>
            <a:pPr algn="ctr" eaLnBrk="1" hangingPunct="1">
              <a:defRPr/>
            </a:pPr>
            <a:r>
              <a:rPr lang="zh-CN" altLang="en-US" sz="2100" dirty="0">
                <a:solidFill>
                  <a:schemeClr val="folHlink"/>
                </a:solidFill>
                <a:latin typeface="Arial" panose="020B0604020202020204" pitchFamily="34" charset="0"/>
              </a:rPr>
              <a:t>发送窗口前沿向后收缩 </a:t>
            </a:r>
          </a:p>
        </p:txBody>
      </p:sp>
      <p:sp>
        <p:nvSpPr>
          <p:cNvPr id="2" name="幻灯片编号占位符 1">
            <a:extLst>
              <a:ext uri="{FF2B5EF4-FFF2-40B4-BE49-F238E27FC236}">
                <a16:creationId xmlns:a16="http://schemas.microsoft.com/office/drawing/2014/main" id="{5C30AE56-9038-8D4B-8EDA-84A2D63263EC}"/>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35AB1A1-23E3-3948-9534-5F5D315A3775}" type="slidenum">
              <a:rPr lang="en-US" altLang="zh-CN" sz="1050"/>
              <a:pPr>
                <a:defRPr/>
              </a:pPr>
              <a:t>65</a:t>
            </a:fld>
            <a:endParaRPr lang="en-US" altLang="zh-CN" sz="1050"/>
          </a:p>
        </p:txBody>
      </p:sp>
      <p:sp>
        <p:nvSpPr>
          <p:cNvPr id="3" name="矩形 2">
            <a:extLst>
              <a:ext uri="{FF2B5EF4-FFF2-40B4-BE49-F238E27FC236}">
                <a16:creationId xmlns:a16="http://schemas.microsoft.com/office/drawing/2014/main" id="{E896BE9D-B4AF-DB41-B8BB-7E703C4BC292}"/>
              </a:ext>
            </a:extLst>
          </p:cNvPr>
          <p:cNvSpPr/>
          <p:nvPr/>
        </p:nvSpPr>
        <p:spPr>
          <a:xfrm>
            <a:off x="192405" y="981048"/>
            <a:ext cx="4572000" cy="461665"/>
          </a:xfrm>
          <a:prstGeom prst="rect">
            <a:avLst/>
          </a:prstGeom>
        </p:spPr>
        <p:txBody>
          <a:bodyPr>
            <a:spAutoFit/>
          </a:bodyPr>
          <a:lstStyle/>
          <a:p>
            <a:r>
              <a:rPr lang="en-US" altLang="zh-CN" sz="2400" dirty="0"/>
              <a:t>5.6.1 </a:t>
            </a:r>
            <a:r>
              <a:rPr lang="zh-CN" altLang="en-US" sz="2400" dirty="0"/>
              <a:t>以字节为单位的滑动窗口</a:t>
            </a:r>
          </a:p>
        </p:txBody>
      </p:sp>
    </p:spTree>
    <p:extLst>
      <p:ext uri="{BB962C8B-B14F-4D97-AF65-F5344CB8AC3E}">
        <p14:creationId xmlns:p14="http://schemas.microsoft.com/office/powerpoint/2010/main" val="173099329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6020" name="Line 4">
            <a:extLst>
              <a:ext uri="{FF2B5EF4-FFF2-40B4-BE49-F238E27FC236}">
                <a16:creationId xmlns:a16="http://schemas.microsoft.com/office/drawing/2014/main" id="{340B4C60-8035-AB44-9733-B983DCF6BD37}"/>
              </a:ext>
            </a:extLst>
          </p:cNvPr>
          <p:cNvSpPr>
            <a:spLocks noChangeShapeType="1"/>
          </p:cNvSpPr>
          <p:nvPr/>
        </p:nvSpPr>
        <p:spPr bwMode="auto">
          <a:xfrm flipV="1">
            <a:off x="2274094" y="2509838"/>
            <a:ext cx="4326731" cy="8335"/>
          </a:xfrm>
          <a:prstGeom prst="line">
            <a:avLst/>
          </a:prstGeom>
          <a:noFill/>
          <a:ln w="9525">
            <a:solidFill>
              <a:schemeClr val="folHlink"/>
            </a:solidFill>
            <a:round/>
            <a:headEnd type="triangle" w="sm" len="me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26021" name="Line 5">
            <a:extLst>
              <a:ext uri="{FF2B5EF4-FFF2-40B4-BE49-F238E27FC236}">
                <a16:creationId xmlns:a16="http://schemas.microsoft.com/office/drawing/2014/main" id="{B02FC5B6-9790-B04A-B00F-8F2A364EC1E5}"/>
              </a:ext>
            </a:extLst>
          </p:cNvPr>
          <p:cNvSpPr>
            <a:spLocks noChangeShapeType="1"/>
          </p:cNvSpPr>
          <p:nvPr/>
        </p:nvSpPr>
        <p:spPr bwMode="auto">
          <a:xfrm flipV="1">
            <a:off x="2274094" y="903685"/>
            <a:ext cx="4326731" cy="8334"/>
          </a:xfrm>
          <a:prstGeom prst="line">
            <a:avLst/>
          </a:prstGeom>
          <a:noFill/>
          <a:ln w="9525">
            <a:solidFill>
              <a:schemeClr val="folHlink"/>
            </a:solidFill>
            <a:round/>
            <a:headEnd type="triangle" w="sm" len="me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26022" name="Text Box 6">
            <a:extLst>
              <a:ext uri="{FF2B5EF4-FFF2-40B4-BE49-F238E27FC236}">
                <a16:creationId xmlns:a16="http://schemas.microsoft.com/office/drawing/2014/main" id="{515F5196-3CDE-4242-88A4-20E14408DA58}"/>
              </a:ext>
            </a:extLst>
          </p:cNvPr>
          <p:cNvSpPr txBox="1">
            <a:spLocks noChangeArrowheads="1"/>
          </p:cNvSpPr>
          <p:nvPr/>
        </p:nvSpPr>
        <p:spPr bwMode="auto">
          <a:xfrm>
            <a:off x="6663384" y="1651398"/>
            <a:ext cx="1146469"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不允许发送</a:t>
            </a:r>
          </a:p>
        </p:txBody>
      </p:sp>
      <p:sp>
        <p:nvSpPr>
          <p:cNvPr id="726023" name="Text Box 7">
            <a:extLst>
              <a:ext uri="{FF2B5EF4-FFF2-40B4-BE49-F238E27FC236}">
                <a16:creationId xmlns:a16="http://schemas.microsoft.com/office/drawing/2014/main" id="{354C854D-222B-4F45-AC15-41BE9A903637}"/>
              </a:ext>
            </a:extLst>
          </p:cNvPr>
          <p:cNvSpPr txBox="1">
            <a:spLocks noChangeArrowheads="1"/>
          </p:cNvSpPr>
          <p:nvPr/>
        </p:nvSpPr>
        <p:spPr bwMode="auto">
          <a:xfrm>
            <a:off x="1260069" y="1651397"/>
            <a:ext cx="954107" cy="553998"/>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已发送并</a:t>
            </a:r>
          </a:p>
          <a:p>
            <a:pPr algn="ctr" eaLnBrk="1" hangingPunct="1">
              <a:defRPr/>
            </a:pPr>
            <a:r>
              <a:rPr lang="zh-CN" altLang="en-US" sz="1500">
                <a:solidFill>
                  <a:schemeClr val="folHlink"/>
                </a:solidFill>
                <a:latin typeface="Arial" panose="020B0604020202020204" pitchFamily="34" charset="0"/>
              </a:rPr>
              <a:t>收到确认</a:t>
            </a:r>
          </a:p>
        </p:txBody>
      </p:sp>
      <p:sp>
        <p:nvSpPr>
          <p:cNvPr id="726024" name="Text Box 8">
            <a:extLst>
              <a:ext uri="{FF2B5EF4-FFF2-40B4-BE49-F238E27FC236}">
                <a16:creationId xmlns:a16="http://schemas.microsoft.com/office/drawing/2014/main" id="{0BA16C8A-AD5A-8B49-8F34-012679578F6E}"/>
              </a:ext>
            </a:extLst>
          </p:cNvPr>
          <p:cNvSpPr txBox="1">
            <a:spLocks noChangeArrowheads="1"/>
          </p:cNvSpPr>
          <p:nvPr/>
        </p:nvSpPr>
        <p:spPr bwMode="auto">
          <a:xfrm>
            <a:off x="3221832" y="735807"/>
            <a:ext cx="2086405"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500">
                <a:solidFill>
                  <a:schemeClr val="folHlink"/>
                </a:solidFill>
                <a:latin typeface="Arial" panose="020B0604020202020204" pitchFamily="34" charset="0"/>
              </a:rPr>
              <a:t>A </a:t>
            </a:r>
            <a:r>
              <a:rPr lang="zh-CN" altLang="en-US" sz="1500">
                <a:solidFill>
                  <a:schemeClr val="folHlink"/>
                </a:solidFill>
                <a:latin typeface="Arial" panose="020B0604020202020204" pitchFamily="34" charset="0"/>
              </a:rPr>
              <a:t>的发送窗口位置不变</a:t>
            </a:r>
          </a:p>
        </p:txBody>
      </p:sp>
      <p:sp>
        <p:nvSpPr>
          <p:cNvPr id="726025" name="Text Box 9">
            <a:extLst>
              <a:ext uri="{FF2B5EF4-FFF2-40B4-BE49-F238E27FC236}">
                <a16:creationId xmlns:a16="http://schemas.microsoft.com/office/drawing/2014/main" id="{078DB4FC-29D3-0D45-8175-5D1D336273CC}"/>
              </a:ext>
            </a:extLst>
          </p:cNvPr>
          <p:cNvSpPr txBox="1">
            <a:spLocks noChangeArrowheads="1"/>
          </p:cNvSpPr>
          <p:nvPr/>
        </p:nvSpPr>
        <p:spPr bwMode="auto">
          <a:xfrm>
            <a:off x="4695133" y="1776413"/>
            <a:ext cx="1915910"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允许发送但尚未发送</a:t>
            </a:r>
          </a:p>
        </p:txBody>
      </p:sp>
      <p:sp>
        <p:nvSpPr>
          <p:cNvPr id="726026" name="Rectangle 10">
            <a:extLst>
              <a:ext uri="{FF2B5EF4-FFF2-40B4-BE49-F238E27FC236}">
                <a16:creationId xmlns:a16="http://schemas.microsoft.com/office/drawing/2014/main" id="{AD0247CD-6952-7042-864E-BF18EB614F44}"/>
              </a:ext>
            </a:extLst>
          </p:cNvPr>
          <p:cNvSpPr>
            <a:spLocks noChangeArrowheads="1"/>
          </p:cNvSpPr>
          <p:nvPr/>
        </p:nvSpPr>
        <p:spPr bwMode="auto">
          <a:xfrm>
            <a:off x="2278856" y="1281113"/>
            <a:ext cx="4325541" cy="486966"/>
          </a:xfrm>
          <a:prstGeom prst="rect">
            <a:avLst/>
          </a:prstGeom>
          <a:solidFill>
            <a:srgbClr val="99CCFF"/>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26027" name="Rectangle 11">
            <a:extLst>
              <a:ext uri="{FF2B5EF4-FFF2-40B4-BE49-F238E27FC236}">
                <a16:creationId xmlns:a16="http://schemas.microsoft.com/office/drawing/2014/main" id="{7855DA90-5BAE-CF4A-BF20-26343AE73389}"/>
              </a:ext>
            </a:extLst>
          </p:cNvPr>
          <p:cNvSpPr>
            <a:spLocks noChangeArrowheads="1"/>
          </p:cNvSpPr>
          <p:nvPr/>
        </p:nvSpPr>
        <p:spPr bwMode="auto">
          <a:xfrm>
            <a:off x="1225154" y="1443037"/>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26</a:t>
            </a:r>
          </a:p>
        </p:txBody>
      </p:sp>
      <p:sp>
        <p:nvSpPr>
          <p:cNvPr id="726028" name="Rectangle 12">
            <a:extLst>
              <a:ext uri="{FF2B5EF4-FFF2-40B4-BE49-F238E27FC236}">
                <a16:creationId xmlns:a16="http://schemas.microsoft.com/office/drawing/2014/main" id="{6D08F47D-B8B9-8D4B-828D-F15E4C92FF2C}"/>
              </a:ext>
            </a:extLst>
          </p:cNvPr>
          <p:cNvSpPr>
            <a:spLocks noChangeArrowheads="1"/>
          </p:cNvSpPr>
          <p:nvPr/>
        </p:nvSpPr>
        <p:spPr bwMode="auto">
          <a:xfrm>
            <a:off x="1441847" y="1441848"/>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27</a:t>
            </a:r>
          </a:p>
        </p:txBody>
      </p:sp>
      <p:sp>
        <p:nvSpPr>
          <p:cNvPr id="726029" name="Rectangle 13">
            <a:extLst>
              <a:ext uri="{FF2B5EF4-FFF2-40B4-BE49-F238E27FC236}">
                <a16:creationId xmlns:a16="http://schemas.microsoft.com/office/drawing/2014/main" id="{F98DA39C-19FE-984E-8EB1-B476211C4F21}"/>
              </a:ext>
            </a:extLst>
          </p:cNvPr>
          <p:cNvSpPr>
            <a:spLocks noChangeArrowheads="1"/>
          </p:cNvSpPr>
          <p:nvPr/>
        </p:nvSpPr>
        <p:spPr bwMode="auto">
          <a:xfrm>
            <a:off x="1658541" y="1440656"/>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28</a:t>
            </a:r>
          </a:p>
        </p:txBody>
      </p:sp>
      <p:sp>
        <p:nvSpPr>
          <p:cNvPr id="726030" name="Rectangle 14">
            <a:extLst>
              <a:ext uri="{FF2B5EF4-FFF2-40B4-BE49-F238E27FC236}">
                <a16:creationId xmlns:a16="http://schemas.microsoft.com/office/drawing/2014/main" id="{866FCFF3-6AB9-DF4A-84A8-A8EA929A33FC}"/>
              </a:ext>
            </a:extLst>
          </p:cNvPr>
          <p:cNvSpPr>
            <a:spLocks noChangeArrowheads="1"/>
          </p:cNvSpPr>
          <p:nvPr/>
        </p:nvSpPr>
        <p:spPr bwMode="auto">
          <a:xfrm>
            <a:off x="1875235" y="1439466"/>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29</a:t>
            </a:r>
          </a:p>
        </p:txBody>
      </p:sp>
      <p:sp>
        <p:nvSpPr>
          <p:cNvPr id="726031" name="Rectangle 15">
            <a:extLst>
              <a:ext uri="{FF2B5EF4-FFF2-40B4-BE49-F238E27FC236}">
                <a16:creationId xmlns:a16="http://schemas.microsoft.com/office/drawing/2014/main" id="{6864F6BE-3B53-BE47-BD6E-E5047B760F5F}"/>
              </a:ext>
            </a:extLst>
          </p:cNvPr>
          <p:cNvSpPr>
            <a:spLocks noChangeArrowheads="1"/>
          </p:cNvSpPr>
          <p:nvPr/>
        </p:nvSpPr>
        <p:spPr bwMode="auto">
          <a:xfrm>
            <a:off x="2091929" y="1438275"/>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30</a:t>
            </a:r>
          </a:p>
        </p:txBody>
      </p:sp>
      <p:sp>
        <p:nvSpPr>
          <p:cNvPr id="726032" name="Rectangle 16">
            <a:extLst>
              <a:ext uri="{FF2B5EF4-FFF2-40B4-BE49-F238E27FC236}">
                <a16:creationId xmlns:a16="http://schemas.microsoft.com/office/drawing/2014/main" id="{174D6638-203F-EE4F-B2F9-75895A155D20}"/>
              </a:ext>
            </a:extLst>
          </p:cNvPr>
          <p:cNvSpPr>
            <a:spLocks noChangeArrowheads="1"/>
          </p:cNvSpPr>
          <p:nvPr/>
        </p:nvSpPr>
        <p:spPr bwMode="auto">
          <a:xfrm>
            <a:off x="2308622" y="1437085"/>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31</a:t>
            </a:r>
          </a:p>
        </p:txBody>
      </p:sp>
      <p:sp>
        <p:nvSpPr>
          <p:cNvPr id="726033" name="Rectangle 17">
            <a:extLst>
              <a:ext uri="{FF2B5EF4-FFF2-40B4-BE49-F238E27FC236}">
                <a16:creationId xmlns:a16="http://schemas.microsoft.com/office/drawing/2014/main" id="{457AC198-C373-1841-90F4-49DB1CCEA37F}"/>
              </a:ext>
            </a:extLst>
          </p:cNvPr>
          <p:cNvSpPr>
            <a:spLocks noChangeArrowheads="1"/>
          </p:cNvSpPr>
          <p:nvPr/>
        </p:nvSpPr>
        <p:spPr bwMode="auto">
          <a:xfrm>
            <a:off x="2525316" y="1435894"/>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32</a:t>
            </a:r>
          </a:p>
        </p:txBody>
      </p:sp>
      <p:sp>
        <p:nvSpPr>
          <p:cNvPr id="726034" name="Rectangle 18">
            <a:extLst>
              <a:ext uri="{FF2B5EF4-FFF2-40B4-BE49-F238E27FC236}">
                <a16:creationId xmlns:a16="http://schemas.microsoft.com/office/drawing/2014/main" id="{3865532C-24BC-C244-8A44-61D8404CF745}"/>
              </a:ext>
            </a:extLst>
          </p:cNvPr>
          <p:cNvSpPr>
            <a:spLocks noChangeArrowheads="1"/>
          </p:cNvSpPr>
          <p:nvPr/>
        </p:nvSpPr>
        <p:spPr bwMode="auto">
          <a:xfrm>
            <a:off x="2742010" y="1434704"/>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33</a:t>
            </a:r>
          </a:p>
        </p:txBody>
      </p:sp>
      <p:sp>
        <p:nvSpPr>
          <p:cNvPr id="726035" name="Rectangle 19">
            <a:extLst>
              <a:ext uri="{FF2B5EF4-FFF2-40B4-BE49-F238E27FC236}">
                <a16:creationId xmlns:a16="http://schemas.microsoft.com/office/drawing/2014/main" id="{2939586B-2CAF-8D4A-997C-1220360863CE}"/>
              </a:ext>
            </a:extLst>
          </p:cNvPr>
          <p:cNvSpPr>
            <a:spLocks noChangeArrowheads="1"/>
          </p:cNvSpPr>
          <p:nvPr/>
        </p:nvSpPr>
        <p:spPr bwMode="auto">
          <a:xfrm>
            <a:off x="2958704" y="1433512"/>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34</a:t>
            </a:r>
          </a:p>
        </p:txBody>
      </p:sp>
      <p:sp>
        <p:nvSpPr>
          <p:cNvPr id="726036" name="Rectangle 20">
            <a:extLst>
              <a:ext uri="{FF2B5EF4-FFF2-40B4-BE49-F238E27FC236}">
                <a16:creationId xmlns:a16="http://schemas.microsoft.com/office/drawing/2014/main" id="{136F6B1F-0DBA-2544-A60A-1609D2E8FE78}"/>
              </a:ext>
            </a:extLst>
          </p:cNvPr>
          <p:cNvSpPr>
            <a:spLocks noChangeArrowheads="1"/>
          </p:cNvSpPr>
          <p:nvPr/>
        </p:nvSpPr>
        <p:spPr bwMode="auto">
          <a:xfrm>
            <a:off x="3175397" y="1432323"/>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35</a:t>
            </a:r>
          </a:p>
        </p:txBody>
      </p:sp>
      <p:sp>
        <p:nvSpPr>
          <p:cNvPr id="726037" name="Rectangle 21">
            <a:extLst>
              <a:ext uri="{FF2B5EF4-FFF2-40B4-BE49-F238E27FC236}">
                <a16:creationId xmlns:a16="http://schemas.microsoft.com/office/drawing/2014/main" id="{18780156-C490-904B-B988-72BBB560C19C}"/>
              </a:ext>
            </a:extLst>
          </p:cNvPr>
          <p:cNvSpPr>
            <a:spLocks noChangeArrowheads="1"/>
          </p:cNvSpPr>
          <p:nvPr/>
        </p:nvSpPr>
        <p:spPr bwMode="auto">
          <a:xfrm>
            <a:off x="3392091" y="1431131"/>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36</a:t>
            </a:r>
          </a:p>
        </p:txBody>
      </p:sp>
      <p:sp>
        <p:nvSpPr>
          <p:cNvPr id="726038" name="Rectangle 22">
            <a:extLst>
              <a:ext uri="{FF2B5EF4-FFF2-40B4-BE49-F238E27FC236}">
                <a16:creationId xmlns:a16="http://schemas.microsoft.com/office/drawing/2014/main" id="{2BFA2A0F-6BD6-E944-BAEC-837293E3B75F}"/>
              </a:ext>
            </a:extLst>
          </p:cNvPr>
          <p:cNvSpPr>
            <a:spLocks noChangeArrowheads="1"/>
          </p:cNvSpPr>
          <p:nvPr/>
        </p:nvSpPr>
        <p:spPr bwMode="auto">
          <a:xfrm>
            <a:off x="3608785" y="1429941"/>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37</a:t>
            </a:r>
          </a:p>
        </p:txBody>
      </p:sp>
      <p:sp>
        <p:nvSpPr>
          <p:cNvPr id="726039" name="Rectangle 23">
            <a:extLst>
              <a:ext uri="{FF2B5EF4-FFF2-40B4-BE49-F238E27FC236}">
                <a16:creationId xmlns:a16="http://schemas.microsoft.com/office/drawing/2014/main" id="{4C36D7AF-9006-1F4A-9DFB-8490D61BBEAC}"/>
              </a:ext>
            </a:extLst>
          </p:cNvPr>
          <p:cNvSpPr>
            <a:spLocks noChangeArrowheads="1"/>
          </p:cNvSpPr>
          <p:nvPr/>
        </p:nvSpPr>
        <p:spPr bwMode="auto">
          <a:xfrm>
            <a:off x="3825479" y="1428750"/>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38</a:t>
            </a:r>
          </a:p>
        </p:txBody>
      </p:sp>
      <p:sp>
        <p:nvSpPr>
          <p:cNvPr id="726040" name="Rectangle 24">
            <a:extLst>
              <a:ext uri="{FF2B5EF4-FFF2-40B4-BE49-F238E27FC236}">
                <a16:creationId xmlns:a16="http://schemas.microsoft.com/office/drawing/2014/main" id="{8888A2AC-8882-2043-9ABC-5F341423D2A2}"/>
              </a:ext>
            </a:extLst>
          </p:cNvPr>
          <p:cNvSpPr>
            <a:spLocks noChangeArrowheads="1"/>
          </p:cNvSpPr>
          <p:nvPr/>
        </p:nvSpPr>
        <p:spPr bwMode="auto">
          <a:xfrm>
            <a:off x="4042172" y="1427560"/>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39</a:t>
            </a:r>
          </a:p>
        </p:txBody>
      </p:sp>
      <p:sp>
        <p:nvSpPr>
          <p:cNvPr id="726041" name="Rectangle 25">
            <a:extLst>
              <a:ext uri="{FF2B5EF4-FFF2-40B4-BE49-F238E27FC236}">
                <a16:creationId xmlns:a16="http://schemas.microsoft.com/office/drawing/2014/main" id="{7605DF87-4064-BF42-B10D-E151E6BF3F91}"/>
              </a:ext>
            </a:extLst>
          </p:cNvPr>
          <p:cNvSpPr>
            <a:spLocks noChangeArrowheads="1"/>
          </p:cNvSpPr>
          <p:nvPr/>
        </p:nvSpPr>
        <p:spPr bwMode="auto">
          <a:xfrm>
            <a:off x="4258866" y="1426369"/>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40</a:t>
            </a:r>
          </a:p>
        </p:txBody>
      </p:sp>
      <p:sp>
        <p:nvSpPr>
          <p:cNvPr id="726042" name="Rectangle 26">
            <a:extLst>
              <a:ext uri="{FF2B5EF4-FFF2-40B4-BE49-F238E27FC236}">
                <a16:creationId xmlns:a16="http://schemas.microsoft.com/office/drawing/2014/main" id="{96853D11-D708-B44A-9CDB-B726163EA656}"/>
              </a:ext>
            </a:extLst>
          </p:cNvPr>
          <p:cNvSpPr>
            <a:spLocks noChangeArrowheads="1"/>
          </p:cNvSpPr>
          <p:nvPr/>
        </p:nvSpPr>
        <p:spPr bwMode="auto">
          <a:xfrm>
            <a:off x="4475560" y="1425179"/>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41</a:t>
            </a:r>
          </a:p>
        </p:txBody>
      </p:sp>
      <p:sp>
        <p:nvSpPr>
          <p:cNvPr id="726043" name="Rectangle 27">
            <a:extLst>
              <a:ext uri="{FF2B5EF4-FFF2-40B4-BE49-F238E27FC236}">
                <a16:creationId xmlns:a16="http://schemas.microsoft.com/office/drawing/2014/main" id="{606DDEDB-6288-0F45-96F5-2C2EDD1E8FC3}"/>
              </a:ext>
            </a:extLst>
          </p:cNvPr>
          <p:cNvSpPr>
            <a:spLocks noChangeArrowheads="1"/>
          </p:cNvSpPr>
          <p:nvPr/>
        </p:nvSpPr>
        <p:spPr bwMode="auto">
          <a:xfrm>
            <a:off x="4692254" y="1423987"/>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42</a:t>
            </a:r>
          </a:p>
        </p:txBody>
      </p:sp>
      <p:sp>
        <p:nvSpPr>
          <p:cNvPr id="726044" name="Rectangle 28">
            <a:extLst>
              <a:ext uri="{FF2B5EF4-FFF2-40B4-BE49-F238E27FC236}">
                <a16:creationId xmlns:a16="http://schemas.microsoft.com/office/drawing/2014/main" id="{DE769B83-D0A1-C24C-B0AB-D7EE8D1CC6BC}"/>
              </a:ext>
            </a:extLst>
          </p:cNvPr>
          <p:cNvSpPr>
            <a:spLocks noChangeArrowheads="1"/>
          </p:cNvSpPr>
          <p:nvPr/>
        </p:nvSpPr>
        <p:spPr bwMode="auto">
          <a:xfrm>
            <a:off x="4908947" y="1422798"/>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43</a:t>
            </a:r>
          </a:p>
        </p:txBody>
      </p:sp>
      <p:sp>
        <p:nvSpPr>
          <p:cNvPr id="726045" name="Rectangle 29">
            <a:extLst>
              <a:ext uri="{FF2B5EF4-FFF2-40B4-BE49-F238E27FC236}">
                <a16:creationId xmlns:a16="http://schemas.microsoft.com/office/drawing/2014/main" id="{5C4BD2F6-9655-3443-825D-D3A3807206B7}"/>
              </a:ext>
            </a:extLst>
          </p:cNvPr>
          <p:cNvSpPr>
            <a:spLocks noChangeArrowheads="1"/>
          </p:cNvSpPr>
          <p:nvPr/>
        </p:nvSpPr>
        <p:spPr bwMode="auto">
          <a:xfrm>
            <a:off x="5125641" y="1421606"/>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44</a:t>
            </a:r>
          </a:p>
        </p:txBody>
      </p:sp>
      <p:sp>
        <p:nvSpPr>
          <p:cNvPr id="726046" name="Rectangle 30">
            <a:extLst>
              <a:ext uri="{FF2B5EF4-FFF2-40B4-BE49-F238E27FC236}">
                <a16:creationId xmlns:a16="http://schemas.microsoft.com/office/drawing/2014/main" id="{CB5C4FA5-6504-DD4F-BAF0-18A66E2BF6BA}"/>
              </a:ext>
            </a:extLst>
          </p:cNvPr>
          <p:cNvSpPr>
            <a:spLocks noChangeArrowheads="1"/>
          </p:cNvSpPr>
          <p:nvPr/>
        </p:nvSpPr>
        <p:spPr bwMode="auto">
          <a:xfrm>
            <a:off x="5342335" y="1420416"/>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45</a:t>
            </a:r>
          </a:p>
        </p:txBody>
      </p:sp>
      <p:sp>
        <p:nvSpPr>
          <p:cNvPr id="726047" name="Rectangle 31">
            <a:extLst>
              <a:ext uri="{FF2B5EF4-FFF2-40B4-BE49-F238E27FC236}">
                <a16:creationId xmlns:a16="http://schemas.microsoft.com/office/drawing/2014/main" id="{FC5F9B69-9C27-C040-8297-C2BEBF704A2E}"/>
              </a:ext>
            </a:extLst>
          </p:cNvPr>
          <p:cNvSpPr>
            <a:spLocks noChangeArrowheads="1"/>
          </p:cNvSpPr>
          <p:nvPr/>
        </p:nvSpPr>
        <p:spPr bwMode="auto">
          <a:xfrm>
            <a:off x="5559029" y="1419225"/>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46</a:t>
            </a:r>
          </a:p>
        </p:txBody>
      </p:sp>
      <p:sp>
        <p:nvSpPr>
          <p:cNvPr id="726048" name="Rectangle 32">
            <a:extLst>
              <a:ext uri="{FF2B5EF4-FFF2-40B4-BE49-F238E27FC236}">
                <a16:creationId xmlns:a16="http://schemas.microsoft.com/office/drawing/2014/main" id="{617EBF55-3B6E-6B47-A2F5-1AEF25AC1CAB}"/>
              </a:ext>
            </a:extLst>
          </p:cNvPr>
          <p:cNvSpPr>
            <a:spLocks noChangeArrowheads="1"/>
          </p:cNvSpPr>
          <p:nvPr/>
        </p:nvSpPr>
        <p:spPr bwMode="auto">
          <a:xfrm>
            <a:off x="5775722" y="1418035"/>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47</a:t>
            </a:r>
          </a:p>
        </p:txBody>
      </p:sp>
      <p:sp>
        <p:nvSpPr>
          <p:cNvPr id="726049" name="Rectangle 33">
            <a:extLst>
              <a:ext uri="{FF2B5EF4-FFF2-40B4-BE49-F238E27FC236}">
                <a16:creationId xmlns:a16="http://schemas.microsoft.com/office/drawing/2014/main" id="{A8188AED-09F7-364D-937D-7FE73B4DD390}"/>
              </a:ext>
            </a:extLst>
          </p:cNvPr>
          <p:cNvSpPr>
            <a:spLocks noChangeArrowheads="1"/>
          </p:cNvSpPr>
          <p:nvPr/>
        </p:nvSpPr>
        <p:spPr bwMode="auto">
          <a:xfrm>
            <a:off x="5992416" y="1416844"/>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48</a:t>
            </a:r>
          </a:p>
        </p:txBody>
      </p:sp>
      <p:sp>
        <p:nvSpPr>
          <p:cNvPr id="726050" name="Rectangle 34">
            <a:extLst>
              <a:ext uri="{FF2B5EF4-FFF2-40B4-BE49-F238E27FC236}">
                <a16:creationId xmlns:a16="http://schemas.microsoft.com/office/drawing/2014/main" id="{78848A4B-25A4-8B47-B5FC-57507C0EEA17}"/>
              </a:ext>
            </a:extLst>
          </p:cNvPr>
          <p:cNvSpPr>
            <a:spLocks noChangeArrowheads="1"/>
          </p:cNvSpPr>
          <p:nvPr/>
        </p:nvSpPr>
        <p:spPr bwMode="auto">
          <a:xfrm>
            <a:off x="6209110" y="1415654"/>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49</a:t>
            </a:r>
          </a:p>
        </p:txBody>
      </p:sp>
      <p:sp>
        <p:nvSpPr>
          <p:cNvPr id="726051" name="Rectangle 35">
            <a:extLst>
              <a:ext uri="{FF2B5EF4-FFF2-40B4-BE49-F238E27FC236}">
                <a16:creationId xmlns:a16="http://schemas.microsoft.com/office/drawing/2014/main" id="{4FE29794-A99A-1C4D-BF62-0DC76A83B615}"/>
              </a:ext>
            </a:extLst>
          </p:cNvPr>
          <p:cNvSpPr>
            <a:spLocks noChangeArrowheads="1"/>
          </p:cNvSpPr>
          <p:nvPr/>
        </p:nvSpPr>
        <p:spPr bwMode="auto">
          <a:xfrm>
            <a:off x="6425804" y="1414462"/>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50</a:t>
            </a:r>
          </a:p>
        </p:txBody>
      </p:sp>
      <p:sp>
        <p:nvSpPr>
          <p:cNvPr id="726052" name="Rectangle 36">
            <a:extLst>
              <a:ext uri="{FF2B5EF4-FFF2-40B4-BE49-F238E27FC236}">
                <a16:creationId xmlns:a16="http://schemas.microsoft.com/office/drawing/2014/main" id="{9EAAF6D5-94CB-3A4F-99F3-3C69EF99117A}"/>
              </a:ext>
            </a:extLst>
          </p:cNvPr>
          <p:cNvSpPr>
            <a:spLocks noChangeArrowheads="1"/>
          </p:cNvSpPr>
          <p:nvPr/>
        </p:nvSpPr>
        <p:spPr bwMode="auto">
          <a:xfrm>
            <a:off x="6642497" y="1413273"/>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51</a:t>
            </a:r>
          </a:p>
        </p:txBody>
      </p:sp>
      <p:sp>
        <p:nvSpPr>
          <p:cNvPr id="726053" name="Rectangle 37">
            <a:extLst>
              <a:ext uri="{FF2B5EF4-FFF2-40B4-BE49-F238E27FC236}">
                <a16:creationId xmlns:a16="http://schemas.microsoft.com/office/drawing/2014/main" id="{92C321FC-28CF-4341-AF1F-1866E3BD6A68}"/>
              </a:ext>
            </a:extLst>
          </p:cNvPr>
          <p:cNvSpPr>
            <a:spLocks noChangeArrowheads="1"/>
          </p:cNvSpPr>
          <p:nvPr/>
        </p:nvSpPr>
        <p:spPr bwMode="auto">
          <a:xfrm>
            <a:off x="6859191" y="1412081"/>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52</a:t>
            </a:r>
          </a:p>
        </p:txBody>
      </p:sp>
      <p:sp>
        <p:nvSpPr>
          <p:cNvPr id="726054" name="Rectangle 38">
            <a:extLst>
              <a:ext uri="{FF2B5EF4-FFF2-40B4-BE49-F238E27FC236}">
                <a16:creationId xmlns:a16="http://schemas.microsoft.com/office/drawing/2014/main" id="{A4C3C384-6EB1-ED42-B3C6-19240792B13D}"/>
              </a:ext>
            </a:extLst>
          </p:cNvPr>
          <p:cNvSpPr>
            <a:spLocks noChangeArrowheads="1"/>
          </p:cNvSpPr>
          <p:nvPr/>
        </p:nvSpPr>
        <p:spPr bwMode="auto">
          <a:xfrm>
            <a:off x="7075885" y="1410891"/>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53</a:t>
            </a:r>
          </a:p>
        </p:txBody>
      </p:sp>
      <p:sp>
        <p:nvSpPr>
          <p:cNvPr id="726055" name="Rectangle 39">
            <a:extLst>
              <a:ext uri="{FF2B5EF4-FFF2-40B4-BE49-F238E27FC236}">
                <a16:creationId xmlns:a16="http://schemas.microsoft.com/office/drawing/2014/main" id="{73768FF2-FB62-CD49-9895-876CEAA3F386}"/>
              </a:ext>
            </a:extLst>
          </p:cNvPr>
          <p:cNvSpPr>
            <a:spLocks noChangeArrowheads="1"/>
          </p:cNvSpPr>
          <p:nvPr/>
        </p:nvSpPr>
        <p:spPr bwMode="auto">
          <a:xfrm>
            <a:off x="7292579" y="1409700"/>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54</a:t>
            </a:r>
          </a:p>
        </p:txBody>
      </p:sp>
      <p:sp>
        <p:nvSpPr>
          <p:cNvPr id="726056" name="Rectangle 40">
            <a:extLst>
              <a:ext uri="{FF2B5EF4-FFF2-40B4-BE49-F238E27FC236}">
                <a16:creationId xmlns:a16="http://schemas.microsoft.com/office/drawing/2014/main" id="{D1D2A38E-7053-9D45-BDE9-3F36E60E6EEC}"/>
              </a:ext>
            </a:extLst>
          </p:cNvPr>
          <p:cNvSpPr>
            <a:spLocks noChangeArrowheads="1"/>
          </p:cNvSpPr>
          <p:nvPr/>
        </p:nvSpPr>
        <p:spPr bwMode="auto">
          <a:xfrm>
            <a:off x="7509272" y="1408510"/>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55</a:t>
            </a:r>
          </a:p>
        </p:txBody>
      </p:sp>
      <p:sp>
        <p:nvSpPr>
          <p:cNvPr id="726057" name="Text Box 41">
            <a:extLst>
              <a:ext uri="{FF2B5EF4-FFF2-40B4-BE49-F238E27FC236}">
                <a16:creationId xmlns:a16="http://schemas.microsoft.com/office/drawing/2014/main" id="{C348617E-0AEF-B045-964D-441F2B9000FC}"/>
              </a:ext>
            </a:extLst>
          </p:cNvPr>
          <p:cNvSpPr txBox="1">
            <a:spLocks noChangeArrowheads="1"/>
          </p:cNvSpPr>
          <p:nvPr/>
        </p:nvSpPr>
        <p:spPr bwMode="auto">
          <a:xfrm>
            <a:off x="2665810" y="1789510"/>
            <a:ext cx="191590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已发送但未收到确认</a:t>
            </a:r>
          </a:p>
        </p:txBody>
      </p:sp>
      <p:sp>
        <p:nvSpPr>
          <p:cNvPr id="726058" name="Rectangle 42">
            <a:extLst>
              <a:ext uri="{FF2B5EF4-FFF2-40B4-BE49-F238E27FC236}">
                <a16:creationId xmlns:a16="http://schemas.microsoft.com/office/drawing/2014/main" id="{20B96FF9-9F13-A349-9A01-D434234CB464}"/>
              </a:ext>
            </a:extLst>
          </p:cNvPr>
          <p:cNvSpPr>
            <a:spLocks noChangeArrowheads="1"/>
          </p:cNvSpPr>
          <p:nvPr/>
        </p:nvSpPr>
        <p:spPr bwMode="auto">
          <a:xfrm>
            <a:off x="7720013" y="1408510"/>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56</a:t>
            </a:r>
          </a:p>
        </p:txBody>
      </p:sp>
      <p:sp>
        <p:nvSpPr>
          <p:cNvPr id="726060" name="Line 44">
            <a:extLst>
              <a:ext uri="{FF2B5EF4-FFF2-40B4-BE49-F238E27FC236}">
                <a16:creationId xmlns:a16="http://schemas.microsoft.com/office/drawing/2014/main" id="{82840202-F9F7-4B48-931A-B550E6C7EC6D}"/>
              </a:ext>
            </a:extLst>
          </p:cNvPr>
          <p:cNvSpPr>
            <a:spLocks noChangeShapeType="1"/>
          </p:cNvSpPr>
          <p:nvPr/>
        </p:nvSpPr>
        <p:spPr bwMode="auto">
          <a:xfrm flipV="1">
            <a:off x="2389585" y="1659732"/>
            <a:ext cx="0" cy="432197"/>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6061" name="Text Box 45">
            <a:extLst>
              <a:ext uri="{FF2B5EF4-FFF2-40B4-BE49-F238E27FC236}">
                <a16:creationId xmlns:a16="http://schemas.microsoft.com/office/drawing/2014/main" id="{EB501BAF-0BCE-4F41-A4A3-B06E9B876F82}"/>
              </a:ext>
            </a:extLst>
          </p:cNvPr>
          <p:cNvSpPr txBox="1">
            <a:spLocks noChangeArrowheads="1"/>
          </p:cNvSpPr>
          <p:nvPr/>
        </p:nvSpPr>
        <p:spPr bwMode="auto">
          <a:xfrm>
            <a:off x="2225845" y="2070498"/>
            <a:ext cx="383439" cy="323165"/>
          </a:xfrm>
          <a:prstGeom prst="rect">
            <a:avLst/>
          </a:prstGeom>
          <a:noFill/>
          <a:ln>
            <a:noFill/>
          </a:ln>
          <a:effectLst/>
        </p:spPr>
        <p:txBody>
          <a:bodyPr wrap="none">
            <a:spAutoFit/>
          </a:bodyPr>
          <a:lstStyle/>
          <a:p>
            <a:pPr algn="ctr" eaLnBrk="1" hangingPunct="1">
              <a:defRPr/>
            </a:pPr>
            <a:r>
              <a:rPr lang="en-US" altLang="zh-CN" sz="1500">
                <a:solidFill>
                  <a:schemeClr val="folHlink"/>
                </a:solidFill>
                <a:latin typeface="Arial" charset="0"/>
                <a:ea typeface="宋体" charset="-122"/>
              </a:rPr>
              <a:t>P</a:t>
            </a:r>
            <a:r>
              <a:rPr lang="en-US" altLang="zh-CN" sz="1500" baseline="-25000">
                <a:solidFill>
                  <a:schemeClr val="folHlink"/>
                </a:solidFill>
                <a:latin typeface="Arial" charset="0"/>
                <a:ea typeface="宋体" charset="-122"/>
              </a:rPr>
              <a:t>1</a:t>
            </a:r>
          </a:p>
        </p:txBody>
      </p:sp>
      <p:sp>
        <p:nvSpPr>
          <p:cNvPr id="726063" name="Line 47">
            <a:extLst>
              <a:ext uri="{FF2B5EF4-FFF2-40B4-BE49-F238E27FC236}">
                <a16:creationId xmlns:a16="http://schemas.microsoft.com/office/drawing/2014/main" id="{AA25C33F-1393-5541-8D20-56DE4773AD2F}"/>
              </a:ext>
            </a:extLst>
          </p:cNvPr>
          <p:cNvSpPr>
            <a:spLocks noChangeShapeType="1"/>
          </p:cNvSpPr>
          <p:nvPr/>
        </p:nvSpPr>
        <p:spPr bwMode="auto">
          <a:xfrm flipV="1">
            <a:off x="4773216" y="1659732"/>
            <a:ext cx="0" cy="432197"/>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6064" name="Text Box 48">
            <a:extLst>
              <a:ext uri="{FF2B5EF4-FFF2-40B4-BE49-F238E27FC236}">
                <a16:creationId xmlns:a16="http://schemas.microsoft.com/office/drawing/2014/main" id="{63934B5E-4DB4-954A-BB0C-1FB222B04291}"/>
              </a:ext>
            </a:extLst>
          </p:cNvPr>
          <p:cNvSpPr txBox="1">
            <a:spLocks noChangeArrowheads="1"/>
          </p:cNvSpPr>
          <p:nvPr/>
        </p:nvSpPr>
        <p:spPr bwMode="auto">
          <a:xfrm>
            <a:off x="4622573" y="2070498"/>
            <a:ext cx="383439" cy="323165"/>
          </a:xfrm>
          <a:prstGeom prst="rect">
            <a:avLst/>
          </a:prstGeom>
          <a:noFill/>
          <a:ln>
            <a:noFill/>
          </a:ln>
          <a:effectLst/>
        </p:spPr>
        <p:txBody>
          <a:bodyPr wrap="none">
            <a:spAutoFit/>
          </a:bodyPr>
          <a:lstStyle/>
          <a:p>
            <a:pPr algn="ctr" eaLnBrk="1" hangingPunct="1">
              <a:defRPr/>
            </a:pPr>
            <a:r>
              <a:rPr lang="en-US" altLang="zh-CN" sz="1500">
                <a:solidFill>
                  <a:schemeClr val="folHlink"/>
                </a:solidFill>
                <a:latin typeface="Arial" charset="0"/>
                <a:ea typeface="宋体" charset="-122"/>
              </a:rPr>
              <a:t>P</a:t>
            </a:r>
            <a:r>
              <a:rPr lang="en-US" altLang="zh-CN" sz="1500" baseline="-25000">
                <a:solidFill>
                  <a:schemeClr val="folHlink"/>
                </a:solidFill>
                <a:latin typeface="Arial" charset="0"/>
                <a:ea typeface="宋体" charset="-122"/>
              </a:rPr>
              <a:t>2</a:t>
            </a:r>
          </a:p>
        </p:txBody>
      </p:sp>
      <p:sp>
        <p:nvSpPr>
          <p:cNvPr id="726066" name="Line 50">
            <a:extLst>
              <a:ext uri="{FF2B5EF4-FFF2-40B4-BE49-F238E27FC236}">
                <a16:creationId xmlns:a16="http://schemas.microsoft.com/office/drawing/2014/main" id="{BEC62E86-B661-A547-BAD6-BD66DFF00D09}"/>
              </a:ext>
            </a:extLst>
          </p:cNvPr>
          <p:cNvSpPr>
            <a:spLocks noChangeShapeType="1"/>
          </p:cNvSpPr>
          <p:nvPr/>
        </p:nvSpPr>
        <p:spPr bwMode="auto">
          <a:xfrm flipV="1">
            <a:off x="6731794" y="1659732"/>
            <a:ext cx="0" cy="432197"/>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6067" name="Text Box 51">
            <a:extLst>
              <a:ext uri="{FF2B5EF4-FFF2-40B4-BE49-F238E27FC236}">
                <a16:creationId xmlns:a16="http://schemas.microsoft.com/office/drawing/2014/main" id="{A77F5D7E-A432-6641-901B-D9FD21990DA3}"/>
              </a:ext>
            </a:extLst>
          </p:cNvPr>
          <p:cNvSpPr txBox="1">
            <a:spLocks noChangeArrowheads="1"/>
          </p:cNvSpPr>
          <p:nvPr/>
        </p:nvSpPr>
        <p:spPr bwMode="auto">
          <a:xfrm>
            <a:off x="6571626" y="2070498"/>
            <a:ext cx="383439" cy="323165"/>
          </a:xfrm>
          <a:prstGeom prst="rect">
            <a:avLst/>
          </a:prstGeom>
          <a:noFill/>
          <a:ln>
            <a:noFill/>
          </a:ln>
          <a:effectLst/>
        </p:spPr>
        <p:txBody>
          <a:bodyPr wrap="none">
            <a:spAutoFit/>
          </a:bodyPr>
          <a:lstStyle/>
          <a:p>
            <a:pPr algn="ctr" eaLnBrk="1" hangingPunct="1">
              <a:defRPr/>
            </a:pPr>
            <a:r>
              <a:rPr lang="en-US" altLang="zh-CN" sz="1500">
                <a:solidFill>
                  <a:schemeClr val="folHlink"/>
                </a:solidFill>
                <a:latin typeface="Arial" charset="0"/>
                <a:ea typeface="宋体" charset="-122"/>
              </a:rPr>
              <a:t>P</a:t>
            </a:r>
            <a:r>
              <a:rPr lang="en-US" altLang="zh-CN" sz="1500" baseline="-25000">
                <a:solidFill>
                  <a:schemeClr val="folHlink"/>
                </a:solidFill>
                <a:latin typeface="Arial" charset="0"/>
                <a:ea typeface="宋体" charset="-122"/>
              </a:rPr>
              <a:t>3</a:t>
            </a:r>
          </a:p>
        </p:txBody>
      </p:sp>
      <p:sp>
        <p:nvSpPr>
          <p:cNvPr id="726068" name="Text Box 52">
            <a:extLst>
              <a:ext uri="{FF2B5EF4-FFF2-40B4-BE49-F238E27FC236}">
                <a16:creationId xmlns:a16="http://schemas.microsoft.com/office/drawing/2014/main" id="{53DA35B4-68C3-594D-8126-1BC44A7DB87D}"/>
              </a:ext>
            </a:extLst>
          </p:cNvPr>
          <p:cNvSpPr txBox="1">
            <a:spLocks noChangeArrowheads="1"/>
          </p:cNvSpPr>
          <p:nvPr/>
        </p:nvSpPr>
        <p:spPr bwMode="auto">
          <a:xfrm>
            <a:off x="6662194" y="2978944"/>
            <a:ext cx="1146469"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不允许接收</a:t>
            </a:r>
          </a:p>
        </p:txBody>
      </p:sp>
      <p:sp>
        <p:nvSpPr>
          <p:cNvPr id="726069" name="Text Box 53">
            <a:extLst>
              <a:ext uri="{FF2B5EF4-FFF2-40B4-BE49-F238E27FC236}">
                <a16:creationId xmlns:a16="http://schemas.microsoft.com/office/drawing/2014/main" id="{D42A613A-F90B-EF40-805E-A7013C9D7F9E}"/>
              </a:ext>
            </a:extLst>
          </p:cNvPr>
          <p:cNvSpPr txBox="1">
            <a:spLocks noChangeArrowheads="1"/>
          </p:cNvSpPr>
          <p:nvPr/>
        </p:nvSpPr>
        <p:spPr bwMode="auto">
          <a:xfrm>
            <a:off x="1162697" y="2978944"/>
            <a:ext cx="1146469" cy="553998"/>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已发送确认</a:t>
            </a:r>
          </a:p>
          <a:p>
            <a:pPr algn="ctr" eaLnBrk="1" hangingPunct="1">
              <a:defRPr/>
            </a:pPr>
            <a:r>
              <a:rPr lang="zh-CN" altLang="en-US" sz="1500">
                <a:solidFill>
                  <a:schemeClr val="folHlink"/>
                </a:solidFill>
                <a:latin typeface="Arial" panose="020B0604020202020204" pitchFamily="34" charset="0"/>
              </a:rPr>
              <a:t>并交付主机</a:t>
            </a:r>
          </a:p>
        </p:txBody>
      </p:sp>
      <p:sp>
        <p:nvSpPr>
          <p:cNvPr id="726070" name="Text Box 54">
            <a:extLst>
              <a:ext uri="{FF2B5EF4-FFF2-40B4-BE49-F238E27FC236}">
                <a16:creationId xmlns:a16="http://schemas.microsoft.com/office/drawing/2014/main" id="{B9BA49B1-20E9-1E4E-8AFE-DC01DDE31D15}"/>
              </a:ext>
            </a:extLst>
          </p:cNvPr>
          <p:cNvSpPr txBox="1">
            <a:spLocks noChangeArrowheads="1"/>
          </p:cNvSpPr>
          <p:nvPr/>
        </p:nvSpPr>
        <p:spPr bwMode="auto">
          <a:xfrm>
            <a:off x="3762375" y="2356248"/>
            <a:ext cx="1327608"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500">
                <a:solidFill>
                  <a:schemeClr val="folHlink"/>
                </a:solidFill>
                <a:latin typeface="Arial" panose="020B0604020202020204" pitchFamily="34" charset="0"/>
              </a:rPr>
              <a:t>B </a:t>
            </a:r>
            <a:r>
              <a:rPr lang="zh-CN" altLang="en-US" sz="1500">
                <a:solidFill>
                  <a:schemeClr val="folHlink"/>
                </a:solidFill>
                <a:latin typeface="Arial" panose="020B0604020202020204" pitchFamily="34" charset="0"/>
              </a:rPr>
              <a:t>的接收窗口</a:t>
            </a:r>
          </a:p>
        </p:txBody>
      </p:sp>
      <p:sp>
        <p:nvSpPr>
          <p:cNvPr id="726071" name="Text Box 55">
            <a:extLst>
              <a:ext uri="{FF2B5EF4-FFF2-40B4-BE49-F238E27FC236}">
                <a16:creationId xmlns:a16="http://schemas.microsoft.com/office/drawing/2014/main" id="{FC86D943-5CF9-5C48-A792-7A7CB9B62DBD}"/>
              </a:ext>
            </a:extLst>
          </p:cNvPr>
          <p:cNvSpPr txBox="1">
            <a:spLocks noChangeArrowheads="1"/>
          </p:cNvSpPr>
          <p:nvPr/>
        </p:nvSpPr>
        <p:spPr bwMode="auto">
          <a:xfrm>
            <a:off x="4077088" y="3138488"/>
            <a:ext cx="954107"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允许接收</a:t>
            </a:r>
          </a:p>
        </p:txBody>
      </p:sp>
      <p:sp>
        <p:nvSpPr>
          <p:cNvPr id="726072" name="Rectangle 56">
            <a:extLst>
              <a:ext uri="{FF2B5EF4-FFF2-40B4-BE49-F238E27FC236}">
                <a16:creationId xmlns:a16="http://schemas.microsoft.com/office/drawing/2014/main" id="{9358FA3F-FAF6-3D40-B736-A8C4A2DDD6DD}"/>
              </a:ext>
            </a:extLst>
          </p:cNvPr>
          <p:cNvSpPr>
            <a:spLocks noChangeArrowheads="1"/>
          </p:cNvSpPr>
          <p:nvPr/>
        </p:nvSpPr>
        <p:spPr bwMode="auto">
          <a:xfrm>
            <a:off x="2277667" y="2625329"/>
            <a:ext cx="4325540" cy="486965"/>
          </a:xfrm>
          <a:prstGeom prst="rect">
            <a:avLst/>
          </a:prstGeom>
          <a:solidFill>
            <a:srgbClr val="99CCFF"/>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26073" name="Rectangle 57">
            <a:extLst>
              <a:ext uri="{FF2B5EF4-FFF2-40B4-BE49-F238E27FC236}">
                <a16:creationId xmlns:a16="http://schemas.microsoft.com/office/drawing/2014/main" id="{4B28DC77-A787-FF46-8F4B-5EA0AE63CAE5}"/>
              </a:ext>
            </a:extLst>
          </p:cNvPr>
          <p:cNvSpPr>
            <a:spLocks noChangeArrowheads="1"/>
          </p:cNvSpPr>
          <p:nvPr/>
        </p:nvSpPr>
        <p:spPr bwMode="auto">
          <a:xfrm>
            <a:off x="1223963" y="2787254"/>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26</a:t>
            </a:r>
          </a:p>
        </p:txBody>
      </p:sp>
      <p:sp>
        <p:nvSpPr>
          <p:cNvPr id="726074" name="Rectangle 58">
            <a:extLst>
              <a:ext uri="{FF2B5EF4-FFF2-40B4-BE49-F238E27FC236}">
                <a16:creationId xmlns:a16="http://schemas.microsoft.com/office/drawing/2014/main" id="{889FA3F6-57AC-2845-A443-CD9EA150B1DD}"/>
              </a:ext>
            </a:extLst>
          </p:cNvPr>
          <p:cNvSpPr>
            <a:spLocks noChangeArrowheads="1"/>
          </p:cNvSpPr>
          <p:nvPr/>
        </p:nvSpPr>
        <p:spPr bwMode="auto">
          <a:xfrm>
            <a:off x="1440656" y="2786062"/>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27</a:t>
            </a:r>
          </a:p>
        </p:txBody>
      </p:sp>
      <p:sp>
        <p:nvSpPr>
          <p:cNvPr id="726075" name="Rectangle 59">
            <a:extLst>
              <a:ext uri="{FF2B5EF4-FFF2-40B4-BE49-F238E27FC236}">
                <a16:creationId xmlns:a16="http://schemas.microsoft.com/office/drawing/2014/main" id="{4948732A-3FFF-9C4E-A543-C1E238480036}"/>
              </a:ext>
            </a:extLst>
          </p:cNvPr>
          <p:cNvSpPr>
            <a:spLocks noChangeArrowheads="1"/>
          </p:cNvSpPr>
          <p:nvPr/>
        </p:nvSpPr>
        <p:spPr bwMode="auto">
          <a:xfrm>
            <a:off x="1657350" y="2784873"/>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28</a:t>
            </a:r>
          </a:p>
        </p:txBody>
      </p:sp>
      <p:sp>
        <p:nvSpPr>
          <p:cNvPr id="726076" name="Rectangle 60">
            <a:extLst>
              <a:ext uri="{FF2B5EF4-FFF2-40B4-BE49-F238E27FC236}">
                <a16:creationId xmlns:a16="http://schemas.microsoft.com/office/drawing/2014/main" id="{F52E2C66-44CE-9E47-AE6D-8FDA8705CEAB}"/>
              </a:ext>
            </a:extLst>
          </p:cNvPr>
          <p:cNvSpPr>
            <a:spLocks noChangeArrowheads="1"/>
          </p:cNvSpPr>
          <p:nvPr/>
        </p:nvSpPr>
        <p:spPr bwMode="auto">
          <a:xfrm>
            <a:off x="1874044" y="2783681"/>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29</a:t>
            </a:r>
          </a:p>
        </p:txBody>
      </p:sp>
      <p:sp>
        <p:nvSpPr>
          <p:cNvPr id="726077" name="Rectangle 61">
            <a:extLst>
              <a:ext uri="{FF2B5EF4-FFF2-40B4-BE49-F238E27FC236}">
                <a16:creationId xmlns:a16="http://schemas.microsoft.com/office/drawing/2014/main" id="{B7FA6DD9-DC66-EC4C-96F4-E9893E9B79A8}"/>
              </a:ext>
            </a:extLst>
          </p:cNvPr>
          <p:cNvSpPr>
            <a:spLocks noChangeArrowheads="1"/>
          </p:cNvSpPr>
          <p:nvPr/>
        </p:nvSpPr>
        <p:spPr bwMode="auto">
          <a:xfrm>
            <a:off x="2090738" y="2782491"/>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30</a:t>
            </a:r>
          </a:p>
        </p:txBody>
      </p:sp>
      <p:sp>
        <p:nvSpPr>
          <p:cNvPr id="726078" name="Rectangle 62">
            <a:extLst>
              <a:ext uri="{FF2B5EF4-FFF2-40B4-BE49-F238E27FC236}">
                <a16:creationId xmlns:a16="http://schemas.microsoft.com/office/drawing/2014/main" id="{5DBFCBB6-A283-D64D-B355-1F0ACC5C15EF}"/>
              </a:ext>
            </a:extLst>
          </p:cNvPr>
          <p:cNvSpPr>
            <a:spLocks noChangeArrowheads="1"/>
          </p:cNvSpPr>
          <p:nvPr/>
        </p:nvSpPr>
        <p:spPr bwMode="auto">
          <a:xfrm>
            <a:off x="2307431" y="2781300"/>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31</a:t>
            </a:r>
          </a:p>
        </p:txBody>
      </p:sp>
      <p:sp>
        <p:nvSpPr>
          <p:cNvPr id="726079" name="Rectangle 63">
            <a:extLst>
              <a:ext uri="{FF2B5EF4-FFF2-40B4-BE49-F238E27FC236}">
                <a16:creationId xmlns:a16="http://schemas.microsoft.com/office/drawing/2014/main" id="{14C36BF5-1BBA-3B4F-BEAA-15DFA412CFCB}"/>
              </a:ext>
            </a:extLst>
          </p:cNvPr>
          <p:cNvSpPr>
            <a:spLocks noChangeArrowheads="1"/>
          </p:cNvSpPr>
          <p:nvPr/>
        </p:nvSpPr>
        <p:spPr bwMode="auto">
          <a:xfrm>
            <a:off x="2524125" y="2780110"/>
            <a:ext cx="161925" cy="215503"/>
          </a:xfrm>
          <a:prstGeom prst="rect">
            <a:avLst/>
          </a:prstGeom>
          <a:solidFill>
            <a:srgbClr val="CC9900"/>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32</a:t>
            </a:r>
          </a:p>
        </p:txBody>
      </p:sp>
      <p:sp>
        <p:nvSpPr>
          <p:cNvPr id="726080" name="Rectangle 64">
            <a:extLst>
              <a:ext uri="{FF2B5EF4-FFF2-40B4-BE49-F238E27FC236}">
                <a16:creationId xmlns:a16="http://schemas.microsoft.com/office/drawing/2014/main" id="{9CF0DC2C-3D3E-B943-84C6-A5D865292BCA}"/>
              </a:ext>
            </a:extLst>
          </p:cNvPr>
          <p:cNvSpPr>
            <a:spLocks noChangeArrowheads="1"/>
          </p:cNvSpPr>
          <p:nvPr/>
        </p:nvSpPr>
        <p:spPr bwMode="auto">
          <a:xfrm>
            <a:off x="2740819" y="2778919"/>
            <a:ext cx="161925" cy="215504"/>
          </a:xfrm>
          <a:prstGeom prst="rect">
            <a:avLst/>
          </a:prstGeom>
          <a:solidFill>
            <a:srgbClr val="CC9900"/>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33</a:t>
            </a:r>
          </a:p>
        </p:txBody>
      </p:sp>
      <p:sp>
        <p:nvSpPr>
          <p:cNvPr id="726081" name="Rectangle 65">
            <a:extLst>
              <a:ext uri="{FF2B5EF4-FFF2-40B4-BE49-F238E27FC236}">
                <a16:creationId xmlns:a16="http://schemas.microsoft.com/office/drawing/2014/main" id="{132616D1-DFDC-2C4E-B207-799BE0896499}"/>
              </a:ext>
            </a:extLst>
          </p:cNvPr>
          <p:cNvSpPr>
            <a:spLocks noChangeArrowheads="1"/>
          </p:cNvSpPr>
          <p:nvPr/>
        </p:nvSpPr>
        <p:spPr bwMode="auto">
          <a:xfrm>
            <a:off x="2957513" y="2777729"/>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34</a:t>
            </a:r>
          </a:p>
        </p:txBody>
      </p:sp>
      <p:sp>
        <p:nvSpPr>
          <p:cNvPr id="726082" name="Rectangle 66">
            <a:extLst>
              <a:ext uri="{FF2B5EF4-FFF2-40B4-BE49-F238E27FC236}">
                <a16:creationId xmlns:a16="http://schemas.microsoft.com/office/drawing/2014/main" id="{3F4AE18E-8E1A-BC48-A1FF-01BBBA76E264}"/>
              </a:ext>
            </a:extLst>
          </p:cNvPr>
          <p:cNvSpPr>
            <a:spLocks noChangeArrowheads="1"/>
          </p:cNvSpPr>
          <p:nvPr/>
        </p:nvSpPr>
        <p:spPr bwMode="auto">
          <a:xfrm>
            <a:off x="3174206" y="2776537"/>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35</a:t>
            </a:r>
          </a:p>
        </p:txBody>
      </p:sp>
      <p:sp>
        <p:nvSpPr>
          <p:cNvPr id="726083" name="Rectangle 67">
            <a:extLst>
              <a:ext uri="{FF2B5EF4-FFF2-40B4-BE49-F238E27FC236}">
                <a16:creationId xmlns:a16="http://schemas.microsoft.com/office/drawing/2014/main" id="{94ABBE93-346C-CC47-9B1B-01164C745DF8}"/>
              </a:ext>
            </a:extLst>
          </p:cNvPr>
          <p:cNvSpPr>
            <a:spLocks noChangeArrowheads="1"/>
          </p:cNvSpPr>
          <p:nvPr/>
        </p:nvSpPr>
        <p:spPr bwMode="auto">
          <a:xfrm>
            <a:off x="3390900" y="2775348"/>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36</a:t>
            </a:r>
          </a:p>
        </p:txBody>
      </p:sp>
      <p:sp>
        <p:nvSpPr>
          <p:cNvPr id="726084" name="Rectangle 68">
            <a:extLst>
              <a:ext uri="{FF2B5EF4-FFF2-40B4-BE49-F238E27FC236}">
                <a16:creationId xmlns:a16="http://schemas.microsoft.com/office/drawing/2014/main" id="{D0E50870-ED46-4F4D-95DA-E32FDE1E945E}"/>
              </a:ext>
            </a:extLst>
          </p:cNvPr>
          <p:cNvSpPr>
            <a:spLocks noChangeArrowheads="1"/>
          </p:cNvSpPr>
          <p:nvPr/>
        </p:nvSpPr>
        <p:spPr bwMode="auto">
          <a:xfrm>
            <a:off x="3607594" y="2774156"/>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37</a:t>
            </a:r>
          </a:p>
        </p:txBody>
      </p:sp>
      <p:sp>
        <p:nvSpPr>
          <p:cNvPr id="726085" name="Rectangle 69">
            <a:extLst>
              <a:ext uri="{FF2B5EF4-FFF2-40B4-BE49-F238E27FC236}">
                <a16:creationId xmlns:a16="http://schemas.microsoft.com/office/drawing/2014/main" id="{4B66A2A7-9067-4846-86B5-800105F5F757}"/>
              </a:ext>
            </a:extLst>
          </p:cNvPr>
          <p:cNvSpPr>
            <a:spLocks noChangeArrowheads="1"/>
          </p:cNvSpPr>
          <p:nvPr/>
        </p:nvSpPr>
        <p:spPr bwMode="auto">
          <a:xfrm>
            <a:off x="3824288" y="2772966"/>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38</a:t>
            </a:r>
          </a:p>
        </p:txBody>
      </p:sp>
      <p:sp>
        <p:nvSpPr>
          <p:cNvPr id="726086" name="Rectangle 70">
            <a:extLst>
              <a:ext uri="{FF2B5EF4-FFF2-40B4-BE49-F238E27FC236}">
                <a16:creationId xmlns:a16="http://schemas.microsoft.com/office/drawing/2014/main" id="{E972DE1E-533C-B145-86E7-8CDC0EAF7B5F}"/>
              </a:ext>
            </a:extLst>
          </p:cNvPr>
          <p:cNvSpPr>
            <a:spLocks noChangeArrowheads="1"/>
          </p:cNvSpPr>
          <p:nvPr/>
        </p:nvSpPr>
        <p:spPr bwMode="auto">
          <a:xfrm>
            <a:off x="4040981" y="2771775"/>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39</a:t>
            </a:r>
          </a:p>
        </p:txBody>
      </p:sp>
      <p:sp>
        <p:nvSpPr>
          <p:cNvPr id="726087" name="Rectangle 71">
            <a:extLst>
              <a:ext uri="{FF2B5EF4-FFF2-40B4-BE49-F238E27FC236}">
                <a16:creationId xmlns:a16="http://schemas.microsoft.com/office/drawing/2014/main" id="{7AFA41EC-E259-EA41-80C4-BB39A42E7007}"/>
              </a:ext>
            </a:extLst>
          </p:cNvPr>
          <p:cNvSpPr>
            <a:spLocks noChangeArrowheads="1"/>
          </p:cNvSpPr>
          <p:nvPr/>
        </p:nvSpPr>
        <p:spPr bwMode="auto">
          <a:xfrm>
            <a:off x="4257675" y="2770585"/>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40</a:t>
            </a:r>
          </a:p>
        </p:txBody>
      </p:sp>
      <p:sp>
        <p:nvSpPr>
          <p:cNvPr id="726088" name="Rectangle 72">
            <a:extLst>
              <a:ext uri="{FF2B5EF4-FFF2-40B4-BE49-F238E27FC236}">
                <a16:creationId xmlns:a16="http://schemas.microsoft.com/office/drawing/2014/main" id="{BBCD4A32-9B75-AD44-A8E2-572DF511950A}"/>
              </a:ext>
            </a:extLst>
          </p:cNvPr>
          <p:cNvSpPr>
            <a:spLocks noChangeArrowheads="1"/>
          </p:cNvSpPr>
          <p:nvPr/>
        </p:nvSpPr>
        <p:spPr bwMode="auto">
          <a:xfrm>
            <a:off x="4474369" y="2769394"/>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41</a:t>
            </a:r>
          </a:p>
        </p:txBody>
      </p:sp>
      <p:sp>
        <p:nvSpPr>
          <p:cNvPr id="726089" name="Rectangle 73">
            <a:extLst>
              <a:ext uri="{FF2B5EF4-FFF2-40B4-BE49-F238E27FC236}">
                <a16:creationId xmlns:a16="http://schemas.microsoft.com/office/drawing/2014/main" id="{0B963D8F-6C7B-1C40-9D9E-2D5E02F39C08}"/>
              </a:ext>
            </a:extLst>
          </p:cNvPr>
          <p:cNvSpPr>
            <a:spLocks noChangeArrowheads="1"/>
          </p:cNvSpPr>
          <p:nvPr/>
        </p:nvSpPr>
        <p:spPr bwMode="auto">
          <a:xfrm>
            <a:off x="4691063" y="2768204"/>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42</a:t>
            </a:r>
          </a:p>
        </p:txBody>
      </p:sp>
      <p:sp>
        <p:nvSpPr>
          <p:cNvPr id="726090" name="Rectangle 74">
            <a:extLst>
              <a:ext uri="{FF2B5EF4-FFF2-40B4-BE49-F238E27FC236}">
                <a16:creationId xmlns:a16="http://schemas.microsoft.com/office/drawing/2014/main" id="{C45E515B-5CB6-6D42-B91C-C425ED9C9D38}"/>
              </a:ext>
            </a:extLst>
          </p:cNvPr>
          <p:cNvSpPr>
            <a:spLocks noChangeArrowheads="1"/>
          </p:cNvSpPr>
          <p:nvPr/>
        </p:nvSpPr>
        <p:spPr bwMode="auto">
          <a:xfrm>
            <a:off x="4907756" y="2767012"/>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43</a:t>
            </a:r>
          </a:p>
        </p:txBody>
      </p:sp>
      <p:sp>
        <p:nvSpPr>
          <p:cNvPr id="726091" name="Rectangle 75">
            <a:extLst>
              <a:ext uri="{FF2B5EF4-FFF2-40B4-BE49-F238E27FC236}">
                <a16:creationId xmlns:a16="http://schemas.microsoft.com/office/drawing/2014/main" id="{BFB322BB-058E-BC41-B9A5-F78976FB4869}"/>
              </a:ext>
            </a:extLst>
          </p:cNvPr>
          <p:cNvSpPr>
            <a:spLocks noChangeArrowheads="1"/>
          </p:cNvSpPr>
          <p:nvPr/>
        </p:nvSpPr>
        <p:spPr bwMode="auto">
          <a:xfrm>
            <a:off x="5124450" y="2765823"/>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44</a:t>
            </a:r>
          </a:p>
        </p:txBody>
      </p:sp>
      <p:sp>
        <p:nvSpPr>
          <p:cNvPr id="726092" name="Rectangle 76">
            <a:extLst>
              <a:ext uri="{FF2B5EF4-FFF2-40B4-BE49-F238E27FC236}">
                <a16:creationId xmlns:a16="http://schemas.microsoft.com/office/drawing/2014/main" id="{027AD30F-4261-424E-911E-B639A94168F1}"/>
              </a:ext>
            </a:extLst>
          </p:cNvPr>
          <p:cNvSpPr>
            <a:spLocks noChangeArrowheads="1"/>
          </p:cNvSpPr>
          <p:nvPr/>
        </p:nvSpPr>
        <p:spPr bwMode="auto">
          <a:xfrm>
            <a:off x="5341144" y="2764631"/>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45</a:t>
            </a:r>
          </a:p>
        </p:txBody>
      </p:sp>
      <p:sp>
        <p:nvSpPr>
          <p:cNvPr id="726093" name="Rectangle 77">
            <a:extLst>
              <a:ext uri="{FF2B5EF4-FFF2-40B4-BE49-F238E27FC236}">
                <a16:creationId xmlns:a16="http://schemas.microsoft.com/office/drawing/2014/main" id="{0FB49F32-ED5B-1945-A185-9BA5DDD0C0E1}"/>
              </a:ext>
            </a:extLst>
          </p:cNvPr>
          <p:cNvSpPr>
            <a:spLocks noChangeArrowheads="1"/>
          </p:cNvSpPr>
          <p:nvPr/>
        </p:nvSpPr>
        <p:spPr bwMode="auto">
          <a:xfrm>
            <a:off x="5557838" y="2763441"/>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46</a:t>
            </a:r>
          </a:p>
        </p:txBody>
      </p:sp>
      <p:sp>
        <p:nvSpPr>
          <p:cNvPr id="726094" name="Rectangle 78">
            <a:extLst>
              <a:ext uri="{FF2B5EF4-FFF2-40B4-BE49-F238E27FC236}">
                <a16:creationId xmlns:a16="http://schemas.microsoft.com/office/drawing/2014/main" id="{579A07AD-E708-C249-95D0-3EF2981FF486}"/>
              </a:ext>
            </a:extLst>
          </p:cNvPr>
          <p:cNvSpPr>
            <a:spLocks noChangeArrowheads="1"/>
          </p:cNvSpPr>
          <p:nvPr/>
        </p:nvSpPr>
        <p:spPr bwMode="auto">
          <a:xfrm>
            <a:off x="5774531" y="2762250"/>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47</a:t>
            </a:r>
          </a:p>
        </p:txBody>
      </p:sp>
      <p:sp>
        <p:nvSpPr>
          <p:cNvPr id="726095" name="Rectangle 79">
            <a:extLst>
              <a:ext uri="{FF2B5EF4-FFF2-40B4-BE49-F238E27FC236}">
                <a16:creationId xmlns:a16="http://schemas.microsoft.com/office/drawing/2014/main" id="{201B2BF5-B3F3-1146-B5E2-CD72B50727FE}"/>
              </a:ext>
            </a:extLst>
          </p:cNvPr>
          <p:cNvSpPr>
            <a:spLocks noChangeArrowheads="1"/>
          </p:cNvSpPr>
          <p:nvPr/>
        </p:nvSpPr>
        <p:spPr bwMode="auto">
          <a:xfrm>
            <a:off x="5991225" y="2761060"/>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48</a:t>
            </a:r>
          </a:p>
        </p:txBody>
      </p:sp>
      <p:sp>
        <p:nvSpPr>
          <p:cNvPr id="726096" name="Rectangle 80">
            <a:extLst>
              <a:ext uri="{FF2B5EF4-FFF2-40B4-BE49-F238E27FC236}">
                <a16:creationId xmlns:a16="http://schemas.microsoft.com/office/drawing/2014/main" id="{839BDCC4-2511-4441-9A05-C6437DF315A3}"/>
              </a:ext>
            </a:extLst>
          </p:cNvPr>
          <p:cNvSpPr>
            <a:spLocks noChangeArrowheads="1"/>
          </p:cNvSpPr>
          <p:nvPr/>
        </p:nvSpPr>
        <p:spPr bwMode="auto">
          <a:xfrm>
            <a:off x="6207919" y="2759869"/>
            <a:ext cx="161925" cy="215504"/>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49</a:t>
            </a:r>
          </a:p>
        </p:txBody>
      </p:sp>
      <p:sp>
        <p:nvSpPr>
          <p:cNvPr id="726097" name="Rectangle 81">
            <a:extLst>
              <a:ext uri="{FF2B5EF4-FFF2-40B4-BE49-F238E27FC236}">
                <a16:creationId xmlns:a16="http://schemas.microsoft.com/office/drawing/2014/main" id="{197F7EF5-9B33-0F4E-A8A2-A82D8E7798F4}"/>
              </a:ext>
            </a:extLst>
          </p:cNvPr>
          <p:cNvSpPr>
            <a:spLocks noChangeArrowheads="1"/>
          </p:cNvSpPr>
          <p:nvPr/>
        </p:nvSpPr>
        <p:spPr bwMode="auto">
          <a:xfrm>
            <a:off x="6424613" y="2758679"/>
            <a:ext cx="161925" cy="215503"/>
          </a:xfrm>
          <a:prstGeom prst="rect">
            <a:avLst/>
          </a:prstGeom>
          <a:solidFill>
            <a:srgbClr val="FFCC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50</a:t>
            </a:r>
          </a:p>
        </p:txBody>
      </p:sp>
      <p:sp>
        <p:nvSpPr>
          <p:cNvPr id="726098" name="Rectangle 82">
            <a:extLst>
              <a:ext uri="{FF2B5EF4-FFF2-40B4-BE49-F238E27FC236}">
                <a16:creationId xmlns:a16="http://schemas.microsoft.com/office/drawing/2014/main" id="{1A55F2EC-90AD-8743-A6F1-5F13E60F24DE}"/>
              </a:ext>
            </a:extLst>
          </p:cNvPr>
          <p:cNvSpPr>
            <a:spLocks noChangeArrowheads="1"/>
          </p:cNvSpPr>
          <p:nvPr/>
        </p:nvSpPr>
        <p:spPr bwMode="auto">
          <a:xfrm>
            <a:off x="6641306" y="2757487"/>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51</a:t>
            </a:r>
          </a:p>
        </p:txBody>
      </p:sp>
      <p:sp>
        <p:nvSpPr>
          <p:cNvPr id="726099" name="Rectangle 83">
            <a:extLst>
              <a:ext uri="{FF2B5EF4-FFF2-40B4-BE49-F238E27FC236}">
                <a16:creationId xmlns:a16="http://schemas.microsoft.com/office/drawing/2014/main" id="{CD2A5627-7700-224F-A41B-E54291A53B93}"/>
              </a:ext>
            </a:extLst>
          </p:cNvPr>
          <p:cNvSpPr>
            <a:spLocks noChangeArrowheads="1"/>
          </p:cNvSpPr>
          <p:nvPr/>
        </p:nvSpPr>
        <p:spPr bwMode="auto">
          <a:xfrm>
            <a:off x="6858000" y="2756298"/>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52</a:t>
            </a:r>
          </a:p>
        </p:txBody>
      </p:sp>
      <p:sp>
        <p:nvSpPr>
          <p:cNvPr id="726100" name="Rectangle 84">
            <a:extLst>
              <a:ext uri="{FF2B5EF4-FFF2-40B4-BE49-F238E27FC236}">
                <a16:creationId xmlns:a16="http://schemas.microsoft.com/office/drawing/2014/main" id="{ECDACB01-28F2-4649-A98D-F47CA51BC926}"/>
              </a:ext>
            </a:extLst>
          </p:cNvPr>
          <p:cNvSpPr>
            <a:spLocks noChangeArrowheads="1"/>
          </p:cNvSpPr>
          <p:nvPr/>
        </p:nvSpPr>
        <p:spPr bwMode="auto">
          <a:xfrm>
            <a:off x="7074694" y="2755106"/>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53</a:t>
            </a:r>
          </a:p>
        </p:txBody>
      </p:sp>
      <p:sp>
        <p:nvSpPr>
          <p:cNvPr id="726101" name="Rectangle 85">
            <a:extLst>
              <a:ext uri="{FF2B5EF4-FFF2-40B4-BE49-F238E27FC236}">
                <a16:creationId xmlns:a16="http://schemas.microsoft.com/office/drawing/2014/main" id="{D4D1BFF7-5C2B-7540-9AD6-FC1C5BBEB0CD}"/>
              </a:ext>
            </a:extLst>
          </p:cNvPr>
          <p:cNvSpPr>
            <a:spLocks noChangeArrowheads="1"/>
          </p:cNvSpPr>
          <p:nvPr/>
        </p:nvSpPr>
        <p:spPr bwMode="auto">
          <a:xfrm>
            <a:off x="7291388" y="2753916"/>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54</a:t>
            </a:r>
          </a:p>
        </p:txBody>
      </p:sp>
      <p:sp>
        <p:nvSpPr>
          <p:cNvPr id="726102" name="Rectangle 86">
            <a:extLst>
              <a:ext uri="{FF2B5EF4-FFF2-40B4-BE49-F238E27FC236}">
                <a16:creationId xmlns:a16="http://schemas.microsoft.com/office/drawing/2014/main" id="{F09A4E2B-78C3-B04E-AC8A-B4E31DB8D2BF}"/>
              </a:ext>
            </a:extLst>
          </p:cNvPr>
          <p:cNvSpPr>
            <a:spLocks noChangeArrowheads="1"/>
          </p:cNvSpPr>
          <p:nvPr/>
        </p:nvSpPr>
        <p:spPr bwMode="auto">
          <a:xfrm>
            <a:off x="7508081" y="2752725"/>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55</a:t>
            </a:r>
          </a:p>
        </p:txBody>
      </p:sp>
      <p:sp>
        <p:nvSpPr>
          <p:cNvPr id="726103" name="Rectangle 87">
            <a:extLst>
              <a:ext uri="{FF2B5EF4-FFF2-40B4-BE49-F238E27FC236}">
                <a16:creationId xmlns:a16="http://schemas.microsoft.com/office/drawing/2014/main" id="{F617D70D-6D5B-F44F-843D-F448600FCC4C}"/>
              </a:ext>
            </a:extLst>
          </p:cNvPr>
          <p:cNvSpPr>
            <a:spLocks noChangeArrowheads="1"/>
          </p:cNvSpPr>
          <p:nvPr/>
        </p:nvSpPr>
        <p:spPr bwMode="auto">
          <a:xfrm>
            <a:off x="7718822" y="2752725"/>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56</a:t>
            </a:r>
          </a:p>
        </p:txBody>
      </p:sp>
      <p:grpSp>
        <p:nvGrpSpPr>
          <p:cNvPr id="150610" name="Group 93">
            <a:extLst>
              <a:ext uri="{FF2B5EF4-FFF2-40B4-BE49-F238E27FC236}">
                <a16:creationId xmlns:a16="http://schemas.microsoft.com/office/drawing/2014/main" id="{3BD808B8-9230-664F-8600-71660A97D4A4}"/>
              </a:ext>
            </a:extLst>
          </p:cNvPr>
          <p:cNvGrpSpPr>
            <a:grpSpLocks/>
          </p:cNvGrpSpPr>
          <p:nvPr/>
        </p:nvGrpSpPr>
        <p:grpSpPr bwMode="auto">
          <a:xfrm>
            <a:off x="2608660" y="2994422"/>
            <a:ext cx="235744" cy="657225"/>
            <a:chOff x="1231" y="3150"/>
            <a:chExt cx="182" cy="272"/>
          </a:xfrm>
        </p:grpSpPr>
        <p:sp>
          <p:nvSpPr>
            <p:cNvPr id="726104" name="Line 88">
              <a:extLst>
                <a:ext uri="{FF2B5EF4-FFF2-40B4-BE49-F238E27FC236}">
                  <a16:creationId xmlns:a16="http://schemas.microsoft.com/office/drawing/2014/main" id="{F330A175-C8DE-5F49-BBFD-51D31C721D18}"/>
                </a:ext>
              </a:extLst>
            </p:cNvPr>
            <p:cNvSpPr>
              <a:spLocks noChangeShapeType="1"/>
            </p:cNvSpPr>
            <p:nvPr/>
          </p:nvSpPr>
          <p:spPr bwMode="auto">
            <a:xfrm flipV="1">
              <a:off x="1231" y="3150"/>
              <a:ext cx="0" cy="272"/>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6105" name="Line 89">
              <a:extLst>
                <a:ext uri="{FF2B5EF4-FFF2-40B4-BE49-F238E27FC236}">
                  <a16:creationId xmlns:a16="http://schemas.microsoft.com/office/drawing/2014/main" id="{40262D6B-830A-5943-9E63-411D08F5F510}"/>
                </a:ext>
              </a:extLst>
            </p:cNvPr>
            <p:cNvSpPr>
              <a:spLocks noChangeShapeType="1"/>
            </p:cNvSpPr>
            <p:nvPr/>
          </p:nvSpPr>
          <p:spPr bwMode="auto">
            <a:xfrm flipV="1">
              <a:off x="1413" y="3150"/>
              <a:ext cx="0" cy="272"/>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sp>
        <p:nvSpPr>
          <p:cNvPr id="726106" name="Text Box 90">
            <a:extLst>
              <a:ext uri="{FF2B5EF4-FFF2-40B4-BE49-F238E27FC236}">
                <a16:creationId xmlns:a16="http://schemas.microsoft.com/office/drawing/2014/main" id="{03FA9D24-16BE-3F4A-BF8D-6426BF231C50}"/>
              </a:ext>
            </a:extLst>
          </p:cNvPr>
          <p:cNvSpPr txBox="1">
            <a:spLocks noChangeArrowheads="1"/>
          </p:cNvSpPr>
          <p:nvPr/>
        </p:nvSpPr>
        <p:spPr bwMode="auto">
          <a:xfrm>
            <a:off x="2158059" y="3617119"/>
            <a:ext cx="1146469" cy="323165"/>
          </a:xfrm>
          <a:prstGeom prst="rect">
            <a:avLst/>
          </a:prstGeom>
          <a:solidFill>
            <a:srgbClr val="FFFF99"/>
          </a:solidFill>
          <a:ln w="9525">
            <a:solidFill>
              <a:schemeClr val="tx1"/>
            </a:solidFill>
            <a:miter lim="800000"/>
            <a:headEnd/>
            <a:tailEnd/>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Times New Roman" panose="02020603050405020304" pitchFamily="18" charset="0"/>
              </a:rPr>
              <a:t>未按序收到</a:t>
            </a:r>
          </a:p>
        </p:txBody>
      </p:sp>
      <p:sp>
        <p:nvSpPr>
          <p:cNvPr id="726107" name="AutoShape 91">
            <a:extLst>
              <a:ext uri="{FF2B5EF4-FFF2-40B4-BE49-F238E27FC236}">
                <a16:creationId xmlns:a16="http://schemas.microsoft.com/office/drawing/2014/main" id="{2ADFB734-CC9E-0D43-836A-E9ACFC7F6360}"/>
              </a:ext>
            </a:extLst>
          </p:cNvPr>
          <p:cNvSpPr>
            <a:spLocks/>
          </p:cNvSpPr>
          <p:nvPr/>
        </p:nvSpPr>
        <p:spPr bwMode="auto">
          <a:xfrm rot="5400000">
            <a:off x="5556052" y="298252"/>
            <a:ext cx="138113" cy="1889522"/>
          </a:xfrm>
          <a:prstGeom prst="leftBrace">
            <a:avLst>
              <a:gd name="adj1" fmla="val 114009"/>
              <a:gd name="adj2" fmla="val 50000"/>
            </a:avLst>
          </a:prstGeom>
          <a:no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26108" name="Text Box 92">
            <a:extLst>
              <a:ext uri="{FF2B5EF4-FFF2-40B4-BE49-F238E27FC236}">
                <a16:creationId xmlns:a16="http://schemas.microsoft.com/office/drawing/2014/main" id="{98AC823D-9FEB-134F-AA7C-6F8C7362110B}"/>
              </a:ext>
            </a:extLst>
          </p:cNvPr>
          <p:cNvSpPr txBox="1">
            <a:spLocks noChangeArrowheads="1"/>
          </p:cNvSpPr>
          <p:nvPr/>
        </p:nvSpPr>
        <p:spPr bwMode="auto">
          <a:xfrm>
            <a:off x="5166123" y="917973"/>
            <a:ext cx="95410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Times New Roman" panose="02020603050405020304" pitchFamily="18" charset="0"/>
              </a:rPr>
              <a:t>可用窗口</a:t>
            </a:r>
          </a:p>
        </p:txBody>
      </p:sp>
      <p:sp>
        <p:nvSpPr>
          <p:cNvPr id="726110" name="Text Box 94">
            <a:extLst>
              <a:ext uri="{FF2B5EF4-FFF2-40B4-BE49-F238E27FC236}">
                <a16:creationId xmlns:a16="http://schemas.microsoft.com/office/drawing/2014/main" id="{FC7E7EF4-A271-2C4D-B9E7-A2749C6DC5CE}"/>
              </a:ext>
            </a:extLst>
          </p:cNvPr>
          <p:cNvSpPr txBox="1">
            <a:spLocks noChangeArrowheads="1"/>
          </p:cNvSpPr>
          <p:nvPr/>
        </p:nvSpPr>
        <p:spPr bwMode="auto">
          <a:xfrm>
            <a:off x="2412207" y="139304"/>
            <a:ext cx="4212431" cy="507831"/>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en-US" altLang="zh-CN" sz="2700">
                <a:solidFill>
                  <a:schemeClr val="folHlink"/>
                </a:solidFill>
                <a:latin typeface="Arial" panose="020B0604020202020204" pitchFamily="34" charset="0"/>
              </a:rPr>
              <a:t>A </a:t>
            </a:r>
            <a:r>
              <a:rPr lang="zh-CN" altLang="en-US" sz="2700">
                <a:solidFill>
                  <a:schemeClr val="folHlink"/>
                </a:solidFill>
                <a:latin typeface="Arial" panose="020B0604020202020204" pitchFamily="34" charset="0"/>
              </a:rPr>
              <a:t>发送了 </a:t>
            </a:r>
            <a:r>
              <a:rPr lang="en-US" altLang="zh-CN" sz="2700">
                <a:solidFill>
                  <a:schemeClr val="folHlink"/>
                </a:solidFill>
                <a:latin typeface="Arial" panose="020B0604020202020204" pitchFamily="34" charset="0"/>
              </a:rPr>
              <a:t>11 </a:t>
            </a:r>
            <a:r>
              <a:rPr lang="zh-CN" altLang="en-US" sz="2700">
                <a:solidFill>
                  <a:schemeClr val="folHlink"/>
                </a:solidFill>
                <a:latin typeface="Arial" panose="020B0604020202020204" pitchFamily="34" charset="0"/>
              </a:rPr>
              <a:t>个字节的数据 </a:t>
            </a:r>
          </a:p>
        </p:txBody>
      </p:sp>
      <p:sp>
        <p:nvSpPr>
          <p:cNvPr id="726111" name="Text Box 95">
            <a:extLst>
              <a:ext uri="{FF2B5EF4-FFF2-40B4-BE49-F238E27FC236}">
                <a16:creationId xmlns:a16="http://schemas.microsoft.com/office/drawing/2014/main" id="{6D800F49-EC8F-4641-8B67-78A0BD88354A}"/>
              </a:ext>
            </a:extLst>
          </p:cNvPr>
          <p:cNvSpPr txBox="1">
            <a:spLocks noChangeArrowheads="1"/>
          </p:cNvSpPr>
          <p:nvPr/>
        </p:nvSpPr>
        <p:spPr bwMode="auto">
          <a:xfrm>
            <a:off x="1487092" y="4030266"/>
            <a:ext cx="6324167" cy="923330"/>
          </a:xfrm>
          <a:prstGeom prst="rect">
            <a:avLst/>
          </a:prstGeom>
          <a:solidFill>
            <a:srgbClr val="FFFF99"/>
          </a:solidFill>
          <a:ln w="9525">
            <a:solidFill>
              <a:schemeClr val="folHlink"/>
            </a:solidFill>
            <a:miter lim="800000"/>
            <a:headEnd/>
            <a:tailEnd/>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800">
                <a:solidFill>
                  <a:schemeClr val="folHlink"/>
                </a:solidFill>
                <a:latin typeface="Arial" panose="020B0604020202020204" pitchFamily="34" charset="0"/>
              </a:rPr>
              <a:t>P</a:t>
            </a:r>
            <a:r>
              <a:rPr lang="en-US" altLang="zh-CN" sz="1800" baseline="-25000">
                <a:solidFill>
                  <a:schemeClr val="folHlink"/>
                </a:solidFill>
                <a:latin typeface="Arial" panose="020B0604020202020204" pitchFamily="34" charset="0"/>
              </a:rPr>
              <a:t>3</a:t>
            </a:r>
            <a:r>
              <a:rPr lang="en-US" altLang="zh-CN" sz="1800">
                <a:solidFill>
                  <a:schemeClr val="folHlink"/>
                </a:solidFill>
                <a:latin typeface="Arial" panose="020B0604020202020204" pitchFamily="34" charset="0"/>
              </a:rPr>
              <a:t> – P</a:t>
            </a:r>
            <a:r>
              <a:rPr lang="en-US" altLang="zh-CN" sz="1800" baseline="-25000">
                <a:solidFill>
                  <a:schemeClr val="folHlink"/>
                </a:solidFill>
                <a:latin typeface="Arial" panose="020B0604020202020204" pitchFamily="34" charset="0"/>
              </a:rPr>
              <a:t>1</a:t>
            </a:r>
            <a:r>
              <a:rPr lang="en-US" altLang="zh-CN" sz="1800">
                <a:solidFill>
                  <a:schemeClr val="folHlink"/>
                </a:solidFill>
                <a:latin typeface="Arial" panose="020B0604020202020204" pitchFamily="34" charset="0"/>
              </a:rPr>
              <a:t> = A </a:t>
            </a:r>
            <a:r>
              <a:rPr lang="zh-CN" altLang="en-US" sz="1800">
                <a:solidFill>
                  <a:schemeClr val="folHlink"/>
                </a:solidFill>
                <a:latin typeface="Arial" panose="020B0604020202020204" pitchFamily="34" charset="0"/>
              </a:rPr>
              <a:t>的发送窗口（又称为通知窗口）</a:t>
            </a:r>
          </a:p>
          <a:p>
            <a:pPr eaLnBrk="1" hangingPunct="1">
              <a:defRPr/>
            </a:pPr>
            <a:r>
              <a:rPr lang="en-US" altLang="zh-CN" sz="1800">
                <a:solidFill>
                  <a:schemeClr val="folHlink"/>
                </a:solidFill>
                <a:latin typeface="Arial" panose="020B0604020202020204" pitchFamily="34" charset="0"/>
              </a:rPr>
              <a:t>P</a:t>
            </a:r>
            <a:r>
              <a:rPr lang="en-US" altLang="zh-CN" sz="1800" baseline="-25000">
                <a:solidFill>
                  <a:schemeClr val="folHlink"/>
                </a:solidFill>
                <a:latin typeface="Arial" panose="020B0604020202020204" pitchFamily="34" charset="0"/>
              </a:rPr>
              <a:t>2</a:t>
            </a:r>
            <a:r>
              <a:rPr lang="en-US" altLang="zh-CN" sz="1800">
                <a:solidFill>
                  <a:schemeClr val="folHlink"/>
                </a:solidFill>
                <a:latin typeface="Arial" panose="020B0604020202020204" pitchFamily="34" charset="0"/>
              </a:rPr>
              <a:t> – P</a:t>
            </a:r>
            <a:r>
              <a:rPr lang="en-US" altLang="zh-CN" sz="1800" baseline="-25000">
                <a:solidFill>
                  <a:schemeClr val="folHlink"/>
                </a:solidFill>
                <a:latin typeface="Arial" panose="020B0604020202020204" pitchFamily="34" charset="0"/>
              </a:rPr>
              <a:t>1</a:t>
            </a:r>
            <a:r>
              <a:rPr lang="en-US" altLang="zh-CN" sz="1800">
                <a:solidFill>
                  <a:schemeClr val="folHlink"/>
                </a:solidFill>
                <a:latin typeface="Arial" panose="020B0604020202020204" pitchFamily="34" charset="0"/>
              </a:rPr>
              <a:t> = </a:t>
            </a:r>
            <a:r>
              <a:rPr lang="zh-CN" altLang="en-US" sz="1800">
                <a:solidFill>
                  <a:schemeClr val="folHlink"/>
                </a:solidFill>
                <a:latin typeface="Arial" panose="020B0604020202020204" pitchFamily="34" charset="0"/>
              </a:rPr>
              <a:t>已发送但尚未收到确认的字节数</a:t>
            </a:r>
          </a:p>
          <a:p>
            <a:pPr eaLnBrk="1" hangingPunct="1">
              <a:defRPr/>
            </a:pPr>
            <a:r>
              <a:rPr lang="en-US" altLang="zh-CN" sz="1800">
                <a:solidFill>
                  <a:schemeClr val="folHlink"/>
                </a:solidFill>
                <a:latin typeface="Arial" panose="020B0604020202020204" pitchFamily="34" charset="0"/>
              </a:rPr>
              <a:t>P</a:t>
            </a:r>
            <a:r>
              <a:rPr lang="en-US" altLang="zh-CN" sz="1800" baseline="-25000">
                <a:solidFill>
                  <a:schemeClr val="folHlink"/>
                </a:solidFill>
                <a:latin typeface="Arial" panose="020B0604020202020204" pitchFamily="34" charset="0"/>
              </a:rPr>
              <a:t>3</a:t>
            </a:r>
            <a:r>
              <a:rPr lang="en-US" altLang="zh-CN" sz="1800">
                <a:solidFill>
                  <a:schemeClr val="folHlink"/>
                </a:solidFill>
                <a:latin typeface="Arial" panose="020B0604020202020204" pitchFamily="34" charset="0"/>
              </a:rPr>
              <a:t> – P</a:t>
            </a:r>
            <a:r>
              <a:rPr lang="en-US" altLang="zh-CN" sz="1800" baseline="-25000">
                <a:solidFill>
                  <a:schemeClr val="folHlink"/>
                </a:solidFill>
                <a:latin typeface="Arial" panose="020B0604020202020204" pitchFamily="34" charset="0"/>
              </a:rPr>
              <a:t>2</a:t>
            </a:r>
            <a:r>
              <a:rPr lang="en-US" altLang="zh-CN" sz="1800">
                <a:solidFill>
                  <a:schemeClr val="folHlink"/>
                </a:solidFill>
                <a:latin typeface="Arial" panose="020B0604020202020204" pitchFamily="34" charset="0"/>
              </a:rPr>
              <a:t> = </a:t>
            </a:r>
            <a:r>
              <a:rPr lang="zh-CN" altLang="en-US" sz="1800">
                <a:solidFill>
                  <a:schemeClr val="folHlink"/>
                </a:solidFill>
                <a:latin typeface="Arial" panose="020B0604020202020204" pitchFamily="34" charset="0"/>
              </a:rPr>
              <a:t>允许发送但尚未发送的字节数（又称为可用窗口） </a:t>
            </a:r>
          </a:p>
        </p:txBody>
      </p:sp>
      <p:sp>
        <p:nvSpPr>
          <p:cNvPr id="2" name="幻灯片编号占位符 1">
            <a:extLst>
              <a:ext uri="{FF2B5EF4-FFF2-40B4-BE49-F238E27FC236}">
                <a16:creationId xmlns:a16="http://schemas.microsoft.com/office/drawing/2014/main" id="{C3DFFDAF-ACE8-9949-9D7B-54AA0515E314}"/>
              </a:ext>
            </a:extLst>
          </p:cNvPr>
          <p:cNvSpPr>
            <a:spLocks noGrp="1"/>
          </p:cNvSpPr>
          <p:nvPr>
            <p:ph type="sldNum" sz="quarter" idx="10"/>
          </p:nvPr>
        </p:nvSpPr>
        <p:spPr>
          <a:xfrm>
            <a:off x="8698230" y="4832428"/>
            <a:ext cx="433864"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1C26F1F8-BEC1-554E-81AD-8EB533E71244}" type="slidenum">
              <a:rPr lang="en-US" altLang="zh-CN" sz="1050"/>
              <a:pPr>
                <a:defRPr/>
              </a:pPr>
              <a:t>66</a:t>
            </a:fld>
            <a:endParaRPr lang="en-US" altLang="zh-CN" sz="1050"/>
          </a:p>
        </p:txBody>
      </p:sp>
    </p:spTree>
    <p:extLst>
      <p:ext uri="{BB962C8B-B14F-4D97-AF65-F5344CB8AC3E}">
        <p14:creationId xmlns:p14="http://schemas.microsoft.com/office/powerpoint/2010/main" val="209725726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8068" name="Text Box 4">
            <a:extLst>
              <a:ext uri="{FF2B5EF4-FFF2-40B4-BE49-F238E27FC236}">
                <a16:creationId xmlns:a16="http://schemas.microsoft.com/office/drawing/2014/main" id="{BAC81FC4-F1ED-CA43-895A-BBA3114508F3}"/>
              </a:ext>
            </a:extLst>
          </p:cNvPr>
          <p:cNvSpPr txBox="1">
            <a:spLocks noChangeArrowheads="1"/>
          </p:cNvSpPr>
          <p:nvPr/>
        </p:nvSpPr>
        <p:spPr bwMode="auto">
          <a:xfrm>
            <a:off x="5016601" y="1884760"/>
            <a:ext cx="1915910"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允许发送但尚未发送</a:t>
            </a:r>
          </a:p>
        </p:txBody>
      </p:sp>
      <p:sp>
        <p:nvSpPr>
          <p:cNvPr id="728069" name="Text Box 5">
            <a:extLst>
              <a:ext uri="{FF2B5EF4-FFF2-40B4-BE49-F238E27FC236}">
                <a16:creationId xmlns:a16="http://schemas.microsoft.com/office/drawing/2014/main" id="{A2FAAE3A-333B-D440-A225-FE17EFCE15B1}"/>
              </a:ext>
            </a:extLst>
          </p:cNvPr>
          <p:cNvSpPr txBox="1">
            <a:spLocks noChangeArrowheads="1"/>
          </p:cNvSpPr>
          <p:nvPr/>
        </p:nvSpPr>
        <p:spPr bwMode="auto">
          <a:xfrm>
            <a:off x="4086225" y="1129904"/>
            <a:ext cx="2086405"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500">
                <a:solidFill>
                  <a:schemeClr val="folHlink"/>
                </a:solidFill>
                <a:latin typeface="Arial" panose="020B0604020202020204" pitchFamily="34" charset="0"/>
              </a:rPr>
              <a:t>A </a:t>
            </a:r>
            <a:r>
              <a:rPr lang="zh-CN" altLang="en-US" sz="1500">
                <a:solidFill>
                  <a:schemeClr val="folHlink"/>
                </a:solidFill>
                <a:latin typeface="Arial" panose="020B0604020202020204" pitchFamily="34" charset="0"/>
              </a:rPr>
              <a:t>的发送窗口向前滑动</a:t>
            </a:r>
          </a:p>
        </p:txBody>
      </p:sp>
      <p:sp>
        <p:nvSpPr>
          <p:cNvPr id="728070" name="Rectangle 6">
            <a:extLst>
              <a:ext uri="{FF2B5EF4-FFF2-40B4-BE49-F238E27FC236}">
                <a16:creationId xmlns:a16="http://schemas.microsoft.com/office/drawing/2014/main" id="{C8221CFD-FB6E-BA43-BDDB-51E8DB57BD17}"/>
              </a:ext>
            </a:extLst>
          </p:cNvPr>
          <p:cNvSpPr>
            <a:spLocks noChangeArrowheads="1"/>
          </p:cNvSpPr>
          <p:nvPr/>
        </p:nvSpPr>
        <p:spPr bwMode="auto">
          <a:xfrm>
            <a:off x="2924175" y="1420417"/>
            <a:ext cx="4343400" cy="486965"/>
          </a:xfrm>
          <a:prstGeom prst="rect">
            <a:avLst/>
          </a:prstGeom>
          <a:solidFill>
            <a:srgbClr val="99CCFF"/>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28071" name="Rectangle 7">
            <a:extLst>
              <a:ext uri="{FF2B5EF4-FFF2-40B4-BE49-F238E27FC236}">
                <a16:creationId xmlns:a16="http://schemas.microsoft.com/office/drawing/2014/main" id="{35D07800-6665-284A-84C9-788D199AC367}"/>
              </a:ext>
            </a:extLst>
          </p:cNvPr>
          <p:cNvSpPr>
            <a:spLocks noChangeArrowheads="1"/>
          </p:cNvSpPr>
          <p:nvPr/>
        </p:nvSpPr>
        <p:spPr bwMode="auto">
          <a:xfrm>
            <a:off x="1225154" y="1565673"/>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26</a:t>
            </a:r>
          </a:p>
        </p:txBody>
      </p:sp>
      <p:sp>
        <p:nvSpPr>
          <p:cNvPr id="728072" name="Rectangle 8">
            <a:extLst>
              <a:ext uri="{FF2B5EF4-FFF2-40B4-BE49-F238E27FC236}">
                <a16:creationId xmlns:a16="http://schemas.microsoft.com/office/drawing/2014/main" id="{B4E5DBDF-E519-6C42-8D59-903FAED8FB24}"/>
              </a:ext>
            </a:extLst>
          </p:cNvPr>
          <p:cNvSpPr>
            <a:spLocks noChangeArrowheads="1"/>
          </p:cNvSpPr>
          <p:nvPr/>
        </p:nvSpPr>
        <p:spPr bwMode="auto">
          <a:xfrm>
            <a:off x="1441847" y="1565673"/>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27</a:t>
            </a:r>
          </a:p>
        </p:txBody>
      </p:sp>
      <p:sp>
        <p:nvSpPr>
          <p:cNvPr id="728073" name="Rectangle 9">
            <a:extLst>
              <a:ext uri="{FF2B5EF4-FFF2-40B4-BE49-F238E27FC236}">
                <a16:creationId xmlns:a16="http://schemas.microsoft.com/office/drawing/2014/main" id="{C87B28BC-B9C2-764D-A7DE-F2699A86169D}"/>
              </a:ext>
            </a:extLst>
          </p:cNvPr>
          <p:cNvSpPr>
            <a:spLocks noChangeArrowheads="1"/>
          </p:cNvSpPr>
          <p:nvPr/>
        </p:nvSpPr>
        <p:spPr bwMode="auto">
          <a:xfrm>
            <a:off x="1658541" y="1565673"/>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28</a:t>
            </a:r>
          </a:p>
        </p:txBody>
      </p:sp>
      <p:sp>
        <p:nvSpPr>
          <p:cNvPr id="728074" name="Rectangle 10">
            <a:extLst>
              <a:ext uri="{FF2B5EF4-FFF2-40B4-BE49-F238E27FC236}">
                <a16:creationId xmlns:a16="http://schemas.microsoft.com/office/drawing/2014/main" id="{18F71E42-979C-9440-B497-A85329858CA7}"/>
              </a:ext>
            </a:extLst>
          </p:cNvPr>
          <p:cNvSpPr>
            <a:spLocks noChangeArrowheads="1"/>
          </p:cNvSpPr>
          <p:nvPr/>
        </p:nvSpPr>
        <p:spPr bwMode="auto">
          <a:xfrm>
            <a:off x="1875235" y="1565673"/>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29</a:t>
            </a:r>
          </a:p>
        </p:txBody>
      </p:sp>
      <p:sp>
        <p:nvSpPr>
          <p:cNvPr id="728075" name="Rectangle 11">
            <a:extLst>
              <a:ext uri="{FF2B5EF4-FFF2-40B4-BE49-F238E27FC236}">
                <a16:creationId xmlns:a16="http://schemas.microsoft.com/office/drawing/2014/main" id="{FFCF8803-C1CB-CD45-ADAF-1593C1E5AEFE}"/>
              </a:ext>
            </a:extLst>
          </p:cNvPr>
          <p:cNvSpPr>
            <a:spLocks noChangeArrowheads="1"/>
          </p:cNvSpPr>
          <p:nvPr/>
        </p:nvSpPr>
        <p:spPr bwMode="auto">
          <a:xfrm>
            <a:off x="2091929" y="1565673"/>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30</a:t>
            </a:r>
          </a:p>
        </p:txBody>
      </p:sp>
      <p:sp>
        <p:nvSpPr>
          <p:cNvPr id="728076" name="Rectangle 12">
            <a:extLst>
              <a:ext uri="{FF2B5EF4-FFF2-40B4-BE49-F238E27FC236}">
                <a16:creationId xmlns:a16="http://schemas.microsoft.com/office/drawing/2014/main" id="{6053CE2B-61CD-4141-84CA-19552F47517F}"/>
              </a:ext>
            </a:extLst>
          </p:cNvPr>
          <p:cNvSpPr>
            <a:spLocks noChangeArrowheads="1"/>
          </p:cNvSpPr>
          <p:nvPr/>
        </p:nvSpPr>
        <p:spPr bwMode="auto">
          <a:xfrm>
            <a:off x="2308622" y="1565673"/>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31</a:t>
            </a:r>
          </a:p>
        </p:txBody>
      </p:sp>
      <p:sp>
        <p:nvSpPr>
          <p:cNvPr id="728077" name="Rectangle 13">
            <a:extLst>
              <a:ext uri="{FF2B5EF4-FFF2-40B4-BE49-F238E27FC236}">
                <a16:creationId xmlns:a16="http://schemas.microsoft.com/office/drawing/2014/main" id="{00DBC120-3EC0-1740-8299-AB3BFB639934}"/>
              </a:ext>
            </a:extLst>
          </p:cNvPr>
          <p:cNvSpPr>
            <a:spLocks noChangeArrowheads="1"/>
          </p:cNvSpPr>
          <p:nvPr/>
        </p:nvSpPr>
        <p:spPr bwMode="auto">
          <a:xfrm>
            <a:off x="2525316" y="1565673"/>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32</a:t>
            </a:r>
          </a:p>
        </p:txBody>
      </p:sp>
      <p:sp>
        <p:nvSpPr>
          <p:cNvPr id="728078" name="Rectangle 14">
            <a:extLst>
              <a:ext uri="{FF2B5EF4-FFF2-40B4-BE49-F238E27FC236}">
                <a16:creationId xmlns:a16="http://schemas.microsoft.com/office/drawing/2014/main" id="{D75A975E-A4E7-1641-9C5E-A45A9FF57239}"/>
              </a:ext>
            </a:extLst>
          </p:cNvPr>
          <p:cNvSpPr>
            <a:spLocks noChangeArrowheads="1"/>
          </p:cNvSpPr>
          <p:nvPr/>
        </p:nvSpPr>
        <p:spPr bwMode="auto">
          <a:xfrm>
            <a:off x="2742010" y="1565673"/>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33</a:t>
            </a:r>
          </a:p>
        </p:txBody>
      </p:sp>
      <p:sp>
        <p:nvSpPr>
          <p:cNvPr id="728079" name="Rectangle 15">
            <a:extLst>
              <a:ext uri="{FF2B5EF4-FFF2-40B4-BE49-F238E27FC236}">
                <a16:creationId xmlns:a16="http://schemas.microsoft.com/office/drawing/2014/main" id="{3FD770BB-65C1-0242-BFE1-7B9A39BC0429}"/>
              </a:ext>
            </a:extLst>
          </p:cNvPr>
          <p:cNvSpPr>
            <a:spLocks noChangeArrowheads="1"/>
          </p:cNvSpPr>
          <p:nvPr/>
        </p:nvSpPr>
        <p:spPr bwMode="auto">
          <a:xfrm>
            <a:off x="2958704" y="1565673"/>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34</a:t>
            </a:r>
          </a:p>
        </p:txBody>
      </p:sp>
      <p:sp>
        <p:nvSpPr>
          <p:cNvPr id="728080" name="Rectangle 16">
            <a:extLst>
              <a:ext uri="{FF2B5EF4-FFF2-40B4-BE49-F238E27FC236}">
                <a16:creationId xmlns:a16="http://schemas.microsoft.com/office/drawing/2014/main" id="{026142B7-7307-C848-9C3B-4D58A8F52DFA}"/>
              </a:ext>
            </a:extLst>
          </p:cNvPr>
          <p:cNvSpPr>
            <a:spLocks noChangeArrowheads="1"/>
          </p:cNvSpPr>
          <p:nvPr/>
        </p:nvSpPr>
        <p:spPr bwMode="auto">
          <a:xfrm>
            <a:off x="3175397" y="1565673"/>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35</a:t>
            </a:r>
          </a:p>
        </p:txBody>
      </p:sp>
      <p:sp>
        <p:nvSpPr>
          <p:cNvPr id="728081" name="Rectangle 17">
            <a:extLst>
              <a:ext uri="{FF2B5EF4-FFF2-40B4-BE49-F238E27FC236}">
                <a16:creationId xmlns:a16="http://schemas.microsoft.com/office/drawing/2014/main" id="{A56B3ABC-CA17-5D4F-A043-3D7A8E110D1B}"/>
              </a:ext>
            </a:extLst>
          </p:cNvPr>
          <p:cNvSpPr>
            <a:spLocks noChangeArrowheads="1"/>
          </p:cNvSpPr>
          <p:nvPr/>
        </p:nvSpPr>
        <p:spPr bwMode="auto">
          <a:xfrm>
            <a:off x="3392091" y="1565673"/>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36</a:t>
            </a:r>
          </a:p>
        </p:txBody>
      </p:sp>
      <p:sp>
        <p:nvSpPr>
          <p:cNvPr id="728082" name="Rectangle 18">
            <a:extLst>
              <a:ext uri="{FF2B5EF4-FFF2-40B4-BE49-F238E27FC236}">
                <a16:creationId xmlns:a16="http://schemas.microsoft.com/office/drawing/2014/main" id="{A830D7A8-5093-9E43-8527-E08D16D15A3B}"/>
              </a:ext>
            </a:extLst>
          </p:cNvPr>
          <p:cNvSpPr>
            <a:spLocks noChangeArrowheads="1"/>
          </p:cNvSpPr>
          <p:nvPr/>
        </p:nvSpPr>
        <p:spPr bwMode="auto">
          <a:xfrm>
            <a:off x="3608785" y="1565673"/>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37</a:t>
            </a:r>
          </a:p>
        </p:txBody>
      </p:sp>
      <p:sp>
        <p:nvSpPr>
          <p:cNvPr id="728083" name="Rectangle 19">
            <a:extLst>
              <a:ext uri="{FF2B5EF4-FFF2-40B4-BE49-F238E27FC236}">
                <a16:creationId xmlns:a16="http://schemas.microsoft.com/office/drawing/2014/main" id="{89769DC1-02E1-AF44-9CCF-7E7CD59A341E}"/>
              </a:ext>
            </a:extLst>
          </p:cNvPr>
          <p:cNvSpPr>
            <a:spLocks noChangeArrowheads="1"/>
          </p:cNvSpPr>
          <p:nvPr/>
        </p:nvSpPr>
        <p:spPr bwMode="auto">
          <a:xfrm>
            <a:off x="3825479" y="1565673"/>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38</a:t>
            </a:r>
          </a:p>
        </p:txBody>
      </p:sp>
      <p:sp>
        <p:nvSpPr>
          <p:cNvPr id="728084" name="Rectangle 20">
            <a:extLst>
              <a:ext uri="{FF2B5EF4-FFF2-40B4-BE49-F238E27FC236}">
                <a16:creationId xmlns:a16="http://schemas.microsoft.com/office/drawing/2014/main" id="{9E2902A7-796D-D140-97EB-F2B5121A461E}"/>
              </a:ext>
            </a:extLst>
          </p:cNvPr>
          <p:cNvSpPr>
            <a:spLocks noChangeArrowheads="1"/>
          </p:cNvSpPr>
          <p:nvPr/>
        </p:nvSpPr>
        <p:spPr bwMode="auto">
          <a:xfrm>
            <a:off x="4042172" y="1565673"/>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39</a:t>
            </a:r>
          </a:p>
        </p:txBody>
      </p:sp>
      <p:sp>
        <p:nvSpPr>
          <p:cNvPr id="728085" name="Rectangle 21">
            <a:extLst>
              <a:ext uri="{FF2B5EF4-FFF2-40B4-BE49-F238E27FC236}">
                <a16:creationId xmlns:a16="http://schemas.microsoft.com/office/drawing/2014/main" id="{A99EC998-5AF3-A743-BA19-08EE5FB09031}"/>
              </a:ext>
            </a:extLst>
          </p:cNvPr>
          <p:cNvSpPr>
            <a:spLocks noChangeArrowheads="1"/>
          </p:cNvSpPr>
          <p:nvPr/>
        </p:nvSpPr>
        <p:spPr bwMode="auto">
          <a:xfrm>
            <a:off x="4258866" y="1565673"/>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40</a:t>
            </a:r>
          </a:p>
        </p:txBody>
      </p:sp>
      <p:sp>
        <p:nvSpPr>
          <p:cNvPr id="728086" name="Rectangle 22">
            <a:extLst>
              <a:ext uri="{FF2B5EF4-FFF2-40B4-BE49-F238E27FC236}">
                <a16:creationId xmlns:a16="http://schemas.microsoft.com/office/drawing/2014/main" id="{F46B81EB-730C-D445-BB84-76EF25550935}"/>
              </a:ext>
            </a:extLst>
          </p:cNvPr>
          <p:cNvSpPr>
            <a:spLocks noChangeArrowheads="1"/>
          </p:cNvSpPr>
          <p:nvPr/>
        </p:nvSpPr>
        <p:spPr bwMode="auto">
          <a:xfrm>
            <a:off x="4475560" y="1564481"/>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41</a:t>
            </a:r>
          </a:p>
        </p:txBody>
      </p:sp>
      <p:sp>
        <p:nvSpPr>
          <p:cNvPr id="728087" name="Rectangle 23">
            <a:extLst>
              <a:ext uri="{FF2B5EF4-FFF2-40B4-BE49-F238E27FC236}">
                <a16:creationId xmlns:a16="http://schemas.microsoft.com/office/drawing/2014/main" id="{CB6A693C-2D39-1B49-8CEC-C99D496E3EDE}"/>
              </a:ext>
            </a:extLst>
          </p:cNvPr>
          <p:cNvSpPr>
            <a:spLocks noChangeArrowheads="1"/>
          </p:cNvSpPr>
          <p:nvPr/>
        </p:nvSpPr>
        <p:spPr bwMode="auto">
          <a:xfrm>
            <a:off x="4692254"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42</a:t>
            </a:r>
          </a:p>
        </p:txBody>
      </p:sp>
      <p:sp>
        <p:nvSpPr>
          <p:cNvPr id="728088" name="Rectangle 24">
            <a:extLst>
              <a:ext uri="{FF2B5EF4-FFF2-40B4-BE49-F238E27FC236}">
                <a16:creationId xmlns:a16="http://schemas.microsoft.com/office/drawing/2014/main" id="{3C1EEAF9-EBA9-3B42-BF7D-DB4D2458C235}"/>
              </a:ext>
            </a:extLst>
          </p:cNvPr>
          <p:cNvSpPr>
            <a:spLocks noChangeArrowheads="1"/>
          </p:cNvSpPr>
          <p:nvPr/>
        </p:nvSpPr>
        <p:spPr bwMode="auto">
          <a:xfrm>
            <a:off x="4908947"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43</a:t>
            </a:r>
          </a:p>
        </p:txBody>
      </p:sp>
      <p:sp>
        <p:nvSpPr>
          <p:cNvPr id="728089" name="Rectangle 25">
            <a:extLst>
              <a:ext uri="{FF2B5EF4-FFF2-40B4-BE49-F238E27FC236}">
                <a16:creationId xmlns:a16="http://schemas.microsoft.com/office/drawing/2014/main" id="{AF343B46-C3D5-4F4D-BB34-953E53208602}"/>
              </a:ext>
            </a:extLst>
          </p:cNvPr>
          <p:cNvSpPr>
            <a:spLocks noChangeArrowheads="1"/>
          </p:cNvSpPr>
          <p:nvPr/>
        </p:nvSpPr>
        <p:spPr bwMode="auto">
          <a:xfrm>
            <a:off x="5125641"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44</a:t>
            </a:r>
          </a:p>
        </p:txBody>
      </p:sp>
      <p:sp>
        <p:nvSpPr>
          <p:cNvPr id="728090" name="Rectangle 26">
            <a:extLst>
              <a:ext uri="{FF2B5EF4-FFF2-40B4-BE49-F238E27FC236}">
                <a16:creationId xmlns:a16="http://schemas.microsoft.com/office/drawing/2014/main" id="{2BC2C4FA-11BF-144E-931A-E0A83BB15F97}"/>
              </a:ext>
            </a:extLst>
          </p:cNvPr>
          <p:cNvSpPr>
            <a:spLocks noChangeArrowheads="1"/>
          </p:cNvSpPr>
          <p:nvPr/>
        </p:nvSpPr>
        <p:spPr bwMode="auto">
          <a:xfrm>
            <a:off x="5342335"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45</a:t>
            </a:r>
          </a:p>
        </p:txBody>
      </p:sp>
      <p:sp>
        <p:nvSpPr>
          <p:cNvPr id="728091" name="Rectangle 27">
            <a:extLst>
              <a:ext uri="{FF2B5EF4-FFF2-40B4-BE49-F238E27FC236}">
                <a16:creationId xmlns:a16="http://schemas.microsoft.com/office/drawing/2014/main" id="{04B17ABE-CAA7-714F-BE4C-F91A19BA8B92}"/>
              </a:ext>
            </a:extLst>
          </p:cNvPr>
          <p:cNvSpPr>
            <a:spLocks noChangeArrowheads="1"/>
          </p:cNvSpPr>
          <p:nvPr/>
        </p:nvSpPr>
        <p:spPr bwMode="auto">
          <a:xfrm>
            <a:off x="5559029"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46</a:t>
            </a:r>
          </a:p>
        </p:txBody>
      </p:sp>
      <p:sp>
        <p:nvSpPr>
          <p:cNvPr id="728092" name="Rectangle 28">
            <a:extLst>
              <a:ext uri="{FF2B5EF4-FFF2-40B4-BE49-F238E27FC236}">
                <a16:creationId xmlns:a16="http://schemas.microsoft.com/office/drawing/2014/main" id="{1027C1E0-E2B3-6A48-9DF4-08D820FA09B1}"/>
              </a:ext>
            </a:extLst>
          </p:cNvPr>
          <p:cNvSpPr>
            <a:spLocks noChangeArrowheads="1"/>
          </p:cNvSpPr>
          <p:nvPr/>
        </p:nvSpPr>
        <p:spPr bwMode="auto">
          <a:xfrm>
            <a:off x="5775722"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47</a:t>
            </a:r>
          </a:p>
        </p:txBody>
      </p:sp>
      <p:sp>
        <p:nvSpPr>
          <p:cNvPr id="728093" name="Rectangle 29">
            <a:extLst>
              <a:ext uri="{FF2B5EF4-FFF2-40B4-BE49-F238E27FC236}">
                <a16:creationId xmlns:a16="http://schemas.microsoft.com/office/drawing/2014/main" id="{93B8CC42-49D2-3942-BE21-85441B5D5465}"/>
              </a:ext>
            </a:extLst>
          </p:cNvPr>
          <p:cNvSpPr>
            <a:spLocks noChangeArrowheads="1"/>
          </p:cNvSpPr>
          <p:nvPr/>
        </p:nvSpPr>
        <p:spPr bwMode="auto">
          <a:xfrm>
            <a:off x="5992416"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48</a:t>
            </a:r>
          </a:p>
        </p:txBody>
      </p:sp>
      <p:sp>
        <p:nvSpPr>
          <p:cNvPr id="728094" name="Rectangle 30">
            <a:extLst>
              <a:ext uri="{FF2B5EF4-FFF2-40B4-BE49-F238E27FC236}">
                <a16:creationId xmlns:a16="http://schemas.microsoft.com/office/drawing/2014/main" id="{6C2D1636-0D67-FC4B-918E-36315CCFEB6F}"/>
              </a:ext>
            </a:extLst>
          </p:cNvPr>
          <p:cNvSpPr>
            <a:spLocks noChangeArrowheads="1"/>
          </p:cNvSpPr>
          <p:nvPr/>
        </p:nvSpPr>
        <p:spPr bwMode="auto">
          <a:xfrm>
            <a:off x="6209110"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49</a:t>
            </a:r>
          </a:p>
        </p:txBody>
      </p:sp>
      <p:sp>
        <p:nvSpPr>
          <p:cNvPr id="728095" name="Rectangle 31">
            <a:extLst>
              <a:ext uri="{FF2B5EF4-FFF2-40B4-BE49-F238E27FC236}">
                <a16:creationId xmlns:a16="http://schemas.microsoft.com/office/drawing/2014/main" id="{DEDDDF48-B8D8-4944-9226-B0E52DEDA77B}"/>
              </a:ext>
            </a:extLst>
          </p:cNvPr>
          <p:cNvSpPr>
            <a:spLocks noChangeArrowheads="1"/>
          </p:cNvSpPr>
          <p:nvPr/>
        </p:nvSpPr>
        <p:spPr bwMode="auto">
          <a:xfrm>
            <a:off x="6425804"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50</a:t>
            </a:r>
          </a:p>
        </p:txBody>
      </p:sp>
      <p:sp>
        <p:nvSpPr>
          <p:cNvPr id="728096" name="Rectangle 32">
            <a:extLst>
              <a:ext uri="{FF2B5EF4-FFF2-40B4-BE49-F238E27FC236}">
                <a16:creationId xmlns:a16="http://schemas.microsoft.com/office/drawing/2014/main" id="{BD21B273-2EE7-EB48-8A2D-34F8B80968A7}"/>
              </a:ext>
            </a:extLst>
          </p:cNvPr>
          <p:cNvSpPr>
            <a:spLocks noChangeArrowheads="1"/>
          </p:cNvSpPr>
          <p:nvPr/>
        </p:nvSpPr>
        <p:spPr bwMode="auto">
          <a:xfrm>
            <a:off x="6642497"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51</a:t>
            </a:r>
          </a:p>
        </p:txBody>
      </p:sp>
      <p:sp>
        <p:nvSpPr>
          <p:cNvPr id="728097" name="Rectangle 33">
            <a:extLst>
              <a:ext uri="{FF2B5EF4-FFF2-40B4-BE49-F238E27FC236}">
                <a16:creationId xmlns:a16="http://schemas.microsoft.com/office/drawing/2014/main" id="{0DE3D381-DA4E-184E-B5F8-4621ECC80F00}"/>
              </a:ext>
            </a:extLst>
          </p:cNvPr>
          <p:cNvSpPr>
            <a:spLocks noChangeArrowheads="1"/>
          </p:cNvSpPr>
          <p:nvPr/>
        </p:nvSpPr>
        <p:spPr bwMode="auto">
          <a:xfrm>
            <a:off x="6859191"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52</a:t>
            </a:r>
          </a:p>
        </p:txBody>
      </p:sp>
      <p:sp>
        <p:nvSpPr>
          <p:cNvPr id="728098" name="Rectangle 34">
            <a:extLst>
              <a:ext uri="{FF2B5EF4-FFF2-40B4-BE49-F238E27FC236}">
                <a16:creationId xmlns:a16="http://schemas.microsoft.com/office/drawing/2014/main" id="{90C685D3-ADD4-9E49-95FC-26D617C4607F}"/>
              </a:ext>
            </a:extLst>
          </p:cNvPr>
          <p:cNvSpPr>
            <a:spLocks noChangeArrowheads="1"/>
          </p:cNvSpPr>
          <p:nvPr/>
        </p:nvSpPr>
        <p:spPr bwMode="auto">
          <a:xfrm>
            <a:off x="7075885" y="156448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53</a:t>
            </a:r>
          </a:p>
        </p:txBody>
      </p:sp>
      <p:sp>
        <p:nvSpPr>
          <p:cNvPr id="728099" name="Rectangle 35">
            <a:extLst>
              <a:ext uri="{FF2B5EF4-FFF2-40B4-BE49-F238E27FC236}">
                <a16:creationId xmlns:a16="http://schemas.microsoft.com/office/drawing/2014/main" id="{9CABAF4B-6E75-824A-A08A-427AB02FDC21}"/>
              </a:ext>
            </a:extLst>
          </p:cNvPr>
          <p:cNvSpPr>
            <a:spLocks noChangeArrowheads="1"/>
          </p:cNvSpPr>
          <p:nvPr/>
        </p:nvSpPr>
        <p:spPr bwMode="auto">
          <a:xfrm>
            <a:off x="7292579" y="1564481"/>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54</a:t>
            </a:r>
          </a:p>
        </p:txBody>
      </p:sp>
      <p:sp>
        <p:nvSpPr>
          <p:cNvPr id="728100" name="Rectangle 36">
            <a:extLst>
              <a:ext uri="{FF2B5EF4-FFF2-40B4-BE49-F238E27FC236}">
                <a16:creationId xmlns:a16="http://schemas.microsoft.com/office/drawing/2014/main" id="{CEEE50C5-A85A-854F-A5F6-A348B145F0D8}"/>
              </a:ext>
            </a:extLst>
          </p:cNvPr>
          <p:cNvSpPr>
            <a:spLocks noChangeArrowheads="1"/>
          </p:cNvSpPr>
          <p:nvPr/>
        </p:nvSpPr>
        <p:spPr bwMode="auto">
          <a:xfrm>
            <a:off x="7509272" y="1564481"/>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55</a:t>
            </a:r>
          </a:p>
        </p:txBody>
      </p:sp>
      <p:sp>
        <p:nvSpPr>
          <p:cNvPr id="728101" name="Text Box 37">
            <a:extLst>
              <a:ext uri="{FF2B5EF4-FFF2-40B4-BE49-F238E27FC236}">
                <a16:creationId xmlns:a16="http://schemas.microsoft.com/office/drawing/2014/main" id="{C3284C0C-D911-914F-9646-AB8FE886D217}"/>
              </a:ext>
            </a:extLst>
          </p:cNvPr>
          <p:cNvSpPr txBox="1">
            <a:spLocks noChangeArrowheads="1"/>
          </p:cNvSpPr>
          <p:nvPr/>
        </p:nvSpPr>
        <p:spPr bwMode="auto">
          <a:xfrm>
            <a:off x="1195626" y="1813323"/>
            <a:ext cx="1723549"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已发送并收到确认</a:t>
            </a:r>
          </a:p>
        </p:txBody>
      </p:sp>
      <p:sp>
        <p:nvSpPr>
          <p:cNvPr id="728102" name="Text Box 38">
            <a:extLst>
              <a:ext uri="{FF2B5EF4-FFF2-40B4-BE49-F238E27FC236}">
                <a16:creationId xmlns:a16="http://schemas.microsoft.com/office/drawing/2014/main" id="{76F8B608-7474-5B41-8930-BDAD8366847D}"/>
              </a:ext>
            </a:extLst>
          </p:cNvPr>
          <p:cNvSpPr txBox="1">
            <a:spLocks noChangeArrowheads="1"/>
          </p:cNvSpPr>
          <p:nvPr/>
        </p:nvSpPr>
        <p:spPr bwMode="auto">
          <a:xfrm>
            <a:off x="7296277" y="1775222"/>
            <a:ext cx="761747" cy="553998"/>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不允许</a:t>
            </a:r>
          </a:p>
          <a:p>
            <a:pPr algn="ctr" eaLnBrk="1" hangingPunct="1">
              <a:defRPr/>
            </a:pPr>
            <a:r>
              <a:rPr lang="zh-CN" altLang="en-US" sz="1500">
                <a:solidFill>
                  <a:schemeClr val="folHlink"/>
                </a:solidFill>
                <a:latin typeface="Arial" panose="020B0604020202020204" pitchFamily="34" charset="0"/>
              </a:rPr>
              <a:t>发送</a:t>
            </a:r>
          </a:p>
        </p:txBody>
      </p:sp>
      <p:sp>
        <p:nvSpPr>
          <p:cNvPr id="728103" name="Text Box 39">
            <a:extLst>
              <a:ext uri="{FF2B5EF4-FFF2-40B4-BE49-F238E27FC236}">
                <a16:creationId xmlns:a16="http://schemas.microsoft.com/office/drawing/2014/main" id="{B51A48F9-B8B3-BE41-8853-8082AC8BFB03}"/>
              </a:ext>
            </a:extLst>
          </p:cNvPr>
          <p:cNvSpPr txBox="1">
            <a:spLocks noChangeArrowheads="1"/>
          </p:cNvSpPr>
          <p:nvPr/>
        </p:nvSpPr>
        <p:spPr bwMode="auto">
          <a:xfrm>
            <a:off x="3208452" y="1912144"/>
            <a:ext cx="1338829" cy="553998"/>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已发送</a:t>
            </a:r>
          </a:p>
          <a:p>
            <a:pPr algn="ctr" eaLnBrk="1" hangingPunct="1">
              <a:defRPr/>
            </a:pPr>
            <a:r>
              <a:rPr lang="zh-CN" altLang="en-US" sz="1500">
                <a:solidFill>
                  <a:schemeClr val="folHlink"/>
                </a:solidFill>
                <a:latin typeface="Arial" panose="020B0604020202020204" pitchFamily="34" charset="0"/>
              </a:rPr>
              <a:t>但未收到确认</a:t>
            </a:r>
          </a:p>
        </p:txBody>
      </p:sp>
      <p:sp>
        <p:nvSpPr>
          <p:cNvPr id="728104" name="Rectangle 40">
            <a:extLst>
              <a:ext uri="{FF2B5EF4-FFF2-40B4-BE49-F238E27FC236}">
                <a16:creationId xmlns:a16="http://schemas.microsoft.com/office/drawing/2014/main" id="{070AEC85-A55A-724E-B6E9-01ACAF6EDF9B}"/>
              </a:ext>
            </a:extLst>
          </p:cNvPr>
          <p:cNvSpPr>
            <a:spLocks noChangeArrowheads="1"/>
          </p:cNvSpPr>
          <p:nvPr/>
        </p:nvSpPr>
        <p:spPr bwMode="auto">
          <a:xfrm>
            <a:off x="7720013" y="1564481"/>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56</a:t>
            </a:r>
          </a:p>
        </p:txBody>
      </p:sp>
      <p:sp>
        <p:nvSpPr>
          <p:cNvPr id="728106" name="Line 42">
            <a:extLst>
              <a:ext uri="{FF2B5EF4-FFF2-40B4-BE49-F238E27FC236}">
                <a16:creationId xmlns:a16="http://schemas.microsoft.com/office/drawing/2014/main" id="{2101EEB1-8C69-D443-8130-6BD9813E996D}"/>
              </a:ext>
            </a:extLst>
          </p:cNvPr>
          <p:cNvSpPr>
            <a:spLocks noChangeShapeType="1"/>
          </p:cNvSpPr>
          <p:nvPr/>
        </p:nvSpPr>
        <p:spPr bwMode="auto">
          <a:xfrm flipV="1">
            <a:off x="3032522" y="1799035"/>
            <a:ext cx="0" cy="432197"/>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8107" name="Text Box 43">
            <a:extLst>
              <a:ext uri="{FF2B5EF4-FFF2-40B4-BE49-F238E27FC236}">
                <a16:creationId xmlns:a16="http://schemas.microsoft.com/office/drawing/2014/main" id="{A9B481E4-4091-7A41-98E0-D6839A3F5109}"/>
              </a:ext>
            </a:extLst>
          </p:cNvPr>
          <p:cNvSpPr txBox="1">
            <a:spLocks noChangeArrowheads="1"/>
          </p:cNvSpPr>
          <p:nvPr/>
        </p:nvSpPr>
        <p:spPr bwMode="auto">
          <a:xfrm>
            <a:off x="2840207" y="2193132"/>
            <a:ext cx="383439" cy="323165"/>
          </a:xfrm>
          <a:prstGeom prst="rect">
            <a:avLst/>
          </a:prstGeom>
          <a:noFill/>
          <a:ln>
            <a:noFill/>
          </a:ln>
          <a:effectLst/>
        </p:spPr>
        <p:txBody>
          <a:bodyPr wrap="none">
            <a:spAutoFit/>
          </a:bodyPr>
          <a:lstStyle/>
          <a:p>
            <a:pPr algn="ctr" eaLnBrk="1" hangingPunct="1">
              <a:defRPr/>
            </a:pPr>
            <a:r>
              <a:rPr lang="en-US" altLang="zh-CN" sz="1500">
                <a:solidFill>
                  <a:schemeClr val="folHlink"/>
                </a:solidFill>
                <a:latin typeface="Arial" charset="0"/>
                <a:ea typeface="宋体" charset="-122"/>
              </a:rPr>
              <a:t>P</a:t>
            </a:r>
            <a:r>
              <a:rPr lang="en-US" altLang="zh-CN" sz="1500" baseline="-25000">
                <a:solidFill>
                  <a:schemeClr val="folHlink"/>
                </a:solidFill>
                <a:latin typeface="Arial" charset="0"/>
                <a:ea typeface="宋体" charset="-122"/>
              </a:rPr>
              <a:t>1</a:t>
            </a:r>
          </a:p>
        </p:txBody>
      </p:sp>
      <p:sp>
        <p:nvSpPr>
          <p:cNvPr id="728109" name="Line 45">
            <a:extLst>
              <a:ext uri="{FF2B5EF4-FFF2-40B4-BE49-F238E27FC236}">
                <a16:creationId xmlns:a16="http://schemas.microsoft.com/office/drawing/2014/main" id="{F6E32CB6-1D33-4646-AED5-48F5078E0A58}"/>
              </a:ext>
            </a:extLst>
          </p:cNvPr>
          <p:cNvSpPr>
            <a:spLocks noChangeShapeType="1"/>
          </p:cNvSpPr>
          <p:nvPr/>
        </p:nvSpPr>
        <p:spPr bwMode="auto">
          <a:xfrm flipV="1">
            <a:off x="4777979" y="1799035"/>
            <a:ext cx="0" cy="432197"/>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8110" name="Text Box 46">
            <a:extLst>
              <a:ext uri="{FF2B5EF4-FFF2-40B4-BE49-F238E27FC236}">
                <a16:creationId xmlns:a16="http://schemas.microsoft.com/office/drawing/2014/main" id="{EF767039-5FDD-4D44-9FEA-4029DB3C47FC}"/>
              </a:ext>
            </a:extLst>
          </p:cNvPr>
          <p:cNvSpPr txBox="1">
            <a:spLocks noChangeArrowheads="1"/>
          </p:cNvSpPr>
          <p:nvPr/>
        </p:nvSpPr>
        <p:spPr bwMode="auto">
          <a:xfrm>
            <a:off x="4627335" y="2193132"/>
            <a:ext cx="383439" cy="323165"/>
          </a:xfrm>
          <a:prstGeom prst="rect">
            <a:avLst/>
          </a:prstGeom>
          <a:noFill/>
          <a:ln>
            <a:noFill/>
          </a:ln>
          <a:effectLst/>
        </p:spPr>
        <p:txBody>
          <a:bodyPr wrap="none">
            <a:spAutoFit/>
          </a:bodyPr>
          <a:lstStyle/>
          <a:p>
            <a:pPr algn="ctr" eaLnBrk="1" hangingPunct="1">
              <a:defRPr/>
            </a:pPr>
            <a:r>
              <a:rPr lang="en-US" altLang="zh-CN" sz="1500">
                <a:solidFill>
                  <a:schemeClr val="folHlink"/>
                </a:solidFill>
                <a:latin typeface="Arial" charset="0"/>
                <a:ea typeface="宋体" charset="-122"/>
              </a:rPr>
              <a:t>P</a:t>
            </a:r>
            <a:r>
              <a:rPr lang="en-US" altLang="zh-CN" sz="1500" baseline="-25000">
                <a:solidFill>
                  <a:schemeClr val="folHlink"/>
                </a:solidFill>
                <a:latin typeface="Arial" charset="0"/>
                <a:ea typeface="宋体" charset="-122"/>
              </a:rPr>
              <a:t>2</a:t>
            </a:r>
          </a:p>
        </p:txBody>
      </p:sp>
      <p:sp>
        <p:nvSpPr>
          <p:cNvPr id="728112" name="Line 48">
            <a:extLst>
              <a:ext uri="{FF2B5EF4-FFF2-40B4-BE49-F238E27FC236}">
                <a16:creationId xmlns:a16="http://schemas.microsoft.com/office/drawing/2014/main" id="{FF416FB9-1AC9-9E40-A0B2-9DA289F0DAE6}"/>
              </a:ext>
            </a:extLst>
          </p:cNvPr>
          <p:cNvSpPr>
            <a:spLocks noChangeShapeType="1"/>
          </p:cNvSpPr>
          <p:nvPr/>
        </p:nvSpPr>
        <p:spPr bwMode="auto">
          <a:xfrm flipV="1">
            <a:off x="7374731" y="1799035"/>
            <a:ext cx="0" cy="432197"/>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8113" name="Text Box 49">
            <a:extLst>
              <a:ext uri="{FF2B5EF4-FFF2-40B4-BE49-F238E27FC236}">
                <a16:creationId xmlns:a16="http://schemas.microsoft.com/office/drawing/2014/main" id="{5CC7C0CC-2948-1B40-9198-1B1AEE07F36B}"/>
              </a:ext>
            </a:extLst>
          </p:cNvPr>
          <p:cNvSpPr txBox="1">
            <a:spLocks noChangeArrowheads="1"/>
          </p:cNvSpPr>
          <p:nvPr/>
        </p:nvSpPr>
        <p:spPr bwMode="auto">
          <a:xfrm>
            <a:off x="7214564" y="2193132"/>
            <a:ext cx="383439" cy="323165"/>
          </a:xfrm>
          <a:prstGeom prst="rect">
            <a:avLst/>
          </a:prstGeom>
          <a:noFill/>
          <a:ln>
            <a:noFill/>
          </a:ln>
          <a:effectLst/>
        </p:spPr>
        <p:txBody>
          <a:bodyPr wrap="none">
            <a:spAutoFit/>
          </a:bodyPr>
          <a:lstStyle/>
          <a:p>
            <a:pPr algn="ctr" eaLnBrk="1" hangingPunct="1">
              <a:defRPr/>
            </a:pPr>
            <a:r>
              <a:rPr lang="en-US" altLang="zh-CN" sz="1500">
                <a:solidFill>
                  <a:schemeClr val="folHlink"/>
                </a:solidFill>
                <a:latin typeface="Arial" charset="0"/>
                <a:ea typeface="宋体" charset="-122"/>
              </a:rPr>
              <a:t>P</a:t>
            </a:r>
            <a:r>
              <a:rPr lang="en-US" altLang="zh-CN" sz="1500" baseline="-25000">
                <a:solidFill>
                  <a:schemeClr val="folHlink"/>
                </a:solidFill>
                <a:latin typeface="Arial" charset="0"/>
                <a:ea typeface="宋体" charset="-122"/>
              </a:rPr>
              <a:t>3</a:t>
            </a:r>
          </a:p>
        </p:txBody>
      </p:sp>
      <p:sp>
        <p:nvSpPr>
          <p:cNvPr id="728114" name="Line 50">
            <a:extLst>
              <a:ext uri="{FF2B5EF4-FFF2-40B4-BE49-F238E27FC236}">
                <a16:creationId xmlns:a16="http://schemas.microsoft.com/office/drawing/2014/main" id="{52046D08-97EC-3F42-9B81-51797A617A18}"/>
              </a:ext>
            </a:extLst>
          </p:cNvPr>
          <p:cNvSpPr>
            <a:spLocks noChangeShapeType="1"/>
          </p:cNvSpPr>
          <p:nvPr/>
        </p:nvSpPr>
        <p:spPr bwMode="auto">
          <a:xfrm rot="16200000">
            <a:off x="6482954" y="919163"/>
            <a:ext cx="1190" cy="713185"/>
          </a:xfrm>
          <a:prstGeom prst="line">
            <a:avLst/>
          </a:prstGeom>
          <a:noFill/>
          <a:ln w="5715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8115" name="Text Box 51">
            <a:extLst>
              <a:ext uri="{FF2B5EF4-FFF2-40B4-BE49-F238E27FC236}">
                <a16:creationId xmlns:a16="http://schemas.microsoft.com/office/drawing/2014/main" id="{EDA80288-1358-7144-BB42-AAA63225267D}"/>
              </a:ext>
            </a:extLst>
          </p:cNvPr>
          <p:cNvSpPr txBox="1">
            <a:spLocks noChangeArrowheads="1"/>
          </p:cNvSpPr>
          <p:nvPr/>
        </p:nvSpPr>
        <p:spPr bwMode="auto">
          <a:xfrm>
            <a:off x="4545003" y="3882629"/>
            <a:ext cx="954107"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允许接收</a:t>
            </a:r>
          </a:p>
        </p:txBody>
      </p:sp>
      <p:sp>
        <p:nvSpPr>
          <p:cNvPr id="728116" name="Text Box 52">
            <a:extLst>
              <a:ext uri="{FF2B5EF4-FFF2-40B4-BE49-F238E27FC236}">
                <a16:creationId xmlns:a16="http://schemas.microsoft.com/office/drawing/2014/main" id="{021EDB98-A473-DB49-8C3D-0C7F3027EADC}"/>
              </a:ext>
            </a:extLst>
          </p:cNvPr>
          <p:cNvSpPr txBox="1">
            <a:spLocks noChangeArrowheads="1"/>
          </p:cNvSpPr>
          <p:nvPr/>
        </p:nvSpPr>
        <p:spPr bwMode="auto">
          <a:xfrm>
            <a:off x="4086225" y="3138488"/>
            <a:ext cx="2097049"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500">
                <a:solidFill>
                  <a:schemeClr val="folHlink"/>
                </a:solidFill>
                <a:latin typeface="Arial" panose="020B0604020202020204" pitchFamily="34" charset="0"/>
              </a:rPr>
              <a:t>B </a:t>
            </a:r>
            <a:r>
              <a:rPr lang="zh-CN" altLang="en-US" sz="1500">
                <a:solidFill>
                  <a:schemeClr val="folHlink"/>
                </a:solidFill>
                <a:latin typeface="Arial" panose="020B0604020202020204" pitchFamily="34" charset="0"/>
              </a:rPr>
              <a:t>的接收窗口向前滑动</a:t>
            </a:r>
          </a:p>
        </p:txBody>
      </p:sp>
      <p:sp>
        <p:nvSpPr>
          <p:cNvPr id="728117" name="Rectangle 53">
            <a:extLst>
              <a:ext uri="{FF2B5EF4-FFF2-40B4-BE49-F238E27FC236}">
                <a16:creationId xmlns:a16="http://schemas.microsoft.com/office/drawing/2014/main" id="{F191462D-1C68-6D43-838D-0E35573AA837}"/>
              </a:ext>
            </a:extLst>
          </p:cNvPr>
          <p:cNvSpPr>
            <a:spLocks noChangeArrowheads="1"/>
          </p:cNvSpPr>
          <p:nvPr/>
        </p:nvSpPr>
        <p:spPr bwMode="auto">
          <a:xfrm>
            <a:off x="2922985" y="3381375"/>
            <a:ext cx="4343400" cy="486966"/>
          </a:xfrm>
          <a:prstGeom prst="rect">
            <a:avLst/>
          </a:prstGeom>
          <a:solidFill>
            <a:srgbClr val="99CCFF"/>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28118" name="Rectangle 54">
            <a:extLst>
              <a:ext uri="{FF2B5EF4-FFF2-40B4-BE49-F238E27FC236}">
                <a16:creationId xmlns:a16="http://schemas.microsoft.com/office/drawing/2014/main" id="{2BA0EEB0-06D3-E846-B038-750AF2B1FFEB}"/>
              </a:ext>
            </a:extLst>
          </p:cNvPr>
          <p:cNvSpPr>
            <a:spLocks noChangeArrowheads="1"/>
          </p:cNvSpPr>
          <p:nvPr/>
        </p:nvSpPr>
        <p:spPr bwMode="auto">
          <a:xfrm>
            <a:off x="1223963" y="3526631"/>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26</a:t>
            </a:r>
          </a:p>
        </p:txBody>
      </p:sp>
      <p:sp>
        <p:nvSpPr>
          <p:cNvPr id="728119" name="Rectangle 55">
            <a:extLst>
              <a:ext uri="{FF2B5EF4-FFF2-40B4-BE49-F238E27FC236}">
                <a16:creationId xmlns:a16="http://schemas.microsoft.com/office/drawing/2014/main" id="{8F355F8D-45F3-6C43-8C5B-E0774C8D2216}"/>
              </a:ext>
            </a:extLst>
          </p:cNvPr>
          <p:cNvSpPr>
            <a:spLocks noChangeArrowheads="1"/>
          </p:cNvSpPr>
          <p:nvPr/>
        </p:nvSpPr>
        <p:spPr bwMode="auto">
          <a:xfrm>
            <a:off x="1440656" y="3526631"/>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27</a:t>
            </a:r>
          </a:p>
        </p:txBody>
      </p:sp>
      <p:sp>
        <p:nvSpPr>
          <p:cNvPr id="728120" name="Rectangle 56">
            <a:extLst>
              <a:ext uri="{FF2B5EF4-FFF2-40B4-BE49-F238E27FC236}">
                <a16:creationId xmlns:a16="http://schemas.microsoft.com/office/drawing/2014/main" id="{37414983-4213-9C47-9CA0-3445F0462407}"/>
              </a:ext>
            </a:extLst>
          </p:cNvPr>
          <p:cNvSpPr>
            <a:spLocks noChangeArrowheads="1"/>
          </p:cNvSpPr>
          <p:nvPr/>
        </p:nvSpPr>
        <p:spPr bwMode="auto">
          <a:xfrm>
            <a:off x="1657350" y="3526631"/>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28</a:t>
            </a:r>
          </a:p>
        </p:txBody>
      </p:sp>
      <p:sp>
        <p:nvSpPr>
          <p:cNvPr id="728121" name="Rectangle 57">
            <a:extLst>
              <a:ext uri="{FF2B5EF4-FFF2-40B4-BE49-F238E27FC236}">
                <a16:creationId xmlns:a16="http://schemas.microsoft.com/office/drawing/2014/main" id="{711F9211-44AD-CE40-8C35-557E3ED41916}"/>
              </a:ext>
            </a:extLst>
          </p:cNvPr>
          <p:cNvSpPr>
            <a:spLocks noChangeArrowheads="1"/>
          </p:cNvSpPr>
          <p:nvPr/>
        </p:nvSpPr>
        <p:spPr bwMode="auto">
          <a:xfrm>
            <a:off x="1874044" y="3526631"/>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29</a:t>
            </a:r>
          </a:p>
        </p:txBody>
      </p:sp>
      <p:sp>
        <p:nvSpPr>
          <p:cNvPr id="728122" name="Rectangle 58">
            <a:extLst>
              <a:ext uri="{FF2B5EF4-FFF2-40B4-BE49-F238E27FC236}">
                <a16:creationId xmlns:a16="http://schemas.microsoft.com/office/drawing/2014/main" id="{C4489560-EFBE-5D47-BD13-F02F25BEBFED}"/>
              </a:ext>
            </a:extLst>
          </p:cNvPr>
          <p:cNvSpPr>
            <a:spLocks noChangeArrowheads="1"/>
          </p:cNvSpPr>
          <p:nvPr/>
        </p:nvSpPr>
        <p:spPr bwMode="auto">
          <a:xfrm>
            <a:off x="2090738" y="3526631"/>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30</a:t>
            </a:r>
          </a:p>
        </p:txBody>
      </p:sp>
      <p:sp>
        <p:nvSpPr>
          <p:cNvPr id="728123" name="Rectangle 59">
            <a:extLst>
              <a:ext uri="{FF2B5EF4-FFF2-40B4-BE49-F238E27FC236}">
                <a16:creationId xmlns:a16="http://schemas.microsoft.com/office/drawing/2014/main" id="{5A4EDCC8-BB55-9E46-99C1-993BB2D007C0}"/>
              </a:ext>
            </a:extLst>
          </p:cNvPr>
          <p:cNvSpPr>
            <a:spLocks noChangeArrowheads="1"/>
          </p:cNvSpPr>
          <p:nvPr/>
        </p:nvSpPr>
        <p:spPr bwMode="auto">
          <a:xfrm>
            <a:off x="2307431" y="3526631"/>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31</a:t>
            </a:r>
          </a:p>
        </p:txBody>
      </p:sp>
      <p:sp>
        <p:nvSpPr>
          <p:cNvPr id="728124" name="Rectangle 60">
            <a:extLst>
              <a:ext uri="{FF2B5EF4-FFF2-40B4-BE49-F238E27FC236}">
                <a16:creationId xmlns:a16="http://schemas.microsoft.com/office/drawing/2014/main" id="{590721EC-C138-7249-8460-2DD00BD8A9A1}"/>
              </a:ext>
            </a:extLst>
          </p:cNvPr>
          <p:cNvSpPr>
            <a:spLocks noChangeArrowheads="1"/>
          </p:cNvSpPr>
          <p:nvPr/>
        </p:nvSpPr>
        <p:spPr bwMode="auto">
          <a:xfrm>
            <a:off x="2524125" y="3526631"/>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32</a:t>
            </a:r>
          </a:p>
        </p:txBody>
      </p:sp>
      <p:sp>
        <p:nvSpPr>
          <p:cNvPr id="728125" name="Rectangle 61">
            <a:extLst>
              <a:ext uri="{FF2B5EF4-FFF2-40B4-BE49-F238E27FC236}">
                <a16:creationId xmlns:a16="http://schemas.microsoft.com/office/drawing/2014/main" id="{8319F922-B88D-ED41-9554-2CCF8FA67E84}"/>
              </a:ext>
            </a:extLst>
          </p:cNvPr>
          <p:cNvSpPr>
            <a:spLocks noChangeArrowheads="1"/>
          </p:cNvSpPr>
          <p:nvPr/>
        </p:nvSpPr>
        <p:spPr bwMode="auto">
          <a:xfrm>
            <a:off x="2740819" y="3526631"/>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33</a:t>
            </a:r>
          </a:p>
        </p:txBody>
      </p:sp>
      <p:sp>
        <p:nvSpPr>
          <p:cNvPr id="728126" name="Rectangle 62">
            <a:extLst>
              <a:ext uri="{FF2B5EF4-FFF2-40B4-BE49-F238E27FC236}">
                <a16:creationId xmlns:a16="http://schemas.microsoft.com/office/drawing/2014/main" id="{E4DBA4B8-5C74-C941-B519-143727ABDF19}"/>
              </a:ext>
            </a:extLst>
          </p:cNvPr>
          <p:cNvSpPr>
            <a:spLocks noChangeArrowheads="1"/>
          </p:cNvSpPr>
          <p:nvPr/>
        </p:nvSpPr>
        <p:spPr bwMode="auto">
          <a:xfrm>
            <a:off x="2957513" y="352663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34</a:t>
            </a:r>
          </a:p>
        </p:txBody>
      </p:sp>
      <p:sp>
        <p:nvSpPr>
          <p:cNvPr id="728127" name="Rectangle 63">
            <a:extLst>
              <a:ext uri="{FF2B5EF4-FFF2-40B4-BE49-F238E27FC236}">
                <a16:creationId xmlns:a16="http://schemas.microsoft.com/office/drawing/2014/main" id="{DA1C4AB9-809B-1F47-BEDE-6A878454C2F5}"/>
              </a:ext>
            </a:extLst>
          </p:cNvPr>
          <p:cNvSpPr>
            <a:spLocks noChangeArrowheads="1"/>
          </p:cNvSpPr>
          <p:nvPr/>
        </p:nvSpPr>
        <p:spPr bwMode="auto">
          <a:xfrm>
            <a:off x="3174206" y="352663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35</a:t>
            </a:r>
          </a:p>
        </p:txBody>
      </p:sp>
      <p:sp>
        <p:nvSpPr>
          <p:cNvPr id="728128" name="Rectangle 64">
            <a:extLst>
              <a:ext uri="{FF2B5EF4-FFF2-40B4-BE49-F238E27FC236}">
                <a16:creationId xmlns:a16="http://schemas.microsoft.com/office/drawing/2014/main" id="{5919E996-56B2-1048-9F9D-BCECAD29BD0B}"/>
              </a:ext>
            </a:extLst>
          </p:cNvPr>
          <p:cNvSpPr>
            <a:spLocks noChangeArrowheads="1"/>
          </p:cNvSpPr>
          <p:nvPr/>
        </p:nvSpPr>
        <p:spPr bwMode="auto">
          <a:xfrm>
            <a:off x="3390900" y="352663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36</a:t>
            </a:r>
          </a:p>
        </p:txBody>
      </p:sp>
      <p:sp>
        <p:nvSpPr>
          <p:cNvPr id="728129" name="Rectangle 65">
            <a:extLst>
              <a:ext uri="{FF2B5EF4-FFF2-40B4-BE49-F238E27FC236}">
                <a16:creationId xmlns:a16="http://schemas.microsoft.com/office/drawing/2014/main" id="{44824611-2122-9D4E-8635-6F0BF9F9F46C}"/>
              </a:ext>
            </a:extLst>
          </p:cNvPr>
          <p:cNvSpPr>
            <a:spLocks noChangeArrowheads="1"/>
          </p:cNvSpPr>
          <p:nvPr/>
        </p:nvSpPr>
        <p:spPr bwMode="auto">
          <a:xfrm>
            <a:off x="3607594" y="3526631"/>
            <a:ext cx="161925" cy="215504"/>
          </a:xfrm>
          <a:prstGeom prst="rect">
            <a:avLst/>
          </a:prstGeom>
          <a:solidFill>
            <a:srgbClr val="CC9900"/>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37</a:t>
            </a:r>
          </a:p>
        </p:txBody>
      </p:sp>
      <p:sp>
        <p:nvSpPr>
          <p:cNvPr id="728130" name="Rectangle 66">
            <a:extLst>
              <a:ext uri="{FF2B5EF4-FFF2-40B4-BE49-F238E27FC236}">
                <a16:creationId xmlns:a16="http://schemas.microsoft.com/office/drawing/2014/main" id="{2FFCBC0A-C8CF-5548-BB2E-3DB8CA148625}"/>
              </a:ext>
            </a:extLst>
          </p:cNvPr>
          <p:cNvSpPr>
            <a:spLocks noChangeArrowheads="1"/>
          </p:cNvSpPr>
          <p:nvPr/>
        </p:nvSpPr>
        <p:spPr bwMode="auto">
          <a:xfrm>
            <a:off x="3824288" y="3526631"/>
            <a:ext cx="161925" cy="215504"/>
          </a:xfrm>
          <a:prstGeom prst="rect">
            <a:avLst/>
          </a:prstGeom>
          <a:solidFill>
            <a:srgbClr val="CC9900"/>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38</a:t>
            </a:r>
          </a:p>
        </p:txBody>
      </p:sp>
      <p:sp>
        <p:nvSpPr>
          <p:cNvPr id="728131" name="Rectangle 67">
            <a:extLst>
              <a:ext uri="{FF2B5EF4-FFF2-40B4-BE49-F238E27FC236}">
                <a16:creationId xmlns:a16="http://schemas.microsoft.com/office/drawing/2014/main" id="{C45753E0-6ADB-7645-8D90-DA37546FD4D9}"/>
              </a:ext>
            </a:extLst>
          </p:cNvPr>
          <p:cNvSpPr>
            <a:spLocks noChangeArrowheads="1"/>
          </p:cNvSpPr>
          <p:nvPr/>
        </p:nvSpPr>
        <p:spPr bwMode="auto">
          <a:xfrm>
            <a:off x="4040981" y="3526631"/>
            <a:ext cx="161925" cy="215504"/>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39</a:t>
            </a:r>
          </a:p>
        </p:txBody>
      </p:sp>
      <p:sp>
        <p:nvSpPr>
          <p:cNvPr id="728132" name="Rectangle 68">
            <a:extLst>
              <a:ext uri="{FF2B5EF4-FFF2-40B4-BE49-F238E27FC236}">
                <a16:creationId xmlns:a16="http://schemas.microsoft.com/office/drawing/2014/main" id="{B0FBDA6F-C173-7640-8257-5D705572CE87}"/>
              </a:ext>
            </a:extLst>
          </p:cNvPr>
          <p:cNvSpPr>
            <a:spLocks noChangeArrowheads="1"/>
          </p:cNvSpPr>
          <p:nvPr/>
        </p:nvSpPr>
        <p:spPr bwMode="auto">
          <a:xfrm>
            <a:off x="4257675" y="3526631"/>
            <a:ext cx="161925" cy="215504"/>
          </a:xfrm>
          <a:prstGeom prst="rect">
            <a:avLst/>
          </a:prstGeom>
          <a:solidFill>
            <a:srgbClr val="CC9900"/>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40</a:t>
            </a:r>
          </a:p>
        </p:txBody>
      </p:sp>
      <p:sp>
        <p:nvSpPr>
          <p:cNvPr id="728133" name="Rectangle 69">
            <a:extLst>
              <a:ext uri="{FF2B5EF4-FFF2-40B4-BE49-F238E27FC236}">
                <a16:creationId xmlns:a16="http://schemas.microsoft.com/office/drawing/2014/main" id="{0C8A0E3E-418B-C540-BD16-2EFD033B0490}"/>
              </a:ext>
            </a:extLst>
          </p:cNvPr>
          <p:cNvSpPr>
            <a:spLocks noChangeArrowheads="1"/>
          </p:cNvSpPr>
          <p:nvPr/>
        </p:nvSpPr>
        <p:spPr bwMode="auto">
          <a:xfrm>
            <a:off x="4474369"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41</a:t>
            </a:r>
          </a:p>
        </p:txBody>
      </p:sp>
      <p:sp>
        <p:nvSpPr>
          <p:cNvPr id="728134" name="Rectangle 70">
            <a:extLst>
              <a:ext uri="{FF2B5EF4-FFF2-40B4-BE49-F238E27FC236}">
                <a16:creationId xmlns:a16="http://schemas.microsoft.com/office/drawing/2014/main" id="{B1907D20-405F-624C-B16A-382CE94ADABB}"/>
              </a:ext>
            </a:extLst>
          </p:cNvPr>
          <p:cNvSpPr>
            <a:spLocks noChangeArrowheads="1"/>
          </p:cNvSpPr>
          <p:nvPr/>
        </p:nvSpPr>
        <p:spPr bwMode="auto">
          <a:xfrm>
            <a:off x="4691063"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42</a:t>
            </a:r>
          </a:p>
        </p:txBody>
      </p:sp>
      <p:sp>
        <p:nvSpPr>
          <p:cNvPr id="728135" name="Rectangle 71">
            <a:extLst>
              <a:ext uri="{FF2B5EF4-FFF2-40B4-BE49-F238E27FC236}">
                <a16:creationId xmlns:a16="http://schemas.microsoft.com/office/drawing/2014/main" id="{01E12B2A-ED76-2547-B8F2-C1D2D217D635}"/>
              </a:ext>
            </a:extLst>
          </p:cNvPr>
          <p:cNvSpPr>
            <a:spLocks noChangeArrowheads="1"/>
          </p:cNvSpPr>
          <p:nvPr/>
        </p:nvSpPr>
        <p:spPr bwMode="auto">
          <a:xfrm>
            <a:off x="4907756"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43</a:t>
            </a:r>
          </a:p>
        </p:txBody>
      </p:sp>
      <p:sp>
        <p:nvSpPr>
          <p:cNvPr id="728136" name="Rectangle 72">
            <a:extLst>
              <a:ext uri="{FF2B5EF4-FFF2-40B4-BE49-F238E27FC236}">
                <a16:creationId xmlns:a16="http://schemas.microsoft.com/office/drawing/2014/main" id="{CCE3AB46-DF8E-E44E-9D0E-E4371EB92B9A}"/>
              </a:ext>
            </a:extLst>
          </p:cNvPr>
          <p:cNvSpPr>
            <a:spLocks noChangeArrowheads="1"/>
          </p:cNvSpPr>
          <p:nvPr/>
        </p:nvSpPr>
        <p:spPr bwMode="auto">
          <a:xfrm>
            <a:off x="5124450"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44</a:t>
            </a:r>
          </a:p>
        </p:txBody>
      </p:sp>
      <p:sp>
        <p:nvSpPr>
          <p:cNvPr id="728137" name="Rectangle 73">
            <a:extLst>
              <a:ext uri="{FF2B5EF4-FFF2-40B4-BE49-F238E27FC236}">
                <a16:creationId xmlns:a16="http://schemas.microsoft.com/office/drawing/2014/main" id="{2955B348-5319-D240-8030-44A3B635AC96}"/>
              </a:ext>
            </a:extLst>
          </p:cNvPr>
          <p:cNvSpPr>
            <a:spLocks noChangeArrowheads="1"/>
          </p:cNvSpPr>
          <p:nvPr/>
        </p:nvSpPr>
        <p:spPr bwMode="auto">
          <a:xfrm>
            <a:off x="5341144"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45</a:t>
            </a:r>
          </a:p>
        </p:txBody>
      </p:sp>
      <p:sp>
        <p:nvSpPr>
          <p:cNvPr id="728138" name="Rectangle 74">
            <a:extLst>
              <a:ext uri="{FF2B5EF4-FFF2-40B4-BE49-F238E27FC236}">
                <a16:creationId xmlns:a16="http://schemas.microsoft.com/office/drawing/2014/main" id="{EFC8C97D-E348-014D-B4EC-616C6709664B}"/>
              </a:ext>
            </a:extLst>
          </p:cNvPr>
          <p:cNvSpPr>
            <a:spLocks noChangeArrowheads="1"/>
          </p:cNvSpPr>
          <p:nvPr/>
        </p:nvSpPr>
        <p:spPr bwMode="auto">
          <a:xfrm>
            <a:off x="5557838"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46</a:t>
            </a:r>
          </a:p>
        </p:txBody>
      </p:sp>
      <p:sp>
        <p:nvSpPr>
          <p:cNvPr id="728139" name="Rectangle 75">
            <a:extLst>
              <a:ext uri="{FF2B5EF4-FFF2-40B4-BE49-F238E27FC236}">
                <a16:creationId xmlns:a16="http://schemas.microsoft.com/office/drawing/2014/main" id="{0F422465-11FA-D344-B4C3-5234FB554D4B}"/>
              </a:ext>
            </a:extLst>
          </p:cNvPr>
          <p:cNvSpPr>
            <a:spLocks noChangeArrowheads="1"/>
          </p:cNvSpPr>
          <p:nvPr/>
        </p:nvSpPr>
        <p:spPr bwMode="auto">
          <a:xfrm>
            <a:off x="5774531"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47</a:t>
            </a:r>
          </a:p>
        </p:txBody>
      </p:sp>
      <p:sp>
        <p:nvSpPr>
          <p:cNvPr id="728140" name="Rectangle 76">
            <a:extLst>
              <a:ext uri="{FF2B5EF4-FFF2-40B4-BE49-F238E27FC236}">
                <a16:creationId xmlns:a16="http://schemas.microsoft.com/office/drawing/2014/main" id="{4F21FAD4-AB43-2B44-940F-9A78BE14CBF0}"/>
              </a:ext>
            </a:extLst>
          </p:cNvPr>
          <p:cNvSpPr>
            <a:spLocks noChangeArrowheads="1"/>
          </p:cNvSpPr>
          <p:nvPr/>
        </p:nvSpPr>
        <p:spPr bwMode="auto">
          <a:xfrm>
            <a:off x="5991225"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48</a:t>
            </a:r>
          </a:p>
        </p:txBody>
      </p:sp>
      <p:sp>
        <p:nvSpPr>
          <p:cNvPr id="728141" name="Rectangle 77">
            <a:extLst>
              <a:ext uri="{FF2B5EF4-FFF2-40B4-BE49-F238E27FC236}">
                <a16:creationId xmlns:a16="http://schemas.microsoft.com/office/drawing/2014/main" id="{86AD649D-67CB-7A45-96A7-D58585954688}"/>
              </a:ext>
            </a:extLst>
          </p:cNvPr>
          <p:cNvSpPr>
            <a:spLocks noChangeArrowheads="1"/>
          </p:cNvSpPr>
          <p:nvPr/>
        </p:nvSpPr>
        <p:spPr bwMode="auto">
          <a:xfrm>
            <a:off x="6207919"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49</a:t>
            </a:r>
          </a:p>
        </p:txBody>
      </p:sp>
      <p:sp>
        <p:nvSpPr>
          <p:cNvPr id="728142" name="Rectangle 78">
            <a:extLst>
              <a:ext uri="{FF2B5EF4-FFF2-40B4-BE49-F238E27FC236}">
                <a16:creationId xmlns:a16="http://schemas.microsoft.com/office/drawing/2014/main" id="{2F9A5F30-AB96-E04C-BCF3-D17D08D49440}"/>
              </a:ext>
            </a:extLst>
          </p:cNvPr>
          <p:cNvSpPr>
            <a:spLocks noChangeArrowheads="1"/>
          </p:cNvSpPr>
          <p:nvPr/>
        </p:nvSpPr>
        <p:spPr bwMode="auto">
          <a:xfrm>
            <a:off x="6424613"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50</a:t>
            </a:r>
          </a:p>
        </p:txBody>
      </p:sp>
      <p:sp>
        <p:nvSpPr>
          <p:cNvPr id="728143" name="Rectangle 79">
            <a:extLst>
              <a:ext uri="{FF2B5EF4-FFF2-40B4-BE49-F238E27FC236}">
                <a16:creationId xmlns:a16="http://schemas.microsoft.com/office/drawing/2014/main" id="{D1AC8A57-65CB-9D40-810F-B2B881A0A71F}"/>
              </a:ext>
            </a:extLst>
          </p:cNvPr>
          <p:cNvSpPr>
            <a:spLocks noChangeArrowheads="1"/>
          </p:cNvSpPr>
          <p:nvPr/>
        </p:nvSpPr>
        <p:spPr bwMode="auto">
          <a:xfrm>
            <a:off x="6641306"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51</a:t>
            </a:r>
          </a:p>
        </p:txBody>
      </p:sp>
      <p:sp>
        <p:nvSpPr>
          <p:cNvPr id="728144" name="Rectangle 80">
            <a:extLst>
              <a:ext uri="{FF2B5EF4-FFF2-40B4-BE49-F238E27FC236}">
                <a16:creationId xmlns:a16="http://schemas.microsoft.com/office/drawing/2014/main" id="{E59B11C1-3E05-0E4C-8353-80D372FD3E0D}"/>
              </a:ext>
            </a:extLst>
          </p:cNvPr>
          <p:cNvSpPr>
            <a:spLocks noChangeArrowheads="1"/>
          </p:cNvSpPr>
          <p:nvPr/>
        </p:nvSpPr>
        <p:spPr bwMode="auto">
          <a:xfrm>
            <a:off x="6858000"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52</a:t>
            </a:r>
          </a:p>
        </p:txBody>
      </p:sp>
      <p:sp>
        <p:nvSpPr>
          <p:cNvPr id="728145" name="Rectangle 81">
            <a:extLst>
              <a:ext uri="{FF2B5EF4-FFF2-40B4-BE49-F238E27FC236}">
                <a16:creationId xmlns:a16="http://schemas.microsoft.com/office/drawing/2014/main" id="{A2297882-B7BF-8649-BB40-D1A7DD7F6400}"/>
              </a:ext>
            </a:extLst>
          </p:cNvPr>
          <p:cNvSpPr>
            <a:spLocks noChangeArrowheads="1"/>
          </p:cNvSpPr>
          <p:nvPr/>
        </p:nvSpPr>
        <p:spPr bwMode="auto">
          <a:xfrm>
            <a:off x="7074694" y="3525441"/>
            <a:ext cx="161925" cy="215503"/>
          </a:xfrm>
          <a:prstGeom prst="rect">
            <a:avLst/>
          </a:prstGeom>
          <a:solidFill>
            <a:srgbClr val="FF99FF"/>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53</a:t>
            </a:r>
          </a:p>
        </p:txBody>
      </p:sp>
      <p:sp>
        <p:nvSpPr>
          <p:cNvPr id="728146" name="Rectangle 82">
            <a:extLst>
              <a:ext uri="{FF2B5EF4-FFF2-40B4-BE49-F238E27FC236}">
                <a16:creationId xmlns:a16="http://schemas.microsoft.com/office/drawing/2014/main" id="{4728E77D-9ADA-854B-8494-DB2170E779E6}"/>
              </a:ext>
            </a:extLst>
          </p:cNvPr>
          <p:cNvSpPr>
            <a:spLocks noChangeArrowheads="1"/>
          </p:cNvSpPr>
          <p:nvPr/>
        </p:nvSpPr>
        <p:spPr bwMode="auto">
          <a:xfrm>
            <a:off x="7291388" y="3525441"/>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54</a:t>
            </a:r>
          </a:p>
        </p:txBody>
      </p:sp>
      <p:sp>
        <p:nvSpPr>
          <p:cNvPr id="728147" name="Rectangle 83">
            <a:extLst>
              <a:ext uri="{FF2B5EF4-FFF2-40B4-BE49-F238E27FC236}">
                <a16:creationId xmlns:a16="http://schemas.microsoft.com/office/drawing/2014/main" id="{32669D25-EC69-6041-9806-F3D67699EE4F}"/>
              </a:ext>
            </a:extLst>
          </p:cNvPr>
          <p:cNvSpPr>
            <a:spLocks noChangeArrowheads="1"/>
          </p:cNvSpPr>
          <p:nvPr/>
        </p:nvSpPr>
        <p:spPr bwMode="auto">
          <a:xfrm>
            <a:off x="7508081" y="3525441"/>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55</a:t>
            </a:r>
          </a:p>
        </p:txBody>
      </p:sp>
      <p:sp>
        <p:nvSpPr>
          <p:cNvPr id="728148" name="Text Box 84">
            <a:extLst>
              <a:ext uri="{FF2B5EF4-FFF2-40B4-BE49-F238E27FC236}">
                <a16:creationId xmlns:a16="http://schemas.microsoft.com/office/drawing/2014/main" id="{060D4ED4-1B03-414A-B3D3-99F20A9121A4}"/>
              </a:ext>
            </a:extLst>
          </p:cNvPr>
          <p:cNvSpPr txBox="1">
            <a:spLocks noChangeArrowheads="1"/>
          </p:cNvSpPr>
          <p:nvPr/>
        </p:nvSpPr>
        <p:spPr bwMode="auto">
          <a:xfrm>
            <a:off x="1482975" y="3774281"/>
            <a:ext cx="1146469" cy="553998"/>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已发送确认</a:t>
            </a:r>
          </a:p>
          <a:p>
            <a:pPr algn="ctr" eaLnBrk="1" hangingPunct="1">
              <a:defRPr/>
            </a:pPr>
            <a:r>
              <a:rPr lang="zh-CN" altLang="en-US" sz="1500">
                <a:solidFill>
                  <a:schemeClr val="folHlink"/>
                </a:solidFill>
                <a:latin typeface="Arial" panose="020B0604020202020204" pitchFamily="34" charset="0"/>
              </a:rPr>
              <a:t>并交付主机</a:t>
            </a:r>
          </a:p>
        </p:txBody>
      </p:sp>
      <p:sp>
        <p:nvSpPr>
          <p:cNvPr id="728149" name="Text Box 85">
            <a:extLst>
              <a:ext uri="{FF2B5EF4-FFF2-40B4-BE49-F238E27FC236}">
                <a16:creationId xmlns:a16="http://schemas.microsoft.com/office/drawing/2014/main" id="{0D04994F-CB32-1A46-8C27-3AF364D18E0D}"/>
              </a:ext>
            </a:extLst>
          </p:cNvPr>
          <p:cNvSpPr txBox="1">
            <a:spLocks noChangeArrowheads="1"/>
          </p:cNvSpPr>
          <p:nvPr/>
        </p:nvSpPr>
        <p:spPr bwMode="auto">
          <a:xfrm>
            <a:off x="7246271" y="3774281"/>
            <a:ext cx="761747" cy="553998"/>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不允许</a:t>
            </a:r>
          </a:p>
          <a:p>
            <a:pPr algn="ctr" eaLnBrk="1" hangingPunct="1">
              <a:defRPr/>
            </a:pPr>
            <a:r>
              <a:rPr lang="zh-CN" altLang="en-US" sz="1500">
                <a:solidFill>
                  <a:schemeClr val="folHlink"/>
                </a:solidFill>
                <a:latin typeface="Arial" panose="020B0604020202020204" pitchFamily="34" charset="0"/>
              </a:rPr>
              <a:t>接收</a:t>
            </a:r>
          </a:p>
        </p:txBody>
      </p:sp>
      <p:sp>
        <p:nvSpPr>
          <p:cNvPr id="728150" name="Rectangle 86">
            <a:extLst>
              <a:ext uri="{FF2B5EF4-FFF2-40B4-BE49-F238E27FC236}">
                <a16:creationId xmlns:a16="http://schemas.microsoft.com/office/drawing/2014/main" id="{904FC29E-230A-004C-ADBB-A8789C3D1F5F}"/>
              </a:ext>
            </a:extLst>
          </p:cNvPr>
          <p:cNvSpPr>
            <a:spLocks noChangeArrowheads="1"/>
          </p:cNvSpPr>
          <p:nvPr/>
        </p:nvSpPr>
        <p:spPr bwMode="auto">
          <a:xfrm>
            <a:off x="7718822" y="3525441"/>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56</a:t>
            </a:r>
          </a:p>
        </p:txBody>
      </p:sp>
      <p:sp>
        <p:nvSpPr>
          <p:cNvPr id="728151" name="Line 87">
            <a:extLst>
              <a:ext uri="{FF2B5EF4-FFF2-40B4-BE49-F238E27FC236}">
                <a16:creationId xmlns:a16="http://schemas.microsoft.com/office/drawing/2014/main" id="{8EF0C5DE-DE51-2447-8EEA-FB1E82FD0E81}"/>
              </a:ext>
            </a:extLst>
          </p:cNvPr>
          <p:cNvSpPr>
            <a:spLocks noChangeShapeType="1"/>
          </p:cNvSpPr>
          <p:nvPr/>
        </p:nvSpPr>
        <p:spPr bwMode="auto">
          <a:xfrm rot="16200000">
            <a:off x="6429376" y="2917032"/>
            <a:ext cx="1190" cy="713184"/>
          </a:xfrm>
          <a:prstGeom prst="line">
            <a:avLst/>
          </a:prstGeom>
          <a:noFill/>
          <a:ln w="5715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8152" name="Text Box 88">
            <a:extLst>
              <a:ext uri="{FF2B5EF4-FFF2-40B4-BE49-F238E27FC236}">
                <a16:creationId xmlns:a16="http://schemas.microsoft.com/office/drawing/2014/main" id="{3320F21C-0115-DE40-8193-5D28A3804232}"/>
              </a:ext>
            </a:extLst>
          </p:cNvPr>
          <p:cNvSpPr txBox="1">
            <a:spLocks noChangeArrowheads="1"/>
          </p:cNvSpPr>
          <p:nvPr/>
        </p:nvSpPr>
        <p:spPr bwMode="auto">
          <a:xfrm>
            <a:off x="3458222" y="4211241"/>
            <a:ext cx="1146469" cy="323165"/>
          </a:xfrm>
          <a:prstGeom prst="rect">
            <a:avLst/>
          </a:prstGeom>
          <a:solidFill>
            <a:srgbClr val="FFFF99"/>
          </a:solidFill>
          <a:ln w="9525">
            <a:solidFill>
              <a:schemeClr val="tx1"/>
            </a:solidFill>
            <a:miter lim="800000"/>
            <a:headEnd/>
            <a:tailEnd/>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未按序收到</a:t>
            </a:r>
          </a:p>
        </p:txBody>
      </p:sp>
      <p:grpSp>
        <p:nvGrpSpPr>
          <p:cNvPr id="152659" name="Group 89">
            <a:extLst>
              <a:ext uri="{FF2B5EF4-FFF2-40B4-BE49-F238E27FC236}">
                <a16:creationId xmlns:a16="http://schemas.microsoft.com/office/drawing/2014/main" id="{2E421A2B-078E-D746-8F36-33DFDC102785}"/>
              </a:ext>
            </a:extLst>
          </p:cNvPr>
          <p:cNvGrpSpPr>
            <a:grpSpLocks/>
          </p:cNvGrpSpPr>
          <p:nvPr/>
        </p:nvGrpSpPr>
        <p:grpSpPr bwMode="auto">
          <a:xfrm>
            <a:off x="3694510" y="3750469"/>
            <a:ext cx="642938" cy="441722"/>
            <a:chOff x="2143" y="3150"/>
            <a:chExt cx="540" cy="272"/>
          </a:xfrm>
        </p:grpSpPr>
        <p:sp>
          <p:nvSpPr>
            <p:cNvPr id="728154" name="Line 90">
              <a:extLst>
                <a:ext uri="{FF2B5EF4-FFF2-40B4-BE49-F238E27FC236}">
                  <a16:creationId xmlns:a16="http://schemas.microsoft.com/office/drawing/2014/main" id="{2038CF4C-B698-7649-B929-99D3CCF1687C}"/>
                </a:ext>
              </a:extLst>
            </p:cNvPr>
            <p:cNvSpPr>
              <a:spLocks noChangeShapeType="1"/>
            </p:cNvSpPr>
            <p:nvPr/>
          </p:nvSpPr>
          <p:spPr bwMode="auto">
            <a:xfrm flipV="1">
              <a:off x="2143" y="3150"/>
              <a:ext cx="0" cy="27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8155" name="Line 91">
              <a:extLst>
                <a:ext uri="{FF2B5EF4-FFF2-40B4-BE49-F238E27FC236}">
                  <a16:creationId xmlns:a16="http://schemas.microsoft.com/office/drawing/2014/main" id="{121ABCF8-E2F7-5941-BE10-0C017363E39F}"/>
                </a:ext>
              </a:extLst>
            </p:cNvPr>
            <p:cNvSpPr>
              <a:spLocks noChangeShapeType="1"/>
            </p:cNvSpPr>
            <p:nvPr/>
          </p:nvSpPr>
          <p:spPr bwMode="auto">
            <a:xfrm flipV="1">
              <a:off x="2325" y="3150"/>
              <a:ext cx="0" cy="27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8156" name="Line 92">
              <a:extLst>
                <a:ext uri="{FF2B5EF4-FFF2-40B4-BE49-F238E27FC236}">
                  <a16:creationId xmlns:a16="http://schemas.microsoft.com/office/drawing/2014/main" id="{1842A013-7A52-1C4B-B413-AEE700114007}"/>
                </a:ext>
              </a:extLst>
            </p:cNvPr>
            <p:cNvSpPr>
              <a:spLocks noChangeShapeType="1"/>
            </p:cNvSpPr>
            <p:nvPr/>
          </p:nvSpPr>
          <p:spPr bwMode="auto">
            <a:xfrm flipV="1">
              <a:off x="2683" y="3150"/>
              <a:ext cx="0" cy="27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sp>
        <p:nvSpPr>
          <p:cNvPr id="728157" name="Text Box 93">
            <a:extLst>
              <a:ext uri="{FF2B5EF4-FFF2-40B4-BE49-F238E27FC236}">
                <a16:creationId xmlns:a16="http://schemas.microsoft.com/office/drawing/2014/main" id="{847DB59C-7306-AB47-BA02-989791FCDA30}"/>
              </a:ext>
            </a:extLst>
          </p:cNvPr>
          <p:cNvSpPr txBox="1">
            <a:spLocks noChangeArrowheads="1"/>
          </p:cNvSpPr>
          <p:nvPr/>
        </p:nvSpPr>
        <p:spPr bwMode="auto">
          <a:xfrm>
            <a:off x="2033587" y="192882"/>
            <a:ext cx="5467202" cy="461665"/>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2400">
                <a:solidFill>
                  <a:schemeClr val="folHlink"/>
                </a:solidFill>
                <a:latin typeface="Arial" panose="020B0604020202020204" pitchFamily="34" charset="0"/>
              </a:rPr>
              <a:t>A </a:t>
            </a:r>
            <a:r>
              <a:rPr lang="zh-CN" altLang="en-US" sz="2400">
                <a:solidFill>
                  <a:schemeClr val="folHlink"/>
                </a:solidFill>
                <a:latin typeface="Arial" panose="020B0604020202020204" pitchFamily="34" charset="0"/>
              </a:rPr>
              <a:t>收到新的确认号，发送窗口向前滑动 </a:t>
            </a:r>
          </a:p>
        </p:txBody>
      </p:sp>
      <p:sp>
        <p:nvSpPr>
          <p:cNvPr id="728158" name="Text Box 94">
            <a:extLst>
              <a:ext uri="{FF2B5EF4-FFF2-40B4-BE49-F238E27FC236}">
                <a16:creationId xmlns:a16="http://schemas.microsoft.com/office/drawing/2014/main" id="{9D8731B9-CA43-C548-905A-8B7E51638883}"/>
              </a:ext>
            </a:extLst>
          </p:cNvPr>
          <p:cNvSpPr txBox="1">
            <a:spLocks noChangeArrowheads="1"/>
          </p:cNvSpPr>
          <p:nvPr/>
        </p:nvSpPr>
        <p:spPr bwMode="auto">
          <a:xfrm>
            <a:off x="3119936" y="4569619"/>
            <a:ext cx="1915910" cy="553998"/>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先存下，等待缺少的</a:t>
            </a:r>
          </a:p>
          <a:p>
            <a:pPr algn="ctr" eaLnBrk="1" hangingPunct="1">
              <a:defRPr/>
            </a:pPr>
            <a:r>
              <a:rPr lang="zh-CN" altLang="en-US" sz="1500">
                <a:solidFill>
                  <a:schemeClr val="folHlink"/>
                </a:solidFill>
                <a:latin typeface="Arial" panose="020B0604020202020204" pitchFamily="34" charset="0"/>
              </a:rPr>
              <a:t>数据的到达</a:t>
            </a:r>
          </a:p>
        </p:txBody>
      </p:sp>
      <p:sp>
        <p:nvSpPr>
          <p:cNvPr id="2" name="幻灯片编号占位符 1">
            <a:extLst>
              <a:ext uri="{FF2B5EF4-FFF2-40B4-BE49-F238E27FC236}">
                <a16:creationId xmlns:a16="http://schemas.microsoft.com/office/drawing/2014/main" id="{18F4F7BA-6291-5847-9067-ED848D079F9B}"/>
              </a:ext>
            </a:extLst>
          </p:cNvPr>
          <p:cNvSpPr>
            <a:spLocks noGrp="1"/>
          </p:cNvSpPr>
          <p:nvPr>
            <p:ph type="sldNum" sz="quarter" idx="10"/>
          </p:nvPr>
        </p:nvSpPr>
        <p:spPr>
          <a:xfrm>
            <a:off x="8766810" y="4846618"/>
            <a:ext cx="365284"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88711E3-9C6B-E14B-B6AF-FD2BA76FC2FA}" type="slidenum">
              <a:rPr lang="en-US" altLang="zh-CN" sz="1050"/>
              <a:pPr>
                <a:defRPr/>
              </a:pPr>
              <a:t>67</a:t>
            </a:fld>
            <a:endParaRPr lang="en-US" altLang="zh-CN" sz="1050"/>
          </a:p>
        </p:txBody>
      </p:sp>
    </p:spTree>
    <p:extLst>
      <p:ext uri="{BB962C8B-B14F-4D97-AF65-F5344CB8AC3E}">
        <p14:creationId xmlns:p14="http://schemas.microsoft.com/office/powerpoint/2010/main" val="237992817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9092" name="Text Box 4">
            <a:extLst>
              <a:ext uri="{FF2B5EF4-FFF2-40B4-BE49-F238E27FC236}">
                <a16:creationId xmlns:a16="http://schemas.microsoft.com/office/drawing/2014/main" id="{A0F13351-A13B-4D4B-B942-C0BF223F0744}"/>
              </a:ext>
            </a:extLst>
          </p:cNvPr>
          <p:cNvSpPr txBox="1">
            <a:spLocks noChangeArrowheads="1"/>
          </p:cNvSpPr>
          <p:nvPr/>
        </p:nvSpPr>
        <p:spPr bwMode="auto">
          <a:xfrm>
            <a:off x="7296277" y="1916906"/>
            <a:ext cx="761747" cy="553998"/>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不允许</a:t>
            </a:r>
          </a:p>
          <a:p>
            <a:pPr algn="ctr" eaLnBrk="1" hangingPunct="1">
              <a:defRPr/>
            </a:pPr>
            <a:r>
              <a:rPr lang="zh-CN" altLang="en-US" sz="1500">
                <a:solidFill>
                  <a:schemeClr val="folHlink"/>
                </a:solidFill>
                <a:latin typeface="Arial" panose="020B0604020202020204" pitchFamily="34" charset="0"/>
              </a:rPr>
              <a:t>发送</a:t>
            </a:r>
          </a:p>
        </p:txBody>
      </p:sp>
      <p:sp>
        <p:nvSpPr>
          <p:cNvPr id="729093" name="Text Box 5">
            <a:extLst>
              <a:ext uri="{FF2B5EF4-FFF2-40B4-BE49-F238E27FC236}">
                <a16:creationId xmlns:a16="http://schemas.microsoft.com/office/drawing/2014/main" id="{8E64CBF7-31A5-824F-A38D-7CEAFA795E79}"/>
              </a:ext>
            </a:extLst>
          </p:cNvPr>
          <p:cNvSpPr txBox="1">
            <a:spLocks noChangeArrowheads="1"/>
          </p:cNvSpPr>
          <p:nvPr/>
        </p:nvSpPr>
        <p:spPr bwMode="auto">
          <a:xfrm>
            <a:off x="1195626" y="1950244"/>
            <a:ext cx="1723549"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500">
                <a:solidFill>
                  <a:schemeClr val="folHlink"/>
                </a:solidFill>
                <a:latin typeface="Arial" panose="020B0604020202020204" pitchFamily="34" charset="0"/>
              </a:rPr>
              <a:t>已发送并收到确认</a:t>
            </a:r>
          </a:p>
        </p:txBody>
      </p:sp>
      <p:sp>
        <p:nvSpPr>
          <p:cNvPr id="729094" name="Text Box 6">
            <a:extLst>
              <a:ext uri="{FF2B5EF4-FFF2-40B4-BE49-F238E27FC236}">
                <a16:creationId xmlns:a16="http://schemas.microsoft.com/office/drawing/2014/main" id="{64FCCB6C-FD15-2B40-954A-B2E229106D7B}"/>
              </a:ext>
            </a:extLst>
          </p:cNvPr>
          <p:cNvSpPr txBox="1">
            <a:spLocks noChangeArrowheads="1"/>
          </p:cNvSpPr>
          <p:nvPr/>
        </p:nvSpPr>
        <p:spPr bwMode="auto">
          <a:xfrm>
            <a:off x="3707607" y="1291829"/>
            <a:ext cx="3048207" cy="323165"/>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500">
                <a:solidFill>
                  <a:schemeClr val="folHlink"/>
                </a:solidFill>
                <a:latin typeface="Arial" panose="020B0604020202020204" pitchFamily="34" charset="0"/>
              </a:rPr>
              <a:t>A </a:t>
            </a:r>
            <a:r>
              <a:rPr lang="zh-CN" altLang="en-US" sz="1500">
                <a:solidFill>
                  <a:schemeClr val="folHlink"/>
                </a:solidFill>
                <a:latin typeface="Arial" panose="020B0604020202020204" pitchFamily="34" charset="0"/>
              </a:rPr>
              <a:t>的发送窗口已满，有效窗口为零</a:t>
            </a:r>
          </a:p>
        </p:txBody>
      </p:sp>
      <p:sp>
        <p:nvSpPr>
          <p:cNvPr id="729095" name="Rectangle 7">
            <a:extLst>
              <a:ext uri="{FF2B5EF4-FFF2-40B4-BE49-F238E27FC236}">
                <a16:creationId xmlns:a16="http://schemas.microsoft.com/office/drawing/2014/main" id="{A74F74BE-BBC5-5942-AE5F-FD2E8C015C89}"/>
              </a:ext>
            </a:extLst>
          </p:cNvPr>
          <p:cNvSpPr>
            <a:spLocks noChangeArrowheads="1"/>
          </p:cNvSpPr>
          <p:nvPr/>
        </p:nvSpPr>
        <p:spPr bwMode="auto">
          <a:xfrm>
            <a:off x="2924175" y="1581150"/>
            <a:ext cx="4343400" cy="486966"/>
          </a:xfrm>
          <a:prstGeom prst="rect">
            <a:avLst/>
          </a:prstGeom>
          <a:solidFill>
            <a:srgbClr val="99CCFF"/>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29096" name="Rectangle 8">
            <a:extLst>
              <a:ext uri="{FF2B5EF4-FFF2-40B4-BE49-F238E27FC236}">
                <a16:creationId xmlns:a16="http://schemas.microsoft.com/office/drawing/2014/main" id="{4FFF8BD4-ABF4-7C4D-AD1A-BAA9C9B02BDD}"/>
              </a:ext>
            </a:extLst>
          </p:cNvPr>
          <p:cNvSpPr>
            <a:spLocks noChangeArrowheads="1"/>
          </p:cNvSpPr>
          <p:nvPr/>
        </p:nvSpPr>
        <p:spPr bwMode="auto">
          <a:xfrm>
            <a:off x="1225154" y="1743075"/>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26</a:t>
            </a:r>
          </a:p>
        </p:txBody>
      </p:sp>
      <p:sp>
        <p:nvSpPr>
          <p:cNvPr id="729097" name="Rectangle 9">
            <a:extLst>
              <a:ext uri="{FF2B5EF4-FFF2-40B4-BE49-F238E27FC236}">
                <a16:creationId xmlns:a16="http://schemas.microsoft.com/office/drawing/2014/main" id="{3E2EA373-CF69-A943-8C80-25681838E4E7}"/>
              </a:ext>
            </a:extLst>
          </p:cNvPr>
          <p:cNvSpPr>
            <a:spLocks noChangeArrowheads="1"/>
          </p:cNvSpPr>
          <p:nvPr/>
        </p:nvSpPr>
        <p:spPr bwMode="auto">
          <a:xfrm>
            <a:off x="1441847" y="1741885"/>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27</a:t>
            </a:r>
          </a:p>
        </p:txBody>
      </p:sp>
      <p:sp>
        <p:nvSpPr>
          <p:cNvPr id="729098" name="Rectangle 10">
            <a:extLst>
              <a:ext uri="{FF2B5EF4-FFF2-40B4-BE49-F238E27FC236}">
                <a16:creationId xmlns:a16="http://schemas.microsoft.com/office/drawing/2014/main" id="{C06922E3-D4DA-014F-8A62-52475E8131D5}"/>
              </a:ext>
            </a:extLst>
          </p:cNvPr>
          <p:cNvSpPr>
            <a:spLocks noChangeArrowheads="1"/>
          </p:cNvSpPr>
          <p:nvPr/>
        </p:nvSpPr>
        <p:spPr bwMode="auto">
          <a:xfrm>
            <a:off x="1658541" y="1740694"/>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28</a:t>
            </a:r>
          </a:p>
        </p:txBody>
      </p:sp>
      <p:sp>
        <p:nvSpPr>
          <p:cNvPr id="729099" name="Rectangle 11">
            <a:extLst>
              <a:ext uri="{FF2B5EF4-FFF2-40B4-BE49-F238E27FC236}">
                <a16:creationId xmlns:a16="http://schemas.microsoft.com/office/drawing/2014/main" id="{E2F7BF35-940E-8343-8F5F-C9C97FC7C287}"/>
              </a:ext>
            </a:extLst>
          </p:cNvPr>
          <p:cNvSpPr>
            <a:spLocks noChangeArrowheads="1"/>
          </p:cNvSpPr>
          <p:nvPr/>
        </p:nvSpPr>
        <p:spPr bwMode="auto">
          <a:xfrm>
            <a:off x="1875235" y="1739504"/>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29</a:t>
            </a:r>
          </a:p>
        </p:txBody>
      </p:sp>
      <p:sp>
        <p:nvSpPr>
          <p:cNvPr id="729100" name="Rectangle 12">
            <a:extLst>
              <a:ext uri="{FF2B5EF4-FFF2-40B4-BE49-F238E27FC236}">
                <a16:creationId xmlns:a16="http://schemas.microsoft.com/office/drawing/2014/main" id="{4F27567E-DE59-5041-920D-B63911A06FD0}"/>
              </a:ext>
            </a:extLst>
          </p:cNvPr>
          <p:cNvSpPr>
            <a:spLocks noChangeArrowheads="1"/>
          </p:cNvSpPr>
          <p:nvPr/>
        </p:nvSpPr>
        <p:spPr bwMode="auto">
          <a:xfrm>
            <a:off x="2091929" y="1738312"/>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30</a:t>
            </a:r>
          </a:p>
        </p:txBody>
      </p:sp>
      <p:sp>
        <p:nvSpPr>
          <p:cNvPr id="729101" name="Rectangle 13">
            <a:extLst>
              <a:ext uri="{FF2B5EF4-FFF2-40B4-BE49-F238E27FC236}">
                <a16:creationId xmlns:a16="http://schemas.microsoft.com/office/drawing/2014/main" id="{B9B47D58-AD66-A546-A51A-3F38DAC438E7}"/>
              </a:ext>
            </a:extLst>
          </p:cNvPr>
          <p:cNvSpPr>
            <a:spLocks noChangeArrowheads="1"/>
          </p:cNvSpPr>
          <p:nvPr/>
        </p:nvSpPr>
        <p:spPr bwMode="auto">
          <a:xfrm>
            <a:off x="2308622" y="1737123"/>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31</a:t>
            </a:r>
          </a:p>
        </p:txBody>
      </p:sp>
      <p:sp>
        <p:nvSpPr>
          <p:cNvPr id="729102" name="Rectangle 14">
            <a:extLst>
              <a:ext uri="{FF2B5EF4-FFF2-40B4-BE49-F238E27FC236}">
                <a16:creationId xmlns:a16="http://schemas.microsoft.com/office/drawing/2014/main" id="{AA55E04F-FF8D-3440-AC46-3F9B3F456849}"/>
              </a:ext>
            </a:extLst>
          </p:cNvPr>
          <p:cNvSpPr>
            <a:spLocks noChangeArrowheads="1"/>
          </p:cNvSpPr>
          <p:nvPr/>
        </p:nvSpPr>
        <p:spPr bwMode="auto">
          <a:xfrm>
            <a:off x="2525316" y="1735931"/>
            <a:ext cx="161925" cy="215504"/>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32</a:t>
            </a:r>
          </a:p>
        </p:txBody>
      </p:sp>
      <p:sp>
        <p:nvSpPr>
          <p:cNvPr id="729103" name="Rectangle 15">
            <a:extLst>
              <a:ext uri="{FF2B5EF4-FFF2-40B4-BE49-F238E27FC236}">
                <a16:creationId xmlns:a16="http://schemas.microsoft.com/office/drawing/2014/main" id="{A8BF0B37-4D1A-3F4D-9FA6-12159A5A5437}"/>
              </a:ext>
            </a:extLst>
          </p:cNvPr>
          <p:cNvSpPr>
            <a:spLocks noChangeArrowheads="1"/>
          </p:cNvSpPr>
          <p:nvPr/>
        </p:nvSpPr>
        <p:spPr bwMode="auto">
          <a:xfrm>
            <a:off x="2742010" y="1734741"/>
            <a:ext cx="161925" cy="215503"/>
          </a:xfrm>
          <a:prstGeom prst="rect">
            <a:avLst/>
          </a:prstGeom>
          <a:solidFill>
            <a:srgbClr val="66FF33"/>
          </a:solidFill>
          <a:ln w="2857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33</a:t>
            </a:r>
          </a:p>
        </p:txBody>
      </p:sp>
      <p:sp>
        <p:nvSpPr>
          <p:cNvPr id="729104" name="Rectangle 16">
            <a:extLst>
              <a:ext uri="{FF2B5EF4-FFF2-40B4-BE49-F238E27FC236}">
                <a16:creationId xmlns:a16="http://schemas.microsoft.com/office/drawing/2014/main" id="{D7EB4A5D-EC47-B242-874C-1382DF242632}"/>
              </a:ext>
            </a:extLst>
          </p:cNvPr>
          <p:cNvSpPr>
            <a:spLocks noChangeArrowheads="1"/>
          </p:cNvSpPr>
          <p:nvPr/>
        </p:nvSpPr>
        <p:spPr bwMode="auto">
          <a:xfrm>
            <a:off x="2958704" y="1733550"/>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34</a:t>
            </a:r>
          </a:p>
        </p:txBody>
      </p:sp>
      <p:sp>
        <p:nvSpPr>
          <p:cNvPr id="729105" name="Rectangle 17">
            <a:extLst>
              <a:ext uri="{FF2B5EF4-FFF2-40B4-BE49-F238E27FC236}">
                <a16:creationId xmlns:a16="http://schemas.microsoft.com/office/drawing/2014/main" id="{E91F5B45-3DAE-0046-8FDD-2D08B6A6CA0C}"/>
              </a:ext>
            </a:extLst>
          </p:cNvPr>
          <p:cNvSpPr>
            <a:spLocks noChangeArrowheads="1"/>
          </p:cNvSpPr>
          <p:nvPr/>
        </p:nvSpPr>
        <p:spPr bwMode="auto">
          <a:xfrm>
            <a:off x="3175397" y="1732360"/>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35</a:t>
            </a:r>
          </a:p>
        </p:txBody>
      </p:sp>
      <p:sp>
        <p:nvSpPr>
          <p:cNvPr id="729106" name="Rectangle 18">
            <a:extLst>
              <a:ext uri="{FF2B5EF4-FFF2-40B4-BE49-F238E27FC236}">
                <a16:creationId xmlns:a16="http://schemas.microsoft.com/office/drawing/2014/main" id="{CAC242AD-A2C7-6A43-B885-E40851761792}"/>
              </a:ext>
            </a:extLst>
          </p:cNvPr>
          <p:cNvSpPr>
            <a:spLocks noChangeArrowheads="1"/>
          </p:cNvSpPr>
          <p:nvPr/>
        </p:nvSpPr>
        <p:spPr bwMode="auto">
          <a:xfrm>
            <a:off x="3392091" y="1731169"/>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36</a:t>
            </a:r>
          </a:p>
        </p:txBody>
      </p:sp>
      <p:sp>
        <p:nvSpPr>
          <p:cNvPr id="729107" name="Rectangle 19">
            <a:extLst>
              <a:ext uri="{FF2B5EF4-FFF2-40B4-BE49-F238E27FC236}">
                <a16:creationId xmlns:a16="http://schemas.microsoft.com/office/drawing/2014/main" id="{B69A056E-4622-C241-86E3-B46098676E8E}"/>
              </a:ext>
            </a:extLst>
          </p:cNvPr>
          <p:cNvSpPr>
            <a:spLocks noChangeArrowheads="1"/>
          </p:cNvSpPr>
          <p:nvPr/>
        </p:nvSpPr>
        <p:spPr bwMode="auto">
          <a:xfrm>
            <a:off x="3608785" y="1729979"/>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37</a:t>
            </a:r>
          </a:p>
        </p:txBody>
      </p:sp>
      <p:sp>
        <p:nvSpPr>
          <p:cNvPr id="729108" name="Rectangle 20">
            <a:extLst>
              <a:ext uri="{FF2B5EF4-FFF2-40B4-BE49-F238E27FC236}">
                <a16:creationId xmlns:a16="http://schemas.microsoft.com/office/drawing/2014/main" id="{D34E6546-D273-8E49-B11D-DBEFFD24B3EE}"/>
              </a:ext>
            </a:extLst>
          </p:cNvPr>
          <p:cNvSpPr>
            <a:spLocks noChangeArrowheads="1"/>
          </p:cNvSpPr>
          <p:nvPr/>
        </p:nvSpPr>
        <p:spPr bwMode="auto">
          <a:xfrm>
            <a:off x="3825479" y="1728787"/>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38</a:t>
            </a:r>
          </a:p>
        </p:txBody>
      </p:sp>
      <p:sp>
        <p:nvSpPr>
          <p:cNvPr id="729109" name="Rectangle 21">
            <a:extLst>
              <a:ext uri="{FF2B5EF4-FFF2-40B4-BE49-F238E27FC236}">
                <a16:creationId xmlns:a16="http://schemas.microsoft.com/office/drawing/2014/main" id="{BC90AB18-EBB6-3A47-890A-F490D44BC4D1}"/>
              </a:ext>
            </a:extLst>
          </p:cNvPr>
          <p:cNvSpPr>
            <a:spLocks noChangeArrowheads="1"/>
          </p:cNvSpPr>
          <p:nvPr/>
        </p:nvSpPr>
        <p:spPr bwMode="auto">
          <a:xfrm>
            <a:off x="4042172" y="1727598"/>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39</a:t>
            </a:r>
          </a:p>
        </p:txBody>
      </p:sp>
      <p:sp>
        <p:nvSpPr>
          <p:cNvPr id="729110" name="Rectangle 22">
            <a:extLst>
              <a:ext uri="{FF2B5EF4-FFF2-40B4-BE49-F238E27FC236}">
                <a16:creationId xmlns:a16="http://schemas.microsoft.com/office/drawing/2014/main" id="{DD9E08F7-4385-2746-9026-08D9CAB137B4}"/>
              </a:ext>
            </a:extLst>
          </p:cNvPr>
          <p:cNvSpPr>
            <a:spLocks noChangeArrowheads="1"/>
          </p:cNvSpPr>
          <p:nvPr/>
        </p:nvSpPr>
        <p:spPr bwMode="auto">
          <a:xfrm>
            <a:off x="4258866" y="1726406"/>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40</a:t>
            </a:r>
          </a:p>
        </p:txBody>
      </p:sp>
      <p:sp>
        <p:nvSpPr>
          <p:cNvPr id="729111" name="Rectangle 23">
            <a:extLst>
              <a:ext uri="{FF2B5EF4-FFF2-40B4-BE49-F238E27FC236}">
                <a16:creationId xmlns:a16="http://schemas.microsoft.com/office/drawing/2014/main" id="{A48AA032-ECAB-264F-8E17-8B94DB5B38B8}"/>
              </a:ext>
            </a:extLst>
          </p:cNvPr>
          <p:cNvSpPr>
            <a:spLocks noChangeArrowheads="1"/>
          </p:cNvSpPr>
          <p:nvPr/>
        </p:nvSpPr>
        <p:spPr bwMode="auto">
          <a:xfrm>
            <a:off x="4475560" y="1725216"/>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41</a:t>
            </a:r>
          </a:p>
        </p:txBody>
      </p:sp>
      <p:sp>
        <p:nvSpPr>
          <p:cNvPr id="729112" name="Rectangle 24">
            <a:extLst>
              <a:ext uri="{FF2B5EF4-FFF2-40B4-BE49-F238E27FC236}">
                <a16:creationId xmlns:a16="http://schemas.microsoft.com/office/drawing/2014/main" id="{EB8CCE4C-686F-7F42-99F2-C3D876F0971C}"/>
              </a:ext>
            </a:extLst>
          </p:cNvPr>
          <p:cNvSpPr>
            <a:spLocks noChangeArrowheads="1"/>
          </p:cNvSpPr>
          <p:nvPr/>
        </p:nvSpPr>
        <p:spPr bwMode="auto">
          <a:xfrm>
            <a:off x="4692254" y="1724025"/>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42</a:t>
            </a:r>
          </a:p>
        </p:txBody>
      </p:sp>
      <p:sp>
        <p:nvSpPr>
          <p:cNvPr id="729113" name="Rectangle 25">
            <a:extLst>
              <a:ext uri="{FF2B5EF4-FFF2-40B4-BE49-F238E27FC236}">
                <a16:creationId xmlns:a16="http://schemas.microsoft.com/office/drawing/2014/main" id="{8A4C74DC-BBE1-CF4E-B22C-58F923D0D782}"/>
              </a:ext>
            </a:extLst>
          </p:cNvPr>
          <p:cNvSpPr>
            <a:spLocks noChangeArrowheads="1"/>
          </p:cNvSpPr>
          <p:nvPr/>
        </p:nvSpPr>
        <p:spPr bwMode="auto">
          <a:xfrm>
            <a:off x="4908947" y="1722835"/>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43</a:t>
            </a:r>
          </a:p>
        </p:txBody>
      </p:sp>
      <p:sp>
        <p:nvSpPr>
          <p:cNvPr id="729114" name="Rectangle 26">
            <a:extLst>
              <a:ext uri="{FF2B5EF4-FFF2-40B4-BE49-F238E27FC236}">
                <a16:creationId xmlns:a16="http://schemas.microsoft.com/office/drawing/2014/main" id="{225DF0A4-27FC-E64D-B256-0A24E0051601}"/>
              </a:ext>
            </a:extLst>
          </p:cNvPr>
          <p:cNvSpPr>
            <a:spLocks noChangeArrowheads="1"/>
          </p:cNvSpPr>
          <p:nvPr/>
        </p:nvSpPr>
        <p:spPr bwMode="auto">
          <a:xfrm>
            <a:off x="5125641" y="1721644"/>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44</a:t>
            </a:r>
          </a:p>
        </p:txBody>
      </p:sp>
      <p:sp>
        <p:nvSpPr>
          <p:cNvPr id="729115" name="Rectangle 27">
            <a:extLst>
              <a:ext uri="{FF2B5EF4-FFF2-40B4-BE49-F238E27FC236}">
                <a16:creationId xmlns:a16="http://schemas.microsoft.com/office/drawing/2014/main" id="{7F726D8A-C54B-524C-B77E-228DD1BEEB97}"/>
              </a:ext>
            </a:extLst>
          </p:cNvPr>
          <p:cNvSpPr>
            <a:spLocks noChangeArrowheads="1"/>
          </p:cNvSpPr>
          <p:nvPr/>
        </p:nvSpPr>
        <p:spPr bwMode="auto">
          <a:xfrm>
            <a:off x="5342335" y="1720454"/>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45</a:t>
            </a:r>
          </a:p>
        </p:txBody>
      </p:sp>
      <p:sp>
        <p:nvSpPr>
          <p:cNvPr id="729116" name="Rectangle 28">
            <a:extLst>
              <a:ext uri="{FF2B5EF4-FFF2-40B4-BE49-F238E27FC236}">
                <a16:creationId xmlns:a16="http://schemas.microsoft.com/office/drawing/2014/main" id="{94EA598D-E098-034D-AD66-3C4E19D89DB4}"/>
              </a:ext>
            </a:extLst>
          </p:cNvPr>
          <p:cNvSpPr>
            <a:spLocks noChangeArrowheads="1"/>
          </p:cNvSpPr>
          <p:nvPr/>
        </p:nvSpPr>
        <p:spPr bwMode="auto">
          <a:xfrm>
            <a:off x="5559029" y="1719262"/>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46</a:t>
            </a:r>
          </a:p>
        </p:txBody>
      </p:sp>
      <p:sp>
        <p:nvSpPr>
          <p:cNvPr id="729117" name="Rectangle 29">
            <a:extLst>
              <a:ext uri="{FF2B5EF4-FFF2-40B4-BE49-F238E27FC236}">
                <a16:creationId xmlns:a16="http://schemas.microsoft.com/office/drawing/2014/main" id="{CBA7E6B2-FDB7-A14E-B105-0555DDB59150}"/>
              </a:ext>
            </a:extLst>
          </p:cNvPr>
          <p:cNvSpPr>
            <a:spLocks noChangeArrowheads="1"/>
          </p:cNvSpPr>
          <p:nvPr/>
        </p:nvSpPr>
        <p:spPr bwMode="auto">
          <a:xfrm>
            <a:off x="5775722" y="1718073"/>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47</a:t>
            </a:r>
          </a:p>
        </p:txBody>
      </p:sp>
      <p:sp>
        <p:nvSpPr>
          <p:cNvPr id="729118" name="Rectangle 30">
            <a:extLst>
              <a:ext uri="{FF2B5EF4-FFF2-40B4-BE49-F238E27FC236}">
                <a16:creationId xmlns:a16="http://schemas.microsoft.com/office/drawing/2014/main" id="{C22CD40E-6E03-0545-8180-996E29801444}"/>
              </a:ext>
            </a:extLst>
          </p:cNvPr>
          <p:cNvSpPr>
            <a:spLocks noChangeArrowheads="1"/>
          </p:cNvSpPr>
          <p:nvPr/>
        </p:nvSpPr>
        <p:spPr bwMode="auto">
          <a:xfrm>
            <a:off x="5992416" y="1716881"/>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48</a:t>
            </a:r>
          </a:p>
        </p:txBody>
      </p:sp>
      <p:sp>
        <p:nvSpPr>
          <p:cNvPr id="729119" name="Rectangle 31">
            <a:extLst>
              <a:ext uri="{FF2B5EF4-FFF2-40B4-BE49-F238E27FC236}">
                <a16:creationId xmlns:a16="http://schemas.microsoft.com/office/drawing/2014/main" id="{19398505-70DC-F14D-AD34-74969D664166}"/>
              </a:ext>
            </a:extLst>
          </p:cNvPr>
          <p:cNvSpPr>
            <a:spLocks noChangeArrowheads="1"/>
          </p:cNvSpPr>
          <p:nvPr/>
        </p:nvSpPr>
        <p:spPr bwMode="auto">
          <a:xfrm>
            <a:off x="6209110" y="1715691"/>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49</a:t>
            </a:r>
          </a:p>
        </p:txBody>
      </p:sp>
      <p:sp>
        <p:nvSpPr>
          <p:cNvPr id="729120" name="Rectangle 32">
            <a:extLst>
              <a:ext uri="{FF2B5EF4-FFF2-40B4-BE49-F238E27FC236}">
                <a16:creationId xmlns:a16="http://schemas.microsoft.com/office/drawing/2014/main" id="{8E986B59-F33E-1C47-9140-0CFDE5A52BE2}"/>
              </a:ext>
            </a:extLst>
          </p:cNvPr>
          <p:cNvSpPr>
            <a:spLocks noChangeArrowheads="1"/>
          </p:cNvSpPr>
          <p:nvPr/>
        </p:nvSpPr>
        <p:spPr bwMode="auto">
          <a:xfrm>
            <a:off x="6425804" y="1714500"/>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50</a:t>
            </a:r>
          </a:p>
        </p:txBody>
      </p:sp>
      <p:sp>
        <p:nvSpPr>
          <p:cNvPr id="729121" name="Rectangle 33">
            <a:extLst>
              <a:ext uri="{FF2B5EF4-FFF2-40B4-BE49-F238E27FC236}">
                <a16:creationId xmlns:a16="http://schemas.microsoft.com/office/drawing/2014/main" id="{C2CDA1A8-780F-A84D-91AD-7D7109465ECD}"/>
              </a:ext>
            </a:extLst>
          </p:cNvPr>
          <p:cNvSpPr>
            <a:spLocks noChangeArrowheads="1"/>
          </p:cNvSpPr>
          <p:nvPr/>
        </p:nvSpPr>
        <p:spPr bwMode="auto">
          <a:xfrm>
            <a:off x="6642497" y="1713310"/>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51</a:t>
            </a:r>
          </a:p>
        </p:txBody>
      </p:sp>
      <p:sp>
        <p:nvSpPr>
          <p:cNvPr id="729122" name="Rectangle 34">
            <a:extLst>
              <a:ext uri="{FF2B5EF4-FFF2-40B4-BE49-F238E27FC236}">
                <a16:creationId xmlns:a16="http://schemas.microsoft.com/office/drawing/2014/main" id="{32112437-B4BB-1341-8C80-E7A23D044C8B}"/>
              </a:ext>
            </a:extLst>
          </p:cNvPr>
          <p:cNvSpPr>
            <a:spLocks noChangeArrowheads="1"/>
          </p:cNvSpPr>
          <p:nvPr/>
        </p:nvSpPr>
        <p:spPr bwMode="auto">
          <a:xfrm>
            <a:off x="6859191" y="1712119"/>
            <a:ext cx="161925" cy="215504"/>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52</a:t>
            </a:r>
          </a:p>
        </p:txBody>
      </p:sp>
      <p:sp>
        <p:nvSpPr>
          <p:cNvPr id="729123" name="Rectangle 35">
            <a:extLst>
              <a:ext uri="{FF2B5EF4-FFF2-40B4-BE49-F238E27FC236}">
                <a16:creationId xmlns:a16="http://schemas.microsoft.com/office/drawing/2014/main" id="{21347EDF-1D11-FB47-9680-F5F4DD052B95}"/>
              </a:ext>
            </a:extLst>
          </p:cNvPr>
          <p:cNvSpPr>
            <a:spLocks noChangeArrowheads="1"/>
          </p:cNvSpPr>
          <p:nvPr/>
        </p:nvSpPr>
        <p:spPr bwMode="auto">
          <a:xfrm>
            <a:off x="7075885" y="1710929"/>
            <a:ext cx="161925" cy="215503"/>
          </a:xfrm>
          <a:prstGeom prst="rect">
            <a:avLst/>
          </a:prstGeom>
          <a:solidFill>
            <a:srgbClr val="FF00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53</a:t>
            </a:r>
          </a:p>
        </p:txBody>
      </p:sp>
      <p:sp>
        <p:nvSpPr>
          <p:cNvPr id="729124" name="Rectangle 36">
            <a:extLst>
              <a:ext uri="{FF2B5EF4-FFF2-40B4-BE49-F238E27FC236}">
                <a16:creationId xmlns:a16="http://schemas.microsoft.com/office/drawing/2014/main" id="{17ED8A88-A3C8-8246-B544-1A44CE12FD35}"/>
              </a:ext>
            </a:extLst>
          </p:cNvPr>
          <p:cNvSpPr>
            <a:spLocks noChangeArrowheads="1"/>
          </p:cNvSpPr>
          <p:nvPr/>
        </p:nvSpPr>
        <p:spPr bwMode="auto">
          <a:xfrm>
            <a:off x="7292579" y="1709737"/>
            <a:ext cx="161925" cy="215504"/>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54</a:t>
            </a:r>
          </a:p>
        </p:txBody>
      </p:sp>
      <p:sp>
        <p:nvSpPr>
          <p:cNvPr id="729125" name="Rectangle 37">
            <a:extLst>
              <a:ext uri="{FF2B5EF4-FFF2-40B4-BE49-F238E27FC236}">
                <a16:creationId xmlns:a16="http://schemas.microsoft.com/office/drawing/2014/main" id="{DE857EBC-3E3D-6442-81E0-948BDA32C5D4}"/>
              </a:ext>
            </a:extLst>
          </p:cNvPr>
          <p:cNvSpPr>
            <a:spLocks noChangeArrowheads="1"/>
          </p:cNvSpPr>
          <p:nvPr/>
        </p:nvSpPr>
        <p:spPr bwMode="auto">
          <a:xfrm>
            <a:off x="7509272" y="1708548"/>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55</a:t>
            </a:r>
          </a:p>
        </p:txBody>
      </p:sp>
      <p:sp>
        <p:nvSpPr>
          <p:cNvPr id="729126" name="Text Box 38">
            <a:extLst>
              <a:ext uri="{FF2B5EF4-FFF2-40B4-BE49-F238E27FC236}">
                <a16:creationId xmlns:a16="http://schemas.microsoft.com/office/drawing/2014/main" id="{8576D0E1-9ACC-154F-A4FB-9F8117476515}"/>
              </a:ext>
            </a:extLst>
          </p:cNvPr>
          <p:cNvSpPr txBox="1">
            <a:spLocks noChangeArrowheads="1"/>
          </p:cNvSpPr>
          <p:nvPr/>
        </p:nvSpPr>
        <p:spPr bwMode="auto">
          <a:xfrm>
            <a:off x="4358879" y="2072879"/>
            <a:ext cx="191590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已发送但未收到确认</a:t>
            </a:r>
          </a:p>
        </p:txBody>
      </p:sp>
      <p:sp>
        <p:nvSpPr>
          <p:cNvPr id="729127" name="Rectangle 39">
            <a:extLst>
              <a:ext uri="{FF2B5EF4-FFF2-40B4-BE49-F238E27FC236}">
                <a16:creationId xmlns:a16="http://schemas.microsoft.com/office/drawing/2014/main" id="{D9C3CA90-6034-B647-AABC-50C82B5C0890}"/>
              </a:ext>
            </a:extLst>
          </p:cNvPr>
          <p:cNvSpPr>
            <a:spLocks noChangeArrowheads="1"/>
          </p:cNvSpPr>
          <p:nvPr/>
        </p:nvSpPr>
        <p:spPr bwMode="auto">
          <a:xfrm>
            <a:off x="7720013" y="1708548"/>
            <a:ext cx="161925" cy="215503"/>
          </a:xfrm>
          <a:prstGeom prst="rect">
            <a:avLst/>
          </a:prstGeom>
          <a:solidFill>
            <a:srgbClr val="FFFF66"/>
          </a:solidFill>
          <a:ln w="9525">
            <a:solidFill>
              <a:schemeClr val="tx1"/>
            </a:solidFill>
            <a:miter lim="800000"/>
            <a:headEnd/>
            <a:tailEnd/>
          </a:ln>
          <a:effectLst/>
        </p:spPr>
        <p:txBody>
          <a:bodyPr wrap="none" anchor="ctr"/>
          <a:lstStyle/>
          <a:p>
            <a:pPr algn="ctr" eaLnBrk="1" hangingPunct="1">
              <a:defRPr/>
            </a:pPr>
            <a:r>
              <a:rPr kumimoji="1" lang="en-US" altLang="zh-CN" sz="1200">
                <a:latin typeface="Times New Roman" charset="0"/>
                <a:ea typeface="宋体" charset="-122"/>
              </a:rPr>
              <a:t>56</a:t>
            </a:r>
          </a:p>
        </p:txBody>
      </p:sp>
      <p:sp>
        <p:nvSpPr>
          <p:cNvPr id="729129" name="Line 41">
            <a:extLst>
              <a:ext uri="{FF2B5EF4-FFF2-40B4-BE49-F238E27FC236}">
                <a16:creationId xmlns:a16="http://schemas.microsoft.com/office/drawing/2014/main" id="{9B5452F1-12FA-A042-9C6E-BA75C7EA9BCA}"/>
              </a:ext>
            </a:extLst>
          </p:cNvPr>
          <p:cNvSpPr>
            <a:spLocks noChangeShapeType="1"/>
          </p:cNvSpPr>
          <p:nvPr/>
        </p:nvSpPr>
        <p:spPr bwMode="auto">
          <a:xfrm flipV="1">
            <a:off x="3032522" y="1959769"/>
            <a:ext cx="0" cy="432197"/>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9130" name="Text Box 42">
            <a:extLst>
              <a:ext uri="{FF2B5EF4-FFF2-40B4-BE49-F238E27FC236}">
                <a16:creationId xmlns:a16="http://schemas.microsoft.com/office/drawing/2014/main" id="{37033AE5-F332-2943-9ABA-6BBA674E3A91}"/>
              </a:ext>
            </a:extLst>
          </p:cNvPr>
          <p:cNvSpPr txBox="1">
            <a:spLocks noChangeArrowheads="1"/>
          </p:cNvSpPr>
          <p:nvPr/>
        </p:nvSpPr>
        <p:spPr bwMode="auto">
          <a:xfrm>
            <a:off x="2862829" y="2382441"/>
            <a:ext cx="383439" cy="323165"/>
          </a:xfrm>
          <a:prstGeom prst="rect">
            <a:avLst/>
          </a:prstGeom>
          <a:noFill/>
          <a:ln>
            <a:noFill/>
          </a:ln>
          <a:effectLst/>
        </p:spPr>
        <p:txBody>
          <a:bodyPr wrap="none">
            <a:spAutoFit/>
          </a:bodyPr>
          <a:lstStyle/>
          <a:p>
            <a:pPr algn="ctr" eaLnBrk="1" hangingPunct="1">
              <a:defRPr/>
            </a:pPr>
            <a:r>
              <a:rPr lang="en-US" altLang="zh-CN" sz="1500">
                <a:solidFill>
                  <a:schemeClr val="folHlink"/>
                </a:solidFill>
                <a:latin typeface="Arial" charset="0"/>
                <a:ea typeface="宋体" charset="-122"/>
              </a:rPr>
              <a:t>P</a:t>
            </a:r>
            <a:r>
              <a:rPr lang="en-US" altLang="zh-CN" sz="1500" baseline="-25000">
                <a:solidFill>
                  <a:schemeClr val="folHlink"/>
                </a:solidFill>
                <a:latin typeface="Arial" charset="0"/>
                <a:ea typeface="宋体" charset="-122"/>
              </a:rPr>
              <a:t>1</a:t>
            </a:r>
          </a:p>
        </p:txBody>
      </p:sp>
      <p:sp>
        <p:nvSpPr>
          <p:cNvPr id="729131" name="Text Box 43">
            <a:extLst>
              <a:ext uri="{FF2B5EF4-FFF2-40B4-BE49-F238E27FC236}">
                <a16:creationId xmlns:a16="http://schemas.microsoft.com/office/drawing/2014/main" id="{B0836D32-B002-A14C-B116-926780AB4DC0}"/>
              </a:ext>
            </a:extLst>
          </p:cNvPr>
          <p:cNvSpPr txBox="1">
            <a:spLocks noChangeArrowheads="1"/>
          </p:cNvSpPr>
          <p:nvPr/>
        </p:nvSpPr>
        <p:spPr bwMode="auto">
          <a:xfrm>
            <a:off x="7214564" y="2382441"/>
            <a:ext cx="383439" cy="323165"/>
          </a:xfrm>
          <a:prstGeom prst="rect">
            <a:avLst/>
          </a:prstGeom>
          <a:noFill/>
          <a:ln>
            <a:noFill/>
          </a:ln>
          <a:effectLst/>
        </p:spPr>
        <p:txBody>
          <a:bodyPr wrap="none">
            <a:spAutoFit/>
          </a:bodyPr>
          <a:lstStyle/>
          <a:p>
            <a:pPr algn="ctr" eaLnBrk="1" hangingPunct="1">
              <a:defRPr/>
            </a:pPr>
            <a:r>
              <a:rPr lang="en-US" altLang="zh-CN" sz="1500">
                <a:solidFill>
                  <a:schemeClr val="folHlink"/>
                </a:solidFill>
                <a:latin typeface="Arial" charset="0"/>
                <a:ea typeface="宋体" charset="-122"/>
              </a:rPr>
              <a:t>P</a:t>
            </a:r>
            <a:r>
              <a:rPr lang="en-US" altLang="zh-CN" sz="1500" baseline="-25000">
                <a:solidFill>
                  <a:schemeClr val="folHlink"/>
                </a:solidFill>
                <a:latin typeface="Arial" charset="0"/>
                <a:ea typeface="宋体" charset="-122"/>
              </a:rPr>
              <a:t>2</a:t>
            </a:r>
          </a:p>
        </p:txBody>
      </p:sp>
      <p:sp>
        <p:nvSpPr>
          <p:cNvPr id="729132" name="Line 44">
            <a:extLst>
              <a:ext uri="{FF2B5EF4-FFF2-40B4-BE49-F238E27FC236}">
                <a16:creationId xmlns:a16="http://schemas.microsoft.com/office/drawing/2014/main" id="{62AC57EE-EE33-0140-80F5-419C06D37378}"/>
              </a:ext>
            </a:extLst>
          </p:cNvPr>
          <p:cNvSpPr>
            <a:spLocks noChangeShapeType="1"/>
          </p:cNvSpPr>
          <p:nvPr/>
        </p:nvSpPr>
        <p:spPr bwMode="auto">
          <a:xfrm flipV="1">
            <a:off x="7358063" y="1924051"/>
            <a:ext cx="0" cy="432197"/>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29133" name="Text Box 45">
            <a:extLst>
              <a:ext uri="{FF2B5EF4-FFF2-40B4-BE49-F238E27FC236}">
                <a16:creationId xmlns:a16="http://schemas.microsoft.com/office/drawing/2014/main" id="{30B9FD9A-BE16-3647-B463-2892DF9F2A63}"/>
              </a:ext>
            </a:extLst>
          </p:cNvPr>
          <p:cNvSpPr txBox="1">
            <a:spLocks noChangeArrowheads="1"/>
          </p:cNvSpPr>
          <p:nvPr/>
        </p:nvSpPr>
        <p:spPr bwMode="auto">
          <a:xfrm>
            <a:off x="7214564" y="2597944"/>
            <a:ext cx="383439" cy="323165"/>
          </a:xfrm>
          <a:prstGeom prst="rect">
            <a:avLst/>
          </a:prstGeom>
          <a:noFill/>
          <a:ln>
            <a:noFill/>
          </a:ln>
          <a:effectLst/>
        </p:spPr>
        <p:txBody>
          <a:bodyPr wrap="none">
            <a:spAutoFit/>
          </a:bodyPr>
          <a:lstStyle/>
          <a:p>
            <a:pPr algn="ctr" eaLnBrk="1" hangingPunct="1">
              <a:defRPr/>
            </a:pPr>
            <a:r>
              <a:rPr lang="en-US" altLang="zh-CN" sz="1500">
                <a:solidFill>
                  <a:schemeClr val="folHlink"/>
                </a:solidFill>
                <a:latin typeface="Arial" charset="0"/>
                <a:ea typeface="宋体" charset="-122"/>
              </a:rPr>
              <a:t>P</a:t>
            </a:r>
            <a:r>
              <a:rPr lang="en-US" altLang="zh-CN" sz="1500" baseline="-25000">
                <a:solidFill>
                  <a:schemeClr val="folHlink"/>
                </a:solidFill>
                <a:latin typeface="Arial" charset="0"/>
                <a:ea typeface="宋体" charset="-122"/>
              </a:rPr>
              <a:t>3</a:t>
            </a:r>
          </a:p>
        </p:txBody>
      </p:sp>
      <p:sp>
        <p:nvSpPr>
          <p:cNvPr id="729134" name="Text Box 46">
            <a:extLst>
              <a:ext uri="{FF2B5EF4-FFF2-40B4-BE49-F238E27FC236}">
                <a16:creationId xmlns:a16="http://schemas.microsoft.com/office/drawing/2014/main" id="{7240907A-ABBE-3D46-881E-4EB9651C5B0E}"/>
              </a:ext>
            </a:extLst>
          </p:cNvPr>
          <p:cNvSpPr txBox="1">
            <a:spLocks noChangeArrowheads="1"/>
          </p:cNvSpPr>
          <p:nvPr/>
        </p:nvSpPr>
        <p:spPr bwMode="auto">
          <a:xfrm>
            <a:off x="1765724" y="151210"/>
            <a:ext cx="5501827" cy="830997"/>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en-US" altLang="zh-CN" sz="2400">
                <a:solidFill>
                  <a:schemeClr val="folHlink"/>
                </a:solidFill>
                <a:latin typeface="Arial" panose="020B0604020202020204" pitchFamily="34" charset="0"/>
              </a:rPr>
              <a:t>A </a:t>
            </a:r>
            <a:r>
              <a:rPr lang="zh-CN" altLang="en-US" sz="2400">
                <a:solidFill>
                  <a:schemeClr val="folHlink"/>
                </a:solidFill>
                <a:latin typeface="Arial" panose="020B0604020202020204" pitchFamily="34" charset="0"/>
              </a:rPr>
              <a:t>的发送窗口内的序号都已用完，</a:t>
            </a:r>
          </a:p>
          <a:p>
            <a:pPr algn="ctr" eaLnBrk="1" hangingPunct="1">
              <a:defRPr/>
            </a:pPr>
            <a:r>
              <a:rPr lang="zh-CN" altLang="en-US" sz="2400">
                <a:solidFill>
                  <a:schemeClr val="folHlink"/>
                </a:solidFill>
                <a:latin typeface="Arial" panose="020B0604020202020204" pitchFamily="34" charset="0"/>
              </a:rPr>
              <a:t>但还没有再收到确认，必须停止发送。 </a:t>
            </a:r>
          </a:p>
        </p:txBody>
      </p:sp>
      <p:sp>
        <p:nvSpPr>
          <p:cNvPr id="2" name="幻灯片编号占位符 1">
            <a:extLst>
              <a:ext uri="{FF2B5EF4-FFF2-40B4-BE49-F238E27FC236}">
                <a16:creationId xmlns:a16="http://schemas.microsoft.com/office/drawing/2014/main" id="{3E46BDEE-C02D-6546-ADF1-FB472F7116D6}"/>
              </a:ext>
            </a:extLst>
          </p:cNvPr>
          <p:cNvSpPr>
            <a:spLocks noGrp="1"/>
          </p:cNvSpPr>
          <p:nvPr>
            <p:ph type="sldNum" sz="quarter" idx="10"/>
          </p:nvPr>
        </p:nvSpPr>
        <p:spPr>
          <a:xfrm>
            <a:off x="8675370" y="4868862"/>
            <a:ext cx="468630"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3D34D63-CAC0-A64D-AC18-6751DA0F9644}" type="slidenum">
              <a:rPr lang="en-US" altLang="zh-CN" sz="1050"/>
              <a:pPr>
                <a:defRPr/>
              </a:pPr>
              <a:t>68</a:t>
            </a:fld>
            <a:endParaRPr lang="en-US" altLang="zh-CN" sz="1050"/>
          </a:p>
        </p:txBody>
      </p:sp>
    </p:spTree>
    <p:extLst>
      <p:ext uri="{BB962C8B-B14F-4D97-AF65-F5344CB8AC3E}">
        <p14:creationId xmlns:p14="http://schemas.microsoft.com/office/powerpoint/2010/main" val="352602872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2164" name="Rectangle 4">
            <a:extLst>
              <a:ext uri="{FF2B5EF4-FFF2-40B4-BE49-F238E27FC236}">
                <a16:creationId xmlns:a16="http://schemas.microsoft.com/office/drawing/2014/main" id="{B7E5CA95-B512-184C-8E9F-22CC976BF6A8}"/>
              </a:ext>
            </a:extLst>
          </p:cNvPr>
          <p:cNvSpPr>
            <a:spLocks noGrp="1" noChangeArrowheads="1"/>
          </p:cNvSpPr>
          <p:nvPr>
            <p:ph type="title"/>
          </p:nvPr>
        </p:nvSpPr>
        <p:spPr>
          <a:xfrm>
            <a:off x="2006204" y="160735"/>
            <a:ext cx="5104209" cy="669131"/>
          </a:xfrm>
        </p:spPr>
        <p:txBody>
          <a:bodyPr/>
          <a:lstStyle/>
          <a:p>
            <a:pPr algn="ctr" eaLnBrk="1" hangingPunct="1">
              <a:defRPr/>
            </a:pPr>
            <a:r>
              <a:rPr lang="zh-CN" altLang="en-US">
                <a:latin typeface="Times New Roman" panose="02020603050405020304" pitchFamily="18" charset="0"/>
                <a:ea typeface="宋体" panose="02010600030101010101" pitchFamily="2" charset="-122"/>
              </a:rPr>
              <a:t>发送缓存 </a:t>
            </a:r>
          </a:p>
        </p:txBody>
      </p:sp>
      <p:sp>
        <p:nvSpPr>
          <p:cNvPr id="732165" name="Line 5">
            <a:extLst>
              <a:ext uri="{FF2B5EF4-FFF2-40B4-BE49-F238E27FC236}">
                <a16:creationId xmlns:a16="http://schemas.microsoft.com/office/drawing/2014/main" id="{FAF724A3-190A-374B-847C-DCD19FE3C091}"/>
              </a:ext>
            </a:extLst>
          </p:cNvPr>
          <p:cNvSpPr>
            <a:spLocks noChangeShapeType="1"/>
          </p:cNvSpPr>
          <p:nvPr/>
        </p:nvSpPr>
        <p:spPr bwMode="auto">
          <a:xfrm flipV="1">
            <a:off x="2526507" y="2787254"/>
            <a:ext cx="3926681" cy="0"/>
          </a:xfrm>
          <a:prstGeom prst="line">
            <a:avLst/>
          </a:prstGeom>
          <a:noFill/>
          <a:ln w="9525">
            <a:solidFill>
              <a:schemeClr val="tx1"/>
            </a:solidFill>
            <a:round/>
            <a:headEnd type="triangle" w="sm" len="me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32166" name="Text Box 6">
            <a:extLst>
              <a:ext uri="{FF2B5EF4-FFF2-40B4-BE49-F238E27FC236}">
                <a16:creationId xmlns:a16="http://schemas.microsoft.com/office/drawing/2014/main" id="{F901BA68-8E80-F14F-A7C9-AF5F9E114999}"/>
              </a:ext>
            </a:extLst>
          </p:cNvPr>
          <p:cNvSpPr txBox="1">
            <a:spLocks noChangeArrowheads="1"/>
          </p:cNvSpPr>
          <p:nvPr/>
        </p:nvSpPr>
        <p:spPr bwMode="auto">
          <a:xfrm>
            <a:off x="1813039" y="4114801"/>
            <a:ext cx="1338829" cy="6463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800">
                <a:solidFill>
                  <a:schemeClr val="folHlink"/>
                </a:solidFill>
                <a:latin typeface="Arial" panose="020B0604020202020204" pitchFamily="34" charset="0"/>
              </a:rPr>
              <a:t>最后被确认</a:t>
            </a:r>
          </a:p>
          <a:p>
            <a:pPr algn="ctr" eaLnBrk="1" hangingPunct="1">
              <a:defRPr/>
            </a:pPr>
            <a:r>
              <a:rPr lang="zh-CN" altLang="en-US" sz="1800">
                <a:solidFill>
                  <a:schemeClr val="folHlink"/>
                </a:solidFill>
                <a:latin typeface="Arial" panose="020B0604020202020204" pitchFamily="34" charset="0"/>
              </a:rPr>
              <a:t>的字节</a:t>
            </a:r>
          </a:p>
        </p:txBody>
      </p:sp>
      <p:sp>
        <p:nvSpPr>
          <p:cNvPr id="732167" name="Rectangle 7">
            <a:extLst>
              <a:ext uri="{FF2B5EF4-FFF2-40B4-BE49-F238E27FC236}">
                <a16:creationId xmlns:a16="http://schemas.microsoft.com/office/drawing/2014/main" id="{54649305-7BCE-0141-A07C-E8052C7E1C6A}"/>
              </a:ext>
            </a:extLst>
          </p:cNvPr>
          <p:cNvSpPr>
            <a:spLocks noChangeArrowheads="1"/>
          </p:cNvSpPr>
          <p:nvPr/>
        </p:nvSpPr>
        <p:spPr bwMode="auto">
          <a:xfrm>
            <a:off x="4732735" y="3395663"/>
            <a:ext cx="1208484" cy="401241"/>
          </a:xfrm>
          <a:prstGeom prst="rect">
            <a:avLst/>
          </a:prstGeom>
          <a:solidFill>
            <a:srgbClr val="EAEAEA"/>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32168" name="Oval 8">
            <a:extLst>
              <a:ext uri="{FF2B5EF4-FFF2-40B4-BE49-F238E27FC236}">
                <a16:creationId xmlns:a16="http://schemas.microsoft.com/office/drawing/2014/main" id="{5E37A536-E3E6-CA46-B8BD-D69419EBCE35}"/>
              </a:ext>
            </a:extLst>
          </p:cNvPr>
          <p:cNvSpPr>
            <a:spLocks noChangeArrowheads="1"/>
          </p:cNvSpPr>
          <p:nvPr/>
        </p:nvSpPr>
        <p:spPr bwMode="auto">
          <a:xfrm>
            <a:off x="3323035" y="1545432"/>
            <a:ext cx="1914525" cy="565547"/>
          </a:xfrm>
          <a:prstGeom prst="ellipse">
            <a:avLst/>
          </a:prstGeom>
          <a:solidFill>
            <a:srgbClr val="FFFF99"/>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800">
                <a:solidFill>
                  <a:schemeClr val="folHlink"/>
                </a:solidFill>
                <a:latin typeface="Arial" panose="020B0604020202020204" pitchFamily="34" charset="0"/>
              </a:rPr>
              <a:t>发送应用程序</a:t>
            </a:r>
          </a:p>
        </p:txBody>
      </p:sp>
      <p:sp>
        <p:nvSpPr>
          <p:cNvPr id="732169" name="Line 9">
            <a:extLst>
              <a:ext uri="{FF2B5EF4-FFF2-40B4-BE49-F238E27FC236}">
                <a16:creationId xmlns:a16="http://schemas.microsoft.com/office/drawing/2014/main" id="{69BF57E3-3BC0-9E44-84C0-494C547B94F9}"/>
              </a:ext>
            </a:extLst>
          </p:cNvPr>
          <p:cNvSpPr>
            <a:spLocks noChangeShapeType="1"/>
          </p:cNvSpPr>
          <p:nvPr/>
        </p:nvSpPr>
        <p:spPr bwMode="auto">
          <a:xfrm>
            <a:off x="1309688" y="2353867"/>
            <a:ext cx="6448425" cy="2381"/>
          </a:xfrm>
          <a:prstGeom prst="line">
            <a:avLst/>
          </a:prstGeom>
          <a:noFill/>
          <a:ln w="38100">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2190" name="Rectangle 30">
            <a:extLst>
              <a:ext uri="{FF2B5EF4-FFF2-40B4-BE49-F238E27FC236}">
                <a16:creationId xmlns:a16="http://schemas.microsoft.com/office/drawing/2014/main" id="{E9C466DB-E005-744C-9D23-3295611C12DA}"/>
              </a:ext>
            </a:extLst>
          </p:cNvPr>
          <p:cNvSpPr>
            <a:spLocks noChangeArrowheads="1"/>
          </p:cNvSpPr>
          <p:nvPr/>
        </p:nvSpPr>
        <p:spPr bwMode="auto">
          <a:xfrm>
            <a:off x="2516981" y="3236119"/>
            <a:ext cx="2720579" cy="721519"/>
          </a:xfrm>
          <a:prstGeom prst="rect">
            <a:avLst/>
          </a:prstGeom>
          <a:solidFill>
            <a:srgbClr val="99CCFF"/>
          </a:solidFill>
          <a:ln w="9525">
            <a:solidFill>
              <a:schemeClr val="tx1"/>
            </a:solidFill>
            <a:prstDash val="dash"/>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32170" name="Line 10">
            <a:extLst>
              <a:ext uri="{FF2B5EF4-FFF2-40B4-BE49-F238E27FC236}">
                <a16:creationId xmlns:a16="http://schemas.microsoft.com/office/drawing/2014/main" id="{6D7F19D3-1203-1D47-BA92-F1FF2A4FB489}"/>
              </a:ext>
            </a:extLst>
          </p:cNvPr>
          <p:cNvSpPr>
            <a:spLocks noChangeShapeType="1"/>
          </p:cNvSpPr>
          <p:nvPr/>
        </p:nvSpPr>
        <p:spPr bwMode="auto">
          <a:xfrm>
            <a:off x="1309688" y="3395663"/>
            <a:ext cx="5638800" cy="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2171" name="Line 11">
            <a:extLst>
              <a:ext uri="{FF2B5EF4-FFF2-40B4-BE49-F238E27FC236}">
                <a16:creationId xmlns:a16="http://schemas.microsoft.com/office/drawing/2014/main" id="{2FB92C88-1ADC-1342-B8AE-E6982B298EFF}"/>
              </a:ext>
            </a:extLst>
          </p:cNvPr>
          <p:cNvSpPr>
            <a:spLocks noChangeShapeType="1"/>
          </p:cNvSpPr>
          <p:nvPr/>
        </p:nvSpPr>
        <p:spPr bwMode="auto">
          <a:xfrm>
            <a:off x="1309688" y="3796904"/>
            <a:ext cx="5638800" cy="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2172" name="Line 12">
            <a:extLst>
              <a:ext uri="{FF2B5EF4-FFF2-40B4-BE49-F238E27FC236}">
                <a16:creationId xmlns:a16="http://schemas.microsoft.com/office/drawing/2014/main" id="{C3537318-593A-AA40-A2C6-DAD1DDC9A75E}"/>
              </a:ext>
            </a:extLst>
          </p:cNvPr>
          <p:cNvSpPr>
            <a:spLocks noChangeShapeType="1"/>
          </p:cNvSpPr>
          <p:nvPr/>
        </p:nvSpPr>
        <p:spPr bwMode="auto">
          <a:xfrm>
            <a:off x="2516981" y="3395663"/>
            <a:ext cx="0" cy="40124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2173" name="Line 13">
            <a:extLst>
              <a:ext uri="{FF2B5EF4-FFF2-40B4-BE49-F238E27FC236}">
                <a16:creationId xmlns:a16="http://schemas.microsoft.com/office/drawing/2014/main" id="{74F23A75-3C45-2946-90C0-B30C6C53DDA5}"/>
              </a:ext>
            </a:extLst>
          </p:cNvPr>
          <p:cNvSpPr>
            <a:spLocks noChangeShapeType="1"/>
          </p:cNvSpPr>
          <p:nvPr/>
        </p:nvSpPr>
        <p:spPr bwMode="auto">
          <a:xfrm flipH="1">
            <a:off x="5941219" y="3395663"/>
            <a:ext cx="0" cy="40124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2174" name="Text Box 14">
            <a:extLst>
              <a:ext uri="{FF2B5EF4-FFF2-40B4-BE49-F238E27FC236}">
                <a16:creationId xmlns:a16="http://schemas.microsoft.com/office/drawing/2014/main" id="{4E3D5363-CF8E-A547-B98B-8462AEE86A16}"/>
              </a:ext>
            </a:extLst>
          </p:cNvPr>
          <p:cNvSpPr txBox="1">
            <a:spLocks noChangeArrowheads="1"/>
          </p:cNvSpPr>
          <p:nvPr/>
        </p:nvSpPr>
        <p:spPr bwMode="auto">
          <a:xfrm>
            <a:off x="3725466" y="2515791"/>
            <a:ext cx="1107996" cy="369332"/>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Arial" panose="020B0604020202020204" pitchFamily="34" charset="0"/>
              </a:rPr>
              <a:t>发送缓存</a:t>
            </a:r>
          </a:p>
        </p:txBody>
      </p:sp>
      <p:sp>
        <p:nvSpPr>
          <p:cNvPr id="732176" name="Text Box 16">
            <a:extLst>
              <a:ext uri="{FF2B5EF4-FFF2-40B4-BE49-F238E27FC236}">
                <a16:creationId xmlns:a16="http://schemas.microsoft.com/office/drawing/2014/main" id="{06C9178A-F61C-3A4E-B0DC-B243EC4AB5F7}"/>
              </a:ext>
            </a:extLst>
          </p:cNvPr>
          <p:cNvSpPr txBox="1">
            <a:spLocks noChangeArrowheads="1"/>
          </p:cNvSpPr>
          <p:nvPr/>
        </p:nvSpPr>
        <p:spPr bwMode="auto">
          <a:xfrm>
            <a:off x="4143613" y="4114801"/>
            <a:ext cx="1107996" cy="6463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800">
                <a:solidFill>
                  <a:schemeClr val="folHlink"/>
                </a:solidFill>
                <a:latin typeface="Arial" panose="020B0604020202020204" pitchFamily="34" charset="0"/>
              </a:rPr>
              <a:t>最后发送</a:t>
            </a:r>
          </a:p>
          <a:p>
            <a:pPr algn="ctr" eaLnBrk="1" hangingPunct="1">
              <a:defRPr/>
            </a:pPr>
            <a:r>
              <a:rPr lang="zh-CN" altLang="en-US" sz="1800">
                <a:solidFill>
                  <a:schemeClr val="folHlink"/>
                </a:solidFill>
                <a:latin typeface="Arial" panose="020B0604020202020204" pitchFamily="34" charset="0"/>
              </a:rPr>
              <a:t>的字节</a:t>
            </a:r>
          </a:p>
        </p:txBody>
      </p:sp>
      <p:sp>
        <p:nvSpPr>
          <p:cNvPr id="732177" name="Line 17">
            <a:extLst>
              <a:ext uri="{FF2B5EF4-FFF2-40B4-BE49-F238E27FC236}">
                <a16:creationId xmlns:a16="http://schemas.microsoft.com/office/drawing/2014/main" id="{909EED9E-169A-6C47-ABF1-6AA5180C6CC0}"/>
              </a:ext>
            </a:extLst>
          </p:cNvPr>
          <p:cNvSpPr>
            <a:spLocks noChangeShapeType="1"/>
          </p:cNvSpPr>
          <p:nvPr/>
        </p:nvSpPr>
        <p:spPr bwMode="auto">
          <a:xfrm>
            <a:off x="4732735" y="3395663"/>
            <a:ext cx="0" cy="40124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2178" name="Text Box 18">
            <a:extLst>
              <a:ext uri="{FF2B5EF4-FFF2-40B4-BE49-F238E27FC236}">
                <a16:creationId xmlns:a16="http://schemas.microsoft.com/office/drawing/2014/main" id="{E7C1C33B-F8BE-564B-822F-CFBA2523B0A3}"/>
              </a:ext>
            </a:extLst>
          </p:cNvPr>
          <p:cNvSpPr txBox="1">
            <a:spLocks noChangeArrowheads="1"/>
          </p:cNvSpPr>
          <p:nvPr/>
        </p:nvSpPr>
        <p:spPr bwMode="auto">
          <a:xfrm>
            <a:off x="3303985" y="2876550"/>
            <a:ext cx="1107996"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Arial" panose="020B0604020202020204" pitchFamily="34" charset="0"/>
              </a:rPr>
              <a:t>发送窗口</a:t>
            </a:r>
          </a:p>
        </p:txBody>
      </p:sp>
      <p:sp>
        <p:nvSpPr>
          <p:cNvPr id="732179" name="Rectangle 19">
            <a:extLst>
              <a:ext uri="{FF2B5EF4-FFF2-40B4-BE49-F238E27FC236}">
                <a16:creationId xmlns:a16="http://schemas.microsoft.com/office/drawing/2014/main" id="{21596341-727A-B848-BCDD-4BAA03A2F639}"/>
              </a:ext>
            </a:extLst>
          </p:cNvPr>
          <p:cNvSpPr>
            <a:spLocks noChangeArrowheads="1"/>
          </p:cNvSpPr>
          <p:nvPr/>
        </p:nvSpPr>
        <p:spPr bwMode="auto">
          <a:xfrm>
            <a:off x="2516981" y="3395663"/>
            <a:ext cx="2215754" cy="401241"/>
          </a:xfrm>
          <a:prstGeom prst="rect">
            <a:avLst/>
          </a:prstGeom>
          <a:solidFill>
            <a:srgbClr val="FF00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32182" name="Text Box 22">
            <a:extLst>
              <a:ext uri="{FF2B5EF4-FFF2-40B4-BE49-F238E27FC236}">
                <a16:creationId xmlns:a16="http://schemas.microsoft.com/office/drawing/2014/main" id="{0FC8F71B-A08C-C74F-BD01-614EAE3204BA}"/>
              </a:ext>
            </a:extLst>
          </p:cNvPr>
          <p:cNvSpPr txBox="1">
            <a:spLocks noChangeArrowheads="1"/>
          </p:cNvSpPr>
          <p:nvPr/>
        </p:nvSpPr>
        <p:spPr bwMode="auto">
          <a:xfrm>
            <a:off x="3207544" y="3377803"/>
            <a:ext cx="992579" cy="415498"/>
          </a:xfrm>
          <a:prstGeom prst="rect">
            <a:avLst/>
          </a:prstGeom>
          <a:noFill/>
          <a:ln>
            <a:noFill/>
          </a:ln>
          <a:effectLst>
            <a:outerShdw blurRad="63500" dist="38099"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C9DE06"/>
                </a:solidFill>
                <a:effectLst>
                  <a:outerShdw blurRad="38100" dist="38100" dir="2700000" algn="tl">
                    <a:srgbClr val="C0C0C0"/>
                  </a:outerShdw>
                </a:effectLst>
                <a:latin typeface="Arial" panose="020B0604020202020204" pitchFamily="34" charset="0"/>
              </a:rPr>
              <a:t>已发送</a:t>
            </a:r>
          </a:p>
        </p:txBody>
      </p:sp>
      <p:grpSp>
        <p:nvGrpSpPr>
          <p:cNvPr id="156690" name="Group 35">
            <a:extLst>
              <a:ext uri="{FF2B5EF4-FFF2-40B4-BE49-F238E27FC236}">
                <a16:creationId xmlns:a16="http://schemas.microsoft.com/office/drawing/2014/main" id="{70094C66-463B-2C48-8CAA-7C3A88DB1054}"/>
              </a:ext>
            </a:extLst>
          </p:cNvPr>
          <p:cNvGrpSpPr>
            <a:grpSpLocks/>
          </p:cNvGrpSpPr>
          <p:nvPr/>
        </p:nvGrpSpPr>
        <p:grpSpPr bwMode="auto">
          <a:xfrm>
            <a:off x="2516981" y="3796903"/>
            <a:ext cx="2215754" cy="375047"/>
            <a:chOff x="1154" y="3189"/>
            <a:chExt cx="1861" cy="270"/>
          </a:xfrm>
        </p:grpSpPr>
        <p:sp>
          <p:nvSpPr>
            <p:cNvPr id="732175" name="Line 15">
              <a:extLst>
                <a:ext uri="{FF2B5EF4-FFF2-40B4-BE49-F238E27FC236}">
                  <a16:creationId xmlns:a16="http://schemas.microsoft.com/office/drawing/2014/main" id="{CE69DEE6-63E0-3C4F-9BB6-BA1979440A91}"/>
                </a:ext>
              </a:extLst>
            </p:cNvPr>
            <p:cNvSpPr>
              <a:spLocks noChangeShapeType="1"/>
            </p:cNvSpPr>
            <p:nvPr/>
          </p:nvSpPr>
          <p:spPr bwMode="auto">
            <a:xfrm flipV="1">
              <a:off x="1154" y="3189"/>
              <a:ext cx="0" cy="270"/>
            </a:xfrm>
            <a:prstGeom prst="line">
              <a:avLst/>
            </a:prstGeom>
            <a:noFill/>
            <a:ln w="5715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32183" name="Line 23">
              <a:extLst>
                <a:ext uri="{FF2B5EF4-FFF2-40B4-BE49-F238E27FC236}">
                  <a16:creationId xmlns:a16="http://schemas.microsoft.com/office/drawing/2014/main" id="{684BE2EB-AF0E-0144-A9F2-D669161C0C4F}"/>
                </a:ext>
              </a:extLst>
            </p:cNvPr>
            <p:cNvSpPr>
              <a:spLocks noChangeShapeType="1"/>
            </p:cNvSpPr>
            <p:nvPr/>
          </p:nvSpPr>
          <p:spPr bwMode="auto">
            <a:xfrm flipV="1">
              <a:off x="3015" y="3189"/>
              <a:ext cx="0" cy="270"/>
            </a:xfrm>
            <a:prstGeom prst="line">
              <a:avLst/>
            </a:prstGeom>
            <a:noFill/>
            <a:ln w="5715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sp>
        <p:nvSpPr>
          <p:cNvPr id="732184" name="Line 24">
            <a:extLst>
              <a:ext uri="{FF2B5EF4-FFF2-40B4-BE49-F238E27FC236}">
                <a16:creationId xmlns:a16="http://schemas.microsoft.com/office/drawing/2014/main" id="{3FAA7190-ADD1-9448-913E-82073F35D547}"/>
              </a:ext>
            </a:extLst>
          </p:cNvPr>
          <p:cNvSpPr>
            <a:spLocks noChangeShapeType="1"/>
          </p:cNvSpPr>
          <p:nvPr/>
        </p:nvSpPr>
        <p:spPr bwMode="auto">
          <a:xfrm>
            <a:off x="2516981" y="2594372"/>
            <a:ext cx="0" cy="641747"/>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2185" name="Line 25">
            <a:extLst>
              <a:ext uri="{FF2B5EF4-FFF2-40B4-BE49-F238E27FC236}">
                <a16:creationId xmlns:a16="http://schemas.microsoft.com/office/drawing/2014/main" id="{02E9A466-B6DA-D341-83C1-A15F6EDED918}"/>
              </a:ext>
            </a:extLst>
          </p:cNvPr>
          <p:cNvSpPr>
            <a:spLocks noChangeShapeType="1"/>
          </p:cNvSpPr>
          <p:nvPr/>
        </p:nvSpPr>
        <p:spPr bwMode="auto">
          <a:xfrm>
            <a:off x="6444854" y="2594373"/>
            <a:ext cx="0" cy="1202531"/>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2186" name="Freeform 26">
            <a:extLst>
              <a:ext uri="{FF2B5EF4-FFF2-40B4-BE49-F238E27FC236}">
                <a16:creationId xmlns:a16="http://schemas.microsoft.com/office/drawing/2014/main" id="{46BB43C3-AD8E-8B4F-B8FE-912160938641}"/>
              </a:ext>
            </a:extLst>
          </p:cNvPr>
          <p:cNvSpPr>
            <a:spLocks/>
          </p:cNvSpPr>
          <p:nvPr/>
        </p:nvSpPr>
        <p:spPr bwMode="auto">
          <a:xfrm>
            <a:off x="4267200" y="2109788"/>
            <a:ext cx="1674019" cy="1285875"/>
          </a:xfrm>
          <a:custGeom>
            <a:avLst/>
            <a:gdLst>
              <a:gd name="T0" fmla="*/ 0 w 754"/>
              <a:gd name="T1" fmla="*/ 0 h 727"/>
              <a:gd name="T2" fmla="*/ 201297 w 754"/>
              <a:gd name="T3" fmla="*/ 396198 h 727"/>
              <a:gd name="T4" fmla="*/ 769664 w 754"/>
              <a:gd name="T5" fmla="*/ 594297 h 727"/>
              <a:gd name="T6" fmla="*/ 1681419 w 754"/>
              <a:gd name="T7" fmla="*/ 735796 h 727"/>
              <a:gd name="T8" fmla="*/ 2084013 w 754"/>
              <a:gd name="T9" fmla="*/ 981062 h 727"/>
              <a:gd name="T10" fmla="*/ 2190582 w 754"/>
              <a:gd name="T11" fmla="*/ 1348960 h 727"/>
              <a:gd name="T12" fmla="*/ 2232025 w 754"/>
              <a:gd name="T13" fmla="*/ 1714500 h 72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54" h="727">
                <a:moveTo>
                  <a:pt x="0" y="0"/>
                </a:moveTo>
                <a:cubicBezTo>
                  <a:pt x="11" y="28"/>
                  <a:pt x="25" y="126"/>
                  <a:pt x="68" y="168"/>
                </a:cubicBezTo>
                <a:cubicBezTo>
                  <a:pt x="111" y="210"/>
                  <a:pt x="177" y="228"/>
                  <a:pt x="260" y="252"/>
                </a:cubicBezTo>
                <a:cubicBezTo>
                  <a:pt x="343" y="276"/>
                  <a:pt x="494" y="285"/>
                  <a:pt x="568" y="312"/>
                </a:cubicBezTo>
                <a:cubicBezTo>
                  <a:pt x="642" y="339"/>
                  <a:pt x="675" y="373"/>
                  <a:pt x="704" y="416"/>
                </a:cubicBezTo>
                <a:cubicBezTo>
                  <a:pt x="733" y="459"/>
                  <a:pt x="732" y="520"/>
                  <a:pt x="740" y="572"/>
                </a:cubicBezTo>
                <a:cubicBezTo>
                  <a:pt x="748" y="624"/>
                  <a:pt x="751" y="695"/>
                  <a:pt x="754" y="727"/>
                </a:cubicBezTo>
              </a:path>
            </a:pathLst>
          </a:custGeom>
          <a:noFill/>
          <a:ln w="57150" cmpd="sng">
            <a:solidFill>
              <a:schemeClr val="hlink"/>
            </a:solidFill>
            <a:round/>
            <a:headEnd type="none" w="med" len="med"/>
            <a:tailEnd type="triangle" w="med" len="lg"/>
          </a:ln>
          <a:effectLst/>
        </p:spPr>
        <p:txBody>
          <a:bodyPr/>
          <a:lstStyle/>
          <a:p>
            <a:pPr>
              <a:defRPr/>
            </a:pPr>
            <a:endParaRPr lang="zh-CN" altLang="en-US"/>
          </a:p>
        </p:txBody>
      </p:sp>
      <p:sp>
        <p:nvSpPr>
          <p:cNvPr id="732187" name="Text Box 27">
            <a:extLst>
              <a:ext uri="{FF2B5EF4-FFF2-40B4-BE49-F238E27FC236}">
                <a16:creationId xmlns:a16="http://schemas.microsoft.com/office/drawing/2014/main" id="{EB57766E-BC08-4644-9A14-EBE36125AEF0}"/>
              </a:ext>
            </a:extLst>
          </p:cNvPr>
          <p:cNvSpPr txBox="1">
            <a:spLocks noChangeArrowheads="1"/>
          </p:cNvSpPr>
          <p:nvPr/>
        </p:nvSpPr>
        <p:spPr bwMode="auto">
          <a:xfrm>
            <a:off x="1575881" y="2336006"/>
            <a:ext cx="646332" cy="369332"/>
          </a:xfrm>
          <a:prstGeom prst="rect">
            <a:avLst/>
          </a:prstGeom>
          <a:noFill/>
          <a:ln>
            <a:noFill/>
          </a:ln>
          <a:effectLst/>
        </p:spPr>
        <p:txBody>
          <a:bodyPr wrap="none">
            <a:spAutoFit/>
          </a:bodyPr>
          <a:lstStyle/>
          <a:p>
            <a:pPr algn="ctr" eaLnBrk="1" hangingPunct="1">
              <a:defRPr/>
            </a:pPr>
            <a:r>
              <a:rPr lang="en-US" altLang="zh-CN">
                <a:solidFill>
                  <a:schemeClr val="folHlink"/>
                </a:solidFill>
                <a:latin typeface="Arial" charset="0"/>
                <a:ea typeface="黑体" charset="-122"/>
              </a:rPr>
              <a:t>TCP</a:t>
            </a:r>
          </a:p>
        </p:txBody>
      </p:sp>
      <p:sp>
        <p:nvSpPr>
          <p:cNvPr id="732188" name="Freeform 28">
            <a:extLst>
              <a:ext uri="{FF2B5EF4-FFF2-40B4-BE49-F238E27FC236}">
                <a16:creationId xmlns:a16="http://schemas.microsoft.com/office/drawing/2014/main" id="{620BDD9E-F28F-9A43-A567-ACF2C97E234C}"/>
              </a:ext>
            </a:extLst>
          </p:cNvPr>
          <p:cNvSpPr>
            <a:spLocks/>
          </p:cNvSpPr>
          <p:nvPr/>
        </p:nvSpPr>
        <p:spPr bwMode="auto">
          <a:xfrm>
            <a:off x="6904435" y="3344467"/>
            <a:ext cx="97631" cy="477440"/>
          </a:xfrm>
          <a:custGeom>
            <a:avLst/>
            <a:gdLst>
              <a:gd name="T0" fmla="*/ 43392 w 36"/>
              <a:gd name="T1" fmla="*/ 0 h 286"/>
              <a:gd name="T2" fmla="*/ 130175 w 36"/>
              <a:gd name="T3" fmla="*/ 191421 h 286"/>
              <a:gd name="T4" fmla="*/ 28928 w 36"/>
              <a:gd name="T5" fmla="*/ 227035 h 286"/>
              <a:gd name="T6" fmla="*/ 101247 w 36"/>
              <a:gd name="T7" fmla="*/ 307164 h 286"/>
              <a:gd name="T8" fmla="*/ 0 w 36"/>
              <a:gd name="T9" fmla="*/ 351681 h 286"/>
              <a:gd name="T10" fmla="*/ 86783 w 36"/>
              <a:gd name="T11" fmla="*/ 467424 h 286"/>
              <a:gd name="T12" fmla="*/ 28928 w 36"/>
              <a:gd name="T13" fmla="*/ 529747 h 286"/>
              <a:gd name="T14" fmla="*/ 115711 w 36"/>
              <a:gd name="T15" fmla="*/ 636587 h 2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chemeClr val="tx1"/>
            </a:solidFill>
            <a:round/>
            <a:headEnd/>
            <a:tailEnd/>
          </a:ln>
          <a:effectLst/>
        </p:spPr>
        <p:txBody>
          <a:bodyPr/>
          <a:lstStyle/>
          <a:p>
            <a:pPr>
              <a:defRPr/>
            </a:pPr>
            <a:endParaRPr lang="zh-CN" altLang="en-US"/>
          </a:p>
        </p:txBody>
      </p:sp>
      <p:sp>
        <p:nvSpPr>
          <p:cNvPr id="732189" name="Freeform 29">
            <a:extLst>
              <a:ext uri="{FF2B5EF4-FFF2-40B4-BE49-F238E27FC236}">
                <a16:creationId xmlns:a16="http://schemas.microsoft.com/office/drawing/2014/main" id="{618786DF-F4DC-8242-8271-B4A45682C531}"/>
              </a:ext>
            </a:extLst>
          </p:cNvPr>
          <p:cNvSpPr>
            <a:spLocks/>
          </p:cNvSpPr>
          <p:nvPr/>
        </p:nvSpPr>
        <p:spPr bwMode="auto">
          <a:xfrm>
            <a:off x="1243013" y="3362325"/>
            <a:ext cx="146447" cy="484585"/>
          </a:xfrm>
          <a:custGeom>
            <a:avLst/>
            <a:gdLst>
              <a:gd name="T0" fmla="*/ 41419 w 66"/>
              <a:gd name="T1" fmla="*/ 0 h 274"/>
              <a:gd name="T2" fmla="*/ 195263 w 66"/>
              <a:gd name="T3" fmla="*/ 108472 h 274"/>
              <a:gd name="T4" fmla="*/ 17751 w 66"/>
              <a:gd name="T5" fmla="*/ 198078 h 274"/>
              <a:gd name="T6" fmla="*/ 159761 w 66"/>
              <a:gd name="T7" fmla="*/ 320698 h 274"/>
              <a:gd name="T8" fmla="*/ 0 w 66"/>
              <a:gd name="T9" fmla="*/ 419738 h 274"/>
              <a:gd name="T10" fmla="*/ 159761 w 66"/>
              <a:gd name="T11" fmla="*/ 504628 h 274"/>
              <a:gd name="T12" fmla="*/ 35502 w 66"/>
              <a:gd name="T13" fmla="*/ 646113 h 27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274">
                <a:moveTo>
                  <a:pt x="14" y="0"/>
                </a:moveTo>
                <a:lnTo>
                  <a:pt x="66" y="46"/>
                </a:lnTo>
                <a:lnTo>
                  <a:pt x="6" y="84"/>
                </a:lnTo>
                <a:lnTo>
                  <a:pt x="54" y="136"/>
                </a:lnTo>
                <a:lnTo>
                  <a:pt x="0" y="178"/>
                </a:lnTo>
                <a:lnTo>
                  <a:pt x="54" y="214"/>
                </a:lnTo>
                <a:lnTo>
                  <a:pt x="12" y="274"/>
                </a:lnTo>
              </a:path>
            </a:pathLst>
          </a:custGeom>
          <a:noFill/>
          <a:ln w="19050" cmpd="sng">
            <a:solidFill>
              <a:schemeClr val="tx1"/>
            </a:solidFill>
            <a:round/>
            <a:headEnd/>
            <a:tailEnd/>
          </a:ln>
          <a:effectLst/>
        </p:spPr>
        <p:txBody>
          <a:bodyPr/>
          <a:lstStyle/>
          <a:p>
            <a:pPr>
              <a:defRPr/>
            </a:pPr>
            <a:endParaRPr lang="zh-CN" altLang="en-US"/>
          </a:p>
        </p:txBody>
      </p:sp>
      <p:sp>
        <p:nvSpPr>
          <p:cNvPr id="732191" name="Line 31">
            <a:extLst>
              <a:ext uri="{FF2B5EF4-FFF2-40B4-BE49-F238E27FC236}">
                <a16:creationId xmlns:a16="http://schemas.microsoft.com/office/drawing/2014/main" id="{EC9DA0EA-A112-6B42-9B92-F5D88995ADB6}"/>
              </a:ext>
            </a:extLst>
          </p:cNvPr>
          <p:cNvSpPr>
            <a:spLocks noChangeShapeType="1"/>
          </p:cNvSpPr>
          <p:nvPr/>
        </p:nvSpPr>
        <p:spPr bwMode="auto">
          <a:xfrm>
            <a:off x="5841207" y="4137422"/>
            <a:ext cx="1007269" cy="0"/>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32192" name="Text Box 32">
            <a:extLst>
              <a:ext uri="{FF2B5EF4-FFF2-40B4-BE49-F238E27FC236}">
                <a16:creationId xmlns:a16="http://schemas.microsoft.com/office/drawing/2014/main" id="{82607A62-FC76-2B47-A91B-BF986692E1FC}"/>
              </a:ext>
            </a:extLst>
          </p:cNvPr>
          <p:cNvSpPr txBox="1">
            <a:spLocks noChangeArrowheads="1"/>
          </p:cNvSpPr>
          <p:nvPr/>
        </p:nvSpPr>
        <p:spPr bwMode="auto">
          <a:xfrm>
            <a:off x="5795606" y="4114800"/>
            <a:ext cx="1107996"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800">
                <a:solidFill>
                  <a:schemeClr val="folHlink"/>
                </a:solidFill>
                <a:latin typeface="Arial" panose="020B0604020202020204" pitchFamily="34" charset="0"/>
              </a:rPr>
              <a:t>序号增大</a:t>
            </a:r>
          </a:p>
        </p:txBody>
      </p:sp>
      <p:sp>
        <p:nvSpPr>
          <p:cNvPr id="2" name="幻灯片编号占位符 1">
            <a:extLst>
              <a:ext uri="{FF2B5EF4-FFF2-40B4-BE49-F238E27FC236}">
                <a16:creationId xmlns:a16="http://schemas.microsoft.com/office/drawing/2014/main" id="{637F5711-7564-C744-9F7D-5AB5C563CFC8}"/>
              </a:ext>
            </a:extLst>
          </p:cNvPr>
          <p:cNvSpPr>
            <a:spLocks noGrp="1"/>
          </p:cNvSpPr>
          <p:nvPr>
            <p:ph type="sldNum" sz="quarter" idx="10"/>
          </p:nvPr>
        </p:nvSpPr>
        <p:spPr>
          <a:xfrm>
            <a:off x="8755380" y="4868862"/>
            <a:ext cx="388620"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5F0D947D-8A33-5341-B130-2088912C4DB6}" type="slidenum">
              <a:rPr lang="en-US" altLang="zh-CN" sz="1050"/>
              <a:pPr>
                <a:defRPr/>
              </a:pPr>
              <a:t>69</a:t>
            </a:fld>
            <a:endParaRPr lang="en-US" altLang="zh-CN" sz="1050" dirty="0"/>
          </a:p>
        </p:txBody>
      </p:sp>
    </p:spTree>
    <p:extLst>
      <p:ext uri="{BB962C8B-B14F-4D97-AF65-F5344CB8AC3E}">
        <p14:creationId xmlns:p14="http://schemas.microsoft.com/office/powerpoint/2010/main" val="296894217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4228" name="Rectangle 20">
            <a:extLst>
              <a:ext uri="{FF2B5EF4-FFF2-40B4-BE49-F238E27FC236}">
                <a16:creationId xmlns:a16="http://schemas.microsoft.com/office/drawing/2014/main" id="{3F706F26-38BC-0945-8A88-092E917EC566}"/>
              </a:ext>
            </a:extLst>
          </p:cNvPr>
          <p:cNvSpPr>
            <a:spLocks noChangeArrowheads="1"/>
          </p:cNvSpPr>
          <p:nvPr/>
        </p:nvSpPr>
        <p:spPr bwMode="auto">
          <a:xfrm>
            <a:off x="4279106" y="3270647"/>
            <a:ext cx="2744391" cy="762000"/>
          </a:xfrm>
          <a:prstGeom prst="rect">
            <a:avLst/>
          </a:prstGeom>
          <a:solidFill>
            <a:srgbClr val="99CCFF"/>
          </a:solidFill>
          <a:ln w="9525">
            <a:solidFill>
              <a:schemeClr val="tx1"/>
            </a:solidFill>
            <a:prstDash val="dash"/>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34212" name="Rectangle 4">
            <a:extLst>
              <a:ext uri="{FF2B5EF4-FFF2-40B4-BE49-F238E27FC236}">
                <a16:creationId xmlns:a16="http://schemas.microsoft.com/office/drawing/2014/main" id="{29D0E800-6B0F-334D-814A-A952970ECF86}"/>
              </a:ext>
            </a:extLst>
          </p:cNvPr>
          <p:cNvSpPr>
            <a:spLocks noGrp="1" noChangeArrowheads="1"/>
          </p:cNvSpPr>
          <p:nvPr>
            <p:ph type="title"/>
          </p:nvPr>
        </p:nvSpPr>
        <p:spPr>
          <a:xfrm>
            <a:off x="2006203" y="160735"/>
            <a:ext cx="5643563" cy="682228"/>
          </a:xfrm>
        </p:spPr>
        <p:txBody>
          <a:bodyPr/>
          <a:lstStyle/>
          <a:p>
            <a:pPr algn="ctr" eaLnBrk="1" hangingPunct="1">
              <a:defRPr/>
            </a:pPr>
            <a:r>
              <a:rPr lang="zh-CN" altLang="en-US">
                <a:latin typeface="Times New Roman" panose="02020603050405020304" pitchFamily="18" charset="0"/>
                <a:ea typeface="宋体" panose="02010600030101010101" pitchFamily="2" charset="-122"/>
              </a:rPr>
              <a:t>接收缓存</a:t>
            </a:r>
          </a:p>
        </p:txBody>
      </p:sp>
      <p:sp>
        <p:nvSpPr>
          <p:cNvPr id="734213" name="Oval 5">
            <a:extLst>
              <a:ext uri="{FF2B5EF4-FFF2-40B4-BE49-F238E27FC236}">
                <a16:creationId xmlns:a16="http://schemas.microsoft.com/office/drawing/2014/main" id="{9C74DF2C-7B20-3845-9F5E-F01F00E2BCCB}"/>
              </a:ext>
            </a:extLst>
          </p:cNvPr>
          <p:cNvSpPr>
            <a:spLocks noChangeArrowheads="1"/>
          </p:cNvSpPr>
          <p:nvPr/>
        </p:nvSpPr>
        <p:spPr bwMode="auto">
          <a:xfrm>
            <a:off x="3975498" y="1484710"/>
            <a:ext cx="1930003" cy="597694"/>
          </a:xfrm>
          <a:prstGeom prst="ellipse">
            <a:avLst/>
          </a:prstGeom>
          <a:solidFill>
            <a:srgbClr val="FFFF99"/>
          </a:solidFill>
          <a:ln w="9525">
            <a:solidFill>
              <a:schemeClr val="tx1"/>
            </a:solidFill>
            <a:round/>
            <a:headEnd/>
            <a:tailEnd/>
          </a:ln>
          <a:effectLst>
            <a:outerShdw blurRad="63500" dist="38099" dir="2700000" algn="ctr" rotWithShape="0">
              <a:schemeClr val="bg2">
                <a:alpha val="74997"/>
              </a:schemeClr>
            </a:outerShdw>
          </a:effectLst>
        </p:spPr>
        <p:txBody>
          <a:bodyPr wrap="none" anchor="ct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800">
                <a:solidFill>
                  <a:schemeClr val="folHlink"/>
                </a:solidFill>
                <a:latin typeface="Arial" panose="020B0604020202020204" pitchFamily="34" charset="0"/>
              </a:rPr>
              <a:t>接收应用程序</a:t>
            </a:r>
          </a:p>
        </p:txBody>
      </p:sp>
      <p:sp>
        <p:nvSpPr>
          <p:cNvPr id="734214" name="Line 6">
            <a:extLst>
              <a:ext uri="{FF2B5EF4-FFF2-40B4-BE49-F238E27FC236}">
                <a16:creationId xmlns:a16="http://schemas.microsoft.com/office/drawing/2014/main" id="{E2910CFD-B12C-D749-BAE2-AF0F904023B7}"/>
              </a:ext>
            </a:extLst>
          </p:cNvPr>
          <p:cNvSpPr>
            <a:spLocks noChangeShapeType="1"/>
          </p:cNvSpPr>
          <p:nvPr/>
        </p:nvSpPr>
        <p:spPr bwMode="auto">
          <a:xfrm>
            <a:off x="1843088" y="2338388"/>
            <a:ext cx="5688806" cy="0"/>
          </a:xfrm>
          <a:prstGeom prst="line">
            <a:avLst/>
          </a:prstGeom>
          <a:noFill/>
          <a:ln w="38100">
            <a:solidFill>
              <a:schemeClr val="folHlink"/>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4215" name="Line 7">
            <a:extLst>
              <a:ext uri="{FF2B5EF4-FFF2-40B4-BE49-F238E27FC236}">
                <a16:creationId xmlns:a16="http://schemas.microsoft.com/office/drawing/2014/main" id="{416495FE-0852-824F-B538-0852B37926ED}"/>
              </a:ext>
            </a:extLst>
          </p:cNvPr>
          <p:cNvSpPr>
            <a:spLocks noChangeShapeType="1"/>
          </p:cNvSpPr>
          <p:nvPr/>
        </p:nvSpPr>
        <p:spPr bwMode="auto">
          <a:xfrm>
            <a:off x="2147888" y="3438525"/>
            <a:ext cx="5687616" cy="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4216" name="Line 8">
            <a:extLst>
              <a:ext uri="{FF2B5EF4-FFF2-40B4-BE49-F238E27FC236}">
                <a16:creationId xmlns:a16="http://schemas.microsoft.com/office/drawing/2014/main" id="{C6ED7164-5C4A-1C42-9B6C-AAD96E6E3E98}"/>
              </a:ext>
            </a:extLst>
          </p:cNvPr>
          <p:cNvSpPr>
            <a:spLocks noChangeShapeType="1"/>
          </p:cNvSpPr>
          <p:nvPr/>
        </p:nvSpPr>
        <p:spPr bwMode="auto">
          <a:xfrm>
            <a:off x="2147888" y="3863579"/>
            <a:ext cx="5687616" cy="0"/>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4217" name="Rectangle 9">
            <a:extLst>
              <a:ext uri="{FF2B5EF4-FFF2-40B4-BE49-F238E27FC236}">
                <a16:creationId xmlns:a16="http://schemas.microsoft.com/office/drawing/2014/main" id="{1851DE85-15F9-CF4C-9D37-5F748CF58D73}"/>
              </a:ext>
            </a:extLst>
          </p:cNvPr>
          <p:cNvSpPr>
            <a:spLocks noChangeArrowheads="1"/>
          </p:cNvSpPr>
          <p:nvPr/>
        </p:nvSpPr>
        <p:spPr bwMode="auto">
          <a:xfrm>
            <a:off x="3061097" y="3438525"/>
            <a:ext cx="1218009" cy="425054"/>
          </a:xfrm>
          <a:prstGeom prst="rect">
            <a:avLst/>
          </a:prstGeom>
          <a:solidFill>
            <a:srgbClr val="FF00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34218" name="Rectangle 10">
            <a:extLst>
              <a:ext uri="{FF2B5EF4-FFF2-40B4-BE49-F238E27FC236}">
                <a16:creationId xmlns:a16="http://schemas.microsoft.com/office/drawing/2014/main" id="{C6322D73-4243-CE48-B557-49BB39692787}"/>
              </a:ext>
            </a:extLst>
          </p:cNvPr>
          <p:cNvSpPr>
            <a:spLocks noChangeArrowheads="1"/>
          </p:cNvSpPr>
          <p:nvPr/>
        </p:nvSpPr>
        <p:spPr bwMode="auto">
          <a:xfrm>
            <a:off x="5092303" y="3438525"/>
            <a:ext cx="203597" cy="425054"/>
          </a:xfrm>
          <a:prstGeom prst="rect">
            <a:avLst/>
          </a:prstGeom>
          <a:solidFill>
            <a:srgbClr val="FF00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34221" name="Text Box 13">
            <a:extLst>
              <a:ext uri="{FF2B5EF4-FFF2-40B4-BE49-F238E27FC236}">
                <a16:creationId xmlns:a16="http://schemas.microsoft.com/office/drawing/2014/main" id="{A679ABB7-0EC1-C542-A3DC-47481484C5CC}"/>
              </a:ext>
            </a:extLst>
          </p:cNvPr>
          <p:cNvSpPr txBox="1">
            <a:spLocks noChangeArrowheads="1"/>
          </p:cNvSpPr>
          <p:nvPr/>
        </p:nvSpPr>
        <p:spPr bwMode="auto">
          <a:xfrm>
            <a:off x="3221832" y="3436144"/>
            <a:ext cx="992579" cy="415498"/>
          </a:xfrm>
          <a:prstGeom prst="rect">
            <a:avLst/>
          </a:prstGeom>
          <a:noFill/>
          <a:ln>
            <a:noFill/>
          </a:ln>
          <a:effectLst>
            <a:outerShdw blurRad="63500" dist="38099"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rgbClr val="C9DE06"/>
                </a:solidFill>
                <a:latin typeface="Arial" panose="020B0604020202020204" pitchFamily="34" charset="0"/>
              </a:rPr>
              <a:t>已收到</a:t>
            </a:r>
          </a:p>
        </p:txBody>
      </p:sp>
      <p:sp>
        <p:nvSpPr>
          <p:cNvPr id="734222" name="Text Box 14">
            <a:extLst>
              <a:ext uri="{FF2B5EF4-FFF2-40B4-BE49-F238E27FC236}">
                <a16:creationId xmlns:a16="http://schemas.microsoft.com/office/drawing/2014/main" id="{1ABB1CAD-6154-2E4C-98A1-DE819A39BB00}"/>
              </a:ext>
            </a:extLst>
          </p:cNvPr>
          <p:cNvSpPr txBox="1">
            <a:spLocks noChangeArrowheads="1"/>
          </p:cNvSpPr>
          <p:nvPr/>
        </p:nvSpPr>
        <p:spPr bwMode="auto">
          <a:xfrm>
            <a:off x="5139929" y="2931319"/>
            <a:ext cx="1107996"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Arial" panose="020B0604020202020204" pitchFamily="34" charset="0"/>
              </a:rPr>
              <a:t>接收窗口</a:t>
            </a:r>
          </a:p>
        </p:txBody>
      </p:sp>
      <p:sp>
        <p:nvSpPr>
          <p:cNvPr id="734223" name="Line 15">
            <a:extLst>
              <a:ext uri="{FF2B5EF4-FFF2-40B4-BE49-F238E27FC236}">
                <a16:creationId xmlns:a16="http://schemas.microsoft.com/office/drawing/2014/main" id="{32586EA2-377C-C843-85A3-843EF839FDEC}"/>
              </a:ext>
            </a:extLst>
          </p:cNvPr>
          <p:cNvSpPr>
            <a:spLocks noChangeShapeType="1"/>
          </p:cNvSpPr>
          <p:nvPr/>
        </p:nvSpPr>
        <p:spPr bwMode="auto">
          <a:xfrm>
            <a:off x="3061097" y="2593182"/>
            <a:ext cx="0" cy="845344"/>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4224" name="Text Box 16">
            <a:extLst>
              <a:ext uri="{FF2B5EF4-FFF2-40B4-BE49-F238E27FC236}">
                <a16:creationId xmlns:a16="http://schemas.microsoft.com/office/drawing/2014/main" id="{4F806804-A871-F449-B9F7-8B6E020B905C}"/>
              </a:ext>
            </a:extLst>
          </p:cNvPr>
          <p:cNvSpPr txBox="1">
            <a:spLocks noChangeArrowheads="1"/>
          </p:cNvSpPr>
          <p:nvPr/>
        </p:nvSpPr>
        <p:spPr bwMode="auto">
          <a:xfrm>
            <a:off x="1705659" y="2336006"/>
            <a:ext cx="646332" cy="369332"/>
          </a:xfrm>
          <a:prstGeom prst="rect">
            <a:avLst/>
          </a:prstGeom>
          <a:noFill/>
          <a:ln>
            <a:noFill/>
          </a:ln>
          <a:effectLst/>
        </p:spPr>
        <p:txBody>
          <a:bodyPr wrap="none">
            <a:spAutoFit/>
          </a:bodyPr>
          <a:lstStyle/>
          <a:p>
            <a:pPr algn="ctr" eaLnBrk="1" hangingPunct="1">
              <a:defRPr/>
            </a:pPr>
            <a:r>
              <a:rPr lang="en-US" altLang="zh-CN">
                <a:solidFill>
                  <a:schemeClr val="folHlink"/>
                </a:solidFill>
                <a:latin typeface="Arial" charset="0"/>
                <a:ea typeface="黑体" charset="-122"/>
              </a:rPr>
              <a:t>TCP</a:t>
            </a:r>
          </a:p>
        </p:txBody>
      </p:sp>
      <p:sp>
        <p:nvSpPr>
          <p:cNvPr id="734225" name="Line 17">
            <a:extLst>
              <a:ext uri="{FF2B5EF4-FFF2-40B4-BE49-F238E27FC236}">
                <a16:creationId xmlns:a16="http://schemas.microsoft.com/office/drawing/2014/main" id="{F26B1244-5368-6E44-8460-BF5BF42EED21}"/>
              </a:ext>
            </a:extLst>
          </p:cNvPr>
          <p:cNvSpPr>
            <a:spLocks noChangeShapeType="1"/>
          </p:cNvSpPr>
          <p:nvPr/>
        </p:nvSpPr>
        <p:spPr bwMode="auto">
          <a:xfrm flipV="1">
            <a:off x="3061097" y="2796779"/>
            <a:ext cx="3962400" cy="0"/>
          </a:xfrm>
          <a:prstGeom prst="line">
            <a:avLst/>
          </a:prstGeom>
          <a:noFill/>
          <a:ln w="9525">
            <a:solidFill>
              <a:schemeClr val="folHlink"/>
            </a:solidFill>
            <a:round/>
            <a:headEnd type="triangle" w="sm" len="me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34226" name="Text Box 18">
            <a:extLst>
              <a:ext uri="{FF2B5EF4-FFF2-40B4-BE49-F238E27FC236}">
                <a16:creationId xmlns:a16="http://schemas.microsoft.com/office/drawing/2014/main" id="{0CE4E0E6-6777-B64D-8C1B-251D88F14C78}"/>
              </a:ext>
            </a:extLst>
          </p:cNvPr>
          <p:cNvSpPr txBox="1">
            <a:spLocks noChangeArrowheads="1"/>
          </p:cNvSpPr>
          <p:nvPr/>
        </p:nvSpPr>
        <p:spPr bwMode="auto">
          <a:xfrm>
            <a:off x="4383881" y="2607469"/>
            <a:ext cx="1107996" cy="369332"/>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800">
                <a:solidFill>
                  <a:schemeClr val="folHlink"/>
                </a:solidFill>
                <a:latin typeface="Arial" panose="020B0604020202020204" pitchFamily="34" charset="0"/>
              </a:rPr>
              <a:t>接收缓存</a:t>
            </a:r>
          </a:p>
        </p:txBody>
      </p:sp>
      <p:sp>
        <p:nvSpPr>
          <p:cNvPr id="734227" name="Line 19">
            <a:extLst>
              <a:ext uri="{FF2B5EF4-FFF2-40B4-BE49-F238E27FC236}">
                <a16:creationId xmlns:a16="http://schemas.microsoft.com/office/drawing/2014/main" id="{436DEC91-97EB-1A4D-84B9-8B9F9D6366A5}"/>
              </a:ext>
            </a:extLst>
          </p:cNvPr>
          <p:cNvSpPr>
            <a:spLocks noChangeShapeType="1"/>
          </p:cNvSpPr>
          <p:nvPr/>
        </p:nvSpPr>
        <p:spPr bwMode="auto">
          <a:xfrm>
            <a:off x="7013972" y="2593181"/>
            <a:ext cx="9525" cy="677466"/>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34229" name="Freeform 21">
            <a:extLst>
              <a:ext uri="{FF2B5EF4-FFF2-40B4-BE49-F238E27FC236}">
                <a16:creationId xmlns:a16="http://schemas.microsoft.com/office/drawing/2014/main" id="{7F6341C0-861E-3146-8A67-E841C56F1DA2}"/>
              </a:ext>
            </a:extLst>
          </p:cNvPr>
          <p:cNvSpPr>
            <a:spLocks/>
          </p:cNvSpPr>
          <p:nvPr/>
        </p:nvSpPr>
        <p:spPr bwMode="auto">
          <a:xfrm flipH="1">
            <a:off x="3061098" y="2084785"/>
            <a:ext cx="1688306" cy="1358503"/>
          </a:xfrm>
          <a:custGeom>
            <a:avLst/>
            <a:gdLst>
              <a:gd name="T0" fmla="*/ 0 w 754"/>
              <a:gd name="T1" fmla="*/ 0 h 727"/>
              <a:gd name="T2" fmla="*/ 203015 w 754"/>
              <a:gd name="T3" fmla="*/ 418576 h 727"/>
              <a:gd name="T4" fmla="*/ 776233 w 754"/>
              <a:gd name="T5" fmla="*/ 627864 h 727"/>
              <a:gd name="T6" fmla="*/ 1695770 w 754"/>
              <a:gd name="T7" fmla="*/ 777355 h 727"/>
              <a:gd name="T8" fmla="*/ 2101799 w 754"/>
              <a:gd name="T9" fmla="*/ 1036473 h 727"/>
              <a:gd name="T10" fmla="*/ 2209278 w 754"/>
              <a:gd name="T11" fmla="*/ 1425151 h 727"/>
              <a:gd name="T12" fmla="*/ 2251075 w 754"/>
              <a:gd name="T13" fmla="*/ 1811337 h 72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754" h="727">
                <a:moveTo>
                  <a:pt x="0" y="0"/>
                </a:moveTo>
                <a:cubicBezTo>
                  <a:pt x="11" y="28"/>
                  <a:pt x="25" y="126"/>
                  <a:pt x="68" y="168"/>
                </a:cubicBezTo>
                <a:cubicBezTo>
                  <a:pt x="111" y="210"/>
                  <a:pt x="177" y="228"/>
                  <a:pt x="260" y="252"/>
                </a:cubicBezTo>
                <a:cubicBezTo>
                  <a:pt x="343" y="276"/>
                  <a:pt x="494" y="285"/>
                  <a:pt x="568" y="312"/>
                </a:cubicBezTo>
                <a:cubicBezTo>
                  <a:pt x="642" y="339"/>
                  <a:pt x="675" y="373"/>
                  <a:pt x="704" y="416"/>
                </a:cubicBezTo>
                <a:cubicBezTo>
                  <a:pt x="733" y="459"/>
                  <a:pt x="732" y="520"/>
                  <a:pt x="740" y="572"/>
                </a:cubicBezTo>
                <a:cubicBezTo>
                  <a:pt x="748" y="624"/>
                  <a:pt x="751" y="695"/>
                  <a:pt x="754" y="727"/>
                </a:cubicBezTo>
              </a:path>
            </a:pathLst>
          </a:custGeom>
          <a:noFill/>
          <a:ln w="38100" cmpd="sng">
            <a:solidFill>
              <a:schemeClr val="hlink"/>
            </a:solidFill>
            <a:round/>
            <a:headEnd type="none" w="med" len="med"/>
            <a:tailEnd type="triangle" w="med" len="lg"/>
          </a:ln>
          <a:effectLst/>
        </p:spPr>
        <p:txBody>
          <a:bodyPr/>
          <a:lstStyle/>
          <a:p>
            <a:pPr>
              <a:defRPr/>
            </a:pPr>
            <a:endParaRPr lang="zh-CN" altLang="en-US"/>
          </a:p>
        </p:txBody>
      </p:sp>
      <p:sp>
        <p:nvSpPr>
          <p:cNvPr id="734230" name="Text Box 22">
            <a:extLst>
              <a:ext uri="{FF2B5EF4-FFF2-40B4-BE49-F238E27FC236}">
                <a16:creationId xmlns:a16="http://schemas.microsoft.com/office/drawing/2014/main" id="{EC802218-A7DC-284B-A9D2-6C7ED19B756C}"/>
              </a:ext>
            </a:extLst>
          </p:cNvPr>
          <p:cNvSpPr txBox="1">
            <a:spLocks noChangeArrowheads="1"/>
          </p:cNvSpPr>
          <p:nvPr/>
        </p:nvSpPr>
        <p:spPr bwMode="auto">
          <a:xfrm>
            <a:off x="1803514" y="2764632"/>
            <a:ext cx="1338829" cy="6463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800">
                <a:solidFill>
                  <a:schemeClr val="folHlink"/>
                </a:solidFill>
                <a:latin typeface="Arial" panose="020B0604020202020204" pitchFamily="34" charset="0"/>
              </a:rPr>
              <a:t>下一个读取</a:t>
            </a:r>
          </a:p>
          <a:p>
            <a:pPr algn="ctr" eaLnBrk="1" hangingPunct="1">
              <a:defRPr/>
            </a:pPr>
            <a:r>
              <a:rPr lang="zh-CN" altLang="en-US" sz="1800">
                <a:solidFill>
                  <a:schemeClr val="folHlink"/>
                </a:solidFill>
                <a:latin typeface="Arial" panose="020B0604020202020204" pitchFamily="34" charset="0"/>
              </a:rPr>
              <a:t>的字节</a:t>
            </a:r>
          </a:p>
        </p:txBody>
      </p:sp>
      <p:sp>
        <p:nvSpPr>
          <p:cNvPr id="734231" name="Line 23">
            <a:extLst>
              <a:ext uri="{FF2B5EF4-FFF2-40B4-BE49-F238E27FC236}">
                <a16:creationId xmlns:a16="http://schemas.microsoft.com/office/drawing/2014/main" id="{EBA913A1-5D62-604B-9839-33E16C0EB9E4}"/>
              </a:ext>
            </a:extLst>
          </p:cNvPr>
          <p:cNvSpPr>
            <a:spLocks noChangeShapeType="1"/>
          </p:cNvSpPr>
          <p:nvPr/>
        </p:nvSpPr>
        <p:spPr bwMode="auto">
          <a:xfrm>
            <a:off x="6517482" y="4245769"/>
            <a:ext cx="1016794" cy="0"/>
          </a:xfrm>
          <a:prstGeom prst="line">
            <a:avLst/>
          </a:prstGeom>
          <a:noFill/>
          <a:ln w="38100">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34232" name="Text Box 24">
            <a:extLst>
              <a:ext uri="{FF2B5EF4-FFF2-40B4-BE49-F238E27FC236}">
                <a16:creationId xmlns:a16="http://schemas.microsoft.com/office/drawing/2014/main" id="{445F8079-09B2-D742-84CD-B8B223548225}"/>
              </a:ext>
            </a:extLst>
          </p:cNvPr>
          <p:cNvSpPr txBox="1">
            <a:spLocks noChangeArrowheads="1"/>
          </p:cNvSpPr>
          <p:nvPr/>
        </p:nvSpPr>
        <p:spPr bwMode="auto">
          <a:xfrm>
            <a:off x="6475453" y="4245769"/>
            <a:ext cx="1107996"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800">
                <a:solidFill>
                  <a:schemeClr val="folHlink"/>
                </a:solidFill>
                <a:latin typeface="Arial" panose="020B0604020202020204" pitchFamily="34" charset="0"/>
              </a:rPr>
              <a:t>序号增大</a:t>
            </a:r>
          </a:p>
        </p:txBody>
      </p:sp>
      <p:sp>
        <p:nvSpPr>
          <p:cNvPr id="734233" name="Text Box 25">
            <a:extLst>
              <a:ext uri="{FF2B5EF4-FFF2-40B4-BE49-F238E27FC236}">
                <a16:creationId xmlns:a16="http://schemas.microsoft.com/office/drawing/2014/main" id="{AAAFD481-DA43-C743-8DC2-EE37639A623E}"/>
              </a:ext>
            </a:extLst>
          </p:cNvPr>
          <p:cNvSpPr txBox="1">
            <a:spLocks noChangeArrowheads="1"/>
          </p:cNvSpPr>
          <p:nvPr/>
        </p:nvSpPr>
        <p:spPr bwMode="auto">
          <a:xfrm>
            <a:off x="3230107" y="4300538"/>
            <a:ext cx="2031325" cy="6463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zh-CN" altLang="en-US" sz="1800">
                <a:solidFill>
                  <a:schemeClr val="folHlink"/>
                </a:solidFill>
                <a:latin typeface="Arial" panose="020B0604020202020204" pitchFamily="34" charset="0"/>
              </a:rPr>
              <a:t>下一个期望收到的</a:t>
            </a:r>
          </a:p>
          <a:p>
            <a:pPr algn="ctr" eaLnBrk="1" hangingPunct="1">
              <a:defRPr/>
            </a:pPr>
            <a:r>
              <a:rPr lang="zh-CN" altLang="en-US" sz="1800">
                <a:solidFill>
                  <a:schemeClr val="folHlink"/>
                </a:solidFill>
                <a:latin typeface="Arial" panose="020B0604020202020204" pitchFamily="34" charset="0"/>
              </a:rPr>
              <a:t>字节（确认号）</a:t>
            </a:r>
          </a:p>
        </p:txBody>
      </p:sp>
      <p:sp>
        <p:nvSpPr>
          <p:cNvPr id="734234" name="Line 26">
            <a:extLst>
              <a:ext uri="{FF2B5EF4-FFF2-40B4-BE49-F238E27FC236}">
                <a16:creationId xmlns:a16="http://schemas.microsoft.com/office/drawing/2014/main" id="{6C00FE7F-800A-6C4A-83C9-344AA5C61FCB}"/>
              </a:ext>
            </a:extLst>
          </p:cNvPr>
          <p:cNvSpPr>
            <a:spLocks noChangeShapeType="1"/>
          </p:cNvSpPr>
          <p:nvPr/>
        </p:nvSpPr>
        <p:spPr bwMode="auto">
          <a:xfrm flipV="1">
            <a:off x="4276726" y="3863579"/>
            <a:ext cx="2381" cy="466725"/>
          </a:xfrm>
          <a:prstGeom prst="line">
            <a:avLst/>
          </a:prstGeom>
          <a:noFill/>
          <a:ln w="3810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34235" name="Freeform 27">
            <a:extLst>
              <a:ext uri="{FF2B5EF4-FFF2-40B4-BE49-F238E27FC236}">
                <a16:creationId xmlns:a16="http://schemas.microsoft.com/office/drawing/2014/main" id="{97CBB447-2847-FA46-9953-9D0263DD9E27}"/>
              </a:ext>
            </a:extLst>
          </p:cNvPr>
          <p:cNvSpPr>
            <a:spLocks/>
          </p:cNvSpPr>
          <p:nvPr/>
        </p:nvSpPr>
        <p:spPr bwMode="auto">
          <a:xfrm>
            <a:off x="7802166" y="3384947"/>
            <a:ext cx="98822" cy="504825"/>
          </a:xfrm>
          <a:custGeom>
            <a:avLst/>
            <a:gdLst>
              <a:gd name="T0" fmla="*/ 43921 w 36"/>
              <a:gd name="T1" fmla="*/ 0 h 286"/>
              <a:gd name="T2" fmla="*/ 131762 w 36"/>
              <a:gd name="T3" fmla="*/ 202401 h 286"/>
              <a:gd name="T4" fmla="*/ 29280 w 36"/>
              <a:gd name="T5" fmla="*/ 240057 h 286"/>
              <a:gd name="T6" fmla="*/ 102482 w 36"/>
              <a:gd name="T7" fmla="*/ 324783 h 286"/>
              <a:gd name="T8" fmla="*/ 0 w 36"/>
              <a:gd name="T9" fmla="*/ 371852 h 286"/>
              <a:gd name="T10" fmla="*/ 87841 w 36"/>
              <a:gd name="T11" fmla="*/ 494234 h 286"/>
              <a:gd name="T12" fmla="*/ 29280 w 36"/>
              <a:gd name="T13" fmla="*/ 560132 h 286"/>
              <a:gd name="T14" fmla="*/ 117122 w 36"/>
              <a:gd name="T15" fmla="*/ 673100 h 28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chemeClr val="tx1"/>
            </a:solidFill>
            <a:round/>
            <a:headEnd/>
            <a:tailEnd/>
          </a:ln>
          <a:effectLst/>
        </p:spPr>
        <p:txBody>
          <a:bodyPr/>
          <a:lstStyle/>
          <a:p>
            <a:pPr>
              <a:defRPr/>
            </a:pPr>
            <a:endParaRPr lang="zh-CN" altLang="en-US"/>
          </a:p>
        </p:txBody>
      </p:sp>
      <p:sp>
        <p:nvSpPr>
          <p:cNvPr id="734236" name="Freeform 28">
            <a:extLst>
              <a:ext uri="{FF2B5EF4-FFF2-40B4-BE49-F238E27FC236}">
                <a16:creationId xmlns:a16="http://schemas.microsoft.com/office/drawing/2014/main" id="{FADC643D-700B-B142-A1C9-F3E4A46225F8}"/>
              </a:ext>
            </a:extLst>
          </p:cNvPr>
          <p:cNvSpPr>
            <a:spLocks/>
          </p:cNvSpPr>
          <p:nvPr/>
        </p:nvSpPr>
        <p:spPr bwMode="auto">
          <a:xfrm>
            <a:off x="2100262" y="3403998"/>
            <a:ext cx="147638" cy="511969"/>
          </a:xfrm>
          <a:custGeom>
            <a:avLst/>
            <a:gdLst>
              <a:gd name="T0" fmla="*/ 41756 w 66"/>
              <a:gd name="T1" fmla="*/ 0 h 274"/>
              <a:gd name="T2" fmla="*/ 196850 w 66"/>
              <a:gd name="T3" fmla="*/ 114601 h 274"/>
              <a:gd name="T4" fmla="*/ 17895 w 66"/>
              <a:gd name="T5" fmla="*/ 209272 h 274"/>
              <a:gd name="T6" fmla="*/ 161059 w 66"/>
              <a:gd name="T7" fmla="*/ 338821 h 274"/>
              <a:gd name="T8" fmla="*/ 0 w 66"/>
              <a:gd name="T9" fmla="*/ 443457 h 274"/>
              <a:gd name="T10" fmla="*/ 161059 w 66"/>
              <a:gd name="T11" fmla="*/ 533145 h 274"/>
              <a:gd name="T12" fmla="*/ 35791 w 66"/>
              <a:gd name="T13" fmla="*/ 682625 h 27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6" h="274">
                <a:moveTo>
                  <a:pt x="14" y="0"/>
                </a:moveTo>
                <a:lnTo>
                  <a:pt x="66" y="46"/>
                </a:lnTo>
                <a:lnTo>
                  <a:pt x="6" y="84"/>
                </a:lnTo>
                <a:lnTo>
                  <a:pt x="54" y="136"/>
                </a:lnTo>
                <a:lnTo>
                  <a:pt x="0" y="178"/>
                </a:lnTo>
                <a:lnTo>
                  <a:pt x="54" y="214"/>
                </a:lnTo>
                <a:lnTo>
                  <a:pt x="12" y="274"/>
                </a:lnTo>
              </a:path>
            </a:pathLst>
          </a:custGeom>
          <a:noFill/>
          <a:ln w="19050" cmpd="sng">
            <a:solidFill>
              <a:schemeClr val="tx1"/>
            </a:solidFill>
            <a:round/>
            <a:headEnd/>
            <a:tailEnd/>
          </a:ln>
          <a:effectLst/>
        </p:spPr>
        <p:txBody>
          <a:bodyPr/>
          <a:lstStyle/>
          <a:p>
            <a:pPr>
              <a:defRPr/>
            </a:pPr>
            <a:endParaRPr lang="zh-CN" altLang="en-US"/>
          </a:p>
        </p:txBody>
      </p:sp>
      <p:sp>
        <p:nvSpPr>
          <p:cNvPr id="2" name="幻灯片编号占位符 1">
            <a:extLst>
              <a:ext uri="{FF2B5EF4-FFF2-40B4-BE49-F238E27FC236}">
                <a16:creationId xmlns:a16="http://schemas.microsoft.com/office/drawing/2014/main" id="{9F9C99F5-C208-2F4D-B712-AF523AF721AC}"/>
              </a:ext>
            </a:extLst>
          </p:cNvPr>
          <p:cNvSpPr>
            <a:spLocks noGrp="1"/>
          </p:cNvSpPr>
          <p:nvPr>
            <p:ph type="sldNum" sz="quarter" idx="10"/>
          </p:nvPr>
        </p:nvSpPr>
        <p:spPr>
          <a:xfrm>
            <a:off x="8721090" y="4859971"/>
            <a:ext cx="422910"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F7ADFF9-A557-C34B-B83F-25677ECFCF66}" type="slidenum">
              <a:rPr lang="en-US" altLang="zh-CN" sz="1050"/>
              <a:pPr>
                <a:defRPr/>
              </a:pPr>
              <a:t>70</a:t>
            </a:fld>
            <a:endParaRPr lang="en-US" altLang="zh-CN" sz="1050"/>
          </a:p>
        </p:txBody>
      </p:sp>
    </p:spTree>
    <p:extLst>
      <p:ext uri="{BB962C8B-B14F-4D97-AF65-F5344CB8AC3E}">
        <p14:creationId xmlns:p14="http://schemas.microsoft.com/office/powerpoint/2010/main" val="5124448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6258" name="Rectangle 2">
            <a:extLst>
              <a:ext uri="{FF2B5EF4-FFF2-40B4-BE49-F238E27FC236}">
                <a16:creationId xmlns:a16="http://schemas.microsoft.com/office/drawing/2014/main" id="{722B9E92-C27D-3842-A2F2-F7DA40628520}"/>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发送缓存与接收缓存的作用</a:t>
            </a:r>
          </a:p>
        </p:txBody>
      </p:sp>
      <p:sp>
        <p:nvSpPr>
          <p:cNvPr id="736259" name="Rectangle 3">
            <a:extLst>
              <a:ext uri="{FF2B5EF4-FFF2-40B4-BE49-F238E27FC236}">
                <a16:creationId xmlns:a16="http://schemas.microsoft.com/office/drawing/2014/main" id="{86101990-18BB-084A-89E8-5EC80B3559BC}"/>
              </a:ext>
            </a:extLst>
          </p:cNvPr>
          <p:cNvSpPr>
            <a:spLocks noGrp="1" noChangeArrowheads="1"/>
          </p:cNvSpPr>
          <p:nvPr>
            <p:ph type="body" idx="1"/>
          </p:nvPr>
        </p:nvSpPr>
        <p:spPr/>
        <p:txBody>
          <a:bodyPr/>
          <a:lstStyle/>
          <a:p>
            <a:pPr eaLnBrk="1" hangingPunct="1">
              <a:defRPr/>
            </a:pPr>
            <a:r>
              <a:rPr lang="zh-CN" altLang="en-US">
                <a:latin typeface="Times New Roman" panose="02020603050405020304" pitchFamily="18" charset="0"/>
                <a:ea typeface="宋体" panose="02010600030101010101" pitchFamily="2" charset="-122"/>
              </a:rPr>
              <a:t>发送缓存用来暂时存放：</a:t>
            </a:r>
          </a:p>
          <a:p>
            <a:pPr lvl="1" eaLnBrk="1" hangingPunct="1">
              <a:defRPr/>
            </a:pPr>
            <a:r>
              <a:rPr lang="zh-CN" altLang="en-US">
                <a:latin typeface="Times New Roman" panose="02020603050405020304" pitchFamily="18" charset="0"/>
                <a:ea typeface="宋体" panose="02010600030101010101" pitchFamily="2" charset="-122"/>
              </a:rPr>
              <a:t> </a:t>
            </a:r>
            <a:r>
              <a:rPr lang="zh-CN" altLang="en-US">
                <a:solidFill>
                  <a:schemeClr val="folHlink"/>
                </a:solidFill>
                <a:latin typeface="Arial" panose="020B0604020202020204" pitchFamily="34" charset="0"/>
                <a:ea typeface="宋体" panose="02010600030101010101" pitchFamily="2" charset="-122"/>
              </a:rPr>
              <a:t>发送应用程序传送给发送方 </a:t>
            </a:r>
            <a:r>
              <a:rPr lang="en-US" altLang="zh-CN">
                <a:solidFill>
                  <a:schemeClr val="folHlink"/>
                </a:solidFill>
                <a:latin typeface="Arial" panose="020B0604020202020204" pitchFamily="34" charset="0"/>
                <a:ea typeface="宋体" panose="02010600030101010101" pitchFamily="2" charset="-122"/>
              </a:rPr>
              <a:t>TCP </a:t>
            </a:r>
            <a:r>
              <a:rPr lang="zh-CN" altLang="en-US">
                <a:solidFill>
                  <a:schemeClr val="folHlink"/>
                </a:solidFill>
                <a:latin typeface="Arial" panose="020B0604020202020204" pitchFamily="34" charset="0"/>
                <a:ea typeface="宋体" panose="02010600030101010101" pitchFamily="2" charset="-122"/>
              </a:rPr>
              <a:t>准备发送的数据；</a:t>
            </a:r>
          </a:p>
          <a:p>
            <a:pPr lvl="1" eaLnBrk="1" hangingPunct="1">
              <a:defRPr/>
            </a:pPr>
            <a:r>
              <a:rPr lang="zh-CN" altLang="en-US">
                <a:solidFill>
                  <a:schemeClr val="folHlink"/>
                </a:solidFill>
                <a:latin typeface="Arial" panose="020B0604020202020204" pitchFamily="34" charset="0"/>
                <a:ea typeface="宋体" panose="02010600030101010101" pitchFamily="2" charset="-122"/>
              </a:rPr>
              <a:t> </a:t>
            </a:r>
            <a:r>
              <a:rPr lang="en-US" altLang="zh-CN">
                <a:solidFill>
                  <a:schemeClr val="folHlink"/>
                </a:solidFill>
                <a:latin typeface="Arial" panose="020B0604020202020204" pitchFamily="34" charset="0"/>
                <a:ea typeface="宋体" panose="02010600030101010101" pitchFamily="2" charset="-122"/>
              </a:rPr>
              <a:t>TCP </a:t>
            </a:r>
            <a:r>
              <a:rPr lang="zh-CN" altLang="en-US">
                <a:solidFill>
                  <a:schemeClr val="folHlink"/>
                </a:solidFill>
                <a:latin typeface="Arial" panose="020B0604020202020204" pitchFamily="34" charset="0"/>
                <a:ea typeface="宋体" panose="02010600030101010101" pitchFamily="2" charset="-122"/>
              </a:rPr>
              <a:t>已发送出但尚未收到确认的数据。</a:t>
            </a:r>
          </a:p>
          <a:p>
            <a:pPr eaLnBrk="1" hangingPunct="1">
              <a:defRPr/>
            </a:pPr>
            <a:r>
              <a:rPr lang="zh-CN" altLang="en-US">
                <a:latin typeface="Times New Roman" panose="02020603050405020304" pitchFamily="18" charset="0"/>
                <a:ea typeface="宋体" panose="02010600030101010101" pitchFamily="2" charset="-122"/>
              </a:rPr>
              <a:t>接收缓存用来暂时存放：</a:t>
            </a:r>
          </a:p>
          <a:p>
            <a:pPr lvl="1" eaLnBrk="1" hangingPunct="1">
              <a:defRPr/>
            </a:pPr>
            <a:r>
              <a:rPr lang="zh-CN" altLang="en-US">
                <a:latin typeface="Times New Roman" panose="02020603050405020304" pitchFamily="18" charset="0"/>
                <a:ea typeface="宋体" panose="02010600030101010101" pitchFamily="2" charset="-122"/>
              </a:rPr>
              <a:t> </a:t>
            </a:r>
            <a:r>
              <a:rPr lang="zh-CN" altLang="en-US">
                <a:solidFill>
                  <a:schemeClr val="folHlink"/>
                </a:solidFill>
                <a:latin typeface="黑体" panose="02010609060101010101" pitchFamily="49" charset="-122"/>
                <a:ea typeface="宋体" panose="02010600030101010101" pitchFamily="2" charset="-122"/>
              </a:rPr>
              <a:t>按序到达的、但尚未被接收应用程序读取的数据；</a:t>
            </a:r>
          </a:p>
          <a:p>
            <a:pPr lvl="1" eaLnBrk="1" hangingPunct="1">
              <a:defRPr/>
            </a:pPr>
            <a:r>
              <a:rPr lang="zh-CN" altLang="en-US">
                <a:solidFill>
                  <a:schemeClr val="folHlink"/>
                </a:solidFill>
                <a:latin typeface="黑体" panose="02010609060101010101" pitchFamily="49" charset="-122"/>
                <a:ea typeface="宋体" panose="02010600030101010101" pitchFamily="2" charset="-122"/>
              </a:rPr>
              <a:t> 不按序到达的数据。</a:t>
            </a:r>
            <a:r>
              <a:rPr lang="zh-CN" altLang="en-US">
                <a:latin typeface="Times New Roman" panose="02020603050405020304" pitchFamily="18" charset="0"/>
                <a:ea typeface="宋体" panose="02010600030101010101" pitchFamily="2" charset="-122"/>
              </a:rPr>
              <a:t> </a:t>
            </a:r>
          </a:p>
        </p:txBody>
      </p:sp>
      <p:sp>
        <p:nvSpPr>
          <p:cNvPr id="2" name="幻灯片编号占位符 1">
            <a:extLst>
              <a:ext uri="{FF2B5EF4-FFF2-40B4-BE49-F238E27FC236}">
                <a16:creationId xmlns:a16="http://schemas.microsoft.com/office/drawing/2014/main" id="{56865886-5688-7641-A47A-EB8D82785A37}"/>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1817DE3-1573-0741-9C72-9A1CCC38A961}" type="slidenum">
              <a:rPr lang="en-US" altLang="zh-CN" sz="1050"/>
              <a:pPr>
                <a:defRPr/>
              </a:pPr>
              <a:t>71</a:t>
            </a:fld>
            <a:endParaRPr lang="en-US" altLang="zh-CN" sz="1050"/>
          </a:p>
        </p:txBody>
      </p:sp>
    </p:spTree>
    <p:extLst>
      <p:ext uri="{BB962C8B-B14F-4D97-AF65-F5344CB8AC3E}">
        <p14:creationId xmlns:p14="http://schemas.microsoft.com/office/powerpoint/2010/main" val="185320304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82" name="Rectangle 2">
            <a:extLst>
              <a:ext uri="{FF2B5EF4-FFF2-40B4-BE49-F238E27FC236}">
                <a16:creationId xmlns:a16="http://schemas.microsoft.com/office/drawing/2014/main" id="{644B6973-2A7F-B441-9009-772983548C6E}"/>
              </a:ext>
            </a:extLst>
          </p:cNvPr>
          <p:cNvSpPr>
            <a:spLocks noGrp="1" noChangeArrowheads="1"/>
          </p:cNvSpPr>
          <p:nvPr>
            <p:ph type="title"/>
          </p:nvPr>
        </p:nvSpPr>
        <p:spPr/>
        <p:txBody>
          <a:bodyPr/>
          <a:lstStyle/>
          <a:p>
            <a:pPr eaLnBrk="1" hangingPunct="1">
              <a:defRPr/>
            </a:pPr>
            <a:r>
              <a:rPr lang="zh-CN" altLang="en-US" sz="3000" dirty="0">
                <a:ea typeface="宋体" panose="02010600030101010101" pitchFamily="2" charset="-122"/>
              </a:rPr>
              <a:t>需要强调三点</a:t>
            </a:r>
          </a:p>
        </p:txBody>
      </p:sp>
      <p:sp>
        <p:nvSpPr>
          <p:cNvPr id="737283" name="Rectangle 3">
            <a:extLst>
              <a:ext uri="{FF2B5EF4-FFF2-40B4-BE49-F238E27FC236}">
                <a16:creationId xmlns:a16="http://schemas.microsoft.com/office/drawing/2014/main" id="{4283E03A-D804-904F-9097-1FE822A251E9}"/>
              </a:ext>
            </a:extLst>
          </p:cNvPr>
          <p:cNvSpPr>
            <a:spLocks noGrp="1" noChangeArrowheads="1"/>
          </p:cNvSpPr>
          <p:nvPr>
            <p:ph type="body" idx="1"/>
          </p:nvPr>
        </p:nvSpPr>
        <p:spPr>
          <a:xfrm>
            <a:off x="228600" y="1059657"/>
            <a:ext cx="8709916" cy="3456385"/>
          </a:xfrm>
        </p:spPr>
        <p:txBody>
          <a:bodyPr/>
          <a:lstStyle/>
          <a:p>
            <a:pPr eaLnBrk="1" hangingPunct="1">
              <a:defRPr/>
            </a:pPr>
            <a:r>
              <a:rPr lang="en-US" altLang="zh-CN" sz="2100" dirty="0">
                <a:ea typeface="宋体" panose="02010600030101010101" pitchFamily="2" charset="-122"/>
              </a:rPr>
              <a:t>A </a:t>
            </a:r>
            <a:r>
              <a:rPr lang="zh-CN" altLang="en-US" sz="2100" dirty="0">
                <a:ea typeface="宋体" panose="02010600030101010101" pitchFamily="2" charset="-122"/>
              </a:rPr>
              <a:t>的发送窗口并不总是和 </a:t>
            </a:r>
            <a:r>
              <a:rPr lang="en-US" altLang="zh-CN" sz="2100" dirty="0">
                <a:ea typeface="宋体" panose="02010600030101010101" pitchFamily="2" charset="-122"/>
              </a:rPr>
              <a:t>B </a:t>
            </a:r>
            <a:r>
              <a:rPr lang="zh-CN" altLang="en-US" sz="2100" dirty="0">
                <a:ea typeface="宋体" panose="02010600030101010101" pitchFamily="2" charset="-122"/>
              </a:rPr>
              <a:t>的接收窗口一样大（因为有一定的时间滞后）。</a:t>
            </a:r>
          </a:p>
          <a:p>
            <a:pPr eaLnBrk="1" hangingPunct="1">
              <a:defRPr/>
            </a:pPr>
            <a:r>
              <a:rPr lang="en-US" altLang="zh-CN" sz="2100" dirty="0">
                <a:ea typeface="宋体" panose="02010600030101010101" pitchFamily="2" charset="-122"/>
              </a:rPr>
              <a:t>TCP </a:t>
            </a:r>
            <a:r>
              <a:rPr lang="zh-CN" altLang="en-US" sz="2100" dirty="0">
                <a:ea typeface="宋体" panose="02010600030101010101" pitchFamily="2" charset="-122"/>
              </a:rPr>
              <a:t>标准没有规定对不按序到达的数据应如何处理。通常是先临时存放在接收窗口中，等到字节流中所缺少的字节收到后，再按序交付上层的应用进程。</a:t>
            </a:r>
          </a:p>
          <a:p>
            <a:pPr eaLnBrk="1" hangingPunct="1">
              <a:defRPr/>
            </a:pPr>
            <a:r>
              <a:rPr lang="en-US" altLang="zh-CN" sz="2100" dirty="0">
                <a:ea typeface="宋体" panose="02010600030101010101" pitchFamily="2" charset="-122"/>
              </a:rPr>
              <a:t>TCP </a:t>
            </a:r>
            <a:r>
              <a:rPr lang="zh-CN" altLang="en-US" sz="2100" dirty="0">
                <a:ea typeface="宋体" panose="02010600030101010101" pitchFamily="2" charset="-122"/>
              </a:rPr>
              <a:t>要求接收方必须有累积确认的功能，这样可以减小传输开销。  </a:t>
            </a:r>
          </a:p>
        </p:txBody>
      </p:sp>
      <p:sp>
        <p:nvSpPr>
          <p:cNvPr id="2" name="幻灯片编号占位符 1">
            <a:extLst>
              <a:ext uri="{FF2B5EF4-FFF2-40B4-BE49-F238E27FC236}">
                <a16:creationId xmlns:a16="http://schemas.microsoft.com/office/drawing/2014/main" id="{CCE3BA0D-52A3-B847-A4D5-C2BB5A98F081}"/>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91CE563-EC83-0245-9188-3B90EEE8AEE5}" type="slidenum">
              <a:rPr lang="en-US" altLang="zh-CN" sz="1050"/>
              <a:pPr>
                <a:defRPr/>
              </a:pPr>
              <a:t>72</a:t>
            </a:fld>
            <a:endParaRPr lang="en-US" altLang="zh-CN" sz="1050"/>
          </a:p>
        </p:txBody>
      </p:sp>
    </p:spTree>
    <p:extLst>
      <p:ext uri="{BB962C8B-B14F-4D97-AF65-F5344CB8AC3E}">
        <p14:creationId xmlns:p14="http://schemas.microsoft.com/office/powerpoint/2010/main" val="289570284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5714" name="Rectangle 2">
            <a:extLst>
              <a:ext uri="{FF2B5EF4-FFF2-40B4-BE49-F238E27FC236}">
                <a16:creationId xmlns:a16="http://schemas.microsoft.com/office/drawing/2014/main" id="{075AE1D9-B2E6-1643-BE1A-8ED65179D621}"/>
              </a:ext>
            </a:extLst>
          </p:cNvPr>
          <p:cNvSpPr>
            <a:spLocks noGrp="1" noChangeArrowheads="1"/>
          </p:cNvSpPr>
          <p:nvPr>
            <p:ph type="title"/>
          </p:nvPr>
        </p:nvSpPr>
        <p:spPr/>
        <p:txBody>
          <a:bodyPr/>
          <a:lstStyle/>
          <a:p>
            <a:pPr eaLnBrk="1" hangingPunct="1">
              <a:defRPr/>
            </a:pPr>
            <a:r>
              <a:rPr lang="en-US" altLang="zh-CN" dirty="0">
                <a:latin typeface="Times New Roman" panose="02020603050405020304" pitchFamily="18" charset="0"/>
                <a:ea typeface="宋体" panose="02010600030101010101" pitchFamily="2" charset="-122"/>
              </a:rPr>
              <a:t>5.6.2  </a:t>
            </a:r>
            <a:r>
              <a:rPr lang="zh-CN" altLang="en-US" dirty="0">
                <a:latin typeface="Times New Roman" panose="02020603050405020304" pitchFamily="18" charset="0"/>
                <a:ea typeface="宋体" panose="02010600030101010101" pitchFamily="2" charset="-122"/>
              </a:rPr>
              <a:t>超时重传时间的选择</a:t>
            </a:r>
          </a:p>
        </p:txBody>
      </p:sp>
      <p:sp>
        <p:nvSpPr>
          <p:cNvPr id="755715" name="Rectangle 3">
            <a:extLst>
              <a:ext uri="{FF2B5EF4-FFF2-40B4-BE49-F238E27FC236}">
                <a16:creationId xmlns:a16="http://schemas.microsoft.com/office/drawing/2014/main" id="{5CAC1CE8-0514-D24C-8AE1-6E5CD0D63E57}"/>
              </a:ext>
            </a:extLst>
          </p:cNvPr>
          <p:cNvSpPr>
            <a:spLocks noGrp="1" noChangeArrowheads="1"/>
          </p:cNvSpPr>
          <p:nvPr>
            <p:ph type="body" idx="1"/>
          </p:nvPr>
        </p:nvSpPr>
        <p:spPr>
          <a:xfrm>
            <a:off x="228600" y="1059657"/>
            <a:ext cx="8709916" cy="3456385"/>
          </a:xfrm>
        </p:spPr>
        <p:txBody>
          <a:bodyPr/>
          <a:lstStyle/>
          <a:p>
            <a:pPr eaLnBrk="1" hangingPunct="1">
              <a:defRPr/>
            </a:pPr>
            <a:r>
              <a:rPr lang="zh-CN" altLang="en-US" dirty="0">
                <a:latin typeface="Times New Roman" panose="02020603050405020304" pitchFamily="18" charset="0"/>
                <a:ea typeface="宋体" panose="02010600030101010101" pitchFamily="2" charset="-122"/>
              </a:rPr>
              <a:t>重传机制是 </a:t>
            </a: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中最重要和最复杂的问题之一。</a:t>
            </a:r>
          </a:p>
          <a:p>
            <a:pPr eaLnBrk="1" hangingPunct="1">
              <a:defRPr/>
            </a:pP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每发送一个报文段，就对这个报文段设置一次计时器。只要计时器设置的重传时间到但还没有收到确认，就要重传这一报文段。</a:t>
            </a:r>
          </a:p>
        </p:txBody>
      </p:sp>
      <p:sp>
        <p:nvSpPr>
          <p:cNvPr id="2" name="幻灯片编号占位符 1">
            <a:extLst>
              <a:ext uri="{FF2B5EF4-FFF2-40B4-BE49-F238E27FC236}">
                <a16:creationId xmlns:a16="http://schemas.microsoft.com/office/drawing/2014/main" id="{34687472-D40B-0F45-9673-979B47573EA1}"/>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9F2A542-E617-AB47-908D-6CF57A595AA5}" type="slidenum">
              <a:rPr lang="en-US" altLang="zh-CN" sz="1050"/>
              <a:pPr>
                <a:defRPr/>
              </a:pPr>
              <a:t>73</a:t>
            </a:fld>
            <a:endParaRPr lang="en-US" altLang="zh-CN" sz="1050"/>
          </a:p>
        </p:txBody>
      </p:sp>
    </p:spTree>
    <p:extLst>
      <p:ext uri="{BB962C8B-B14F-4D97-AF65-F5344CB8AC3E}">
        <p14:creationId xmlns:p14="http://schemas.microsoft.com/office/powerpoint/2010/main" val="232488734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5571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62" name="Rectangle 2">
            <a:extLst>
              <a:ext uri="{FF2B5EF4-FFF2-40B4-BE49-F238E27FC236}">
                <a16:creationId xmlns:a16="http://schemas.microsoft.com/office/drawing/2014/main" id="{5D3D80C1-5792-AE4E-BF5D-9F862D8971C3}"/>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往返时延的方差很大</a:t>
            </a:r>
          </a:p>
        </p:txBody>
      </p:sp>
      <p:sp>
        <p:nvSpPr>
          <p:cNvPr id="757763" name="Rectangle 3">
            <a:extLst>
              <a:ext uri="{FF2B5EF4-FFF2-40B4-BE49-F238E27FC236}">
                <a16:creationId xmlns:a16="http://schemas.microsoft.com/office/drawing/2014/main" id="{F604A445-658D-034F-886B-2EA6B01AFC69}"/>
              </a:ext>
            </a:extLst>
          </p:cNvPr>
          <p:cNvSpPr>
            <a:spLocks noGrp="1" noChangeArrowheads="1"/>
          </p:cNvSpPr>
          <p:nvPr>
            <p:ph type="body" idx="1"/>
          </p:nvPr>
        </p:nvSpPr>
        <p:spPr>
          <a:xfrm>
            <a:off x="186564" y="998340"/>
            <a:ext cx="8800189" cy="1079897"/>
          </a:xfrm>
        </p:spPr>
        <p:txBody>
          <a:bodyPr/>
          <a:lstStyle/>
          <a:p>
            <a:pPr eaLnBrk="1" hangingPunct="1">
              <a:defRPr/>
            </a:pPr>
            <a:r>
              <a:rPr lang="zh-CN" altLang="en-US" sz="2100" dirty="0">
                <a:ea typeface="宋体" panose="02010600030101010101" pitchFamily="2" charset="-122"/>
              </a:rPr>
              <a:t>由于 </a:t>
            </a:r>
            <a:r>
              <a:rPr lang="en-US" altLang="zh-CN" sz="2100" dirty="0">
                <a:ea typeface="宋体" panose="02010600030101010101" pitchFamily="2" charset="-122"/>
              </a:rPr>
              <a:t>TCP </a:t>
            </a:r>
            <a:r>
              <a:rPr lang="zh-CN" altLang="en-US" sz="2100" dirty="0">
                <a:ea typeface="宋体" panose="02010600030101010101" pitchFamily="2" charset="-122"/>
              </a:rPr>
              <a:t>的下层是一个互联网环境，</a:t>
            </a:r>
            <a:r>
              <a:rPr lang="en-US" altLang="zh-CN" sz="2100" dirty="0">
                <a:ea typeface="宋体" panose="02010600030101010101" pitchFamily="2" charset="-122"/>
              </a:rPr>
              <a:t>IP </a:t>
            </a:r>
            <a:r>
              <a:rPr lang="zh-CN" altLang="en-US" sz="2100" dirty="0">
                <a:ea typeface="宋体" panose="02010600030101010101" pitchFamily="2" charset="-122"/>
              </a:rPr>
              <a:t>数据报所选择的路由变化很大。因而运输层的往返时间的方差也很大。</a:t>
            </a:r>
          </a:p>
        </p:txBody>
      </p:sp>
      <p:sp>
        <p:nvSpPr>
          <p:cNvPr id="757764" name="Line 4">
            <a:extLst>
              <a:ext uri="{FF2B5EF4-FFF2-40B4-BE49-F238E27FC236}">
                <a16:creationId xmlns:a16="http://schemas.microsoft.com/office/drawing/2014/main" id="{C7F35418-6B9A-934E-8628-13F138B92D60}"/>
              </a:ext>
            </a:extLst>
          </p:cNvPr>
          <p:cNvSpPr>
            <a:spLocks noChangeShapeType="1"/>
          </p:cNvSpPr>
          <p:nvPr/>
        </p:nvSpPr>
        <p:spPr bwMode="auto">
          <a:xfrm>
            <a:off x="1709738" y="4505325"/>
            <a:ext cx="5994797" cy="0"/>
          </a:xfrm>
          <a:prstGeom prst="line">
            <a:avLst/>
          </a:prstGeom>
          <a:noFill/>
          <a:ln w="28575">
            <a:solidFill>
              <a:srgbClr val="333399"/>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757765" name="Line 5">
            <a:extLst>
              <a:ext uri="{FF2B5EF4-FFF2-40B4-BE49-F238E27FC236}">
                <a16:creationId xmlns:a16="http://schemas.microsoft.com/office/drawing/2014/main" id="{14FE559D-668E-9547-B9BB-38263332D08E}"/>
              </a:ext>
            </a:extLst>
          </p:cNvPr>
          <p:cNvSpPr>
            <a:spLocks noChangeShapeType="1"/>
          </p:cNvSpPr>
          <p:nvPr/>
        </p:nvSpPr>
        <p:spPr bwMode="auto">
          <a:xfrm rot="5400000" flipH="1">
            <a:off x="738188" y="3533776"/>
            <a:ext cx="1940719" cy="2381"/>
          </a:xfrm>
          <a:prstGeom prst="line">
            <a:avLst/>
          </a:prstGeom>
          <a:noFill/>
          <a:ln w="28575">
            <a:solidFill>
              <a:srgbClr val="333399"/>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757766" name="Freeform 6">
            <a:extLst>
              <a:ext uri="{FF2B5EF4-FFF2-40B4-BE49-F238E27FC236}">
                <a16:creationId xmlns:a16="http://schemas.microsoft.com/office/drawing/2014/main" id="{B3F3B57B-0949-AA4A-9AD5-8F70C224753B}"/>
              </a:ext>
            </a:extLst>
          </p:cNvPr>
          <p:cNvSpPr>
            <a:spLocks/>
          </p:cNvSpPr>
          <p:nvPr/>
        </p:nvSpPr>
        <p:spPr bwMode="auto">
          <a:xfrm>
            <a:off x="3214688" y="2541985"/>
            <a:ext cx="1388269" cy="1963340"/>
          </a:xfrm>
          <a:custGeom>
            <a:avLst/>
            <a:gdLst>
              <a:gd name="T0" fmla="*/ 0 w 360"/>
              <a:gd name="T1" fmla="*/ 2617787 h 1012"/>
              <a:gd name="T2" fmla="*/ 431906 w 360"/>
              <a:gd name="T3" fmla="*/ 2540185 h 1012"/>
              <a:gd name="T4" fmla="*/ 601583 w 360"/>
              <a:gd name="T5" fmla="*/ 2416021 h 1012"/>
              <a:gd name="T6" fmla="*/ 694134 w 360"/>
              <a:gd name="T7" fmla="*/ 2183214 h 1012"/>
              <a:gd name="T8" fmla="*/ 817536 w 360"/>
              <a:gd name="T9" fmla="*/ 941576 h 1012"/>
              <a:gd name="T10" fmla="*/ 879237 w 360"/>
              <a:gd name="T11" fmla="*/ 281955 h 1012"/>
              <a:gd name="T12" fmla="*/ 940938 w 360"/>
              <a:gd name="T13" fmla="*/ 41388 h 1012"/>
              <a:gd name="T14" fmla="*/ 1033489 w 360"/>
              <a:gd name="T15" fmla="*/ 41388 h 1012"/>
              <a:gd name="T16" fmla="*/ 1064339 w 360"/>
              <a:gd name="T17" fmla="*/ 289716 h 1012"/>
              <a:gd name="T18" fmla="*/ 1110615 w 360"/>
              <a:gd name="T19" fmla="*/ 949336 h 1012"/>
              <a:gd name="T20" fmla="*/ 1187741 w 360"/>
              <a:gd name="T21" fmla="*/ 2190974 h 1012"/>
              <a:gd name="T22" fmla="*/ 1311143 w 360"/>
              <a:gd name="T23" fmla="*/ 2485863 h 1012"/>
              <a:gd name="T24" fmla="*/ 1851025 w 360"/>
              <a:gd name="T25" fmla="*/ 2610027 h 101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60" h="1012">
                <a:moveTo>
                  <a:pt x="0" y="1012"/>
                </a:moveTo>
                <a:cubicBezTo>
                  <a:pt x="14" y="1007"/>
                  <a:pt x="65" y="995"/>
                  <a:pt x="84" y="982"/>
                </a:cubicBezTo>
                <a:cubicBezTo>
                  <a:pt x="110" y="970"/>
                  <a:pt x="105" y="960"/>
                  <a:pt x="117" y="934"/>
                </a:cubicBezTo>
                <a:cubicBezTo>
                  <a:pt x="129" y="908"/>
                  <a:pt x="128" y="939"/>
                  <a:pt x="135" y="844"/>
                </a:cubicBezTo>
                <a:cubicBezTo>
                  <a:pt x="142" y="749"/>
                  <a:pt x="153" y="486"/>
                  <a:pt x="159" y="364"/>
                </a:cubicBezTo>
                <a:cubicBezTo>
                  <a:pt x="165" y="242"/>
                  <a:pt x="167" y="167"/>
                  <a:pt x="171" y="109"/>
                </a:cubicBezTo>
                <a:cubicBezTo>
                  <a:pt x="175" y="51"/>
                  <a:pt x="178" y="31"/>
                  <a:pt x="183" y="16"/>
                </a:cubicBezTo>
                <a:cubicBezTo>
                  <a:pt x="188" y="1"/>
                  <a:pt x="197" y="0"/>
                  <a:pt x="201" y="16"/>
                </a:cubicBezTo>
                <a:cubicBezTo>
                  <a:pt x="205" y="32"/>
                  <a:pt x="205" y="54"/>
                  <a:pt x="207" y="112"/>
                </a:cubicBezTo>
                <a:cubicBezTo>
                  <a:pt x="209" y="170"/>
                  <a:pt x="212" y="245"/>
                  <a:pt x="216" y="367"/>
                </a:cubicBezTo>
                <a:cubicBezTo>
                  <a:pt x="220" y="489"/>
                  <a:pt x="225" y="748"/>
                  <a:pt x="231" y="847"/>
                </a:cubicBezTo>
                <a:cubicBezTo>
                  <a:pt x="237" y="946"/>
                  <a:pt x="234" y="934"/>
                  <a:pt x="255" y="961"/>
                </a:cubicBezTo>
                <a:cubicBezTo>
                  <a:pt x="281" y="988"/>
                  <a:pt x="339" y="998"/>
                  <a:pt x="360" y="1009"/>
                </a:cubicBezTo>
              </a:path>
            </a:pathLst>
          </a:custGeom>
          <a:noFill/>
          <a:ln w="38100" cmpd="sng">
            <a:solidFill>
              <a:srgbClr val="333399"/>
            </a:solidFill>
            <a:round/>
            <a:headEnd/>
            <a:tailEnd/>
          </a:ln>
          <a:effectLst/>
        </p:spPr>
        <p:txBody>
          <a:bodyPr wrap="none" anchor="ctr"/>
          <a:lstStyle/>
          <a:p>
            <a:pPr>
              <a:defRPr/>
            </a:pPr>
            <a:endParaRPr lang="zh-CN" altLang="en-US"/>
          </a:p>
        </p:txBody>
      </p:sp>
      <p:sp>
        <p:nvSpPr>
          <p:cNvPr id="757767" name="Freeform 7">
            <a:extLst>
              <a:ext uri="{FF2B5EF4-FFF2-40B4-BE49-F238E27FC236}">
                <a16:creationId xmlns:a16="http://schemas.microsoft.com/office/drawing/2014/main" id="{C1F78BC1-E8D2-244F-BD41-232FFB906556}"/>
              </a:ext>
            </a:extLst>
          </p:cNvPr>
          <p:cNvSpPr>
            <a:spLocks/>
          </p:cNvSpPr>
          <p:nvPr/>
        </p:nvSpPr>
        <p:spPr bwMode="auto">
          <a:xfrm>
            <a:off x="2897981" y="4177903"/>
            <a:ext cx="4082654" cy="327422"/>
          </a:xfrm>
          <a:custGeom>
            <a:avLst/>
            <a:gdLst>
              <a:gd name="T0" fmla="*/ 0 w 1608"/>
              <a:gd name="T1" fmla="*/ 436562 h 160"/>
              <a:gd name="T2" fmla="*/ 406234 w 1608"/>
              <a:gd name="T3" fmla="*/ 256480 h 160"/>
              <a:gd name="T4" fmla="*/ 893715 w 1608"/>
              <a:gd name="T5" fmla="*/ 35471 h 160"/>
              <a:gd name="T6" fmla="*/ 1492911 w 1608"/>
              <a:gd name="T7" fmla="*/ 35471 h 160"/>
              <a:gd name="T8" fmla="*/ 2396782 w 1608"/>
              <a:gd name="T9" fmla="*/ 190996 h 160"/>
              <a:gd name="T10" fmla="*/ 2904574 w 1608"/>
              <a:gd name="T11" fmla="*/ 305593 h 160"/>
              <a:gd name="T12" fmla="*/ 3524082 w 1608"/>
              <a:gd name="T13" fmla="*/ 362892 h 160"/>
              <a:gd name="T14" fmla="*/ 4163900 w 1608"/>
              <a:gd name="T15" fmla="*/ 395634 h 160"/>
              <a:gd name="T16" fmla="*/ 5443538 w 1608"/>
              <a:gd name="T17" fmla="*/ 436562 h 1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8" h="160">
                <a:moveTo>
                  <a:pt x="0" y="160"/>
                </a:moveTo>
                <a:cubicBezTo>
                  <a:pt x="20" y="149"/>
                  <a:pt x="76" y="118"/>
                  <a:pt x="120" y="94"/>
                </a:cubicBezTo>
                <a:cubicBezTo>
                  <a:pt x="164" y="70"/>
                  <a:pt x="211" y="26"/>
                  <a:pt x="264" y="13"/>
                </a:cubicBezTo>
                <a:cubicBezTo>
                  <a:pt x="317" y="0"/>
                  <a:pt x="367" y="4"/>
                  <a:pt x="441" y="13"/>
                </a:cubicBezTo>
                <a:cubicBezTo>
                  <a:pt x="515" y="22"/>
                  <a:pt x="639" y="54"/>
                  <a:pt x="708" y="70"/>
                </a:cubicBezTo>
                <a:cubicBezTo>
                  <a:pt x="777" y="86"/>
                  <a:pt x="803" y="102"/>
                  <a:pt x="858" y="112"/>
                </a:cubicBezTo>
                <a:cubicBezTo>
                  <a:pt x="913" y="122"/>
                  <a:pt x="979" y="128"/>
                  <a:pt x="1041" y="133"/>
                </a:cubicBezTo>
                <a:cubicBezTo>
                  <a:pt x="1103" y="138"/>
                  <a:pt x="1136" y="141"/>
                  <a:pt x="1230" y="145"/>
                </a:cubicBezTo>
                <a:cubicBezTo>
                  <a:pt x="1324" y="149"/>
                  <a:pt x="1529" y="157"/>
                  <a:pt x="1608" y="160"/>
                </a:cubicBezTo>
              </a:path>
            </a:pathLst>
          </a:custGeom>
          <a:noFill/>
          <a:ln w="57150" cmpd="sng">
            <a:solidFill>
              <a:schemeClr val="hlink"/>
            </a:solidFill>
            <a:round/>
            <a:headEnd/>
            <a:tailEnd/>
          </a:ln>
          <a:effectLst/>
        </p:spPr>
        <p:txBody>
          <a:bodyPr wrap="none" anchor="ctr"/>
          <a:lstStyle/>
          <a:p>
            <a:pPr>
              <a:defRPr/>
            </a:pPr>
            <a:endParaRPr lang="zh-CN" altLang="en-US"/>
          </a:p>
        </p:txBody>
      </p:sp>
      <p:sp>
        <p:nvSpPr>
          <p:cNvPr id="757768" name="Line 8">
            <a:extLst>
              <a:ext uri="{FF2B5EF4-FFF2-40B4-BE49-F238E27FC236}">
                <a16:creationId xmlns:a16="http://schemas.microsoft.com/office/drawing/2014/main" id="{EE906C66-15B1-D04E-BE1F-B9419AA51FF7}"/>
              </a:ext>
            </a:extLst>
          </p:cNvPr>
          <p:cNvSpPr>
            <a:spLocks noChangeShapeType="1"/>
          </p:cNvSpPr>
          <p:nvPr/>
        </p:nvSpPr>
        <p:spPr bwMode="auto">
          <a:xfrm>
            <a:off x="3949304" y="2459832"/>
            <a:ext cx="0" cy="2045494"/>
          </a:xfrm>
          <a:prstGeom prst="line">
            <a:avLst/>
          </a:prstGeom>
          <a:noFill/>
          <a:ln w="9525">
            <a:solidFill>
              <a:schemeClr val="tx1"/>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57769" name="Line 9">
            <a:extLst>
              <a:ext uri="{FF2B5EF4-FFF2-40B4-BE49-F238E27FC236}">
                <a16:creationId xmlns:a16="http://schemas.microsoft.com/office/drawing/2014/main" id="{ACA9C235-0F15-FB41-8B5D-661AA233C5BD}"/>
              </a:ext>
            </a:extLst>
          </p:cNvPr>
          <p:cNvSpPr>
            <a:spLocks noChangeShapeType="1"/>
          </p:cNvSpPr>
          <p:nvPr/>
        </p:nvSpPr>
        <p:spPr bwMode="auto">
          <a:xfrm>
            <a:off x="4602956" y="2869407"/>
            <a:ext cx="0" cy="1635919"/>
          </a:xfrm>
          <a:prstGeom prst="line">
            <a:avLst/>
          </a:prstGeom>
          <a:noFill/>
          <a:ln w="9525">
            <a:solidFill>
              <a:schemeClr val="tx1"/>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57770" name="Line 10">
            <a:extLst>
              <a:ext uri="{FF2B5EF4-FFF2-40B4-BE49-F238E27FC236}">
                <a16:creationId xmlns:a16="http://schemas.microsoft.com/office/drawing/2014/main" id="{333F8214-0553-E140-AEC8-01DFAD953CED}"/>
              </a:ext>
            </a:extLst>
          </p:cNvPr>
          <p:cNvSpPr>
            <a:spLocks noChangeShapeType="1"/>
          </p:cNvSpPr>
          <p:nvPr/>
        </p:nvSpPr>
        <p:spPr bwMode="auto">
          <a:xfrm>
            <a:off x="6671072" y="2869407"/>
            <a:ext cx="0" cy="1635919"/>
          </a:xfrm>
          <a:prstGeom prst="line">
            <a:avLst/>
          </a:prstGeom>
          <a:noFill/>
          <a:ln w="9525">
            <a:solidFill>
              <a:schemeClr val="tx1"/>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57771" name="Text Box 11">
            <a:extLst>
              <a:ext uri="{FF2B5EF4-FFF2-40B4-BE49-F238E27FC236}">
                <a16:creationId xmlns:a16="http://schemas.microsoft.com/office/drawing/2014/main" id="{ED0661A3-145A-C543-94CB-727A4E09F2C2}"/>
              </a:ext>
            </a:extLst>
          </p:cNvPr>
          <p:cNvSpPr txBox="1">
            <a:spLocks noChangeArrowheads="1"/>
          </p:cNvSpPr>
          <p:nvPr/>
        </p:nvSpPr>
        <p:spPr bwMode="auto">
          <a:xfrm>
            <a:off x="7113985" y="4137423"/>
            <a:ext cx="56938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时间</a:t>
            </a:r>
          </a:p>
        </p:txBody>
      </p:sp>
      <p:sp>
        <p:nvSpPr>
          <p:cNvPr id="757772" name="Line 12">
            <a:extLst>
              <a:ext uri="{FF2B5EF4-FFF2-40B4-BE49-F238E27FC236}">
                <a16:creationId xmlns:a16="http://schemas.microsoft.com/office/drawing/2014/main" id="{7681B06A-1369-204A-9262-20A73AC1D74D}"/>
              </a:ext>
            </a:extLst>
          </p:cNvPr>
          <p:cNvSpPr>
            <a:spLocks noChangeShapeType="1"/>
          </p:cNvSpPr>
          <p:nvPr/>
        </p:nvSpPr>
        <p:spPr bwMode="auto">
          <a:xfrm>
            <a:off x="3105150" y="3742135"/>
            <a:ext cx="671513" cy="271463"/>
          </a:xfrm>
          <a:prstGeom prst="line">
            <a:avLst/>
          </a:prstGeom>
          <a:noFill/>
          <a:ln w="28575">
            <a:solidFill>
              <a:srgbClr val="333399"/>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757773" name="Text Box 13">
            <a:extLst>
              <a:ext uri="{FF2B5EF4-FFF2-40B4-BE49-F238E27FC236}">
                <a16:creationId xmlns:a16="http://schemas.microsoft.com/office/drawing/2014/main" id="{7B059629-4789-C94E-9266-683B9632AA75}"/>
              </a:ext>
            </a:extLst>
          </p:cNvPr>
          <p:cNvSpPr txBox="1">
            <a:spLocks noChangeArrowheads="1"/>
          </p:cNvSpPr>
          <p:nvPr/>
        </p:nvSpPr>
        <p:spPr bwMode="auto">
          <a:xfrm>
            <a:off x="2357438" y="3436144"/>
            <a:ext cx="1146468"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数据链路层</a:t>
            </a:r>
          </a:p>
        </p:txBody>
      </p:sp>
      <p:grpSp>
        <p:nvGrpSpPr>
          <p:cNvPr id="166925" name="Group 14">
            <a:extLst>
              <a:ext uri="{FF2B5EF4-FFF2-40B4-BE49-F238E27FC236}">
                <a16:creationId xmlns:a16="http://schemas.microsoft.com/office/drawing/2014/main" id="{2F4CC66A-5B41-374B-91CB-CFC94895D54A}"/>
              </a:ext>
            </a:extLst>
          </p:cNvPr>
          <p:cNvGrpSpPr>
            <a:grpSpLocks/>
          </p:cNvGrpSpPr>
          <p:nvPr/>
        </p:nvGrpSpPr>
        <p:grpSpPr bwMode="auto">
          <a:xfrm>
            <a:off x="4688681" y="3814763"/>
            <a:ext cx="1023938" cy="540544"/>
            <a:chOff x="2978" y="3249"/>
            <a:chExt cx="860" cy="454"/>
          </a:xfrm>
        </p:grpSpPr>
        <p:sp>
          <p:nvSpPr>
            <p:cNvPr id="757775" name="Text Box 15">
              <a:extLst>
                <a:ext uri="{FF2B5EF4-FFF2-40B4-BE49-F238E27FC236}">
                  <a16:creationId xmlns:a16="http://schemas.microsoft.com/office/drawing/2014/main" id="{3D787693-D2A4-7545-B516-ED1BA340B73A}"/>
                </a:ext>
              </a:extLst>
            </p:cNvPr>
            <p:cNvSpPr txBox="1">
              <a:spLocks noChangeArrowheads="1"/>
            </p:cNvSpPr>
            <p:nvPr/>
          </p:nvSpPr>
          <p:spPr bwMode="auto">
            <a:xfrm>
              <a:off x="3198" y="3249"/>
              <a:ext cx="640" cy="27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运输层</a:t>
              </a:r>
            </a:p>
          </p:txBody>
        </p:sp>
        <p:sp>
          <p:nvSpPr>
            <p:cNvPr id="757776" name="Line 16">
              <a:extLst>
                <a:ext uri="{FF2B5EF4-FFF2-40B4-BE49-F238E27FC236}">
                  <a16:creationId xmlns:a16="http://schemas.microsoft.com/office/drawing/2014/main" id="{56FF4D08-F821-FE4B-9A73-1FA11424AD2A}"/>
                </a:ext>
              </a:extLst>
            </p:cNvPr>
            <p:cNvSpPr>
              <a:spLocks noChangeShapeType="1"/>
            </p:cNvSpPr>
            <p:nvPr/>
          </p:nvSpPr>
          <p:spPr bwMode="auto">
            <a:xfrm flipH="1">
              <a:off x="2978" y="3486"/>
              <a:ext cx="276" cy="217"/>
            </a:xfrm>
            <a:prstGeom prst="line">
              <a:avLst/>
            </a:prstGeom>
            <a:noFill/>
            <a:ln w="28575">
              <a:solidFill>
                <a:srgbClr val="333399"/>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grpSp>
      <p:sp>
        <p:nvSpPr>
          <p:cNvPr id="757777" name="Text Box 17">
            <a:extLst>
              <a:ext uri="{FF2B5EF4-FFF2-40B4-BE49-F238E27FC236}">
                <a16:creationId xmlns:a16="http://schemas.microsoft.com/office/drawing/2014/main" id="{711EBF33-F65D-7E44-B15D-2B49E739A32C}"/>
              </a:ext>
            </a:extLst>
          </p:cNvPr>
          <p:cNvSpPr txBox="1">
            <a:spLocks noChangeArrowheads="1"/>
          </p:cNvSpPr>
          <p:nvPr/>
        </p:nvSpPr>
        <p:spPr bwMode="auto">
          <a:xfrm>
            <a:off x="3758803" y="4487466"/>
            <a:ext cx="372218"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i="1">
                <a:solidFill>
                  <a:srgbClr val="333399"/>
                </a:solidFill>
                <a:latin typeface="Arial" panose="020B0604020202020204" pitchFamily="34" charset="0"/>
              </a:rPr>
              <a:t>T</a:t>
            </a:r>
            <a:r>
              <a:rPr kumimoji="1" lang="en-US" altLang="zh-CN" sz="1500" baseline="-25000">
                <a:solidFill>
                  <a:srgbClr val="333399"/>
                </a:solidFill>
                <a:latin typeface="Arial" panose="020B0604020202020204" pitchFamily="34" charset="0"/>
              </a:rPr>
              <a:t>1</a:t>
            </a:r>
            <a:endParaRPr kumimoji="1" lang="en-US" altLang="zh-CN" sz="1500">
              <a:solidFill>
                <a:srgbClr val="333399"/>
              </a:solidFill>
              <a:latin typeface="Arial" panose="020B0604020202020204" pitchFamily="34" charset="0"/>
            </a:endParaRPr>
          </a:p>
        </p:txBody>
      </p:sp>
      <p:sp>
        <p:nvSpPr>
          <p:cNvPr id="757778" name="Text Box 18">
            <a:extLst>
              <a:ext uri="{FF2B5EF4-FFF2-40B4-BE49-F238E27FC236}">
                <a16:creationId xmlns:a16="http://schemas.microsoft.com/office/drawing/2014/main" id="{95CD3740-6B34-A646-AFC3-C3432FA465C3}"/>
              </a:ext>
            </a:extLst>
          </p:cNvPr>
          <p:cNvSpPr txBox="1">
            <a:spLocks noChangeArrowheads="1"/>
          </p:cNvSpPr>
          <p:nvPr/>
        </p:nvSpPr>
        <p:spPr bwMode="auto">
          <a:xfrm>
            <a:off x="4400550" y="4487466"/>
            <a:ext cx="372218"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i="1">
                <a:solidFill>
                  <a:srgbClr val="333399"/>
                </a:solidFill>
                <a:latin typeface="Arial" panose="020B0604020202020204" pitchFamily="34" charset="0"/>
              </a:rPr>
              <a:t>T</a:t>
            </a:r>
            <a:r>
              <a:rPr kumimoji="1" lang="en-US" altLang="zh-CN" sz="1500" baseline="-25000">
                <a:solidFill>
                  <a:srgbClr val="333399"/>
                </a:solidFill>
                <a:latin typeface="Arial" panose="020B0604020202020204" pitchFamily="34" charset="0"/>
              </a:rPr>
              <a:t>2</a:t>
            </a:r>
            <a:endParaRPr kumimoji="1" lang="en-US" altLang="zh-CN" sz="1500">
              <a:solidFill>
                <a:srgbClr val="333399"/>
              </a:solidFill>
              <a:latin typeface="Arial" panose="020B0604020202020204" pitchFamily="34" charset="0"/>
            </a:endParaRPr>
          </a:p>
        </p:txBody>
      </p:sp>
      <p:sp>
        <p:nvSpPr>
          <p:cNvPr id="757779" name="Text Box 19">
            <a:extLst>
              <a:ext uri="{FF2B5EF4-FFF2-40B4-BE49-F238E27FC236}">
                <a16:creationId xmlns:a16="http://schemas.microsoft.com/office/drawing/2014/main" id="{1B8ED843-9B9D-FA4F-BA90-65A8E6A8EAB8}"/>
              </a:ext>
            </a:extLst>
          </p:cNvPr>
          <p:cNvSpPr txBox="1">
            <a:spLocks noChangeArrowheads="1"/>
          </p:cNvSpPr>
          <p:nvPr/>
        </p:nvSpPr>
        <p:spPr bwMode="auto">
          <a:xfrm>
            <a:off x="6468666" y="4487466"/>
            <a:ext cx="372218"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500" i="1">
                <a:solidFill>
                  <a:srgbClr val="333399"/>
                </a:solidFill>
                <a:latin typeface="Arial" panose="020B0604020202020204" pitchFamily="34" charset="0"/>
              </a:rPr>
              <a:t>T</a:t>
            </a:r>
            <a:r>
              <a:rPr kumimoji="1" lang="en-US" altLang="zh-CN" sz="1500" baseline="-25000">
                <a:solidFill>
                  <a:srgbClr val="333399"/>
                </a:solidFill>
                <a:latin typeface="Arial" panose="020B0604020202020204" pitchFamily="34" charset="0"/>
              </a:rPr>
              <a:t>3</a:t>
            </a:r>
            <a:endParaRPr kumimoji="1" lang="en-US" altLang="zh-CN" sz="1500">
              <a:solidFill>
                <a:srgbClr val="333399"/>
              </a:solidFill>
              <a:latin typeface="Arial" panose="020B0604020202020204" pitchFamily="34" charset="0"/>
            </a:endParaRPr>
          </a:p>
        </p:txBody>
      </p:sp>
      <p:sp>
        <p:nvSpPr>
          <p:cNvPr id="757780" name="Text Box 20">
            <a:extLst>
              <a:ext uri="{FF2B5EF4-FFF2-40B4-BE49-F238E27FC236}">
                <a16:creationId xmlns:a16="http://schemas.microsoft.com/office/drawing/2014/main" id="{94CCCE6A-673D-8847-965F-17F01F4155EF}"/>
              </a:ext>
            </a:extLst>
          </p:cNvPr>
          <p:cNvSpPr txBox="1">
            <a:spLocks noChangeArrowheads="1"/>
          </p:cNvSpPr>
          <p:nvPr/>
        </p:nvSpPr>
        <p:spPr bwMode="auto">
          <a:xfrm>
            <a:off x="1763316" y="2463403"/>
            <a:ext cx="1146468" cy="553998"/>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往返时间的</a:t>
            </a:r>
          </a:p>
          <a:p>
            <a:pPr eaLnBrk="1" hangingPunct="1">
              <a:defRPr/>
            </a:pPr>
            <a:r>
              <a:rPr kumimoji="1" lang="zh-CN" altLang="en-US" sz="1500">
                <a:solidFill>
                  <a:srgbClr val="333399"/>
                </a:solidFill>
                <a:latin typeface="Arial" panose="020B0604020202020204" pitchFamily="34" charset="0"/>
              </a:rPr>
              <a:t>概率分布</a:t>
            </a:r>
          </a:p>
        </p:txBody>
      </p:sp>
      <p:sp>
        <p:nvSpPr>
          <p:cNvPr id="2" name="幻灯片编号占位符 1">
            <a:extLst>
              <a:ext uri="{FF2B5EF4-FFF2-40B4-BE49-F238E27FC236}">
                <a16:creationId xmlns:a16="http://schemas.microsoft.com/office/drawing/2014/main" id="{F79B5224-0204-8746-B78A-E623D7F1BF63}"/>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F4C4C81-B171-CD4B-B733-810A234D8CCB}" type="slidenum">
              <a:rPr lang="en-US" altLang="zh-CN" sz="1050"/>
              <a:pPr>
                <a:defRPr/>
              </a:pPr>
              <a:t>74</a:t>
            </a:fld>
            <a:endParaRPr lang="en-US" altLang="zh-CN" sz="1050"/>
          </a:p>
        </p:txBody>
      </p:sp>
    </p:spTree>
    <p:extLst>
      <p:ext uri="{BB962C8B-B14F-4D97-AF65-F5344CB8AC3E}">
        <p14:creationId xmlns:p14="http://schemas.microsoft.com/office/powerpoint/2010/main" val="343181271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24" name="Rectangle 4">
            <a:extLst>
              <a:ext uri="{FF2B5EF4-FFF2-40B4-BE49-F238E27FC236}">
                <a16:creationId xmlns:a16="http://schemas.microsoft.com/office/drawing/2014/main" id="{90C50718-055F-7245-8D89-29C0FE8E54F5}"/>
              </a:ext>
            </a:extLst>
          </p:cNvPr>
          <p:cNvSpPr>
            <a:spLocks noChangeArrowheads="1"/>
          </p:cNvSpPr>
          <p:nvPr/>
        </p:nvSpPr>
        <p:spPr bwMode="auto">
          <a:xfrm>
            <a:off x="557338" y="2254329"/>
            <a:ext cx="8284242" cy="726281"/>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sz="2400">
              <a:latin typeface="Tahoma" charset="0"/>
              <a:ea typeface="宋体" charset="-122"/>
              <a:cs typeface="+mn-cs"/>
            </a:endParaRPr>
          </a:p>
        </p:txBody>
      </p:sp>
      <p:sp>
        <p:nvSpPr>
          <p:cNvPr id="747522" name="Rectangle 2">
            <a:extLst>
              <a:ext uri="{FF2B5EF4-FFF2-40B4-BE49-F238E27FC236}">
                <a16:creationId xmlns:a16="http://schemas.microsoft.com/office/drawing/2014/main" id="{6D830DCD-39C0-BD41-9204-0A7BD30B1C0C}"/>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加权平均往返时间</a:t>
            </a:r>
          </a:p>
        </p:txBody>
      </p:sp>
      <p:sp>
        <p:nvSpPr>
          <p:cNvPr id="747523" name="Rectangle 3">
            <a:extLst>
              <a:ext uri="{FF2B5EF4-FFF2-40B4-BE49-F238E27FC236}">
                <a16:creationId xmlns:a16="http://schemas.microsoft.com/office/drawing/2014/main" id="{FE00DDE7-972C-E947-AE9A-4433F8C80CC0}"/>
              </a:ext>
            </a:extLst>
          </p:cNvPr>
          <p:cNvSpPr>
            <a:spLocks noGrp="1" noChangeArrowheads="1"/>
          </p:cNvSpPr>
          <p:nvPr>
            <p:ph type="body" idx="1"/>
          </p:nvPr>
        </p:nvSpPr>
        <p:spPr>
          <a:xfrm>
            <a:off x="133563" y="1006078"/>
            <a:ext cx="8804952" cy="3862785"/>
          </a:xfrm>
        </p:spPr>
        <p:txBody>
          <a:bodyPr/>
          <a:lstStyle/>
          <a:p>
            <a:pPr eaLnBrk="1" hangingPunct="1">
              <a:defRPr/>
            </a:pPr>
            <a:r>
              <a:rPr lang="en-US" altLang="zh-CN" sz="1800" dirty="0">
                <a:ea typeface="宋体" panose="02010600030101010101" pitchFamily="2" charset="-122"/>
              </a:rPr>
              <a:t>TCP </a:t>
            </a:r>
            <a:r>
              <a:rPr lang="zh-CN" altLang="en-US" sz="1800" dirty="0">
                <a:ea typeface="宋体" panose="02010600030101010101" pitchFamily="2" charset="-122"/>
              </a:rPr>
              <a:t>保留了 </a:t>
            </a:r>
            <a:r>
              <a:rPr lang="en-US" altLang="zh-CN" sz="1800" dirty="0">
                <a:ea typeface="宋体" panose="02010600030101010101" pitchFamily="2" charset="-122"/>
              </a:rPr>
              <a:t>RTT </a:t>
            </a:r>
            <a:r>
              <a:rPr lang="zh-CN" altLang="en-US" sz="1800" dirty="0">
                <a:ea typeface="宋体" panose="02010600030101010101" pitchFamily="2" charset="-122"/>
              </a:rPr>
              <a:t>的一个</a:t>
            </a:r>
            <a:r>
              <a:rPr lang="zh-CN" altLang="en-US" sz="1800" dirty="0">
                <a:solidFill>
                  <a:schemeClr val="hlink"/>
                </a:solidFill>
                <a:ea typeface="宋体" panose="02010600030101010101" pitchFamily="2" charset="-122"/>
              </a:rPr>
              <a:t>加权平均往返时间</a:t>
            </a:r>
            <a:r>
              <a:rPr lang="zh-CN" altLang="en-US" sz="1800" dirty="0">
                <a:ea typeface="宋体" panose="02010600030101010101" pitchFamily="2" charset="-122"/>
              </a:rPr>
              <a:t> </a:t>
            </a:r>
            <a:r>
              <a:rPr lang="en-US" altLang="zh-CN" sz="1800" dirty="0">
                <a:ea typeface="宋体" panose="02010600030101010101" pitchFamily="2" charset="-122"/>
              </a:rPr>
              <a:t>RTT</a:t>
            </a:r>
            <a:r>
              <a:rPr lang="en-US" altLang="zh-CN" sz="1800" baseline="-25000" dirty="0">
                <a:ea typeface="宋体" panose="02010600030101010101" pitchFamily="2" charset="-122"/>
              </a:rPr>
              <a:t>S</a:t>
            </a:r>
            <a:r>
              <a:rPr lang="zh-CN" altLang="en-US" sz="1800" dirty="0">
                <a:ea typeface="宋体" panose="02010600030101010101" pitchFamily="2" charset="-122"/>
              </a:rPr>
              <a:t>（这又称为</a:t>
            </a:r>
            <a:r>
              <a:rPr lang="zh-CN" altLang="en-US" sz="1800" dirty="0">
                <a:solidFill>
                  <a:schemeClr val="hlink"/>
                </a:solidFill>
                <a:ea typeface="宋体" panose="02010600030101010101" pitchFamily="2" charset="-122"/>
              </a:rPr>
              <a:t>平滑的往返时间</a:t>
            </a:r>
            <a:r>
              <a:rPr lang="zh-CN" altLang="en-US" sz="1800" dirty="0">
                <a:ea typeface="宋体" panose="02010600030101010101" pitchFamily="2" charset="-122"/>
              </a:rPr>
              <a:t>）。</a:t>
            </a:r>
          </a:p>
          <a:p>
            <a:pPr eaLnBrk="1" hangingPunct="1">
              <a:defRPr/>
            </a:pPr>
            <a:r>
              <a:rPr lang="zh-CN" altLang="en-US" sz="1800" dirty="0">
                <a:ea typeface="宋体" panose="02010600030101010101" pitchFamily="2" charset="-122"/>
              </a:rPr>
              <a:t>第一次测量到 </a:t>
            </a:r>
            <a:r>
              <a:rPr lang="en-US" altLang="zh-CN" sz="1800" dirty="0">
                <a:ea typeface="宋体" panose="02010600030101010101" pitchFamily="2" charset="-122"/>
              </a:rPr>
              <a:t>RTT </a:t>
            </a:r>
            <a:r>
              <a:rPr lang="zh-CN" altLang="en-US" sz="1800" dirty="0">
                <a:ea typeface="宋体" panose="02010600030101010101" pitchFamily="2" charset="-122"/>
              </a:rPr>
              <a:t>样本时，</a:t>
            </a:r>
            <a:r>
              <a:rPr lang="en-US" altLang="zh-CN" sz="1800" dirty="0">
                <a:ea typeface="宋体" panose="02010600030101010101" pitchFamily="2" charset="-122"/>
              </a:rPr>
              <a:t>RTT</a:t>
            </a:r>
            <a:r>
              <a:rPr lang="en-US" altLang="zh-CN" sz="1800" baseline="-25000" dirty="0">
                <a:ea typeface="宋体" panose="02010600030101010101" pitchFamily="2" charset="-122"/>
              </a:rPr>
              <a:t>S </a:t>
            </a:r>
            <a:r>
              <a:rPr lang="zh-CN" altLang="en-US" sz="1800" dirty="0">
                <a:ea typeface="宋体" panose="02010600030101010101" pitchFamily="2" charset="-122"/>
              </a:rPr>
              <a:t>值就取为所测量到的 </a:t>
            </a:r>
            <a:r>
              <a:rPr lang="en-US" altLang="zh-CN" sz="1800" dirty="0">
                <a:ea typeface="宋体" panose="02010600030101010101" pitchFamily="2" charset="-122"/>
              </a:rPr>
              <a:t>RTT </a:t>
            </a:r>
            <a:r>
              <a:rPr lang="zh-CN" altLang="en-US" sz="1800" dirty="0">
                <a:ea typeface="宋体" panose="02010600030101010101" pitchFamily="2" charset="-122"/>
              </a:rPr>
              <a:t>样本值。以后每测量到一个新的 </a:t>
            </a:r>
            <a:r>
              <a:rPr lang="en-US" altLang="zh-CN" sz="1800" dirty="0">
                <a:ea typeface="宋体" panose="02010600030101010101" pitchFamily="2" charset="-122"/>
              </a:rPr>
              <a:t>RTT </a:t>
            </a:r>
            <a:r>
              <a:rPr lang="zh-CN" altLang="en-US" sz="1800" dirty="0">
                <a:ea typeface="宋体" panose="02010600030101010101" pitchFamily="2" charset="-122"/>
              </a:rPr>
              <a:t>样本，就按下式重新计算一次 </a:t>
            </a:r>
            <a:r>
              <a:rPr lang="en-US" altLang="zh-CN" sz="1800" dirty="0">
                <a:ea typeface="宋体" panose="02010600030101010101" pitchFamily="2" charset="-122"/>
              </a:rPr>
              <a:t>RTT</a:t>
            </a:r>
            <a:r>
              <a:rPr lang="en-US" altLang="zh-CN" sz="1800" baseline="-25000" dirty="0">
                <a:ea typeface="宋体" panose="02010600030101010101" pitchFamily="2" charset="-122"/>
              </a:rPr>
              <a:t>S</a:t>
            </a:r>
            <a:r>
              <a:rPr lang="zh-CN" altLang="en-US" sz="1800" dirty="0">
                <a:ea typeface="宋体" panose="02010600030101010101" pitchFamily="2" charset="-122"/>
              </a:rPr>
              <a:t>：</a:t>
            </a:r>
          </a:p>
          <a:p>
            <a:pPr eaLnBrk="1" hangingPunct="1">
              <a:spcBef>
                <a:spcPct val="30000"/>
              </a:spcBef>
              <a:buFont typeface="Wingdings" pitchFamily="2" charset="2"/>
              <a:buNone/>
              <a:defRPr/>
            </a:pPr>
            <a:r>
              <a:rPr lang="zh-CN" altLang="en-US" sz="2100" dirty="0">
                <a:ea typeface="宋体" panose="02010600030101010101" pitchFamily="2" charset="-122"/>
              </a:rPr>
              <a:t>    </a:t>
            </a:r>
            <a:endParaRPr lang="en-US" altLang="zh-CN" sz="2100" dirty="0">
              <a:ea typeface="宋体" panose="02010600030101010101" pitchFamily="2" charset="-122"/>
            </a:endParaRPr>
          </a:p>
          <a:p>
            <a:pPr eaLnBrk="1" hangingPunct="1">
              <a:spcBef>
                <a:spcPct val="30000"/>
              </a:spcBef>
              <a:buFont typeface="Wingdings" pitchFamily="2" charset="2"/>
              <a:buNone/>
              <a:defRPr/>
            </a:pPr>
            <a:r>
              <a:rPr lang="zh-CN" altLang="en-US" sz="2100" dirty="0">
                <a:ea typeface="宋体" panose="02010600030101010101" pitchFamily="2" charset="-122"/>
              </a:rPr>
              <a:t>           </a:t>
            </a:r>
            <a:r>
              <a:rPr lang="zh-CN" altLang="en-US" sz="2000" dirty="0">
                <a:ea typeface="宋体" panose="02010600030101010101" pitchFamily="2" charset="-122"/>
              </a:rPr>
              <a:t>新的 </a:t>
            </a:r>
            <a:r>
              <a:rPr lang="en-US" altLang="zh-CN" sz="2000" dirty="0">
                <a:ea typeface="宋体" panose="02010600030101010101" pitchFamily="2" charset="-122"/>
              </a:rPr>
              <a:t>RTT</a:t>
            </a:r>
            <a:r>
              <a:rPr lang="en-US" altLang="zh-CN" sz="2000" baseline="-25000" dirty="0">
                <a:ea typeface="宋体" panose="02010600030101010101" pitchFamily="2" charset="-122"/>
              </a:rPr>
              <a:t>S</a:t>
            </a:r>
            <a:r>
              <a:rPr lang="en-US" altLang="zh-CN" sz="2000" dirty="0">
                <a:ea typeface="宋体" panose="02010600030101010101" pitchFamily="2" charset="-122"/>
              </a:rPr>
              <a:t>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(1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zh-CN" altLang="en-US" sz="2000" dirty="0">
                <a:ea typeface="宋体" panose="02010600030101010101" pitchFamily="2" charset="-122"/>
              </a:rPr>
              <a:t>旧的 </a:t>
            </a:r>
            <a:r>
              <a:rPr lang="en-US" altLang="zh-CN" sz="2000" dirty="0">
                <a:ea typeface="宋体" panose="02010600030101010101" pitchFamily="2" charset="-122"/>
              </a:rPr>
              <a:t>RTT</a:t>
            </a:r>
            <a:r>
              <a:rPr lang="en-US" altLang="zh-CN" sz="2000" baseline="-25000" dirty="0">
                <a:ea typeface="宋体" panose="02010600030101010101" pitchFamily="2" charset="-122"/>
              </a:rPr>
              <a:t>S</a:t>
            </a:r>
            <a:r>
              <a:rPr lang="en-US" altLang="zh-CN" sz="2000" dirty="0">
                <a:ea typeface="宋体" panose="02010600030101010101" pitchFamily="2" charset="-122"/>
              </a:rPr>
              <a:t>)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zh-CN" altLang="en-US" sz="2000" dirty="0">
                <a:ea typeface="宋体" panose="02010600030101010101" pitchFamily="2" charset="-122"/>
              </a:rPr>
              <a:t>新的 </a:t>
            </a:r>
            <a:r>
              <a:rPr lang="en-US" altLang="zh-CN" sz="2000" dirty="0">
                <a:ea typeface="宋体" panose="02010600030101010101" pitchFamily="2" charset="-122"/>
              </a:rPr>
              <a:t>RTT </a:t>
            </a:r>
            <a:r>
              <a:rPr lang="zh-CN" altLang="en-US" sz="2000" dirty="0">
                <a:ea typeface="宋体" panose="02010600030101010101" pitchFamily="2" charset="-122"/>
              </a:rPr>
              <a:t>样本</a:t>
            </a:r>
            <a:r>
              <a:rPr lang="en-US" altLang="zh-CN" sz="2000" dirty="0">
                <a:ea typeface="宋体" panose="02010600030101010101" pitchFamily="2" charset="-122"/>
              </a:rPr>
              <a:t>)                (5-4)</a:t>
            </a:r>
          </a:p>
          <a:p>
            <a:pPr eaLnBrk="1" hangingPunct="1">
              <a:defRPr/>
            </a:pPr>
            <a:endParaRPr lang="en-US" altLang="zh-CN" sz="1800" dirty="0">
              <a:ea typeface="宋体" panose="02010600030101010101" pitchFamily="2" charset="-122"/>
            </a:endParaRPr>
          </a:p>
          <a:p>
            <a:pPr marL="0" indent="0" eaLnBrk="1" hangingPunct="1">
              <a:buNone/>
              <a:defRPr/>
            </a:pPr>
            <a:r>
              <a:rPr lang="zh-CN" altLang="en-US" sz="1800" dirty="0">
                <a:ea typeface="宋体" panose="02010600030101010101" pitchFamily="2" charset="-122"/>
              </a:rPr>
              <a:t>     式中，</a:t>
            </a:r>
            <a:r>
              <a:rPr lang="en-US" altLang="zh-CN" sz="1800" dirty="0">
                <a:ea typeface="宋体" panose="02010600030101010101" pitchFamily="2" charset="-122"/>
              </a:rPr>
              <a:t>0 </a:t>
            </a:r>
            <a:r>
              <a:rPr lang="en-US" altLang="zh-CN" sz="1800" dirty="0">
                <a:ea typeface="宋体" panose="02010600030101010101" pitchFamily="2" charset="-122"/>
                <a:sym typeface="Symbol" pitchFamily="2" charset="2"/>
              </a:rPr>
              <a:t></a:t>
            </a:r>
            <a:r>
              <a:rPr lang="en-US" altLang="zh-CN" sz="1800" dirty="0">
                <a:ea typeface="宋体" panose="02010600030101010101" pitchFamily="2" charset="-122"/>
              </a:rPr>
              <a:t> </a:t>
            </a:r>
            <a:r>
              <a:rPr lang="en-US" altLang="zh-CN" sz="1800" dirty="0">
                <a:ea typeface="宋体" panose="02010600030101010101" pitchFamily="2" charset="-122"/>
                <a:sym typeface="Symbol" pitchFamily="2" charset="2"/>
              </a:rPr>
              <a:t></a:t>
            </a:r>
            <a:r>
              <a:rPr lang="en-US" altLang="zh-CN" sz="1800" dirty="0">
                <a:ea typeface="宋体" panose="02010600030101010101" pitchFamily="2" charset="-122"/>
              </a:rPr>
              <a:t> </a:t>
            </a:r>
            <a:r>
              <a:rPr lang="en-US" altLang="zh-CN" sz="1800" dirty="0">
                <a:ea typeface="宋体" panose="02010600030101010101" pitchFamily="2" charset="-122"/>
                <a:sym typeface="Symbol" pitchFamily="2" charset="2"/>
              </a:rPr>
              <a:t></a:t>
            </a:r>
            <a:r>
              <a:rPr lang="en-US" altLang="zh-CN" sz="1800" dirty="0">
                <a:ea typeface="宋体" panose="02010600030101010101" pitchFamily="2" charset="-122"/>
              </a:rPr>
              <a:t> 1</a:t>
            </a:r>
            <a:r>
              <a:rPr lang="zh-CN" altLang="en-US" sz="1800" dirty="0">
                <a:ea typeface="宋体" panose="02010600030101010101" pitchFamily="2" charset="-122"/>
              </a:rPr>
              <a:t>。若 </a:t>
            </a:r>
            <a:r>
              <a:rPr lang="zh-CN" altLang="en-US" sz="1800" dirty="0">
                <a:ea typeface="宋体" panose="02010600030101010101" pitchFamily="2" charset="-122"/>
                <a:sym typeface="Symbol" pitchFamily="2" charset="2"/>
              </a:rPr>
              <a:t> </a:t>
            </a:r>
            <a:r>
              <a:rPr lang="zh-CN" altLang="en-US" sz="1800" dirty="0">
                <a:ea typeface="宋体" panose="02010600030101010101" pitchFamily="2" charset="-122"/>
              </a:rPr>
              <a:t>很接近于零，表示 </a:t>
            </a:r>
            <a:r>
              <a:rPr lang="en-US" altLang="zh-CN" sz="1800" dirty="0">
                <a:ea typeface="宋体" panose="02010600030101010101" pitchFamily="2" charset="-122"/>
              </a:rPr>
              <a:t>RTT </a:t>
            </a:r>
            <a:r>
              <a:rPr lang="zh-CN" altLang="en-US" sz="1800" dirty="0">
                <a:ea typeface="宋体" panose="02010600030101010101" pitchFamily="2" charset="-122"/>
              </a:rPr>
              <a:t>值更新较慢。若选择 </a:t>
            </a:r>
            <a:r>
              <a:rPr lang="zh-CN" altLang="en-US" sz="1800" dirty="0">
                <a:ea typeface="宋体" panose="02010600030101010101" pitchFamily="2" charset="-122"/>
                <a:sym typeface="Symbol" pitchFamily="2" charset="2"/>
              </a:rPr>
              <a:t> </a:t>
            </a:r>
            <a:r>
              <a:rPr lang="zh-CN" altLang="en-US" sz="1800" dirty="0">
                <a:ea typeface="宋体" panose="02010600030101010101" pitchFamily="2" charset="-122"/>
              </a:rPr>
              <a:t>接近于 </a:t>
            </a:r>
            <a:r>
              <a:rPr lang="en-US" altLang="zh-CN" sz="1800" dirty="0">
                <a:ea typeface="宋体" panose="02010600030101010101" pitchFamily="2" charset="-122"/>
              </a:rPr>
              <a:t>1</a:t>
            </a:r>
            <a:r>
              <a:rPr lang="zh-CN" altLang="en-US" sz="1800" dirty="0">
                <a:ea typeface="宋体" panose="02010600030101010101" pitchFamily="2" charset="-122"/>
              </a:rPr>
              <a:t>，则表示 </a:t>
            </a:r>
            <a:r>
              <a:rPr lang="en-US" altLang="zh-CN" sz="1800" dirty="0">
                <a:ea typeface="宋体" panose="02010600030101010101" pitchFamily="2" charset="-122"/>
              </a:rPr>
              <a:t>RTT </a:t>
            </a:r>
            <a:r>
              <a:rPr lang="zh-CN" altLang="en-US" sz="1800" dirty="0">
                <a:ea typeface="宋体" panose="02010600030101010101" pitchFamily="2" charset="-122"/>
              </a:rPr>
              <a:t>值更新较快。</a:t>
            </a:r>
            <a:r>
              <a:rPr lang="en-US" altLang="zh-CN" sz="1800" dirty="0">
                <a:ea typeface="宋体" panose="02010600030101010101" pitchFamily="2" charset="-122"/>
              </a:rPr>
              <a:t>RFC 2988 </a:t>
            </a:r>
            <a:r>
              <a:rPr lang="zh-CN" altLang="en-US" sz="1800" dirty="0">
                <a:ea typeface="宋体" panose="02010600030101010101" pitchFamily="2" charset="-122"/>
              </a:rPr>
              <a:t>推荐的 </a:t>
            </a:r>
            <a:r>
              <a:rPr lang="zh-CN" altLang="en-US" sz="1800" dirty="0">
                <a:ea typeface="宋体" panose="02010600030101010101" pitchFamily="2" charset="-122"/>
                <a:sym typeface="Symbol" pitchFamily="2" charset="2"/>
              </a:rPr>
              <a:t> </a:t>
            </a:r>
            <a:r>
              <a:rPr lang="zh-CN" altLang="en-US" sz="1800" dirty="0">
                <a:ea typeface="宋体" panose="02010600030101010101" pitchFamily="2" charset="-122"/>
              </a:rPr>
              <a:t>值为 </a:t>
            </a:r>
            <a:r>
              <a:rPr lang="en-US" altLang="zh-CN" sz="1800" dirty="0">
                <a:ea typeface="宋体" panose="02010600030101010101" pitchFamily="2" charset="-122"/>
              </a:rPr>
              <a:t>1/8</a:t>
            </a:r>
            <a:r>
              <a:rPr lang="zh-CN" altLang="en-US" sz="1800" dirty="0">
                <a:ea typeface="宋体" panose="02010600030101010101" pitchFamily="2" charset="-122"/>
              </a:rPr>
              <a:t>，即 </a:t>
            </a:r>
            <a:r>
              <a:rPr lang="en-US" altLang="zh-CN" sz="1800" dirty="0">
                <a:ea typeface="宋体" panose="02010600030101010101" pitchFamily="2" charset="-122"/>
              </a:rPr>
              <a:t>0.125</a:t>
            </a:r>
            <a:r>
              <a:rPr lang="zh-CN" altLang="en-US" sz="1800" dirty="0">
                <a:ea typeface="宋体" panose="02010600030101010101" pitchFamily="2" charset="-122"/>
              </a:rPr>
              <a:t>。 </a:t>
            </a:r>
          </a:p>
        </p:txBody>
      </p:sp>
      <p:sp>
        <p:nvSpPr>
          <p:cNvPr id="2" name="幻灯片编号占位符 1">
            <a:extLst>
              <a:ext uri="{FF2B5EF4-FFF2-40B4-BE49-F238E27FC236}">
                <a16:creationId xmlns:a16="http://schemas.microsoft.com/office/drawing/2014/main" id="{1538AD28-D1D9-A64C-8C54-4D76BD92E240}"/>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6134251-69E1-6B4F-912C-4E1CD80520BC}" type="slidenum">
              <a:rPr lang="en-US" altLang="zh-CN" sz="1050"/>
              <a:pPr>
                <a:defRPr/>
              </a:pPr>
              <a:t>75</a:t>
            </a:fld>
            <a:endParaRPr lang="en-US" altLang="zh-CN" sz="1050"/>
          </a:p>
        </p:txBody>
      </p:sp>
    </p:spTree>
    <p:extLst>
      <p:ext uri="{BB962C8B-B14F-4D97-AF65-F5344CB8AC3E}">
        <p14:creationId xmlns:p14="http://schemas.microsoft.com/office/powerpoint/2010/main" val="207867667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8548" name="Rectangle 4">
            <a:extLst>
              <a:ext uri="{FF2B5EF4-FFF2-40B4-BE49-F238E27FC236}">
                <a16:creationId xmlns:a16="http://schemas.microsoft.com/office/drawing/2014/main" id="{DF879E4A-11A8-6E43-9FD5-9390E6BAADD6}"/>
              </a:ext>
            </a:extLst>
          </p:cNvPr>
          <p:cNvSpPr>
            <a:spLocks noChangeArrowheads="1"/>
          </p:cNvSpPr>
          <p:nvPr/>
        </p:nvSpPr>
        <p:spPr bwMode="auto">
          <a:xfrm>
            <a:off x="459342" y="3406140"/>
            <a:ext cx="8318898" cy="476488"/>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48546" name="Rectangle 2">
            <a:extLst>
              <a:ext uri="{FF2B5EF4-FFF2-40B4-BE49-F238E27FC236}">
                <a16:creationId xmlns:a16="http://schemas.microsoft.com/office/drawing/2014/main" id="{B16DC085-F906-5A4E-960A-4A438EC24658}"/>
              </a:ext>
            </a:extLst>
          </p:cNvPr>
          <p:cNvSpPr>
            <a:spLocks noGrp="1" noChangeArrowheads="1"/>
          </p:cNvSpPr>
          <p:nvPr>
            <p:ph type="title"/>
          </p:nvPr>
        </p:nvSpPr>
        <p:spPr>
          <a:xfrm>
            <a:off x="171450" y="309563"/>
            <a:ext cx="7787403" cy="575072"/>
          </a:xfrm>
        </p:spPr>
        <p:txBody>
          <a:bodyPr/>
          <a:lstStyle/>
          <a:p>
            <a:pPr eaLnBrk="1" hangingPunct="1">
              <a:defRPr/>
            </a:pPr>
            <a:r>
              <a:rPr lang="zh-CN" altLang="en-US" dirty="0">
                <a:latin typeface="Times New Roman" panose="02020603050405020304" pitchFamily="18" charset="0"/>
                <a:ea typeface="宋体" panose="02010600030101010101" pitchFamily="2" charset="-122"/>
              </a:rPr>
              <a:t>超时重传时间 </a:t>
            </a:r>
            <a:r>
              <a:rPr lang="en-US" altLang="zh-CN" dirty="0">
                <a:latin typeface="Times New Roman" panose="02020603050405020304" pitchFamily="18" charset="0"/>
                <a:ea typeface="宋体" panose="02010600030101010101" pitchFamily="2" charset="-122"/>
              </a:rPr>
              <a:t>RTO </a:t>
            </a:r>
            <a:r>
              <a:rPr lang="en-US" altLang="zh-CN" sz="3000" dirty="0">
                <a:ea typeface="宋体" panose="02010600030101010101" pitchFamily="2" charset="-122"/>
              </a:rPr>
              <a:t>(</a:t>
            </a:r>
            <a:r>
              <a:rPr lang="en-US" altLang="zh-CN" sz="3000" dirty="0" err="1">
                <a:ea typeface="宋体" panose="02010600030101010101" pitchFamily="2" charset="-122"/>
              </a:rPr>
              <a:t>RetransmissionTime</a:t>
            </a:r>
            <a:r>
              <a:rPr lang="en-US" altLang="zh-CN" sz="3000" dirty="0">
                <a:ea typeface="宋体" panose="02010600030101010101" pitchFamily="2" charset="-122"/>
              </a:rPr>
              <a:t>-Out)</a:t>
            </a:r>
            <a:r>
              <a:rPr lang="en-US" altLang="zh-CN" dirty="0">
                <a:latin typeface="Times New Roman" panose="02020603050405020304" pitchFamily="18" charset="0"/>
                <a:ea typeface="宋体" panose="02010600030101010101" pitchFamily="2" charset="-122"/>
              </a:rPr>
              <a:t> </a:t>
            </a:r>
          </a:p>
        </p:txBody>
      </p:sp>
      <p:sp>
        <p:nvSpPr>
          <p:cNvPr id="748547" name="Rectangle 3">
            <a:extLst>
              <a:ext uri="{FF2B5EF4-FFF2-40B4-BE49-F238E27FC236}">
                <a16:creationId xmlns:a16="http://schemas.microsoft.com/office/drawing/2014/main" id="{D64C0432-C9F7-0B4C-94FD-DA9EB6DB0C21}"/>
              </a:ext>
            </a:extLst>
          </p:cNvPr>
          <p:cNvSpPr>
            <a:spLocks noGrp="1" noChangeArrowheads="1"/>
          </p:cNvSpPr>
          <p:nvPr>
            <p:ph type="body" idx="1"/>
          </p:nvPr>
        </p:nvSpPr>
        <p:spPr>
          <a:xfrm>
            <a:off x="205740" y="994411"/>
            <a:ext cx="8675370" cy="3942398"/>
          </a:xfrm>
        </p:spPr>
        <p:txBody>
          <a:bodyPr/>
          <a:lstStyle/>
          <a:p>
            <a:pPr eaLnBrk="1" hangingPunct="1">
              <a:defRPr/>
            </a:pPr>
            <a:r>
              <a:rPr lang="en-US" altLang="zh-CN" sz="2000" dirty="0">
                <a:ea typeface="宋体" panose="02010600030101010101" pitchFamily="2" charset="-122"/>
              </a:rPr>
              <a:t>RTO </a:t>
            </a:r>
            <a:r>
              <a:rPr lang="zh-CN" altLang="en-US" sz="2000" dirty="0">
                <a:ea typeface="宋体" panose="02010600030101010101" pitchFamily="2" charset="-122"/>
              </a:rPr>
              <a:t>应略大于上面得出的加权平均往返时间 </a:t>
            </a:r>
            <a:r>
              <a:rPr lang="en-US" altLang="zh-CN" sz="2000" dirty="0">
                <a:ea typeface="宋体" panose="02010600030101010101" pitchFamily="2" charset="-122"/>
              </a:rPr>
              <a:t>RTT</a:t>
            </a:r>
            <a:r>
              <a:rPr lang="en-US" altLang="zh-CN" sz="2000" baseline="-25000" dirty="0">
                <a:ea typeface="宋体" panose="02010600030101010101" pitchFamily="2" charset="-122"/>
              </a:rPr>
              <a:t>S</a:t>
            </a:r>
            <a:r>
              <a:rPr lang="zh-CN" altLang="en-US" sz="2000" dirty="0">
                <a:ea typeface="宋体" panose="02010600030101010101" pitchFamily="2" charset="-122"/>
              </a:rPr>
              <a:t>。</a:t>
            </a:r>
          </a:p>
          <a:p>
            <a:pPr eaLnBrk="1" hangingPunct="1">
              <a:defRPr/>
            </a:pPr>
            <a:r>
              <a:rPr lang="en-US" altLang="zh-CN" sz="2000" dirty="0">
                <a:ea typeface="宋体" panose="02010600030101010101" pitchFamily="2" charset="-122"/>
              </a:rPr>
              <a:t>RFC 2988 </a:t>
            </a:r>
            <a:r>
              <a:rPr lang="zh-CN" altLang="en-US" sz="2000" dirty="0">
                <a:ea typeface="宋体" panose="02010600030101010101" pitchFamily="2" charset="-122"/>
              </a:rPr>
              <a:t>建议使用下式计算 </a:t>
            </a:r>
            <a:r>
              <a:rPr lang="en-US" altLang="zh-CN" sz="2000" dirty="0">
                <a:ea typeface="宋体" panose="02010600030101010101" pitchFamily="2" charset="-122"/>
              </a:rPr>
              <a:t>RTO</a:t>
            </a:r>
            <a:r>
              <a:rPr lang="zh-CN" altLang="en-US" sz="2000" dirty="0">
                <a:ea typeface="宋体" panose="02010600030101010101" pitchFamily="2" charset="-122"/>
              </a:rPr>
              <a:t>：</a:t>
            </a:r>
          </a:p>
          <a:p>
            <a:pPr eaLnBrk="1" hangingPunct="1">
              <a:spcBef>
                <a:spcPct val="30000"/>
              </a:spcBef>
              <a:spcAft>
                <a:spcPct val="20000"/>
              </a:spcAft>
              <a:defRPr/>
            </a:pPr>
            <a:r>
              <a:rPr lang="zh-CN" altLang="en-US" sz="2000" dirty="0">
                <a:ea typeface="宋体" panose="02010600030101010101" pitchFamily="2" charset="-122"/>
              </a:rPr>
              <a:t>                   </a:t>
            </a:r>
            <a:r>
              <a:rPr lang="en-US" altLang="zh-CN" sz="2000" dirty="0">
                <a:ea typeface="宋体" panose="02010600030101010101" pitchFamily="2" charset="-122"/>
              </a:rPr>
              <a:t>RTO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RTT</a:t>
            </a:r>
            <a:r>
              <a:rPr lang="en-US" altLang="zh-CN" sz="2000" baseline="-25000" dirty="0">
                <a:ea typeface="宋体" panose="02010600030101010101" pitchFamily="2" charset="-122"/>
              </a:rPr>
              <a:t>S</a:t>
            </a:r>
            <a:r>
              <a:rPr lang="en-US" altLang="zh-CN" sz="2000" dirty="0">
                <a:ea typeface="宋体" panose="02010600030101010101" pitchFamily="2" charset="-122"/>
              </a:rPr>
              <a:t> + 4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RTT</a:t>
            </a:r>
            <a:r>
              <a:rPr lang="en-US" altLang="zh-CN" sz="2000" baseline="-25000" dirty="0">
                <a:ea typeface="宋体" panose="02010600030101010101" pitchFamily="2" charset="-122"/>
              </a:rPr>
              <a:t>D</a:t>
            </a:r>
            <a:r>
              <a:rPr lang="en-US" altLang="zh-CN" sz="2000" dirty="0">
                <a:ea typeface="宋体" panose="02010600030101010101" pitchFamily="2" charset="-122"/>
              </a:rPr>
              <a:t>                  (5-5)</a:t>
            </a:r>
          </a:p>
          <a:p>
            <a:pPr eaLnBrk="1" hangingPunct="1">
              <a:spcAft>
                <a:spcPct val="10000"/>
              </a:spcAft>
              <a:defRPr/>
            </a:pPr>
            <a:r>
              <a:rPr lang="en-US" altLang="zh-CN" sz="2000" dirty="0">
                <a:ea typeface="宋体" panose="02010600030101010101" pitchFamily="2" charset="-122"/>
              </a:rPr>
              <a:t>RTT</a:t>
            </a:r>
            <a:r>
              <a:rPr lang="en-US" altLang="zh-CN" sz="2000" baseline="-25000" dirty="0">
                <a:ea typeface="宋体" panose="02010600030101010101" pitchFamily="2" charset="-122"/>
              </a:rPr>
              <a:t>D </a:t>
            </a:r>
            <a:r>
              <a:rPr lang="zh-CN" altLang="en-US" sz="2000" dirty="0">
                <a:ea typeface="宋体" panose="02010600030101010101" pitchFamily="2" charset="-122"/>
              </a:rPr>
              <a:t>是 </a:t>
            </a:r>
            <a:r>
              <a:rPr lang="en-US" altLang="zh-CN" sz="2000" dirty="0">
                <a:solidFill>
                  <a:schemeClr val="hlink"/>
                </a:solidFill>
                <a:ea typeface="宋体" panose="02010600030101010101" pitchFamily="2" charset="-122"/>
              </a:rPr>
              <a:t>RTT </a:t>
            </a:r>
            <a:r>
              <a:rPr lang="zh-CN" altLang="en-US" sz="2000" dirty="0">
                <a:solidFill>
                  <a:schemeClr val="hlink"/>
                </a:solidFill>
                <a:ea typeface="宋体" panose="02010600030101010101" pitchFamily="2" charset="-122"/>
              </a:rPr>
              <a:t>的偏差的加权平均值</a:t>
            </a:r>
            <a:r>
              <a:rPr lang="zh-CN" altLang="en-US" sz="2000" dirty="0">
                <a:ea typeface="宋体" panose="02010600030101010101" pitchFamily="2" charset="-122"/>
              </a:rPr>
              <a:t>。</a:t>
            </a:r>
          </a:p>
          <a:p>
            <a:pPr eaLnBrk="1" hangingPunct="1">
              <a:lnSpc>
                <a:spcPct val="110000"/>
              </a:lnSpc>
              <a:defRPr/>
            </a:pPr>
            <a:r>
              <a:rPr lang="en-US" altLang="zh-CN" sz="2000" dirty="0">
                <a:ea typeface="宋体" panose="02010600030101010101" pitchFamily="2" charset="-122"/>
              </a:rPr>
              <a:t>RFC 2988 </a:t>
            </a:r>
            <a:r>
              <a:rPr lang="zh-CN" altLang="en-US" sz="2000" dirty="0">
                <a:ea typeface="宋体" panose="02010600030101010101" pitchFamily="2" charset="-122"/>
              </a:rPr>
              <a:t>建议这样计算 </a:t>
            </a:r>
            <a:r>
              <a:rPr lang="en-US" altLang="zh-CN" sz="2000" dirty="0">
                <a:ea typeface="宋体" panose="02010600030101010101" pitchFamily="2" charset="-122"/>
              </a:rPr>
              <a:t>RTT</a:t>
            </a:r>
            <a:r>
              <a:rPr lang="en-US" altLang="zh-CN" sz="2000" baseline="-25000" dirty="0">
                <a:ea typeface="宋体" panose="02010600030101010101" pitchFamily="2" charset="-122"/>
              </a:rPr>
              <a:t>D</a:t>
            </a:r>
            <a:r>
              <a:rPr lang="zh-CN" altLang="en-US" sz="2000" dirty="0">
                <a:ea typeface="宋体" panose="02010600030101010101" pitchFamily="2" charset="-122"/>
              </a:rPr>
              <a:t>。第一次测量时，</a:t>
            </a:r>
            <a:r>
              <a:rPr lang="en-US" altLang="zh-CN" sz="2000" dirty="0">
                <a:ea typeface="宋体" panose="02010600030101010101" pitchFamily="2" charset="-122"/>
              </a:rPr>
              <a:t>RTT</a:t>
            </a:r>
            <a:r>
              <a:rPr lang="en-US" altLang="zh-CN" sz="2000" baseline="-25000" dirty="0">
                <a:ea typeface="宋体" panose="02010600030101010101" pitchFamily="2" charset="-122"/>
              </a:rPr>
              <a:t>D </a:t>
            </a:r>
            <a:r>
              <a:rPr lang="zh-CN" altLang="en-US" sz="2000" dirty="0">
                <a:ea typeface="宋体" panose="02010600030101010101" pitchFamily="2" charset="-122"/>
              </a:rPr>
              <a:t>值取为测量到的</a:t>
            </a:r>
            <a:r>
              <a:rPr lang="en-US" altLang="zh-CN" sz="2000" dirty="0">
                <a:ea typeface="宋体" panose="02010600030101010101" pitchFamily="2" charset="-122"/>
              </a:rPr>
              <a:t>RTT </a:t>
            </a:r>
            <a:r>
              <a:rPr lang="zh-CN" altLang="en-US" sz="2000" dirty="0">
                <a:ea typeface="宋体" panose="02010600030101010101" pitchFamily="2" charset="-122"/>
              </a:rPr>
              <a:t>样本值的一半。在以后的测量中，则使用下式计算加权平均的 </a:t>
            </a:r>
            <a:r>
              <a:rPr lang="en-US" altLang="zh-CN" sz="2000" dirty="0">
                <a:ea typeface="宋体" panose="02010600030101010101" pitchFamily="2" charset="-122"/>
              </a:rPr>
              <a:t>RTT</a:t>
            </a:r>
            <a:r>
              <a:rPr lang="en-US" altLang="zh-CN" sz="2000" baseline="-25000" dirty="0">
                <a:ea typeface="宋体" panose="02010600030101010101" pitchFamily="2" charset="-122"/>
              </a:rPr>
              <a:t>D</a:t>
            </a:r>
            <a:r>
              <a:rPr lang="zh-CN" altLang="en-US" sz="2000" dirty="0">
                <a:ea typeface="宋体" panose="02010600030101010101" pitchFamily="2" charset="-122"/>
              </a:rPr>
              <a:t>：</a:t>
            </a:r>
          </a:p>
          <a:p>
            <a:pPr eaLnBrk="1" hangingPunct="1">
              <a:spcAft>
                <a:spcPct val="20000"/>
              </a:spcAft>
              <a:buFont typeface="Wingdings" pitchFamily="2" charset="2"/>
              <a:buNone/>
              <a:defRPr/>
            </a:pPr>
            <a:r>
              <a:rPr lang="zh-CN" altLang="en-US" sz="2000" dirty="0">
                <a:ea typeface="宋体" panose="02010600030101010101" pitchFamily="2" charset="-122"/>
              </a:rPr>
              <a:t>     新的 </a:t>
            </a:r>
            <a:r>
              <a:rPr lang="en-US" altLang="zh-CN" sz="2000" dirty="0">
                <a:ea typeface="宋体" panose="02010600030101010101" pitchFamily="2" charset="-122"/>
              </a:rPr>
              <a:t>RTT</a:t>
            </a:r>
            <a:r>
              <a:rPr lang="en-US" altLang="zh-CN" sz="2000" baseline="-25000" dirty="0">
                <a:ea typeface="宋体" panose="02010600030101010101" pitchFamily="2" charset="-122"/>
              </a:rPr>
              <a:t>D</a:t>
            </a:r>
            <a:r>
              <a:rPr lang="en-US" altLang="zh-CN" sz="2000" dirty="0">
                <a:ea typeface="宋体" panose="02010600030101010101" pitchFamily="2" charset="-122"/>
              </a:rPr>
              <a:t> = (1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zh-CN" altLang="en-US" sz="2000" dirty="0">
                <a:ea typeface="宋体" panose="02010600030101010101" pitchFamily="2" charset="-122"/>
              </a:rPr>
              <a:t>旧的</a:t>
            </a:r>
            <a:r>
              <a:rPr lang="en-US" altLang="zh-CN" sz="2000" dirty="0">
                <a:ea typeface="宋体" panose="02010600030101010101" pitchFamily="2" charset="-122"/>
              </a:rPr>
              <a:t>RTT</a:t>
            </a:r>
            <a:r>
              <a:rPr lang="en-US" altLang="zh-CN" sz="2000" baseline="-25000" dirty="0">
                <a:ea typeface="宋体" panose="02010600030101010101" pitchFamily="2" charset="-122"/>
              </a:rPr>
              <a:t>D</a:t>
            </a:r>
            <a:r>
              <a:rPr lang="en-US" altLang="zh-CN" sz="2000" dirty="0">
                <a:ea typeface="宋体" panose="02010600030101010101" pitchFamily="2" charset="-122"/>
              </a:rPr>
              <a:t>) +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RTT</a:t>
            </a:r>
            <a:r>
              <a:rPr lang="en-US" altLang="zh-CN" sz="2000" baseline="-25000" dirty="0">
                <a:ea typeface="宋体" panose="02010600030101010101" pitchFamily="2" charset="-122"/>
              </a:rPr>
              <a:t>S</a:t>
            </a:r>
            <a:r>
              <a:rPr lang="en-US" altLang="zh-CN" sz="2000" dirty="0">
                <a:ea typeface="宋体" panose="02010600030101010101" pitchFamily="2" charset="-122"/>
              </a:rPr>
              <a:t> </a:t>
            </a:r>
            <a:r>
              <a:rPr lang="en-US" altLang="zh-CN" sz="2000" dirty="0">
                <a:ea typeface="宋体" panose="02010600030101010101" pitchFamily="2" charset="-122"/>
                <a:sym typeface="Symbol" pitchFamily="2" charset="2"/>
              </a:rPr>
              <a:t></a:t>
            </a:r>
            <a:r>
              <a:rPr lang="en-US" altLang="zh-CN" sz="2000" dirty="0">
                <a:ea typeface="宋体" panose="02010600030101010101" pitchFamily="2" charset="-122"/>
              </a:rPr>
              <a:t> </a:t>
            </a:r>
            <a:r>
              <a:rPr lang="zh-CN" altLang="en-US" sz="2000" dirty="0">
                <a:ea typeface="宋体" panose="02010600030101010101" pitchFamily="2" charset="-122"/>
              </a:rPr>
              <a:t>新的 </a:t>
            </a:r>
            <a:r>
              <a:rPr lang="en-US" altLang="zh-CN" sz="2000" dirty="0">
                <a:ea typeface="宋体" panose="02010600030101010101" pitchFamily="2" charset="-122"/>
              </a:rPr>
              <a:t>RTT </a:t>
            </a:r>
            <a:r>
              <a:rPr lang="zh-CN" altLang="en-US" sz="2000" dirty="0">
                <a:ea typeface="宋体" panose="02010600030101010101" pitchFamily="2" charset="-122"/>
              </a:rPr>
              <a:t>样本</a:t>
            </a:r>
            <a:r>
              <a:rPr lang="zh-CN" altLang="en-US" sz="2000" dirty="0">
                <a:ea typeface="宋体" panose="02010600030101010101" pitchFamily="2" charset="-122"/>
                <a:sym typeface="Symbol" pitchFamily="2" charset="2"/>
              </a:rPr>
              <a:t></a:t>
            </a:r>
            <a:r>
              <a:rPr lang="zh-CN" altLang="en-US" sz="2000" dirty="0">
                <a:ea typeface="宋体" panose="02010600030101010101" pitchFamily="2" charset="-122"/>
              </a:rPr>
              <a:t>       </a:t>
            </a:r>
            <a:r>
              <a:rPr lang="en-US" altLang="zh-CN" sz="2000" dirty="0">
                <a:ea typeface="宋体" panose="02010600030101010101" pitchFamily="2" charset="-122"/>
              </a:rPr>
              <a:t>(5-6)</a:t>
            </a:r>
          </a:p>
          <a:p>
            <a:pPr marL="0" indent="0" eaLnBrk="1" hangingPunct="1">
              <a:spcBef>
                <a:spcPct val="40000"/>
              </a:spcBef>
              <a:buNone/>
              <a:defRPr/>
            </a:pPr>
            <a:r>
              <a:rPr lang="zh-CN" altLang="en-US" sz="2000" dirty="0">
                <a:ea typeface="宋体" panose="02010600030101010101" pitchFamily="2" charset="-122"/>
                <a:sym typeface="Symbol" pitchFamily="2" charset="2"/>
              </a:rPr>
              <a:t>    </a:t>
            </a:r>
            <a:r>
              <a:rPr lang="en-US" altLang="zh-CN" sz="2000" dirty="0">
                <a:ea typeface="宋体" panose="02010600030101010101" pitchFamily="2" charset="-122"/>
                <a:sym typeface="Symbol" pitchFamily="2" charset="2"/>
              </a:rPr>
              <a:t> </a:t>
            </a:r>
            <a:r>
              <a:rPr lang="zh-CN" altLang="en-US" sz="2000" dirty="0">
                <a:ea typeface="宋体" panose="02010600030101010101" pitchFamily="2" charset="-122"/>
              </a:rPr>
              <a:t>是个小于 </a:t>
            </a:r>
            <a:r>
              <a:rPr lang="en-US" altLang="zh-CN" sz="2000" dirty="0">
                <a:ea typeface="宋体" panose="02010600030101010101" pitchFamily="2" charset="-122"/>
              </a:rPr>
              <a:t>1 </a:t>
            </a:r>
            <a:r>
              <a:rPr lang="zh-CN" altLang="en-US" sz="2000" dirty="0">
                <a:ea typeface="宋体" panose="02010600030101010101" pitchFamily="2" charset="-122"/>
              </a:rPr>
              <a:t>的系数，其推荐值是 </a:t>
            </a:r>
            <a:r>
              <a:rPr lang="en-US" altLang="zh-CN" sz="2000" dirty="0">
                <a:ea typeface="宋体" panose="02010600030101010101" pitchFamily="2" charset="-122"/>
              </a:rPr>
              <a:t>1/4</a:t>
            </a:r>
            <a:r>
              <a:rPr lang="zh-CN" altLang="en-US" sz="2000" dirty="0">
                <a:ea typeface="宋体" panose="02010600030101010101" pitchFamily="2" charset="-122"/>
              </a:rPr>
              <a:t>，即 </a:t>
            </a:r>
            <a:r>
              <a:rPr lang="en-US" altLang="zh-CN" sz="2000" dirty="0">
                <a:ea typeface="宋体" panose="02010600030101010101" pitchFamily="2" charset="-122"/>
              </a:rPr>
              <a:t>0.25</a:t>
            </a:r>
            <a:r>
              <a:rPr lang="zh-CN" altLang="en-US" sz="2000" dirty="0">
                <a:ea typeface="宋体" panose="02010600030101010101" pitchFamily="2" charset="-122"/>
              </a:rPr>
              <a:t>。</a:t>
            </a:r>
          </a:p>
        </p:txBody>
      </p:sp>
      <p:sp>
        <p:nvSpPr>
          <p:cNvPr id="2" name="幻灯片编号占位符 1">
            <a:extLst>
              <a:ext uri="{FF2B5EF4-FFF2-40B4-BE49-F238E27FC236}">
                <a16:creationId xmlns:a16="http://schemas.microsoft.com/office/drawing/2014/main" id="{13641692-B435-4D4C-81C5-0DB643837FA8}"/>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4AFD557-192B-014B-943B-C6EF1E7BFD10}" type="slidenum">
              <a:rPr lang="en-US" altLang="zh-CN" sz="1050"/>
              <a:pPr>
                <a:defRPr/>
              </a:pPr>
              <a:t>76</a:t>
            </a:fld>
            <a:endParaRPr lang="en-US" altLang="zh-CN" sz="1050"/>
          </a:p>
        </p:txBody>
      </p:sp>
    </p:spTree>
    <p:extLst>
      <p:ext uri="{BB962C8B-B14F-4D97-AF65-F5344CB8AC3E}">
        <p14:creationId xmlns:p14="http://schemas.microsoft.com/office/powerpoint/2010/main" val="93098655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810" name="Rectangle 2">
            <a:extLst>
              <a:ext uri="{FF2B5EF4-FFF2-40B4-BE49-F238E27FC236}">
                <a16:creationId xmlns:a16="http://schemas.microsoft.com/office/drawing/2014/main" id="{F84E023E-8B64-6E47-93F1-CED1705CB0AE}"/>
              </a:ext>
            </a:extLst>
          </p:cNvPr>
          <p:cNvSpPr>
            <a:spLocks noGrp="1" noChangeArrowheads="1"/>
          </p:cNvSpPr>
          <p:nvPr>
            <p:ph type="title"/>
          </p:nvPr>
        </p:nvSpPr>
        <p:spPr/>
        <p:txBody>
          <a:bodyPr/>
          <a:lstStyle/>
          <a:p>
            <a:pPr eaLnBrk="1" hangingPunct="1">
              <a:defRPr/>
            </a:pPr>
            <a:r>
              <a:rPr lang="en-US" altLang="zh-CN" dirty="0">
                <a:latin typeface="Times New Roman" panose="02020603050405020304" pitchFamily="18" charset="0"/>
                <a:ea typeface="宋体" panose="02010600030101010101" pitchFamily="2" charset="-122"/>
              </a:rPr>
              <a:t>5.6.3  </a:t>
            </a:r>
            <a:r>
              <a:rPr lang="zh-CN" altLang="en-US" dirty="0">
                <a:latin typeface="Times New Roman" panose="02020603050405020304" pitchFamily="18" charset="0"/>
                <a:ea typeface="宋体" panose="02010600030101010101" pitchFamily="2" charset="-122"/>
              </a:rPr>
              <a:t>选择确认 </a:t>
            </a:r>
            <a:r>
              <a:rPr lang="en-US" altLang="zh-CN" dirty="0">
                <a:latin typeface="Times New Roman" panose="02020603050405020304" pitchFamily="18" charset="0"/>
                <a:ea typeface="宋体" panose="02010600030101010101" pitchFamily="2" charset="-122"/>
              </a:rPr>
              <a:t>SACK</a:t>
            </a:r>
            <a:r>
              <a:rPr lang="en-US" altLang="zh-CN" sz="3000" dirty="0">
                <a:ea typeface="宋体" panose="02010600030101010101" pitchFamily="2" charset="-122"/>
              </a:rPr>
              <a:t>(Selective ACK)</a:t>
            </a:r>
            <a:r>
              <a:rPr lang="en-US" altLang="zh-CN" dirty="0">
                <a:latin typeface="Times New Roman" panose="02020603050405020304" pitchFamily="18" charset="0"/>
                <a:ea typeface="宋体" panose="02010600030101010101" pitchFamily="2" charset="-122"/>
              </a:rPr>
              <a:t> </a:t>
            </a:r>
          </a:p>
        </p:txBody>
      </p:sp>
      <p:sp>
        <p:nvSpPr>
          <p:cNvPr id="759811" name="Rectangle 3">
            <a:extLst>
              <a:ext uri="{FF2B5EF4-FFF2-40B4-BE49-F238E27FC236}">
                <a16:creationId xmlns:a16="http://schemas.microsoft.com/office/drawing/2014/main" id="{F62D8D86-2EA6-454E-A9BC-30A9A47BD4CB}"/>
              </a:ext>
            </a:extLst>
          </p:cNvPr>
          <p:cNvSpPr>
            <a:spLocks noGrp="1" noChangeArrowheads="1"/>
          </p:cNvSpPr>
          <p:nvPr>
            <p:ph type="body" idx="1"/>
          </p:nvPr>
        </p:nvSpPr>
        <p:spPr/>
        <p:txBody>
          <a:bodyPr/>
          <a:lstStyle/>
          <a:p>
            <a:pPr eaLnBrk="1" hangingPunct="1">
              <a:defRPr/>
            </a:pPr>
            <a:r>
              <a:rPr lang="zh-CN" altLang="en-US">
                <a:latin typeface="Times New Roman" panose="02020603050405020304" pitchFamily="18" charset="0"/>
                <a:ea typeface="宋体" panose="02010600030101010101" pitchFamily="2" charset="-122"/>
              </a:rPr>
              <a:t>接收方收到了和前面的字节流不连续的两个字节块。</a:t>
            </a:r>
          </a:p>
          <a:p>
            <a:pPr eaLnBrk="1" hangingPunct="1">
              <a:defRPr/>
            </a:pPr>
            <a:r>
              <a:rPr lang="zh-CN" altLang="en-US">
                <a:latin typeface="Times New Roman" panose="02020603050405020304" pitchFamily="18" charset="0"/>
                <a:ea typeface="宋体" panose="02010600030101010101" pitchFamily="2" charset="-122"/>
              </a:rPr>
              <a:t>如果这些字节的序号都在接收窗口之内，那么接收方就先收下这些数据，但要把这些信息准确地告诉发送方，使发送方不要再重复发送这些已收到的数据。 </a:t>
            </a:r>
          </a:p>
        </p:txBody>
      </p:sp>
      <p:sp>
        <p:nvSpPr>
          <p:cNvPr id="2" name="幻灯片编号占位符 1">
            <a:extLst>
              <a:ext uri="{FF2B5EF4-FFF2-40B4-BE49-F238E27FC236}">
                <a16:creationId xmlns:a16="http://schemas.microsoft.com/office/drawing/2014/main" id="{77792501-F798-8441-81FF-F6A60125A2B0}"/>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B504C10-4FA0-964B-BFDA-C42D880081B6}" type="slidenum">
              <a:rPr lang="en-US" altLang="zh-CN" sz="1050"/>
              <a:pPr>
                <a:defRPr/>
              </a:pPr>
              <a:t>77</a:t>
            </a:fld>
            <a:endParaRPr lang="en-US" altLang="zh-CN" sz="1050"/>
          </a:p>
        </p:txBody>
      </p:sp>
    </p:spTree>
    <p:extLst>
      <p:ext uri="{BB962C8B-B14F-4D97-AF65-F5344CB8AC3E}">
        <p14:creationId xmlns:p14="http://schemas.microsoft.com/office/powerpoint/2010/main" val="410817447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0838" name="Rectangle 6">
            <a:extLst>
              <a:ext uri="{FF2B5EF4-FFF2-40B4-BE49-F238E27FC236}">
                <a16:creationId xmlns:a16="http://schemas.microsoft.com/office/drawing/2014/main" id="{5E7A3447-B538-054F-8D32-D3C7E68A52EF}"/>
              </a:ext>
            </a:extLst>
          </p:cNvPr>
          <p:cNvSpPr>
            <a:spLocks noChangeArrowheads="1"/>
          </p:cNvSpPr>
          <p:nvPr/>
        </p:nvSpPr>
        <p:spPr bwMode="auto">
          <a:xfrm>
            <a:off x="888209" y="2116544"/>
            <a:ext cx="1566863" cy="323850"/>
          </a:xfrm>
          <a:prstGeom prst="rect">
            <a:avLst/>
          </a:prstGeom>
          <a:solidFill>
            <a:schemeClr val="bg1"/>
          </a:solidFill>
          <a:ln w="9525">
            <a:solidFill>
              <a:schemeClr val="fo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60839" name="Rectangle 7">
            <a:extLst>
              <a:ext uri="{FF2B5EF4-FFF2-40B4-BE49-F238E27FC236}">
                <a16:creationId xmlns:a16="http://schemas.microsoft.com/office/drawing/2014/main" id="{69B4A5A2-A2F3-4640-9013-664BAA11C394}"/>
              </a:ext>
            </a:extLst>
          </p:cNvPr>
          <p:cNvSpPr>
            <a:spLocks noChangeArrowheads="1"/>
          </p:cNvSpPr>
          <p:nvPr/>
        </p:nvSpPr>
        <p:spPr bwMode="auto">
          <a:xfrm>
            <a:off x="3514964" y="2103835"/>
            <a:ext cx="1458515" cy="323850"/>
          </a:xfrm>
          <a:prstGeom prst="rect">
            <a:avLst/>
          </a:prstGeom>
          <a:solidFill>
            <a:schemeClr val="bg1"/>
          </a:solidFill>
          <a:ln w="9525">
            <a:solidFill>
              <a:schemeClr val="fo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60840" name="Rectangle 8">
            <a:extLst>
              <a:ext uri="{FF2B5EF4-FFF2-40B4-BE49-F238E27FC236}">
                <a16:creationId xmlns:a16="http://schemas.microsoft.com/office/drawing/2014/main" id="{BDE47B2D-DD70-B94B-B2BC-76E5FE6AC41C}"/>
              </a:ext>
            </a:extLst>
          </p:cNvPr>
          <p:cNvSpPr>
            <a:spLocks noChangeArrowheads="1"/>
          </p:cNvSpPr>
          <p:nvPr/>
        </p:nvSpPr>
        <p:spPr bwMode="auto">
          <a:xfrm>
            <a:off x="5543550" y="2103835"/>
            <a:ext cx="2052638" cy="323850"/>
          </a:xfrm>
          <a:prstGeom prst="rect">
            <a:avLst/>
          </a:prstGeom>
          <a:solidFill>
            <a:schemeClr val="bg1"/>
          </a:solidFill>
          <a:ln w="9525">
            <a:solidFill>
              <a:schemeClr val="fo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60847" name="Text Box 15">
            <a:extLst>
              <a:ext uri="{FF2B5EF4-FFF2-40B4-BE49-F238E27FC236}">
                <a16:creationId xmlns:a16="http://schemas.microsoft.com/office/drawing/2014/main" id="{C17A79A1-FD75-7F4B-84E6-628F9E5D77AA}"/>
              </a:ext>
            </a:extLst>
          </p:cNvPr>
          <p:cNvSpPr txBox="1">
            <a:spLocks noChangeArrowheads="1"/>
          </p:cNvSpPr>
          <p:nvPr/>
        </p:nvSpPr>
        <p:spPr bwMode="auto">
          <a:xfrm>
            <a:off x="840345" y="2139554"/>
            <a:ext cx="6916011" cy="276999"/>
          </a:xfrm>
          <a:prstGeom prst="rect">
            <a:avLst/>
          </a:prstGeom>
          <a:noFill/>
          <a:ln>
            <a:noFill/>
          </a:ln>
          <a:effectLst/>
        </p:spPr>
        <p:txBody>
          <a:bodyPr wrap="square">
            <a:spAutoFit/>
          </a:bodyPr>
          <a:lstStyle/>
          <a:p>
            <a:pPr eaLnBrk="1" hangingPunct="1">
              <a:defRPr/>
            </a:pPr>
            <a:r>
              <a:rPr lang="en-US" altLang="zh-CN" sz="1200" dirty="0">
                <a:solidFill>
                  <a:schemeClr val="tx2"/>
                </a:solidFill>
                <a:latin typeface="Times New Roman" charset="0"/>
                <a:ea typeface="黑体" charset="-122"/>
              </a:rPr>
              <a:t>1                            1000</a:t>
            </a:r>
            <a:r>
              <a:rPr lang="zh-CN" altLang="en-US" sz="1200" dirty="0">
                <a:solidFill>
                  <a:schemeClr val="tx2"/>
                </a:solidFill>
                <a:latin typeface="Times New Roman" charset="0"/>
                <a:ea typeface="黑体" charset="-122"/>
              </a:rPr>
              <a:t>             </a:t>
            </a:r>
            <a:r>
              <a:rPr lang="en-US" altLang="zh-CN" sz="1200" dirty="0">
                <a:solidFill>
                  <a:schemeClr val="tx2"/>
                </a:solidFill>
                <a:latin typeface="Times New Roman" charset="0"/>
                <a:ea typeface="黑体" charset="-122"/>
              </a:rPr>
              <a:t>                  1501                     3000                 3501                                   4500</a:t>
            </a:r>
          </a:p>
        </p:txBody>
      </p:sp>
      <p:sp>
        <p:nvSpPr>
          <p:cNvPr id="760851" name="Text Box 19">
            <a:extLst>
              <a:ext uri="{FF2B5EF4-FFF2-40B4-BE49-F238E27FC236}">
                <a16:creationId xmlns:a16="http://schemas.microsoft.com/office/drawing/2014/main" id="{21EDE354-7B06-8B4C-8862-3966AD291FF5}"/>
              </a:ext>
            </a:extLst>
          </p:cNvPr>
          <p:cNvSpPr txBox="1">
            <a:spLocks noChangeArrowheads="1"/>
          </p:cNvSpPr>
          <p:nvPr/>
        </p:nvSpPr>
        <p:spPr bwMode="auto">
          <a:xfrm>
            <a:off x="1890311" y="2623511"/>
            <a:ext cx="1273105" cy="307777"/>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400" dirty="0">
                <a:solidFill>
                  <a:schemeClr val="tx2"/>
                </a:solidFill>
                <a:latin typeface="Times New Roman" panose="02020603050405020304" pitchFamily="18" charset="0"/>
              </a:rPr>
              <a:t>确认号 </a:t>
            </a:r>
            <a:r>
              <a:rPr lang="en-US" altLang="zh-CN" sz="1400" dirty="0">
                <a:solidFill>
                  <a:schemeClr val="tx2"/>
                </a:solidFill>
                <a:latin typeface="Times New Roman" panose="02020603050405020304" pitchFamily="18" charset="0"/>
              </a:rPr>
              <a:t>= 1001</a:t>
            </a:r>
          </a:p>
        </p:txBody>
      </p:sp>
      <p:sp>
        <p:nvSpPr>
          <p:cNvPr id="760858" name="Text Box 26">
            <a:extLst>
              <a:ext uri="{FF2B5EF4-FFF2-40B4-BE49-F238E27FC236}">
                <a16:creationId xmlns:a16="http://schemas.microsoft.com/office/drawing/2014/main" id="{EA178B04-C69A-894B-AA9B-5BE917E31038}"/>
              </a:ext>
            </a:extLst>
          </p:cNvPr>
          <p:cNvSpPr txBox="1">
            <a:spLocks noChangeArrowheads="1"/>
          </p:cNvSpPr>
          <p:nvPr/>
        </p:nvSpPr>
        <p:spPr bwMode="auto">
          <a:xfrm>
            <a:off x="3256200" y="2612736"/>
            <a:ext cx="902811" cy="307777"/>
          </a:xfrm>
          <a:prstGeom prst="rect">
            <a:avLst/>
          </a:prstGeom>
          <a:noFill/>
          <a:ln>
            <a:noFill/>
          </a:ln>
          <a:effectLst/>
        </p:spPr>
        <p:txBody>
          <a:bodyPr wrap="none">
            <a:spAutoFit/>
          </a:bodyPr>
          <a:lstStyle/>
          <a:p>
            <a:pPr eaLnBrk="1" hangingPunct="1">
              <a:defRPr/>
            </a:pPr>
            <a:r>
              <a:rPr lang="en-US" altLang="zh-CN" sz="1400">
                <a:solidFill>
                  <a:schemeClr val="tx2"/>
                </a:solidFill>
                <a:latin typeface="Times New Roman" charset="0"/>
                <a:ea typeface="黑体" charset="-122"/>
              </a:rPr>
              <a:t>L</a:t>
            </a:r>
            <a:r>
              <a:rPr lang="en-US" altLang="zh-CN" sz="1400" baseline="-25000">
                <a:solidFill>
                  <a:schemeClr val="tx2"/>
                </a:solidFill>
                <a:latin typeface="Times New Roman" charset="0"/>
                <a:ea typeface="黑体" charset="-122"/>
              </a:rPr>
              <a:t>1</a:t>
            </a:r>
            <a:r>
              <a:rPr lang="en-US" altLang="zh-CN" sz="1400">
                <a:solidFill>
                  <a:schemeClr val="tx2"/>
                </a:solidFill>
                <a:latin typeface="Times New Roman" charset="0"/>
                <a:ea typeface="黑体" charset="-122"/>
              </a:rPr>
              <a:t> = 1501</a:t>
            </a:r>
          </a:p>
        </p:txBody>
      </p:sp>
      <p:sp>
        <p:nvSpPr>
          <p:cNvPr id="760859" name="Text Box 27">
            <a:extLst>
              <a:ext uri="{FF2B5EF4-FFF2-40B4-BE49-F238E27FC236}">
                <a16:creationId xmlns:a16="http://schemas.microsoft.com/office/drawing/2014/main" id="{540F8AB6-55BE-6943-8708-D259A33C26E1}"/>
              </a:ext>
            </a:extLst>
          </p:cNvPr>
          <p:cNvSpPr txBox="1">
            <a:spLocks noChangeArrowheads="1"/>
          </p:cNvSpPr>
          <p:nvPr/>
        </p:nvSpPr>
        <p:spPr bwMode="auto">
          <a:xfrm>
            <a:off x="5387579" y="2612470"/>
            <a:ext cx="902811" cy="307777"/>
          </a:xfrm>
          <a:prstGeom prst="rect">
            <a:avLst/>
          </a:prstGeom>
          <a:noFill/>
          <a:ln>
            <a:noFill/>
          </a:ln>
          <a:effectLst/>
        </p:spPr>
        <p:txBody>
          <a:bodyPr wrap="none">
            <a:spAutoFit/>
          </a:bodyPr>
          <a:lstStyle/>
          <a:p>
            <a:pPr eaLnBrk="1" hangingPunct="1">
              <a:defRPr/>
            </a:pPr>
            <a:r>
              <a:rPr lang="en-US" altLang="zh-CN" sz="1400" dirty="0">
                <a:solidFill>
                  <a:schemeClr val="tx2"/>
                </a:solidFill>
                <a:latin typeface="Times New Roman" charset="0"/>
                <a:ea typeface="黑体" charset="-122"/>
              </a:rPr>
              <a:t>L</a:t>
            </a:r>
            <a:r>
              <a:rPr lang="en-US" altLang="zh-CN" sz="1400" baseline="-25000" dirty="0">
                <a:solidFill>
                  <a:schemeClr val="tx2"/>
                </a:solidFill>
                <a:latin typeface="Times New Roman" charset="0"/>
                <a:ea typeface="黑体" charset="-122"/>
              </a:rPr>
              <a:t>2</a:t>
            </a:r>
            <a:r>
              <a:rPr lang="en-US" altLang="zh-CN" sz="1400" dirty="0">
                <a:solidFill>
                  <a:schemeClr val="tx2"/>
                </a:solidFill>
                <a:latin typeface="Times New Roman" charset="0"/>
                <a:ea typeface="黑体" charset="-122"/>
              </a:rPr>
              <a:t> = 3501</a:t>
            </a:r>
          </a:p>
        </p:txBody>
      </p:sp>
      <p:sp>
        <p:nvSpPr>
          <p:cNvPr id="760860" name="Text Box 28">
            <a:extLst>
              <a:ext uri="{FF2B5EF4-FFF2-40B4-BE49-F238E27FC236}">
                <a16:creationId xmlns:a16="http://schemas.microsoft.com/office/drawing/2014/main" id="{A165FF5F-31BC-AC4B-BEFC-A58C5E6C8E1A}"/>
              </a:ext>
            </a:extLst>
          </p:cNvPr>
          <p:cNvSpPr txBox="1">
            <a:spLocks noChangeArrowheads="1"/>
          </p:cNvSpPr>
          <p:nvPr/>
        </p:nvSpPr>
        <p:spPr bwMode="auto">
          <a:xfrm>
            <a:off x="4572000" y="2613810"/>
            <a:ext cx="914033" cy="307777"/>
          </a:xfrm>
          <a:prstGeom prst="rect">
            <a:avLst/>
          </a:prstGeom>
          <a:noFill/>
          <a:ln>
            <a:noFill/>
          </a:ln>
          <a:effectLst/>
        </p:spPr>
        <p:txBody>
          <a:bodyPr wrap="none">
            <a:spAutoFit/>
          </a:bodyPr>
          <a:lstStyle/>
          <a:p>
            <a:pPr eaLnBrk="1" hangingPunct="1">
              <a:defRPr/>
            </a:pPr>
            <a:r>
              <a:rPr lang="en-US" altLang="zh-CN" sz="1400">
                <a:solidFill>
                  <a:schemeClr val="tx2"/>
                </a:solidFill>
                <a:latin typeface="Times New Roman" charset="0"/>
                <a:ea typeface="黑体" charset="-122"/>
              </a:rPr>
              <a:t>R</a:t>
            </a:r>
            <a:r>
              <a:rPr lang="en-US" altLang="zh-CN" sz="1400" baseline="-25000">
                <a:solidFill>
                  <a:schemeClr val="tx2"/>
                </a:solidFill>
                <a:latin typeface="Times New Roman" charset="0"/>
                <a:ea typeface="黑体" charset="-122"/>
              </a:rPr>
              <a:t>1</a:t>
            </a:r>
            <a:r>
              <a:rPr lang="en-US" altLang="zh-CN" sz="1400">
                <a:solidFill>
                  <a:schemeClr val="tx2"/>
                </a:solidFill>
                <a:latin typeface="Times New Roman" charset="0"/>
                <a:ea typeface="黑体" charset="-122"/>
              </a:rPr>
              <a:t> = 3001</a:t>
            </a:r>
          </a:p>
        </p:txBody>
      </p:sp>
      <p:sp>
        <p:nvSpPr>
          <p:cNvPr id="760861" name="Text Box 29">
            <a:extLst>
              <a:ext uri="{FF2B5EF4-FFF2-40B4-BE49-F238E27FC236}">
                <a16:creationId xmlns:a16="http://schemas.microsoft.com/office/drawing/2014/main" id="{06955D9D-AF77-8448-8D5F-CA9CE0E86535}"/>
              </a:ext>
            </a:extLst>
          </p:cNvPr>
          <p:cNvSpPr txBox="1">
            <a:spLocks noChangeArrowheads="1"/>
          </p:cNvSpPr>
          <p:nvPr/>
        </p:nvSpPr>
        <p:spPr bwMode="auto">
          <a:xfrm>
            <a:off x="7216379" y="2589610"/>
            <a:ext cx="914033" cy="307777"/>
          </a:xfrm>
          <a:prstGeom prst="rect">
            <a:avLst/>
          </a:prstGeom>
          <a:noFill/>
          <a:ln>
            <a:noFill/>
          </a:ln>
          <a:effectLst/>
        </p:spPr>
        <p:txBody>
          <a:bodyPr wrap="none">
            <a:spAutoFit/>
          </a:bodyPr>
          <a:lstStyle/>
          <a:p>
            <a:pPr eaLnBrk="1" hangingPunct="1">
              <a:defRPr/>
            </a:pPr>
            <a:r>
              <a:rPr lang="en-US" altLang="zh-CN" sz="1400">
                <a:solidFill>
                  <a:schemeClr val="tx2"/>
                </a:solidFill>
                <a:latin typeface="Times New Roman" charset="0"/>
                <a:ea typeface="黑体" charset="-122"/>
              </a:rPr>
              <a:t>R</a:t>
            </a:r>
            <a:r>
              <a:rPr lang="en-US" altLang="zh-CN" sz="1400" baseline="-25000">
                <a:solidFill>
                  <a:schemeClr val="tx2"/>
                </a:solidFill>
                <a:latin typeface="Times New Roman" charset="0"/>
                <a:ea typeface="黑体" charset="-122"/>
              </a:rPr>
              <a:t>1</a:t>
            </a:r>
            <a:r>
              <a:rPr lang="en-US" altLang="zh-CN" sz="1400">
                <a:solidFill>
                  <a:schemeClr val="tx2"/>
                </a:solidFill>
                <a:latin typeface="Times New Roman" charset="0"/>
                <a:ea typeface="黑体" charset="-122"/>
              </a:rPr>
              <a:t> = 4501</a:t>
            </a:r>
          </a:p>
        </p:txBody>
      </p:sp>
      <p:sp>
        <p:nvSpPr>
          <p:cNvPr id="2" name="幻灯片编号占位符 1">
            <a:extLst>
              <a:ext uri="{FF2B5EF4-FFF2-40B4-BE49-F238E27FC236}">
                <a16:creationId xmlns:a16="http://schemas.microsoft.com/office/drawing/2014/main" id="{8140E59B-40A2-104D-A599-56EDB0CB71CC}"/>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0BC4C34-2D0F-6948-ACED-CD1E7A8EEA13}" type="slidenum">
              <a:rPr lang="en-US" altLang="zh-CN" sz="1050"/>
              <a:pPr>
                <a:defRPr/>
              </a:pPr>
              <a:t>78</a:t>
            </a:fld>
            <a:endParaRPr lang="en-US" altLang="zh-CN" sz="1050"/>
          </a:p>
        </p:txBody>
      </p:sp>
      <p:sp>
        <p:nvSpPr>
          <p:cNvPr id="760836" name="Rectangle 4">
            <a:extLst>
              <a:ext uri="{FF2B5EF4-FFF2-40B4-BE49-F238E27FC236}">
                <a16:creationId xmlns:a16="http://schemas.microsoft.com/office/drawing/2014/main" id="{F48C4F67-A35D-B846-8CA7-900FB4376C02}"/>
              </a:ext>
            </a:extLst>
          </p:cNvPr>
          <p:cNvSpPr>
            <a:spLocks noGrp="1" noChangeArrowheads="1"/>
          </p:cNvSpPr>
          <p:nvPr>
            <p:ph type="title"/>
          </p:nvPr>
        </p:nvSpPr>
        <p:spPr/>
        <p:txBody>
          <a:bodyPr/>
          <a:lstStyle/>
          <a:p>
            <a:pPr eaLnBrk="1" hangingPunct="1">
              <a:defRPr/>
            </a:pPr>
            <a:r>
              <a:rPr lang="zh-CN" altLang="en-US">
                <a:latin typeface="Times New Roman" panose="02020603050405020304" pitchFamily="18" charset="0"/>
                <a:ea typeface="宋体" panose="02010600030101010101" pitchFamily="2" charset="-122"/>
              </a:rPr>
              <a:t>接收到的字节流序号不连续 </a:t>
            </a:r>
          </a:p>
        </p:txBody>
      </p:sp>
      <p:sp>
        <p:nvSpPr>
          <p:cNvPr id="760837" name="Line 5">
            <a:extLst>
              <a:ext uri="{FF2B5EF4-FFF2-40B4-BE49-F238E27FC236}">
                <a16:creationId xmlns:a16="http://schemas.microsoft.com/office/drawing/2014/main" id="{E57E00C6-C25C-114F-B359-9DA708271890}"/>
              </a:ext>
            </a:extLst>
          </p:cNvPr>
          <p:cNvSpPr>
            <a:spLocks noChangeShapeType="1"/>
          </p:cNvSpPr>
          <p:nvPr/>
        </p:nvSpPr>
        <p:spPr bwMode="auto">
          <a:xfrm>
            <a:off x="888209" y="1972478"/>
            <a:ext cx="1566863" cy="0"/>
          </a:xfrm>
          <a:prstGeom prst="line">
            <a:avLst/>
          </a:prstGeom>
          <a:noFill/>
          <a:ln w="9525">
            <a:solidFill>
              <a:schemeClr val="tx1"/>
            </a:solidFill>
            <a:round/>
            <a:headEnd type="triangle" w="sm" len="me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760841" name="Text Box 9">
            <a:extLst>
              <a:ext uri="{FF2B5EF4-FFF2-40B4-BE49-F238E27FC236}">
                <a16:creationId xmlns:a16="http://schemas.microsoft.com/office/drawing/2014/main" id="{A8754D8D-5576-3E4B-8E9B-41C0E2D9B25E}"/>
              </a:ext>
            </a:extLst>
          </p:cNvPr>
          <p:cNvSpPr txBox="1">
            <a:spLocks noChangeArrowheads="1"/>
          </p:cNvSpPr>
          <p:nvPr/>
        </p:nvSpPr>
        <p:spPr bwMode="auto">
          <a:xfrm>
            <a:off x="2719324" y="1942297"/>
            <a:ext cx="530915"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2700" b="1" dirty="0">
                <a:solidFill>
                  <a:schemeClr val="tx2"/>
                </a:solidFill>
                <a:latin typeface="Times New Roman" panose="02020603050405020304" pitchFamily="18" charset="0"/>
              </a:rPr>
              <a:t>…</a:t>
            </a:r>
          </a:p>
        </p:txBody>
      </p:sp>
      <p:sp>
        <p:nvSpPr>
          <p:cNvPr id="760842" name="Text Box 10">
            <a:extLst>
              <a:ext uri="{FF2B5EF4-FFF2-40B4-BE49-F238E27FC236}">
                <a16:creationId xmlns:a16="http://schemas.microsoft.com/office/drawing/2014/main" id="{C887DCE8-A86F-E64F-AC2B-5D142C677292}"/>
              </a:ext>
            </a:extLst>
          </p:cNvPr>
          <p:cNvSpPr txBox="1">
            <a:spLocks noChangeArrowheads="1"/>
          </p:cNvSpPr>
          <p:nvPr/>
        </p:nvSpPr>
        <p:spPr bwMode="auto">
          <a:xfrm>
            <a:off x="4950619" y="1835944"/>
            <a:ext cx="607859" cy="600164"/>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3300" b="1">
                <a:solidFill>
                  <a:schemeClr val="tx2"/>
                </a:solidFill>
                <a:latin typeface="Times New Roman" panose="02020603050405020304" pitchFamily="18" charset="0"/>
              </a:rPr>
              <a:t>…</a:t>
            </a:r>
          </a:p>
        </p:txBody>
      </p:sp>
      <p:sp>
        <p:nvSpPr>
          <p:cNvPr id="760843" name="Line 11">
            <a:extLst>
              <a:ext uri="{FF2B5EF4-FFF2-40B4-BE49-F238E27FC236}">
                <a16:creationId xmlns:a16="http://schemas.microsoft.com/office/drawing/2014/main" id="{B79C1363-0F45-E14B-9A17-8B481D6D2F9C}"/>
              </a:ext>
            </a:extLst>
          </p:cNvPr>
          <p:cNvSpPr>
            <a:spLocks noChangeShapeType="1"/>
          </p:cNvSpPr>
          <p:nvPr/>
        </p:nvSpPr>
        <p:spPr bwMode="auto">
          <a:xfrm flipH="1">
            <a:off x="882255" y="1899850"/>
            <a:ext cx="5954" cy="198834"/>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60844" name="Text Box 12">
            <a:extLst>
              <a:ext uri="{FF2B5EF4-FFF2-40B4-BE49-F238E27FC236}">
                <a16:creationId xmlns:a16="http://schemas.microsoft.com/office/drawing/2014/main" id="{C1F8F5E9-8EA5-0D46-82D0-CA78958EE648}"/>
              </a:ext>
            </a:extLst>
          </p:cNvPr>
          <p:cNvSpPr txBox="1">
            <a:spLocks noChangeArrowheads="1"/>
          </p:cNvSpPr>
          <p:nvPr/>
        </p:nvSpPr>
        <p:spPr bwMode="auto">
          <a:xfrm>
            <a:off x="1044181" y="1826032"/>
            <a:ext cx="1261884" cy="307777"/>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400" dirty="0">
                <a:solidFill>
                  <a:schemeClr val="tx2"/>
                </a:solidFill>
                <a:latin typeface="Times New Roman" panose="02020603050405020304" pitchFamily="18" charset="0"/>
              </a:rPr>
              <a:t>连续的字节流</a:t>
            </a:r>
          </a:p>
        </p:txBody>
      </p:sp>
      <p:sp>
        <p:nvSpPr>
          <p:cNvPr id="760845" name="Line 13">
            <a:extLst>
              <a:ext uri="{FF2B5EF4-FFF2-40B4-BE49-F238E27FC236}">
                <a16:creationId xmlns:a16="http://schemas.microsoft.com/office/drawing/2014/main" id="{9E5E1D11-933A-214B-B46D-329583CB6C9F}"/>
              </a:ext>
            </a:extLst>
          </p:cNvPr>
          <p:cNvSpPr>
            <a:spLocks noChangeShapeType="1"/>
          </p:cNvSpPr>
          <p:nvPr/>
        </p:nvSpPr>
        <p:spPr bwMode="auto">
          <a:xfrm flipH="1">
            <a:off x="2449118" y="1899850"/>
            <a:ext cx="5954" cy="198834"/>
          </a:xfrm>
          <a:prstGeom prst="line">
            <a:avLst/>
          </a:prstGeom>
          <a:noFill/>
          <a:ln w="9525">
            <a:solidFill>
              <a:schemeClr val="tx1"/>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60846" name="Line 14">
            <a:extLst>
              <a:ext uri="{FF2B5EF4-FFF2-40B4-BE49-F238E27FC236}">
                <a16:creationId xmlns:a16="http://schemas.microsoft.com/office/drawing/2014/main" id="{080AF017-59D2-0B48-82D9-AE6072297D8C}"/>
              </a:ext>
            </a:extLst>
          </p:cNvPr>
          <p:cNvSpPr>
            <a:spLocks noChangeShapeType="1"/>
          </p:cNvSpPr>
          <p:nvPr/>
        </p:nvSpPr>
        <p:spPr bwMode="auto">
          <a:xfrm flipV="1">
            <a:off x="2513171" y="2311063"/>
            <a:ext cx="0" cy="323850"/>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60848" name="Text Box 16">
            <a:extLst>
              <a:ext uri="{FF2B5EF4-FFF2-40B4-BE49-F238E27FC236}">
                <a16:creationId xmlns:a16="http://schemas.microsoft.com/office/drawing/2014/main" id="{D8D44A86-DEC1-7F45-A2EB-EAF3FC88CEE8}"/>
              </a:ext>
            </a:extLst>
          </p:cNvPr>
          <p:cNvSpPr txBox="1">
            <a:spLocks noChangeArrowheads="1"/>
          </p:cNvSpPr>
          <p:nvPr/>
        </p:nvSpPr>
        <p:spPr bwMode="auto">
          <a:xfrm>
            <a:off x="1494237" y="2042725"/>
            <a:ext cx="415498"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800">
                <a:solidFill>
                  <a:schemeClr val="tx2"/>
                </a:solidFill>
                <a:latin typeface="Times New Roman" panose="02020603050405020304" pitchFamily="18" charset="0"/>
              </a:rPr>
              <a:t>…</a:t>
            </a:r>
          </a:p>
        </p:txBody>
      </p:sp>
      <p:sp>
        <p:nvSpPr>
          <p:cNvPr id="760849" name="Text Box 17">
            <a:extLst>
              <a:ext uri="{FF2B5EF4-FFF2-40B4-BE49-F238E27FC236}">
                <a16:creationId xmlns:a16="http://schemas.microsoft.com/office/drawing/2014/main" id="{606A332D-4029-B047-AD55-812D3D070730}"/>
              </a:ext>
            </a:extLst>
          </p:cNvPr>
          <p:cNvSpPr txBox="1">
            <a:spLocks noChangeArrowheads="1"/>
          </p:cNvSpPr>
          <p:nvPr/>
        </p:nvSpPr>
        <p:spPr bwMode="auto">
          <a:xfrm>
            <a:off x="4066222" y="2030016"/>
            <a:ext cx="415498"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800">
                <a:solidFill>
                  <a:schemeClr val="tx2"/>
                </a:solidFill>
                <a:latin typeface="Times New Roman" panose="02020603050405020304" pitchFamily="18" charset="0"/>
              </a:rPr>
              <a:t>…</a:t>
            </a:r>
          </a:p>
        </p:txBody>
      </p:sp>
      <p:sp>
        <p:nvSpPr>
          <p:cNvPr id="760850" name="Text Box 18">
            <a:extLst>
              <a:ext uri="{FF2B5EF4-FFF2-40B4-BE49-F238E27FC236}">
                <a16:creationId xmlns:a16="http://schemas.microsoft.com/office/drawing/2014/main" id="{9CDEEB66-AECA-534E-8558-E47C35F2F455}"/>
              </a:ext>
            </a:extLst>
          </p:cNvPr>
          <p:cNvSpPr txBox="1">
            <a:spLocks noChangeArrowheads="1"/>
          </p:cNvSpPr>
          <p:nvPr/>
        </p:nvSpPr>
        <p:spPr bwMode="auto">
          <a:xfrm>
            <a:off x="6473428" y="2030016"/>
            <a:ext cx="415498" cy="36933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800">
                <a:solidFill>
                  <a:schemeClr val="tx2"/>
                </a:solidFill>
                <a:latin typeface="Times New Roman" panose="02020603050405020304" pitchFamily="18" charset="0"/>
              </a:rPr>
              <a:t>…</a:t>
            </a:r>
          </a:p>
        </p:txBody>
      </p:sp>
      <p:sp>
        <p:nvSpPr>
          <p:cNvPr id="760852" name="Line 20">
            <a:extLst>
              <a:ext uri="{FF2B5EF4-FFF2-40B4-BE49-F238E27FC236}">
                <a16:creationId xmlns:a16="http://schemas.microsoft.com/office/drawing/2014/main" id="{57E39183-D3B8-624E-851F-34811FD578D7}"/>
              </a:ext>
            </a:extLst>
          </p:cNvPr>
          <p:cNvSpPr>
            <a:spLocks noChangeShapeType="1"/>
          </p:cNvSpPr>
          <p:nvPr/>
        </p:nvSpPr>
        <p:spPr bwMode="auto">
          <a:xfrm flipV="1">
            <a:off x="3654029" y="2319338"/>
            <a:ext cx="0" cy="323850"/>
          </a:xfrm>
          <a:prstGeom prst="line">
            <a:avLst/>
          </a:prstGeom>
          <a:noFill/>
          <a:ln w="28575">
            <a:solidFill>
              <a:schemeClr val="folHlink"/>
            </a:solidFill>
            <a:round/>
            <a:headEnd/>
            <a:tailEnd type="triangle" w="med" len="lg"/>
          </a:ln>
          <a:effectLst/>
        </p:spPr>
        <p:txBody>
          <a:bodyPr/>
          <a:lstStyle/>
          <a:p>
            <a:pPr eaLnBrk="1" hangingPunct="1">
              <a:defRPr/>
            </a:pPr>
            <a:r>
              <a:rPr lang="zh-CN" altLang="en-US" dirty="0">
                <a:latin typeface="Tahoma" charset="0"/>
                <a:ea typeface="宋体" charset="-122"/>
                <a:cs typeface="+mn-cs"/>
              </a:rPr>
              <a:t>    </a:t>
            </a:r>
          </a:p>
        </p:txBody>
      </p:sp>
      <p:sp>
        <p:nvSpPr>
          <p:cNvPr id="760853" name="Line 21">
            <a:extLst>
              <a:ext uri="{FF2B5EF4-FFF2-40B4-BE49-F238E27FC236}">
                <a16:creationId xmlns:a16="http://schemas.microsoft.com/office/drawing/2014/main" id="{434AC49B-9A97-E449-9087-649BDB3F3895}"/>
              </a:ext>
            </a:extLst>
          </p:cNvPr>
          <p:cNvSpPr>
            <a:spLocks noChangeShapeType="1"/>
          </p:cNvSpPr>
          <p:nvPr/>
        </p:nvSpPr>
        <p:spPr bwMode="auto">
          <a:xfrm flipV="1">
            <a:off x="5004197" y="2319338"/>
            <a:ext cx="0" cy="323850"/>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60854" name="Line 22">
            <a:extLst>
              <a:ext uri="{FF2B5EF4-FFF2-40B4-BE49-F238E27FC236}">
                <a16:creationId xmlns:a16="http://schemas.microsoft.com/office/drawing/2014/main" id="{E5CFD1F3-E02C-AC4E-9D3C-BCE3111EAA13}"/>
              </a:ext>
            </a:extLst>
          </p:cNvPr>
          <p:cNvSpPr>
            <a:spLocks noChangeShapeType="1"/>
          </p:cNvSpPr>
          <p:nvPr/>
        </p:nvSpPr>
        <p:spPr bwMode="auto">
          <a:xfrm flipV="1">
            <a:off x="5706666" y="2319338"/>
            <a:ext cx="0" cy="323850"/>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60855" name="Line 23">
            <a:extLst>
              <a:ext uri="{FF2B5EF4-FFF2-40B4-BE49-F238E27FC236}">
                <a16:creationId xmlns:a16="http://schemas.microsoft.com/office/drawing/2014/main" id="{F3144D71-8970-1D49-BC77-AF65E13E9DD7}"/>
              </a:ext>
            </a:extLst>
          </p:cNvPr>
          <p:cNvSpPr>
            <a:spLocks noChangeShapeType="1"/>
          </p:cNvSpPr>
          <p:nvPr/>
        </p:nvSpPr>
        <p:spPr bwMode="auto">
          <a:xfrm flipV="1">
            <a:off x="7649766" y="2319338"/>
            <a:ext cx="0" cy="323850"/>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60856" name="Text Box 24">
            <a:extLst>
              <a:ext uri="{FF2B5EF4-FFF2-40B4-BE49-F238E27FC236}">
                <a16:creationId xmlns:a16="http://schemas.microsoft.com/office/drawing/2014/main" id="{82FC6C11-06D1-AE4E-97F8-C411B3EAE1E7}"/>
              </a:ext>
            </a:extLst>
          </p:cNvPr>
          <p:cNvSpPr txBox="1">
            <a:spLocks noChangeArrowheads="1"/>
          </p:cNvSpPr>
          <p:nvPr/>
        </p:nvSpPr>
        <p:spPr bwMode="auto">
          <a:xfrm>
            <a:off x="3730466" y="1803798"/>
            <a:ext cx="1261884" cy="307777"/>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400" dirty="0">
                <a:solidFill>
                  <a:schemeClr val="tx2"/>
                </a:solidFill>
                <a:latin typeface="Times New Roman" panose="02020603050405020304" pitchFamily="18" charset="0"/>
              </a:rPr>
              <a:t>第一个字节块</a:t>
            </a:r>
          </a:p>
        </p:txBody>
      </p:sp>
      <p:sp>
        <p:nvSpPr>
          <p:cNvPr id="760857" name="Text Box 25">
            <a:extLst>
              <a:ext uri="{FF2B5EF4-FFF2-40B4-BE49-F238E27FC236}">
                <a16:creationId xmlns:a16="http://schemas.microsoft.com/office/drawing/2014/main" id="{15ADB41E-F585-6F48-AFEE-18DF13A99FBE}"/>
              </a:ext>
            </a:extLst>
          </p:cNvPr>
          <p:cNvSpPr txBox="1">
            <a:spLocks noChangeArrowheads="1"/>
          </p:cNvSpPr>
          <p:nvPr/>
        </p:nvSpPr>
        <p:spPr bwMode="auto">
          <a:xfrm>
            <a:off x="6008609" y="1796654"/>
            <a:ext cx="1261884" cy="307777"/>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400" dirty="0">
                <a:solidFill>
                  <a:schemeClr val="tx2"/>
                </a:solidFill>
                <a:latin typeface="Times New Roman" panose="02020603050405020304" pitchFamily="18" charset="0"/>
              </a:rPr>
              <a:t>第二个字节块</a:t>
            </a:r>
          </a:p>
        </p:txBody>
      </p:sp>
      <p:sp>
        <p:nvSpPr>
          <p:cNvPr id="760862" name="Text Box 30">
            <a:extLst>
              <a:ext uri="{FF2B5EF4-FFF2-40B4-BE49-F238E27FC236}">
                <a16:creationId xmlns:a16="http://schemas.microsoft.com/office/drawing/2014/main" id="{E6E920AB-C9C1-FA4D-B361-FC3B5A3DEDD3}"/>
              </a:ext>
            </a:extLst>
          </p:cNvPr>
          <p:cNvSpPr txBox="1">
            <a:spLocks noChangeArrowheads="1"/>
          </p:cNvSpPr>
          <p:nvPr/>
        </p:nvSpPr>
        <p:spPr bwMode="auto">
          <a:xfrm>
            <a:off x="11908" y="3243560"/>
            <a:ext cx="9093991" cy="1477328"/>
          </a:xfrm>
          <a:prstGeom prst="rect">
            <a:avLst/>
          </a:prstGeom>
          <a:solidFill>
            <a:srgbClr val="FFFF99"/>
          </a:solidFill>
          <a:ln w="9525">
            <a:solidFill>
              <a:schemeClr val="folHlink"/>
            </a:solidFill>
            <a:miter lim="800000"/>
            <a:headEnd/>
            <a:tailEnd/>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marL="134938" indent="-123825" eaLnBrk="1" hangingPunct="1">
              <a:buFontTx/>
              <a:buChar char="•"/>
              <a:defRPr/>
            </a:pPr>
            <a:r>
              <a:rPr lang="zh-CN" altLang="en-US" sz="1800" dirty="0">
                <a:solidFill>
                  <a:schemeClr val="tx2"/>
                </a:solidFill>
                <a:latin typeface="Arial" panose="020B0604020202020204" pitchFamily="34" charset="0"/>
              </a:rPr>
              <a:t>和前后字节不连续的每一个字节块都有两个边界：左边界和右边界。图中用四个指针标记这些边界。</a:t>
            </a:r>
          </a:p>
          <a:p>
            <a:pPr marL="134938" indent="-123825" eaLnBrk="1" hangingPunct="1">
              <a:buFontTx/>
              <a:buChar char="•"/>
              <a:defRPr/>
            </a:pPr>
            <a:r>
              <a:rPr lang="zh-CN" altLang="en-US" sz="1800" dirty="0">
                <a:solidFill>
                  <a:schemeClr val="tx2"/>
                </a:solidFill>
                <a:latin typeface="Arial" panose="020B0604020202020204" pitchFamily="34" charset="0"/>
              </a:rPr>
              <a:t>第一个字节块的左边界 </a:t>
            </a:r>
            <a:r>
              <a:rPr lang="en-US" altLang="zh-CN" sz="1800" dirty="0">
                <a:solidFill>
                  <a:schemeClr val="tx2"/>
                </a:solidFill>
                <a:latin typeface="Arial" panose="020B0604020202020204" pitchFamily="34" charset="0"/>
              </a:rPr>
              <a:t>L</a:t>
            </a:r>
            <a:r>
              <a:rPr lang="en-US" altLang="zh-CN" sz="1800" baseline="-25000" dirty="0">
                <a:solidFill>
                  <a:schemeClr val="tx2"/>
                </a:solidFill>
                <a:latin typeface="Arial" panose="020B0604020202020204" pitchFamily="34" charset="0"/>
              </a:rPr>
              <a:t>1</a:t>
            </a:r>
            <a:r>
              <a:rPr lang="en-US" altLang="zh-CN" sz="1800" dirty="0">
                <a:solidFill>
                  <a:schemeClr val="tx2"/>
                </a:solidFill>
                <a:latin typeface="Arial" panose="020B0604020202020204" pitchFamily="34" charset="0"/>
              </a:rPr>
              <a:t> = 1501</a:t>
            </a:r>
            <a:r>
              <a:rPr lang="zh-CN" altLang="en-US" sz="1800" dirty="0">
                <a:solidFill>
                  <a:schemeClr val="tx2"/>
                </a:solidFill>
                <a:latin typeface="Arial" panose="020B0604020202020204" pitchFamily="34" charset="0"/>
              </a:rPr>
              <a:t>，但右边界 </a:t>
            </a:r>
            <a:r>
              <a:rPr lang="en-US" altLang="zh-CN" sz="1800" dirty="0">
                <a:solidFill>
                  <a:schemeClr val="tx2"/>
                </a:solidFill>
                <a:latin typeface="Arial" panose="020B0604020202020204" pitchFamily="34" charset="0"/>
              </a:rPr>
              <a:t>R</a:t>
            </a:r>
            <a:r>
              <a:rPr lang="en-US" altLang="zh-CN" sz="1800" baseline="-25000" dirty="0">
                <a:solidFill>
                  <a:schemeClr val="tx2"/>
                </a:solidFill>
                <a:latin typeface="Arial" panose="020B0604020202020204" pitchFamily="34" charset="0"/>
              </a:rPr>
              <a:t>1</a:t>
            </a:r>
            <a:r>
              <a:rPr lang="en-US" altLang="zh-CN" sz="1800" dirty="0">
                <a:solidFill>
                  <a:schemeClr val="tx2"/>
                </a:solidFill>
                <a:latin typeface="Arial" panose="020B0604020202020204" pitchFamily="34" charset="0"/>
              </a:rPr>
              <a:t> = 3001</a:t>
            </a:r>
            <a:r>
              <a:rPr lang="zh-CN" altLang="en-US" sz="1800" dirty="0">
                <a:solidFill>
                  <a:schemeClr val="tx2"/>
                </a:solidFill>
                <a:latin typeface="Arial" panose="020B0604020202020204" pitchFamily="34" charset="0"/>
              </a:rPr>
              <a:t>。</a:t>
            </a:r>
          </a:p>
          <a:p>
            <a:pPr marL="134938" indent="-123825" eaLnBrk="1" hangingPunct="1">
              <a:buFontTx/>
              <a:buChar char="•"/>
              <a:defRPr/>
            </a:pPr>
            <a:r>
              <a:rPr lang="zh-CN" altLang="en-US" sz="1800" dirty="0">
                <a:solidFill>
                  <a:schemeClr val="tx2"/>
                </a:solidFill>
                <a:latin typeface="Arial" panose="020B0604020202020204" pitchFamily="34" charset="0"/>
              </a:rPr>
              <a:t>左边界指出字节块的第一个字节的序号，但右边界减 </a:t>
            </a:r>
            <a:r>
              <a:rPr lang="en-US" altLang="zh-CN" sz="1800" dirty="0">
                <a:solidFill>
                  <a:schemeClr val="tx2"/>
                </a:solidFill>
                <a:latin typeface="Arial" panose="020B0604020202020204" pitchFamily="34" charset="0"/>
              </a:rPr>
              <a:t>1 </a:t>
            </a:r>
            <a:r>
              <a:rPr lang="zh-CN" altLang="en-US" sz="1800" dirty="0">
                <a:solidFill>
                  <a:schemeClr val="tx2"/>
                </a:solidFill>
                <a:latin typeface="Arial" panose="020B0604020202020204" pitchFamily="34" charset="0"/>
              </a:rPr>
              <a:t>才是字节块中的最后一个序号。</a:t>
            </a:r>
          </a:p>
          <a:p>
            <a:pPr marL="134938" indent="-123825" eaLnBrk="1" hangingPunct="1">
              <a:buFontTx/>
              <a:buChar char="•"/>
              <a:defRPr/>
            </a:pPr>
            <a:r>
              <a:rPr lang="zh-CN" altLang="en-US" sz="1800" dirty="0">
                <a:solidFill>
                  <a:schemeClr val="tx2"/>
                </a:solidFill>
                <a:latin typeface="Arial" panose="020B0604020202020204" pitchFamily="34" charset="0"/>
              </a:rPr>
              <a:t>第二个字节块的左边界 </a:t>
            </a:r>
            <a:r>
              <a:rPr lang="en-US" altLang="zh-CN" sz="1800" dirty="0">
                <a:solidFill>
                  <a:schemeClr val="tx2"/>
                </a:solidFill>
                <a:latin typeface="Arial" panose="020B0604020202020204" pitchFamily="34" charset="0"/>
              </a:rPr>
              <a:t>L</a:t>
            </a:r>
            <a:r>
              <a:rPr lang="en-US" altLang="zh-CN" sz="1800" baseline="-25000" dirty="0">
                <a:solidFill>
                  <a:schemeClr val="tx2"/>
                </a:solidFill>
                <a:latin typeface="Arial" panose="020B0604020202020204" pitchFamily="34" charset="0"/>
              </a:rPr>
              <a:t>2</a:t>
            </a:r>
            <a:r>
              <a:rPr lang="en-US" altLang="zh-CN" sz="1800" dirty="0">
                <a:solidFill>
                  <a:schemeClr val="tx2"/>
                </a:solidFill>
                <a:latin typeface="Arial" panose="020B0604020202020204" pitchFamily="34" charset="0"/>
              </a:rPr>
              <a:t> = 3501</a:t>
            </a:r>
            <a:r>
              <a:rPr lang="zh-CN" altLang="en-US" sz="1800" dirty="0">
                <a:solidFill>
                  <a:schemeClr val="tx2"/>
                </a:solidFill>
                <a:latin typeface="Arial" panose="020B0604020202020204" pitchFamily="34" charset="0"/>
              </a:rPr>
              <a:t>，而右边界 </a:t>
            </a:r>
            <a:r>
              <a:rPr lang="en-US" altLang="zh-CN" sz="1800" dirty="0">
                <a:solidFill>
                  <a:schemeClr val="tx2"/>
                </a:solidFill>
                <a:latin typeface="Arial" panose="020B0604020202020204" pitchFamily="34" charset="0"/>
              </a:rPr>
              <a:t>R</a:t>
            </a:r>
            <a:r>
              <a:rPr lang="en-US" altLang="zh-CN" sz="1800" baseline="-25000" dirty="0">
                <a:solidFill>
                  <a:schemeClr val="tx2"/>
                </a:solidFill>
                <a:latin typeface="Arial" panose="020B0604020202020204" pitchFamily="34" charset="0"/>
              </a:rPr>
              <a:t>2</a:t>
            </a:r>
            <a:r>
              <a:rPr lang="en-US" altLang="zh-CN" sz="1800" dirty="0">
                <a:solidFill>
                  <a:schemeClr val="tx2"/>
                </a:solidFill>
                <a:latin typeface="Arial" panose="020B0604020202020204" pitchFamily="34" charset="0"/>
              </a:rPr>
              <a:t> = 4501</a:t>
            </a:r>
            <a:r>
              <a:rPr lang="zh-CN" altLang="en-US" sz="1800" dirty="0">
                <a:solidFill>
                  <a:schemeClr val="tx2"/>
                </a:solidFill>
                <a:latin typeface="Arial" panose="020B0604020202020204" pitchFamily="34" charset="0"/>
              </a:rPr>
              <a:t>。 </a:t>
            </a:r>
          </a:p>
        </p:txBody>
      </p:sp>
    </p:spTree>
    <p:extLst>
      <p:ext uri="{BB962C8B-B14F-4D97-AF65-F5344CB8AC3E}">
        <p14:creationId xmlns:p14="http://schemas.microsoft.com/office/powerpoint/2010/main" val="96593604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306" name="Rectangle 2">
            <a:extLst>
              <a:ext uri="{FF2B5EF4-FFF2-40B4-BE49-F238E27FC236}">
                <a16:creationId xmlns:a16="http://schemas.microsoft.com/office/drawing/2014/main" id="{1E8DD6AA-8E16-D34A-8C53-E14A0E898BCC}"/>
              </a:ext>
            </a:extLst>
          </p:cNvPr>
          <p:cNvSpPr>
            <a:spLocks noGrp="1" noChangeArrowheads="1"/>
          </p:cNvSpPr>
          <p:nvPr>
            <p:ph type="title"/>
          </p:nvPr>
        </p:nvSpPr>
        <p:spPr>
          <a:xfrm>
            <a:off x="194310" y="362903"/>
            <a:ext cx="7753113" cy="528637"/>
          </a:xfrm>
        </p:spPr>
        <p:txBody>
          <a:bodyPr/>
          <a:lstStyle/>
          <a:p>
            <a:pPr eaLnBrk="1" hangingPunct="1">
              <a:defRPr/>
            </a:pPr>
            <a:r>
              <a:rPr lang="en-US" altLang="zh-CN" dirty="0">
                <a:latin typeface="Times New Roman" panose="02020603050405020304" pitchFamily="18" charset="0"/>
                <a:ea typeface="宋体" panose="02010600030101010101" pitchFamily="2" charset="-122"/>
              </a:rPr>
              <a:t>5.7  TCP </a:t>
            </a:r>
            <a:r>
              <a:rPr lang="zh-CN" altLang="en-US" dirty="0">
                <a:latin typeface="Times New Roman" panose="02020603050405020304" pitchFamily="18" charset="0"/>
                <a:ea typeface="宋体" panose="02010600030101010101" pitchFamily="2" charset="-122"/>
              </a:rPr>
              <a:t>的流量控制</a:t>
            </a:r>
            <a:endParaRPr lang="zh-CN" altLang="en-US" sz="2700" dirty="0">
              <a:ea typeface="宋体" panose="02010600030101010101" pitchFamily="2" charset="-122"/>
            </a:endParaRPr>
          </a:p>
        </p:txBody>
      </p:sp>
      <p:sp>
        <p:nvSpPr>
          <p:cNvPr id="738307" name="Rectangle 3">
            <a:extLst>
              <a:ext uri="{FF2B5EF4-FFF2-40B4-BE49-F238E27FC236}">
                <a16:creationId xmlns:a16="http://schemas.microsoft.com/office/drawing/2014/main" id="{79B1ACD0-C7E0-D043-B7CA-341601310A29}"/>
              </a:ext>
            </a:extLst>
          </p:cNvPr>
          <p:cNvSpPr>
            <a:spLocks noGrp="1" noChangeArrowheads="1"/>
          </p:cNvSpPr>
          <p:nvPr>
            <p:ph type="body" idx="1"/>
          </p:nvPr>
        </p:nvSpPr>
        <p:spPr>
          <a:xfrm>
            <a:off x="194310" y="1668780"/>
            <a:ext cx="8709660" cy="3224689"/>
          </a:xfrm>
        </p:spPr>
        <p:txBody>
          <a:bodyPr/>
          <a:lstStyle/>
          <a:p>
            <a:pPr eaLnBrk="1" hangingPunct="1">
              <a:defRPr/>
            </a:pPr>
            <a:r>
              <a:rPr lang="zh-CN" altLang="en-US">
                <a:latin typeface="Times New Roman" panose="02020603050405020304" pitchFamily="18" charset="0"/>
                <a:ea typeface="宋体" panose="02010600030101010101" pitchFamily="2" charset="-122"/>
              </a:rPr>
              <a:t>一般说来，我们总是希望数据传输得更快一些。但如果发送方把数据发送得过快，接收方就可能来不及接收，这就会造成数据的丢失。</a:t>
            </a:r>
          </a:p>
          <a:p>
            <a:pPr eaLnBrk="1" hangingPunct="1">
              <a:defRPr/>
            </a:pPr>
            <a:r>
              <a:rPr lang="zh-CN" altLang="en-US">
                <a:solidFill>
                  <a:schemeClr val="hlink"/>
                </a:solidFill>
                <a:latin typeface="Times New Roman" panose="02020603050405020304" pitchFamily="18" charset="0"/>
                <a:ea typeface="宋体" panose="02010600030101010101" pitchFamily="2" charset="-122"/>
              </a:rPr>
              <a:t>流量控制</a:t>
            </a:r>
            <a:r>
              <a:rPr lang="en-US" altLang="zh-CN">
                <a:latin typeface="Times New Roman" panose="02020603050405020304" pitchFamily="18" charset="0"/>
                <a:ea typeface="宋体" panose="02010600030101010101" pitchFamily="2" charset="-122"/>
              </a:rPr>
              <a:t>(flow control)</a:t>
            </a:r>
            <a:r>
              <a:rPr lang="zh-CN" altLang="en-US">
                <a:latin typeface="Times New Roman" panose="02020603050405020304" pitchFamily="18" charset="0"/>
                <a:ea typeface="宋体" panose="02010600030101010101" pitchFamily="2" charset="-122"/>
              </a:rPr>
              <a:t>就是让发送方的发送速率不要太快，既要让接收方来得及接收，也不要使网络发生拥塞。</a:t>
            </a:r>
          </a:p>
          <a:p>
            <a:pPr eaLnBrk="1" hangingPunct="1">
              <a:spcAft>
                <a:spcPct val="10000"/>
              </a:spcAft>
              <a:defRPr/>
            </a:pPr>
            <a:r>
              <a:rPr lang="zh-CN" altLang="en-US">
                <a:latin typeface="Times New Roman" panose="02020603050405020304" pitchFamily="18" charset="0"/>
                <a:ea typeface="宋体" panose="02010600030101010101" pitchFamily="2" charset="-122"/>
              </a:rPr>
              <a:t>利用滑动窗口机制可以很方便地在 </a:t>
            </a:r>
            <a:r>
              <a:rPr lang="en-US" altLang="zh-CN">
                <a:latin typeface="Times New Roman" panose="02020603050405020304" pitchFamily="18" charset="0"/>
                <a:ea typeface="宋体" panose="02010600030101010101" pitchFamily="2" charset="-122"/>
              </a:rPr>
              <a:t>TCP </a:t>
            </a:r>
            <a:r>
              <a:rPr lang="zh-CN" altLang="en-US">
                <a:latin typeface="Times New Roman" panose="02020603050405020304" pitchFamily="18" charset="0"/>
                <a:ea typeface="宋体" panose="02010600030101010101" pitchFamily="2" charset="-122"/>
              </a:rPr>
              <a:t>连接上实现流量控制。 </a:t>
            </a:r>
          </a:p>
        </p:txBody>
      </p:sp>
      <p:sp>
        <p:nvSpPr>
          <p:cNvPr id="2" name="幻灯片编号占位符 1">
            <a:extLst>
              <a:ext uri="{FF2B5EF4-FFF2-40B4-BE49-F238E27FC236}">
                <a16:creationId xmlns:a16="http://schemas.microsoft.com/office/drawing/2014/main" id="{FC88C276-D84C-2F4F-B238-FC17B1E82CC1}"/>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E44EF38-D039-3C4E-8C7B-56A89530986F}" type="slidenum">
              <a:rPr lang="en-US" altLang="zh-CN" sz="1050"/>
              <a:pPr>
                <a:defRPr/>
              </a:pPr>
              <a:t>79</a:t>
            </a:fld>
            <a:endParaRPr lang="en-US" altLang="zh-CN" sz="1050"/>
          </a:p>
        </p:txBody>
      </p:sp>
      <p:sp>
        <p:nvSpPr>
          <p:cNvPr id="3" name="矩形 2">
            <a:extLst>
              <a:ext uri="{FF2B5EF4-FFF2-40B4-BE49-F238E27FC236}">
                <a16:creationId xmlns:a16="http://schemas.microsoft.com/office/drawing/2014/main" id="{1E88005B-0FB5-B041-8D40-85F4E25B48DE}"/>
              </a:ext>
            </a:extLst>
          </p:cNvPr>
          <p:cNvSpPr/>
          <p:nvPr/>
        </p:nvSpPr>
        <p:spPr>
          <a:xfrm>
            <a:off x="194310" y="1095494"/>
            <a:ext cx="5760720" cy="523220"/>
          </a:xfrm>
          <a:prstGeom prst="rect">
            <a:avLst/>
          </a:prstGeom>
        </p:spPr>
        <p:txBody>
          <a:bodyPr wrap="square">
            <a:spAutoFit/>
          </a:bodyPr>
          <a:lstStyle/>
          <a:p>
            <a:r>
              <a:rPr lang="en-US" altLang="zh-CN" sz="2800" dirty="0"/>
              <a:t>5.7.1  </a:t>
            </a:r>
            <a:r>
              <a:rPr lang="zh-CN" altLang="en-US" sz="2800" dirty="0"/>
              <a:t>利用滑动窗口实现流量控制</a:t>
            </a:r>
          </a:p>
        </p:txBody>
      </p:sp>
    </p:spTree>
    <p:extLst>
      <p:ext uri="{BB962C8B-B14F-4D97-AF65-F5344CB8AC3E}">
        <p14:creationId xmlns:p14="http://schemas.microsoft.com/office/powerpoint/2010/main" val="7811381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4452" name="Line 4">
            <a:extLst>
              <a:ext uri="{FF2B5EF4-FFF2-40B4-BE49-F238E27FC236}">
                <a16:creationId xmlns:a16="http://schemas.microsoft.com/office/drawing/2014/main" id="{FF3470F1-D59A-7442-B051-12394923E642}"/>
              </a:ext>
            </a:extLst>
          </p:cNvPr>
          <p:cNvSpPr>
            <a:spLocks noChangeShapeType="1"/>
          </p:cNvSpPr>
          <p:nvPr/>
        </p:nvSpPr>
        <p:spPr bwMode="auto">
          <a:xfrm>
            <a:off x="3718322" y="1868091"/>
            <a:ext cx="0" cy="3099197"/>
          </a:xfrm>
          <a:prstGeom prst="line">
            <a:avLst/>
          </a:prstGeom>
          <a:noFill/>
          <a:ln w="12700">
            <a:solidFill>
              <a:schemeClr val="tx1"/>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744453" name="Line 5">
            <a:extLst>
              <a:ext uri="{FF2B5EF4-FFF2-40B4-BE49-F238E27FC236}">
                <a16:creationId xmlns:a16="http://schemas.microsoft.com/office/drawing/2014/main" id="{CF8D4FF6-B247-7246-84A8-27ABE14C1459}"/>
              </a:ext>
            </a:extLst>
          </p:cNvPr>
          <p:cNvSpPr>
            <a:spLocks noChangeShapeType="1"/>
          </p:cNvSpPr>
          <p:nvPr/>
        </p:nvSpPr>
        <p:spPr bwMode="auto">
          <a:xfrm>
            <a:off x="1316832" y="1987154"/>
            <a:ext cx="2393156" cy="0"/>
          </a:xfrm>
          <a:prstGeom prst="line">
            <a:avLst/>
          </a:prstGeom>
          <a:noFill/>
          <a:ln w="38100">
            <a:solidFill>
              <a:schemeClr va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44454" name="Rectangle 6">
            <a:extLst>
              <a:ext uri="{FF2B5EF4-FFF2-40B4-BE49-F238E27FC236}">
                <a16:creationId xmlns:a16="http://schemas.microsoft.com/office/drawing/2014/main" id="{83EA3A16-10E8-9949-A0B8-0C870E5CBF1E}"/>
              </a:ext>
            </a:extLst>
          </p:cNvPr>
          <p:cNvSpPr>
            <a:spLocks noChangeArrowheads="1"/>
          </p:cNvSpPr>
          <p:nvPr/>
        </p:nvSpPr>
        <p:spPr bwMode="auto">
          <a:xfrm>
            <a:off x="1708547" y="1745457"/>
            <a:ext cx="1173239"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seq = 1, DATA</a:t>
            </a:r>
          </a:p>
        </p:txBody>
      </p:sp>
      <p:sp>
        <p:nvSpPr>
          <p:cNvPr id="744455" name="Line 7">
            <a:extLst>
              <a:ext uri="{FF2B5EF4-FFF2-40B4-BE49-F238E27FC236}">
                <a16:creationId xmlns:a16="http://schemas.microsoft.com/office/drawing/2014/main" id="{E7D21E1D-96CD-4C4B-B602-4887A8A98AF3}"/>
              </a:ext>
            </a:extLst>
          </p:cNvPr>
          <p:cNvSpPr>
            <a:spLocks noChangeShapeType="1"/>
          </p:cNvSpPr>
          <p:nvPr/>
        </p:nvSpPr>
        <p:spPr bwMode="auto">
          <a:xfrm>
            <a:off x="1318022" y="3900488"/>
            <a:ext cx="2389584" cy="0"/>
          </a:xfrm>
          <a:prstGeom prst="line">
            <a:avLst/>
          </a:prstGeom>
          <a:noFill/>
          <a:ln w="38100">
            <a:solidFill>
              <a:schemeClr va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44456" name="Rectangle 8">
            <a:extLst>
              <a:ext uri="{FF2B5EF4-FFF2-40B4-BE49-F238E27FC236}">
                <a16:creationId xmlns:a16="http://schemas.microsoft.com/office/drawing/2014/main" id="{602A183B-89C6-F743-AD26-FABD8DFE069C}"/>
              </a:ext>
            </a:extLst>
          </p:cNvPr>
          <p:cNvSpPr>
            <a:spLocks noChangeArrowheads="1"/>
          </p:cNvSpPr>
          <p:nvPr/>
        </p:nvSpPr>
        <p:spPr bwMode="auto">
          <a:xfrm>
            <a:off x="1708548" y="3640932"/>
            <a:ext cx="1346363"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seq = 201, DATA</a:t>
            </a:r>
          </a:p>
        </p:txBody>
      </p:sp>
      <p:sp>
        <p:nvSpPr>
          <p:cNvPr id="744457" name="Line 9">
            <a:extLst>
              <a:ext uri="{FF2B5EF4-FFF2-40B4-BE49-F238E27FC236}">
                <a16:creationId xmlns:a16="http://schemas.microsoft.com/office/drawing/2014/main" id="{B52F7B43-0B56-A04F-BD2B-F4229E0DD962}"/>
              </a:ext>
            </a:extLst>
          </p:cNvPr>
          <p:cNvSpPr>
            <a:spLocks noChangeShapeType="1"/>
          </p:cNvSpPr>
          <p:nvPr/>
        </p:nvSpPr>
        <p:spPr bwMode="auto">
          <a:xfrm>
            <a:off x="1319212" y="3586163"/>
            <a:ext cx="2387204" cy="0"/>
          </a:xfrm>
          <a:prstGeom prst="line">
            <a:avLst/>
          </a:prstGeom>
          <a:noFill/>
          <a:ln w="38100">
            <a:solidFill>
              <a:schemeClr va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44458" name="Rectangle 10">
            <a:extLst>
              <a:ext uri="{FF2B5EF4-FFF2-40B4-BE49-F238E27FC236}">
                <a16:creationId xmlns:a16="http://schemas.microsoft.com/office/drawing/2014/main" id="{DF65B461-82B8-AB48-8949-E1CEA591CFE0}"/>
              </a:ext>
            </a:extLst>
          </p:cNvPr>
          <p:cNvSpPr>
            <a:spLocks noChangeArrowheads="1"/>
          </p:cNvSpPr>
          <p:nvPr/>
        </p:nvSpPr>
        <p:spPr bwMode="auto">
          <a:xfrm>
            <a:off x="1708548" y="3327798"/>
            <a:ext cx="1346363"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seq = 401, DATA</a:t>
            </a:r>
          </a:p>
        </p:txBody>
      </p:sp>
      <p:sp>
        <p:nvSpPr>
          <p:cNvPr id="744459" name="Line 11">
            <a:extLst>
              <a:ext uri="{FF2B5EF4-FFF2-40B4-BE49-F238E27FC236}">
                <a16:creationId xmlns:a16="http://schemas.microsoft.com/office/drawing/2014/main" id="{C89B83CE-F365-5642-A83F-368522480647}"/>
              </a:ext>
            </a:extLst>
          </p:cNvPr>
          <p:cNvSpPr>
            <a:spLocks noChangeShapeType="1"/>
          </p:cNvSpPr>
          <p:nvPr/>
        </p:nvSpPr>
        <p:spPr bwMode="auto">
          <a:xfrm>
            <a:off x="1314450" y="3259931"/>
            <a:ext cx="2396729" cy="0"/>
          </a:xfrm>
          <a:prstGeom prst="line">
            <a:avLst/>
          </a:prstGeom>
          <a:noFill/>
          <a:ln w="38100">
            <a:solidFill>
              <a:schemeClr va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44460" name="Rectangle 12">
            <a:extLst>
              <a:ext uri="{FF2B5EF4-FFF2-40B4-BE49-F238E27FC236}">
                <a16:creationId xmlns:a16="http://schemas.microsoft.com/office/drawing/2014/main" id="{6C186850-4845-A444-A35E-D33957F9F0AF}"/>
              </a:ext>
            </a:extLst>
          </p:cNvPr>
          <p:cNvSpPr>
            <a:spLocks noChangeArrowheads="1"/>
          </p:cNvSpPr>
          <p:nvPr/>
        </p:nvSpPr>
        <p:spPr bwMode="auto">
          <a:xfrm>
            <a:off x="1708548" y="2994423"/>
            <a:ext cx="1346363"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seq = 301, DATA</a:t>
            </a:r>
          </a:p>
        </p:txBody>
      </p:sp>
      <p:sp>
        <p:nvSpPr>
          <p:cNvPr id="744461" name="Line 13">
            <a:extLst>
              <a:ext uri="{FF2B5EF4-FFF2-40B4-BE49-F238E27FC236}">
                <a16:creationId xmlns:a16="http://schemas.microsoft.com/office/drawing/2014/main" id="{2ECD73E5-494F-1F4B-B5BB-E163C5156299}"/>
              </a:ext>
            </a:extLst>
          </p:cNvPr>
          <p:cNvSpPr>
            <a:spLocks noChangeShapeType="1"/>
          </p:cNvSpPr>
          <p:nvPr/>
        </p:nvSpPr>
        <p:spPr bwMode="auto">
          <a:xfrm>
            <a:off x="1315641" y="2301479"/>
            <a:ext cx="2394347" cy="0"/>
          </a:xfrm>
          <a:prstGeom prst="line">
            <a:avLst/>
          </a:prstGeom>
          <a:noFill/>
          <a:ln w="38100">
            <a:solidFill>
              <a:schemeClr va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44462" name="Rectangle 14">
            <a:extLst>
              <a:ext uri="{FF2B5EF4-FFF2-40B4-BE49-F238E27FC236}">
                <a16:creationId xmlns:a16="http://schemas.microsoft.com/office/drawing/2014/main" id="{7E8D257B-9B6A-374F-A576-D6F938D7ABAA}"/>
              </a:ext>
            </a:extLst>
          </p:cNvPr>
          <p:cNvSpPr>
            <a:spLocks noChangeArrowheads="1"/>
          </p:cNvSpPr>
          <p:nvPr/>
        </p:nvSpPr>
        <p:spPr bwMode="auto">
          <a:xfrm>
            <a:off x="1708548" y="2047875"/>
            <a:ext cx="1346363"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seq = 101, DATA</a:t>
            </a:r>
          </a:p>
        </p:txBody>
      </p:sp>
      <p:sp>
        <p:nvSpPr>
          <p:cNvPr id="744463" name="Line 15">
            <a:extLst>
              <a:ext uri="{FF2B5EF4-FFF2-40B4-BE49-F238E27FC236}">
                <a16:creationId xmlns:a16="http://schemas.microsoft.com/office/drawing/2014/main" id="{F40C0AB5-52D0-4141-940A-D1B4DB0C4C1D}"/>
              </a:ext>
            </a:extLst>
          </p:cNvPr>
          <p:cNvSpPr>
            <a:spLocks noChangeShapeType="1"/>
          </p:cNvSpPr>
          <p:nvPr/>
        </p:nvSpPr>
        <p:spPr bwMode="auto">
          <a:xfrm>
            <a:off x="1312069" y="2633663"/>
            <a:ext cx="1608535" cy="0"/>
          </a:xfrm>
          <a:prstGeom prst="line">
            <a:avLst/>
          </a:prstGeom>
          <a:noFill/>
          <a:ln w="38100">
            <a:solidFill>
              <a:schemeClr va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44464" name="Rectangle 16">
            <a:extLst>
              <a:ext uri="{FF2B5EF4-FFF2-40B4-BE49-F238E27FC236}">
                <a16:creationId xmlns:a16="http://schemas.microsoft.com/office/drawing/2014/main" id="{17F13EEC-CF42-5A48-8C7A-B359696BF054}"/>
              </a:ext>
            </a:extLst>
          </p:cNvPr>
          <p:cNvSpPr>
            <a:spLocks noChangeArrowheads="1"/>
          </p:cNvSpPr>
          <p:nvPr/>
        </p:nvSpPr>
        <p:spPr bwMode="auto">
          <a:xfrm>
            <a:off x="1708548" y="2393157"/>
            <a:ext cx="1346363"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seq = 201, DATA</a:t>
            </a:r>
          </a:p>
        </p:txBody>
      </p:sp>
      <p:sp>
        <p:nvSpPr>
          <p:cNvPr id="744465" name="Line 17">
            <a:extLst>
              <a:ext uri="{FF2B5EF4-FFF2-40B4-BE49-F238E27FC236}">
                <a16:creationId xmlns:a16="http://schemas.microsoft.com/office/drawing/2014/main" id="{EBD47700-42AC-934B-B7D2-2610D25CCC1E}"/>
              </a:ext>
            </a:extLst>
          </p:cNvPr>
          <p:cNvSpPr>
            <a:spLocks noChangeShapeType="1"/>
          </p:cNvSpPr>
          <p:nvPr/>
        </p:nvSpPr>
        <p:spPr bwMode="auto">
          <a:xfrm>
            <a:off x="1316831" y="4543425"/>
            <a:ext cx="2391966" cy="0"/>
          </a:xfrm>
          <a:prstGeom prst="line">
            <a:avLst/>
          </a:prstGeom>
          <a:noFill/>
          <a:ln w="38100">
            <a:solidFill>
              <a:schemeClr va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44466" name="Rectangle 18">
            <a:extLst>
              <a:ext uri="{FF2B5EF4-FFF2-40B4-BE49-F238E27FC236}">
                <a16:creationId xmlns:a16="http://schemas.microsoft.com/office/drawing/2014/main" id="{66A44B57-1B50-304B-850D-DA43EE5CF845}"/>
              </a:ext>
            </a:extLst>
          </p:cNvPr>
          <p:cNvSpPr>
            <a:spLocks noChangeArrowheads="1"/>
          </p:cNvSpPr>
          <p:nvPr/>
        </p:nvSpPr>
        <p:spPr bwMode="auto">
          <a:xfrm>
            <a:off x="1763316" y="4306491"/>
            <a:ext cx="1346363"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seq = 501, DATA</a:t>
            </a:r>
          </a:p>
        </p:txBody>
      </p:sp>
      <p:sp>
        <p:nvSpPr>
          <p:cNvPr id="744467" name="Line 19">
            <a:extLst>
              <a:ext uri="{FF2B5EF4-FFF2-40B4-BE49-F238E27FC236}">
                <a16:creationId xmlns:a16="http://schemas.microsoft.com/office/drawing/2014/main" id="{9627FED0-5836-214C-AA6D-D72128AD7B3F}"/>
              </a:ext>
            </a:extLst>
          </p:cNvPr>
          <p:cNvSpPr>
            <a:spLocks noChangeShapeType="1"/>
          </p:cNvSpPr>
          <p:nvPr/>
        </p:nvSpPr>
        <p:spPr bwMode="auto">
          <a:xfrm flipH="1">
            <a:off x="1294210" y="2952750"/>
            <a:ext cx="2437209" cy="0"/>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44468" name="Rectangle 20">
            <a:extLst>
              <a:ext uri="{FF2B5EF4-FFF2-40B4-BE49-F238E27FC236}">
                <a16:creationId xmlns:a16="http://schemas.microsoft.com/office/drawing/2014/main" id="{F99F6E45-9A04-D947-A44B-AF06D42217AC}"/>
              </a:ext>
            </a:extLst>
          </p:cNvPr>
          <p:cNvSpPr>
            <a:spLocks noChangeArrowheads="1"/>
          </p:cNvSpPr>
          <p:nvPr/>
        </p:nvSpPr>
        <p:spPr bwMode="auto">
          <a:xfrm flipH="1">
            <a:off x="1387079" y="2711054"/>
            <a:ext cx="2430955"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ACK = 1, ack = 201, rwnd = 300</a:t>
            </a:r>
          </a:p>
        </p:txBody>
      </p:sp>
      <p:sp>
        <p:nvSpPr>
          <p:cNvPr id="744469" name="Line 21">
            <a:extLst>
              <a:ext uri="{FF2B5EF4-FFF2-40B4-BE49-F238E27FC236}">
                <a16:creationId xmlns:a16="http://schemas.microsoft.com/office/drawing/2014/main" id="{6A532501-F1F6-3448-8A48-22C45A3E0B61}"/>
              </a:ext>
            </a:extLst>
          </p:cNvPr>
          <p:cNvSpPr>
            <a:spLocks noChangeShapeType="1"/>
          </p:cNvSpPr>
          <p:nvPr/>
        </p:nvSpPr>
        <p:spPr bwMode="auto">
          <a:xfrm flipH="1">
            <a:off x="1303735" y="4866085"/>
            <a:ext cx="2419350" cy="0"/>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44470" name="Rectangle 22">
            <a:extLst>
              <a:ext uri="{FF2B5EF4-FFF2-40B4-BE49-F238E27FC236}">
                <a16:creationId xmlns:a16="http://schemas.microsoft.com/office/drawing/2014/main" id="{555CAEE2-ACCC-9246-9A0E-295490ADAD95}"/>
              </a:ext>
            </a:extLst>
          </p:cNvPr>
          <p:cNvSpPr>
            <a:spLocks noChangeArrowheads="1"/>
          </p:cNvSpPr>
          <p:nvPr/>
        </p:nvSpPr>
        <p:spPr bwMode="auto">
          <a:xfrm flipH="1">
            <a:off x="1385888" y="4624388"/>
            <a:ext cx="2257831"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ACK = 1, ack = 601, rwnd = 0</a:t>
            </a:r>
          </a:p>
        </p:txBody>
      </p:sp>
      <p:sp>
        <p:nvSpPr>
          <p:cNvPr id="744471" name="Line 23">
            <a:extLst>
              <a:ext uri="{FF2B5EF4-FFF2-40B4-BE49-F238E27FC236}">
                <a16:creationId xmlns:a16="http://schemas.microsoft.com/office/drawing/2014/main" id="{B0D282B1-DCE6-F841-904A-7D8D2746BF84}"/>
              </a:ext>
            </a:extLst>
          </p:cNvPr>
          <p:cNvSpPr>
            <a:spLocks noChangeShapeType="1"/>
          </p:cNvSpPr>
          <p:nvPr/>
        </p:nvSpPr>
        <p:spPr bwMode="auto">
          <a:xfrm flipH="1">
            <a:off x="1291829" y="4221956"/>
            <a:ext cx="2439590" cy="0"/>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44472" name="Rectangle 24">
            <a:extLst>
              <a:ext uri="{FF2B5EF4-FFF2-40B4-BE49-F238E27FC236}">
                <a16:creationId xmlns:a16="http://schemas.microsoft.com/office/drawing/2014/main" id="{5C9A3385-267B-024C-8431-E1319695B5DA}"/>
              </a:ext>
            </a:extLst>
          </p:cNvPr>
          <p:cNvSpPr>
            <a:spLocks noChangeArrowheads="1"/>
          </p:cNvSpPr>
          <p:nvPr/>
        </p:nvSpPr>
        <p:spPr bwMode="auto">
          <a:xfrm flipH="1">
            <a:off x="1331119" y="3986213"/>
            <a:ext cx="2430955"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ACK = 1, ack = 501, </a:t>
            </a:r>
            <a:r>
              <a:rPr kumimoji="1" lang="en-US" altLang="zh-CN" sz="1350">
                <a:solidFill>
                  <a:schemeClr val="folHlink"/>
                </a:solidFill>
                <a:latin typeface="Times New Roman" charset="0"/>
              </a:rPr>
              <a:t>rwnd</a:t>
            </a:r>
            <a:r>
              <a:rPr kumimoji="1" lang="en-US" altLang="zh-CN" sz="1350">
                <a:solidFill>
                  <a:schemeClr val="folHlink"/>
                </a:solidFill>
                <a:latin typeface="Times New Roman" charset="0"/>
                <a:ea typeface="黑体" charset="-122"/>
              </a:rPr>
              <a:t> = 100</a:t>
            </a:r>
          </a:p>
        </p:txBody>
      </p:sp>
      <p:sp>
        <p:nvSpPr>
          <p:cNvPr id="744473" name="Rectangle 25">
            <a:extLst>
              <a:ext uri="{FF2B5EF4-FFF2-40B4-BE49-F238E27FC236}">
                <a16:creationId xmlns:a16="http://schemas.microsoft.com/office/drawing/2014/main" id="{C97B0299-7AB8-E944-9863-7A4C95D7B9A4}"/>
              </a:ext>
            </a:extLst>
          </p:cNvPr>
          <p:cNvSpPr>
            <a:spLocks noChangeArrowheads="1"/>
          </p:cNvSpPr>
          <p:nvPr/>
        </p:nvSpPr>
        <p:spPr bwMode="auto">
          <a:xfrm>
            <a:off x="1169194" y="1595438"/>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744474" name="Rectangle 26">
            <a:extLst>
              <a:ext uri="{FF2B5EF4-FFF2-40B4-BE49-F238E27FC236}">
                <a16:creationId xmlns:a16="http://schemas.microsoft.com/office/drawing/2014/main" id="{04487526-811F-B74C-A844-B25E0E0466A7}"/>
              </a:ext>
            </a:extLst>
          </p:cNvPr>
          <p:cNvSpPr>
            <a:spLocks noChangeArrowheads="1"/>
          </p:cNvSpPr>
          <p:nvPr/>
        </p:nvSpPr>
        <p:spPr bwMode="auto">
          <a:xfrm>
            <a:off x="3577829" y="1595438"/>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744475" name="Rectangle 27">
            <a:extLst>
              <a:ext uri="{FF2B5EF4-FFF2-40B4-BE49-F238E27FC236}">
                <a16:creationId xmlns:a16="http://schemas.microsoft.com/office/drawing/2014/main" id="{5893E604-FEFD-E949-867B-20F5F98224EF}"/>
              </a:ext>
            </a:extLst>
          </p:cNvPr>
          <p:cNvSpPr>
            <a:spLocks noChangeArrowheads="1"/>
          </p:cNvSpPr>
          <p:nvPr/>
        </p:nvSpPr>
        <p:spPr bwMode="auto">
          <a:xfrm>
            <a:off x="3825479" y="2802732"/>
            <a:ext cx="3142817"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允许 </a:t>
            </a:r>
            <a:r>
              <a:rPr kumimoji="1" lang="en-US" altLang="zh-CN" sz="1350">
                <a:solidFill>
                  <a:schemeClr val="folHlink"/>
                </a:solidFill>
                <a:latin typeface="Times New Roman" panose="02020603050405020304" pitchFamily="18" charset="0"/>
              </a:rPr>
              <a:t>A </a:t>
            </a:r>
            <a:r>
              <a:rPr kumimoji="1" lang="zh-CN" altLang="en-US" sz="1350">
                <a:solidFill>
                  <a:schemeClr val="folHlink"/>
                </a:solidFill>
                <a:latin typeface="Times New Roman" panose="02020603050405020304" pitchFamily="18" charset="0"/>
              </a:rPr>
              <a:t>发送序号 </a:t>
            </a:r>
            <a:r>
              <a:rPr kumimoji="1" lang="en-US" altLang="zh-CN" sz="1350">
                <a:solidFill>
                  <a:schemeClr val="folHlink"/>
                </a:solidFill>
                <a:latin typeface="Times New Roman" panose="02020603050405020304" pitchFamily="18" charset="0"/>
              </a:rPr>
              <a:t>201 </a:t>
            </a:r>
            <a:r>
              <a:rPr kumimoji="1" lang="zh-CN" altLang="en-US" sz="1350">
                <a:solidFill>
                  <a:schemeClr val="folHlink"/>
                </a:solidFill>
                <a:latin typeface="Times New Roman" panose="02020603050405020304" pitchFamily="18" charset="0"/>
              </a:rPr>
              <a:t>至 </a:t>
            </a:r>
            <a:r>
              <a:rPr kumimoji="1" lang="en-US" altLang="zh-CN" sz="1350">
                <a:solidFill>
                  <a:schemeClr val="folHlink"/>
                </a:solidFill>
                <a:latin typeface="Times New Roman" panose="02020603050405020304" pitchFamily="18" charset="0"/>
              </a:rPr>
              <a:t>500  </a:t>
            </a:r>
            <a:r>
              <a:rPr kumimoji="1" lang="zh-CN" altLang="en-US" sz="1350">
                <a:solidFill>
                  <a:schemeClr val="folHlink"/>
                </a:solidFill>
                <a:latin typeface="Times New Roman" panose="02020603050405020304" pitchFamily="18" charset="0"/>
              </a:rPr>
              <a:t>共 </a:t>
            </a:r>
            <a:r>
              <a:rPr kumimoji="1" lang="en-US" altLang="zh-CN" sz="1350">
                <a:solidFill>
                  <a:schemeClr val="folHlink"/>
                </a:solidFill>
                <a:latin typeface="Times New Roman" panose="02020603050405020304" pitchFamily="18" charset="0"/>
              </a:rPr>
              <a:t>300 </a:t>
            </a:r>
            <a:r>
              <a:rPr kumimoji="1" lang="zh-CN" altLang="en-US" sz="1350">
                <a:solidFill>
                  <a:schemeClr val="folHlink"/>
                </a:solidFill>
                <a:latin typeface="Times New Roman" panose="02020603050405020304" pitchFamily="18" charset="0"/>
              </a:rPr>
              <a:t>字节</a:t>
            </a:r>
          </a:p>
        </p:txBody>
      </p:sp>
      <p:sp>
        <p:nvSpPr>
          <p:cNvPr id="744476" name="Rectangle 28">
            <a:extLst>
              <a:ext uri="{FF2B5EF4-FFF2-40B4-BE49-F238E27FC236}">
                <a16:creationId xmlns:a16="http://schemas.microsoft.com/office/drawing/2014/main" id="{F9407C1A-A631-E244-87C1-91144DF76B1B}"/>
              </a:ext>
            </a:extLst>
          </p:cNvPr>
          <p:cNvSpPr>
            <a:spLocks noChangeArrowheads="1"/>
          </p:cNvSpPr>
          <p:nvPr/>
        </p:nvSpPr>
        <p:spPr bwMode="auto">
          <a:xfrm>
            <a:off x="3814762" y="2146698"/>
            <a:ext cx="354190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350">
                <a:solidFill>
                  <a:schemeClr val="folHlink"/>
                </a:solidFill>
                <a:latin typeface="Times New Roman" panose="02020603050405020304" pitchFamily="18" charset="0"/>
              </a:rPr>
              <a:t>A </a:t>
            </a:r>
            <a:r>
              <a:rPr kumimoji="1" lang="zh-CN" altLang="en-US" sz="1350">
                <a:solidFill>
                  <a:schemeClr val="folHlink"/>
                </a:solidFill>
                <a:latin typeface="Times New Roman" panose="02020603050405020304" pitchFamily="18" charset="0"/>
              </a:rPr>
              <a:t>发送了序号 </a:t>
            </a:r>
            <a:r>
              <a:rPr kumimoji="1" lang="en-US" altLang="zh-CN" sz="1350">
                <a:solidFill>
                  <a:schemeClr val="folHlink"/>
                </a:solidFill>
                <a:latin typeface="Times New Roman" panose="02020603050405020304" pitchFamily="18" charset="0"/>
              </a:rPr>
              <a:t>101 </a:t>
            </a:r>
            <a:r>
              <a:rPr kumimoji="1" lang="zh-CN" altLang="en-US" sz="1350">
                <a:solidFill>
                  <a:schemeClr val="folHlink"/>
                </a:solidFill>
                <a:latin typeface="Times New Roman" panose="02020603050405020304" pitchFamily="18" charset="0"/>
              </a:rPr>
              <a:t>至 </a:t>
            </a:r>
            <a:r>
              <a:rPr kumimoji="1" lang="en-US" altLang="zh-CN" sz="1350">
                <a:solidFill>
                  <a:schemeClr val="folHlink"/>
                </a:solidFill>
                <a:latin typeface="Times New Roman" panose="02020603050405020304" pitchFamily="18" charset="0"/>
              </a:rPr>
              <a:t>200</a:t>
            </a:r>
            <a:r>
              <a:rPr kumimoji="1" lang="zh-CN" altLang="en-US" sz="1350">
                <a:solidFill>
                  <a:schemeClr val="folHlink"/>
                </a:solidFill>
                <a:latin typeface="Times New Roman" panose="02020603050405020304" pitchFamily="18" charset="0"/>
              </a:rPr>
              <a:t>，还能发送 </a:t>
            </a:r>
            <a:r>
              <a:rPr kumimoji="1" lang="en-US" altLang="zh-CN" sz="1350">
                <a:solidFill>
                  <a:schemeClr val="folHlink"/>
                </a:solidFill>
                <a:latin typeface="Times New Roman" panose="02020603050405020304" pitchFamily="18" charset="0"/>
              </a:rPr>
              <a:t>200 </a:t>
            </a:r>
            <a:r>
              <a:rPr kumimoji="1" lang="zh-CN" altLang="en-US" sz="1350">
                <a:solidFill>
                  <a:schemeClr val="folHlink"/>
                </a:solidFill>
                <a:latin typeface="Times New Roman" panose="02020603050405020304" pitchFamily="18" charset="0"/>
              </a:rPr>
              <a:t>字节</a:t>
            </a:r>
          </a:p>
        </p:txBody>
      </p:sp>
      <p:sp>
        <p:nvSpPr>
          <p:cNvPr id="744477" name="Rectangle 29">
            <a:extLst>
              <a:ext uri="{FF2B5EF4-FFF2-40B4-BE49-F238E27FC236}">
                <a16:creationId xmlns:a16="http://schemas.microsoft.com/office/drawing/2014/main" id="{881E67A7-C099-4042-9C63-2D26164D9DB6}"/>
              </a:ext>
            </a:extLst>
          </p:cNvPr>
          <p:cNvSpPr>
            <a:spLocks noChangeArrowheads="1"/>
          </p:cNvSpPr>
          <p:nvPr/>
        </p:nvSpPr>
        <p:spPr bwMode="auto">
          <a:xfrm>
            <a:off x="3814763" y="3111104"/>
            <a:ext cx="4234398"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350">
                <a:solidFill>
                  <a:schemeClr val="folHlink"/>
                </a:solidFill>
                <a:latin typeface="Times New Roman" panose="02020603050405020304" pitchFamily="18" charset="0"/>
              </a:rPr>
              <a:t>A </a:t>
            </a:r>
            <a:r>
              <a:rPr kumimoji="1" lang="zh-CN" altLang="en-US" sz="1350">
                <a:solidFill>
                  <a:schemeClr val="folHlink"/>
                </a:solidFill>
                <a:latin typeface="Times New Roman" panose="02020603050405020304" pitchFamily="18" charset="0"/>
              </a:rPr>
              <a:t>发送了序号 </a:t>
            </a:r>
            <a:r>
              <a:rPr kumimoji="1" lang="en-US" altLang="zh-CN" sz="1350">
                <a:solidFill>
                  <a:schemeClr val="folHlink"/>
                </a:solidFill>
                <a:latin typeface="Times New Roman" panose="02020603050405020304" pitchFamily="18" charset="0"/>
              </a:rPr>
              <a:t>301 </a:t>
            </a:r>
            <a:r>
              <a:rPr kumimoji="1" lang="zh-CN" altLang="en-US" sz="1350">
                <a:solidFill>
                  <a:schemeClr val="folHlink"/>
                </a:solidFill>
                <a:latin typeface="Times New Roman" panose="02020603050405020304" pitchFamily="18" charset="0"/>
              </a:rPr>
              <a:t>至 </a:t>
            </a:r>
            <a:r>
              <a:rPr kumimoji="1" lang="en-US" altLang="zh-CN" sz="1350">
                <a:solidFill>
                  <a:schemeClr val="folHlink"/>
                </a:solidFill>
                <a:latin typeface="Times New Roman" panose="02020603050405020304" pitchFamily="18" charset="0"/>
              </a:rPr>
              <a:t>400</a:t>
            </a:r>
            <a:r>
              <a:rPr kumimoji="1" lang="zh-CN" altLang="en-US" sz="1350">
                <a:solidFill>
                  <a:schemeClr val="folHlink"/>
                </a:solidFill>
                <a:latin typeface="Times New Roman" panose="02020603050405020304" pitchFamily="18" charset="0"/>
              </a:rPr>
              <a:t>，还能再发送 </a:t>
            </a:r>
            <a:r>
              <a:rPr kumimoji="1" lang="en-US" altLang="zh-CN" sz="1350">
                <a:solidFill>
                  <a:schemeClr val="folHlink"/>
                </a:solidFill>
                <a:latin typeface="Times New Roman" panose="02020603050405020304" pitchFamily="18" charset="0"/>
              </a:rPr>
              <a:t>100 </a:t>
            </a:r>
            <a:r>
              <a:rPr kumimoji="1" lang="zh-CN" altLang="en-US" sz="1350">
                <a:solidFill>
                  <a:schemeClr val="folHlink"/>
                </a:solidFill>
                <a:latin typeface="Times New Roman" panose="02020603050405020304" pitchFamily="18" charset="0"/>
              </a:rPr>
              <a:t>字节新数据</a:t>
            </a:r>
          </a:p>
        </p:txBody>
      </p:sp>
      <p:sp>
        <p:nvSpPr>
          <p:cNvPr id="744478" name="Rectangle 30">
            <a:extLst>
              <a:ext uri="{FF2B5EF4-FFF2-40B4-BE49-F238E27FC236}">
                <a16:creationId xmlns:a16="http://schemas.microsoft.com/office/drawing/2014/main" id="{C1F08FFD-96BD-2B4D-AB71-D1389348560C}"/>
              </a:ext>
            </a:extLst>
          </p:cNvPr>
          <p:cNvSpPr>
            <a:spLocks noChangeArrowheads="1"/>
          </p:cNvSpPr>
          <p:nvPr/>
        </p:nvSpPr>
        <p:spPr bwMode="auto">
          <a:xfrm>
            <a:off x="3814762" y="1835944"/>
            <a:ext cx="336877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350">
                <a:solidFill>
                  <a:schemeClr val="folHlink"/>
                </a:solidFill>
                <a:latin typeface="Times New Roman" panose="02020603050405020304" pitchFamily="18" charset="0"/>
              </a:rPr>
              <a:t>A </a:t>
            </a:r>
            <a:r>
              <a:rPr kumimoji="1" lang="zh-CN" altLang="en-US" sz="1350">
                <a:solidFill>
                  <a:schemeClr val="folHlink"/>
                </a:solidFill>
                <a:latin typeface="Times New Roman" panose="02020603050405020304" pitchFamily="18" charset="0"/>
              </a:rPr>
              <a:t>发送了序号 </a:t>
            </a:r>
            <a:r>
              <a:rPr kumimoji="1" lang="en-US" altLang="zh-CN" sz="1350">
                <a:solidFill>
                  <a:schemeClr val="folHlink"/>
                </a:solidFill>
                <a:latin typeface="Times New Roman" panose="02020603050405020304" pitchFamily="18" charset="0"/>
              </a:rPr>
              <a:t>1 </a:t>
            </a:r>
            <a:r>
              <a:rPr kumimoji="1" lang="zh-CN" altLang="en-US" sz="1350">
                <a:solidFill>
                  <a:schemeClr val="folHlink"/>
                </a:solidFill>
                <a:latin typeface="Times New Roman" panose="02020603050405020304" pitchFamily="18" charset="0"/>
              </a:rPr>
              <a:t>至 </a:t>
            </a:r>
            <a:r>
              <a:rPr kumimoji="1" lang="en-US" altLang="zh-CN" sz="1350">
                <a:solidFill>
                  <a:schemeClr val="folHlink"/>
                </a:solidFill>
                <a:latin typeface="Times New Roman" panose="02020603050405020304" pitchFamily="18" charset="0"/>
              </a:rPr>
              <a:t>100</a:t>
            </a:r>
            <a:r>
              <a:rPr kumimoji="1" lang="zh-CN" altLang="en-US" sz="1350">
                <a:solidFill>
                  <a:schemeClr val="folHlink"/>
                </a:solidFill>
                <a:latin typeface="Times New Roman" panose="02020603050405020304" pitchFamily="18" charset="0"/>
              </a:rPr>
              <a:t>，还能发送 </a:t>
            </a:r>
            <a:r>
              <a:rPr kumimoji="1" lang="en-US" altLang="zh-CN" sz="1350">
                <a:solidFill>
                  <a:schemeClr val="folHlink"/>
                </a:solidFill>
                <a:latin typeface="Times New Roman" panose="02020603050405020304" pitchFamily="18" charset="0"/>
              </a:rPr>
              <a:t>300 </a:t>
            </a:r>
            <a:r>
              <a:rPr kumimoji="1" lang="zh-CN" altLang="en-US" sz="1350">
                <a:solidFill>
                  <a:schemeClr val="folHlink"/>
                </a:solidFill>
                <a:latin typeface="Times New Roman" panose="02020603050405020304" pitchFamily="18" charset="0"/>
              </a:rPr>
              <a:t>字节</a:t>
            </a:r>
          </a:p>
        </p:txBody>
      </p:sp>
      <p:sp>
        <p:nvSpPr>
          <p:cNvPr id="744479" name="Rectangle 31">
            <a:extLst>
              <a:ext uri="{FF2B5EF4-FFF2-40B4-BE49-F238E27FC236}">
                <a16:creationId xmlns:a16="http://schemas.microsoft.com/office/drawing/2014/main" id="{A5BFBBAB-DC7C-0548-A732-CFB163F78BC7}"/>
              </a:ext>
            </a:extLst>
          </p:cNvPr>
          <p:cNvSpPr>
            <a:spLocks noChangeArrowheads="1"/>
          </p:cNvSpPr>
          <p:nvPr/>
        </p:nvSpPr>
        <p:spPr bwMode="auto">
          <a:xfrm>
            <a:off x="3825479" y="3440907"/>
            <a:ext cx="3715025"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350">
                <a:solidFill>
                  <a:schemeClr val="folHlink"/>
                </a:solidFill>
                <a:latin typeface="Times New Roman" panose="02020603050405020304" pitchFamily="18" charset="0"/>
              </a:rPr>
              <a:t>A </a:t>
            </a:r>
            <a:r>
              <a:rPr kumimoji="1" lang="zh-CN" altLang="en-US" sz="1350">
                <a:solidFill>
                  <a:schemeClr val="folHlink"/>
                </a:solidFill>
                <a:latin typeface="Times New Roman" panose="02020603050405020304" pitchFamily="18" charset="0"/>
              </a:rPr>
              <a:t>发送了序号 </a:t>
            </a:r>
            <a:r>
              <a:rPr kumimoji="1" lang="en-US" altLang="zh-CN" sz="1350">
                <a:solidFill>
                  <a:schemeClr val="folHlink"/>
                </a:solidFill>
                <a:latin typeface="Times New Roman" panose="02020603050405020304" pitchFamily="18" charset="0"/>
              </a:rPr>
              <a:t>401 </a:t>
            </a:r>
            <a:r>
              <a:rPr kumimoji="1" lang="zh-CN" altLang="en-US" sz="1350">
                <a:solidFill>
                  <a:schemeClr val="folHlink"/>
                </a:solidFill>
                <a:latin typeface="Times New Roman" panose="02020603050405020304" pitchFamily="18" charset="0"/>
              </a:rPr>
              <a:t>至 </a:t>
            </a:r>
            <a:r>
              <a:rPr kumimoji="1" lang="en-US" altLang="zh-CN" sz="1350">
                <a:solidFill>
                  <a:schemeClr val="folHlink"/>
                </a:solidFill>
                <a:latin typeface="Times New Roman" panose="02020603050405020304" pitchFamily="18" charset="0"/>
              </a:rPr>
              <a:t>500</a:t>
            </a:r>
            <a:r>
              <a:rPr kumimoji="1" lang="zh-CN" altLang="en-US" sz="1350">
                <a:solidFill>
                  <a:schemeClr val="folHlink"/>
                </a:solidFill>
                <a:latin typeface="Times New Roman" panose="02020603050405020304" pitchFamily="18" charset="0"/>
              </a:rPr>
              <a:t>，不能再发送新数据了</a:t>
            </a:r>
          </a:p>
        </p:txBody>
      </p:sp>
      <p:sp>
        <p:nvSpPr>
          <p:cNvPr id="744480" name="Rectangle 32">
            <a:extLst>
              <a:ext uri="{FF2B5EF4-FFF2-40B4-BE49-F238E27FC236}">
                <a16:creationId xmlns:a16="http://schemas.microsoft.com/office/drawing/2014/main" id="{3CBB4208-8EB2-3642-8AC7-3FEEF99F359A}"/>
              </a:ext>
            </a:extLst>
          </p:cNvPr>
          <p:cNvSpPr>
            <a:spLocks noChangeArrowheads="1"/>
          </p:cNvSpPr>
          <p:nvPr/>
        </p:nvSpPr>
        <p:spPr bwMode="auto">
          <a:xfrm>
            <a:off x="3814762" y="3761185"/>
            <a:ext cx="3412057"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350">
                <a:solidFill>
                  <a:schemeClr val="folHlink"/>
                </a:solidFill>
                <a:latin typeface="Times New Roman" panose="02020603050405020304" pitchFamily="18" charset="0"/>
              </a:rPr>
              <a:t>A </a:t>
            </a:r>
            <a:r>
              <a:rPr kumimoji="1" lang="zh-CN" altLang="en-US" sz="1350">
                <a:solidFill>
                  <a:schemeClr val="folHlink"/>
                </a:solidFill>
                <a:latin typeface="Times New Roman" panose="02020603050405020304" pitchFamily="18" charset="0"/>
              </a:rPr>
              <a:t>超时重传旧的数据，但不能发送新的数据</a:t>
            </a:r>
          </a:p>
        </p:txBody>
      </p:sp>
      <p:sp>
        <p:nvSpPr>
          <p:cNvPr id="744481" name="Rectangle 33">
            <a:extLst>
              <a:ext uri="{FF2B5EF4-FFF2-40B4-BE49-F238E27FC236}">
                <a16:creationId xmlns:a16="http://schemas.microsoft.com/office/drawing/2014/main" id="{67AF9400-1F20-C946-B116-FD05A7B52B61}"/>
              </a:ext>
            </a:extLst>
          </p:cNvPr>
          <p:cNvSpPr>
            <a:spLocks noChangeArrowheads="1"/>
          </p:cNvSpPr>
          <p:nvPr/>
        </p:nvSpPr>
        <p:spPr bwMode="auto">
          <a:xfrm>
            <a:off x="3802856" y="4071938"/>
            <a:ext cx="3144441" cy="275076"/>
          </a:xfrm>
          <a:prstGeom prst="rect">
            <a:avLst/>
          </a:prstGeom>
          <a:noFill/>
          <a:ln>
            <a:noFill/>
          </a:ln>
          <a:effectLst/>
        </p:spPr>
        <p:txBody>
          <a:bodyPr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允许 </a:t>
            </a:r>
            <a:r>
              <a:rPr kumimoji="1" lang="en-US" altLang="zh-CN" sz="1350">
                <a:solidFill>
                  <a:schemeClr val="folHlink"/>
                </a:solidFill>
                <a:latin typeface="Times New Roman" panose="02020603050405020304" pitchFamily="18" charset="0"/>
              </a:rPr>
              <a:t>A </a:t>
            </a:r>
            <a:r>
              <a:rPr kumimoji="1" lang="zh-CN" altLang="en-US" sz="1350">
                <a:solidFill>
                  <a:schemeClr val="folHlink"/>
                </a:solidFill>
                <a:latin typeface="Times New Roman" panose="02020603050405020304" pitchFamily="18" charset="0"/>
              </a:rPr>
              <a:t>发送序号 </a:t>
            </a:r>
            <a:r>
              <a:rPr kumimoji="1" lang="en-US" altLang="zh-CN" sz="1350">
                <a:solidFill>
                  <a:schemeClr val="folHlink"/>
                </a:solidFill>
                <a:latin typeface="Times New Roman" panose="02020603050405020304" pitchFamily="18" charset="0"/>
              </a:rPr>
              <a:t>501 </a:t>
            </a:r>
            <a:r>
              <a:rPr kumimoji="1" lang="zh-CN" altLang="en-US" sz="1350">
                <a:solidFill>
                  <a:schemeClr val="folHlink"/>
                </a:solidFill>
                <a:latin typeface="Times New Roman" panose="02020603050405020304" pitchFamily="18" charset="0"/>
              </a:rPr>
              <a:t>至 </a:t>
            </a:r>
            <a:r>
              <a:rPr kumimoji="1" lang="en-US" altLang="zh-CN" sz="1350">
                <a:solidFill>
                  <a:schemeClr val="folHlink"/>
                </a:solidFill>
                <a:latin typeface="Times New Roman" panose="02020603050405020304" pitchFamily="18" charset="0"/>
              </a:rPr>
              <a:t>600 </a:t>
            </a:r>
            <a:r>
              <a:rPr kumimoji="1" lang="zh-CN" altLang="en-US" sz="1350">
                <a:solidFill>
                  <a:schemeClr val="folHlink"/>
                </a:solidFill>
                <a:latin typeface="Times New Roman" panose="02020603050405020304" pitchFamily="18" charset="0"/>
              </a:rPr>
              <a:t>共 </a:t>
            </a:r>
            <a:r>
              <a:rPr kumimoji="1" lang="en-US" altLang="zh-CN" sz="1350">
                <a:solidFill>
                  <a:schemeClr val="folHlink"/>
                </a:solidFill>
                <a:latin typeface="Times New Roman" panose="02020603050405020304" pitchFamily="18" charset="0"/>
              </a:rPr>
              <a:t>100 </a:t>
            </a:r>
            <a:r>
              <a:rPr kumimoji="1" lang="zh-CN" altLang="en-US" sz="1350">
                <a:solidFill>
                  <a:schemeClr val="folHlink"/>
                </a:solidFill>
                <a:latin typeface="Times New Roman" panose="02020603050405020304" pitchFamily="18" charset="0"/>
              </a:rPr>
              <a:t>字节</a:t>
            </a:r>
          </a:p>
        </p:txBody>
      </p:sp>
      <p:sp>
        <p:nvSpPr>
          <p:cNvPr id="744482" name="Rectangle 34">
            <a:extLst>
              <a:ext uri="{FF2B5EF4-FFF2-40B4-BE49-F238E27FC236}">
                <a16:creationId xmlns:a16="http://schemas.microsoft.com/office/drawing/2014/main" id="{D78BAB48-9C87-604E-9E95-A28970F3ACD3}"/>
              </a:ext>
            </a:extLst>
          </p:cNvPr>
          <p:cNvSpPr>
            <a:spLocks noChangeArrowheads="1"/>
          </p:cNvSpPr>
          <p:nvPr/>
        </p:nvSpPr>
        <p:spPr bwMode="auto">
          <a:xfrm>
            <a:off x="3814762" y="4394598"/>
            <a:ext cx="3195652"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en-US" altLang="zh-CN" sz="1350">
                <a:solidFill>
                  <a:schemeClr val="folHlink"/>
                </a:solidFill>
                <a:latin typeface="Times New Roman" panose="02020603050405020304" pitchFamily="18" charset="0"/>
              </a:rPr>
              <a:t>A </a:t>
            </a:r>
            <a:r>
              <a:rPr kumimoji="1" lang="zh-CN" altLang="en-US" sz="1350">
                <a:solidFill>
                  <a:schemeClr val="folHlink"/>
                </a:solidFill>
                <a:latin typeface="Times New Roman" panose="02020603050405020304" pitchFamily="18" charset="0"/>
              </a:rPr>
              <a:t>发送了序号 </a:t>
            </a:r>
            <a:r>
              <a:rPr kumimoji="1" lang="en-US" altLang="zh-CN" sz="1350">
                <a:solidFill>
                  <a:schemeClr val="folHlink"/>
                </a:solidFill>
                <a:latin typeface="Times New Roman" panose="02020603050405020304" pitchFamily="18" charset="0"/>
              </a:rPr>
              <a:t>501 </a:t>
            </a:r>
            <a:r>
              <a:rPr kumimoji="1" lang="zh-CN" altLang="en-US" sz="1350">
                <a:solidFill>
                  <a:schemeClr val="folHlink"/>
                </a:solidFill>
                <a:latin typeface="Times New Roman" panose="02020603050405020304" pitchFamily="18" charset="0"/>
              </a:rPr>
              <a:t>至 </a:t>
            </a:r>
            <a:r>
              <a:rPr kumimoji="1" lang="en-US" altLang="zh-CN" sz="1350">
                <a:solidFill>
                  <a:schemeClr val="folHlink"/>
                </a:solidFill>
                <a:latin typeface="Times New Roman" panose="02020603050405020304" pitchFamily="18" charset="0"/>
              </a:rPr>
              <a:t>600</a:t>
            </a:r>
            <a:r>
              <a:rPr kumimoji="1" lang="zh-CN" altLang="en-US" sz="1350">
                <a:solidFill>
                  <a:schemeClr val="folHlink"/>
                </a:solidFill>
                <a:latin typeface="Times New Roman" panose="02020603050405020304" pitchFamily="18" charset="0"/>
              </a:rPr>
              <a:t>，不能再发送了</a:t>
            </a:r>
          </a:p>
        </p:txBody>
      </p:sp>
      <p:sp>
        <p:nvSpPr>
          <p:cNvPr id="744483" name="Rectangle 35">
            <a:extLst>
              <a:ext uri="{FF2B5EF4-FFF2-40B4-BE49-F238E27FC236}">
                <a16:creationId xmlns:a16="http://schemas.microsoft.com/office/drawing/2014/main" id="{B13D151E-A8BA-6441-8663-CE5699BC16A1}"/>
              </a:ext>
            </a:extLst>
          </p:cNvPr>
          <p:cNvSpPr>
            <a:spLocks noChangeArrowheads="1"/>
          </p:cNvSpPr>
          <p:nvPr/>
        </p:nvSpPr>
        <p:spPr bwMode="auto">
          <a:xfrm>
            <a:off x="3814763" y="4729163"/>
            <a:ext cx="4138281"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不允许 </a:t>
            </a:r>
            <a:r>
              <a:rPr kumimoji="1" lang="en-US" altLang="zh-CN" sz="1350">
                <a:solidFill>
                  <a:schemeClr val="folHlink"/>
                </a:solidFill>
                <a:latin typeface="Times New Roman" panose="02020603050405020304" pitchFamily="18" charset="0"/>
              </a:rPr>
              <a:t>A </a:t>
            </a:r>
            <a:r>
              <a:rPr kumimoji="1" lang="zh-CN" altLang="en-US" sz="1350">
                <a:solidFill>
                  <a:schemeClr val="folHlink"/>
                </a:solidFill>
                <a:latin typeface="Times New Roman" panose="02020603050405020304" pitchFamily="18" charset="0"/>
              </a:rPr>
              <a:t>再发送（到序号 </a:t>
            </a:r>
            <a:r>
              <a:rPr kumimoji="1" lang="en-US" altLang="zh-CN" sz="1350">
                <a:solidFill>
                  <a:schemeClr val="folHlink"/>
                </a:solidFill>
                <a:latin typeface="Times New Roman" panose="02020603050405020304" pitchFamily="18" charset="0"/>
              </a:rPr>
              <a:t>600 </a:t>
            </a:r>
            <a:r>
              <a:rPr kumimoji="1" lang="zh-CN" altLang="en-US" sz="1350">
                <a:solidFill>
                  <a:schemeClr val="folHlink"/>
                </a:solidFill>
                <a:latin typeface="Times New Roman" panose="02020603050405020304" pitchFamily="18" charset="0"/>
              </a:rPr>
              <a:t>为止的数据都收到了）</a:t>
            </a:r>
          </a:p>
        </p:txBody>
      </p:sp>
      <p:sp>
        <p:nvSpPr>
          <p:cNvPr id="744484" name="AutoShape 36">
            <a:extLst>
              <a:ext uri="{FF2B5EF4-FFF2-40B4-BE49-F238E27FC236}">
                <a16:creationId xmlns:a16="http://schemas.microsoft.com/office/drawing/2014/main" id="{85B55134-BF2D-604D-A660-BC0CB08F3898}"/>
              </a:ext>
            </a:extLst>
          </p:cNvPr>
          <p:cNvSpPr>
            <a:spLocks noChangeArrowheads="1"/>
          </p:cNvSpPr>
          <p:nvPr/>
        </p:nvSpPr>
        <p:spPr bwMode="auto">
          <a:xfrm>
            <a:off x="3051573" y="2351485"/>
            <a:ext cx="872728" cy="410765"/>
          </a:xfrm>
          <a:prstGeom prst="irregularSeal1">
            <a:avLst/>
          </a:prstGeom>
          <a:solidFill>
            <a:srgbClr val="C9DE06"/>
          </a:solidFill>
          <a:ln w="12700">
            <a:solidFill>
              <a:schemeClr val="tx1"/>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44485" name="Rectangle 37">
            <a:extLst>
              <a:ext uri="{FF2B5EF4-FFF2-40B4-BE49-F238E27FC236}">
                <a16:creationId xmlns:a16="http://schemas.microsoft.com/office/drawing/2014/main" id="{F14094B9-EDC3-D44B-A760-23913B1BB9CA}"/>
              </a:ext>
            </a:extLst>
          </p:cNvPr>
          <p:cNvSpPr>
            <a:spLocks noChangeArrowheads="1"/>
          </p:cNvSpPr>
          <p:nvPr/>
        </p:nvSpPr>
        <p:spPr bwMode="auto">
          <a:xfrm>
            <a:off x="3221831" y="2422923"/>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丢失！</a:t>
            </a:r>
          </a:p>
        </p:txBody>
      </p:sp>
      <p:sp>
        <p:nvSpPr>
          <p:cNvPr id="744486" name="Line 38">
            <a:extLst>
              <a:ext uri="{FF2B5EF4-FFF2-40B4-BE49-F238E27FC236}">
                <a16:creationId xmlns:a16="http://schemas.microsoft.com/office/drawing/2014/main" id="{695383DC-6127-9C4D-91BC-686A421658CD}"/>
              </a:ext>
            </a:extLst>
          </p:cNvPr>
          <p:cNvSpPr>
            <a:spLocks noChangeShapeType="1"/>
          </p:cNvSpPr>
          <p:nvPr/>
        </p:nvSpPr>
        <p:spPr bwMode="auto">
          <a:xfrm>
            <a:off x="1293019" y="1868091"/>
            <a:ext cx="0" cy="3099197"/>
          </a:xfrm>
          <a:prstGeom prst="line">
            <a:avLst/>
          </a:prstGeom>
          <a:noFill/>
          <a:ln w="12700">
            <a:solidFill>
              <a:schemeClr val="tx1"/>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61A28590-FB44-A146-9DDB-798E10E9FFC6}"/>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879C78A-9013-7F4B-B767-05295AAADDB5}" type="slidenum">
              <a:rPr lang="en-US" altLang="zh-CN" sz="1050"/>
              <a:pPr>
                <a:defRPr/>
              </a:pPr>
              <a:t>80</a:t>
            </a:fld>
            <a:endParaRPr lang="en-US" altLang="zh-CN" sz="1050"/>
          </a:p>
        </p:txBody>
      </p:sp>
      <p:sp>
        <p:nvSpPr>
          <p:cNvPr id="744487" name="Rectangle 39">
            <a:extLst>
              <a:ext uri="{FF2B5EF4-FFF2-40B4-BE49-F238E27FC236}">
                <a16:creationId xmlns:a16="http://schemas.microsoft.com/office/drawing/2014/main" id="{D5F4BBAF-298E-D54F-B077-CD18EE25EEE7}"/>
              </a:ext>
            </a:extLst>
          </p:cNvPr>
          <p:cNvSpPr>
            <a:spLocks noGrp="1" noChangeArrowheads="1"/>
          </p:cNvSpPr>
          <p:nvPr>
            <p:ph type="title"/>
          </p:nvPr>
        </p:nvSpPr>
        <p:spPr>
          <a:noFill/>
          <a:ln>
            <a:noFill/>
            <a:miter lim="800000"/>
            <a:headEnd/>
            <a:tailEnd/>
          </a:ln>
        </p:spPr>
        <p:txBody>
          <a:bodyPr/>
          <a:lstStyle/>
          <a:p>
            <a:pPr eaLnBrk="1" hangingPunct="1">
              <a:lnSpc>
                <a:spcPct val="90000"/>
              </a:lnSpc>
              <a:defRPr/>
            </a:pPr>
            <a:r>
              <a:rPr lang="zh-CN" altLang="en-US" sz="3000" dirty="0">
                <a:latin typeface="Times New Roman" panose="02020603050405020304" pitchFamily="18" charset="0"/>
                <a:ea typeface="宋体" panose="02010600030101010101" pitchFamily="2" charset="-122"/>
              </a:rPr>
              <a:t>流量控制举例</a:t>
            </a:r>
            <a:endParaRPr lang="zh-CN" altLang="en-US" dirty="0">
              <a:latin typeface="Times New Roman" panose="02020603050405020304" pitchFamily="18" charset="0"/>
              <a:ea typeface="宋体" panose="02010600030101010101" pitchFamily="2" charset="-122"/>
            </a:endParaRPr>
          </a:p>
        </p:txBody>
      </p:sp>
      <p:sp>
        <p:nvSpPr>
          <p:cNvPr id="744488" name="Text Box 40">
            <a:extLst>
              <a:ext uri="{FF2B5EF4-FFF2-40B4-BE49-F238E27FC236}">
                <a16:creationId xmlns:a16="http://schemas.microsoft.com/office/drawing/2014/main" id="{15C5EDCF-8FC7-B444-A0DD-65F5B8A83541}"/>
              </a:ext>
            </a:extLst>
          </p:cNvPr>
          <p:cNvSpPr txBox="1">
            <a:spLocks noChangeArrowheads="1"/>
          </p:cNvSpPr>
          <p:nvPr/>
        </p:nvSpPr>
        <p:spPr bwMode="auto">
          <a:xfrm>
            <a:off x="133564" y="1078510"/>
            <a:ext cx="8804952" cy="369332"/>
          </a:xfrm>
          <a:prstGeom prst="rect">
            <a:avLst/>
          </a:prstGeom>
          <a:noFill/>
          <a:ln>
            <a:noFill/>
          </a:ln>
          <a:effectLst/>
        </p:spPr>
        <p:txBody>
          <a:bodyPr wrap="square">
            <a:spAutoFit/>
          </a:bodyPr>
          <a:lstStyle/>
          <a:p>
            <a:pPr eaLnBrk="1" hangingPunct="1">
              <a:defRPr/>
            </a:pPr>
            <a:r>
              <a:rPr lang="en-US" altLang="zh-CN" dirty="0">
                <a:solidFill>
                  <a:srgbClr val="333399"/>
                </a:solidFill>
                <a:latin typeface="Tahoma" charset="0"/>
                <a:ea typeface="宋体" charset="-122"/>
                <a:cs typeface="+mn-cs"/>
              </a:rPr>
              <a:t>A </a:t>
            </a:r>
            <a:r>
              <a:rPr lang="zh-CN" altLang="en-US" dirty="0">
                <a:solidFill>
                  <a:srgbClr val="333399"/>
                </a:solidFill>
                <a:latin typeface="Tahoma" charset="0"/>
                <a:ea typeface="宋体" charset="-122"/>
                <a:cs typeface="+mn-cs"/>
              </a:rPr>
              <a:t>向 </a:t>
            </a:r>
            <a:r>
              <a:rPr lang="en-US" altLang="zh-CN" dirty="0">
                <a:solidFill>
                  <a:srgbClr val="333399"/>
                </a:solidFill>
                <a:latin typeface="Tahoma" charset="0"/>
                <a:ea typeface="宋体" charset="-122"/>
                <a:cs typeface="+mn-cs"/>
              </a:rPr>
              <a:t>B </a:t>
            </a:r>
            <a:r>
              <a:rPr lang="zh-CN" altLang="en-US" dirty="0">
                <a:solidFill>
                  <a:srgbClr val="333399"/>
                </a:solidFill>
                <a:latin typeface="Tahoma" charset="0"/>
                <a:ea typeface="宋体" charset="-122"/>
                <a:cs typeface="+mn-cs"/>
              </a:rPr>
              <a:t>发送数据。在连接建立时，</a:t>
            </a:r>
            <a:r>
              <a:rPr lang="en-US" altLang="zh-CN" dirty="0">
                <a:solidFill>
                  <a:srgbClr val="333399"/>
                </a:solidFill>
                <a:latin typeface="Tahoma" charset="0"/>
                <a:ea typeface="宋体" charset="-122"/>
                <a:cs typeface="+mn-cs"/>
              </a:rPr>
              <a:t>B </a:t>
            </a:r>
            <a:r>
              <a:rPr lang="zh-CN" altLang="en-US" dirty="0">
                <a:solidFill>
                  <a:srgbClr val="333399"/>
                </a:solidFill>
                <a:latin typeface="Tahoma" charset="0"/>
                <a:ea typeface="宋体" charset="-122"/>
                <a:cs typeface="+mn-cs"/>
              </a:rPr>
              <a:t>告诉 </a:t>
            </a:r>
            <a:r>
              <a:rPr lang="en-US" altLang="zh-CN" dirty="0">
                <a:solidFill>
                  <a:srgbClr val="333399"/>
                </a:solidFill>
                <a:latin typeface="Tahoma" charset="0"/>
                <a:ea typeface="宋体" charset="-122"/>
                <a:cs typeface="+mn-cs"/>
              </a:rPr>
              <a:t>A</a:t>
            </a:r>
            <a:r>
              <a:rPr lang="zh-CN" altLang="en-US" dirty="0">
                <a:solidFill>
                  <a:srgbClr val="333399"/>
                </a:solidFill>
                <a:latin typeface="Tahoma" charset="0"/>
                <a:ea typeface="宋体" charset="-122"/>
                <a:cs typeface="+mn-cs"/>
              </a:rPr>
              <a:t>：</a:t>
            </a:r>
            <a:r>
              <a:rPr lang="zh-CN" altLang="en-US" dirty="0">
                <a:solidFill>
                  <a:srgbClr val="333399"/>
                </a:solidFill>
                <a:latin typeface="Arial" charset="0"/>
                <a:ea typeface="宋体" charset="-122"/>
                <a:cs typeface="+mn-cs"/>
              </a:rPr>
              <a:t>“</a:t>
            </a:r>
            <a:r>
              <a:rPr lang="zh-CN" altLang="en-US" dirty="0">
                <a:solidFill>
                  <a:srgbClr val="333399"/>
                </a:solidFill>
                <a:latin typeface="Tahoma" charset="0"/>
                <a:ea typeface="宋体" charset="-122"/>
                <a:cs typeface="+mn-cs"/>
              </a:rPr>
              <a:t>我的接收窗口 </a:t>
            </a:r>
            <a:r>
              <a:rPr lang="en-US" altLang="zh-CN" dirty="0" err="1">
                <a:solidFill>
                  <a:srgbClr val="333399"/>
                </a:solidFill>
                <a:latin typeface="Tahoma" charset="0"/>
                <a:ea typeface="宋体" charset="-122"/>
                <a:cs typeface="+mn-cs"/>
              </a:rPr>
              <a:t>rwnd</a:t>
            </a:r>
            <a:r>
              <a:rPr lang="en-US" altLang="zh-CN" dirty="0">
                <a:solidFill>
                  <a:srgbClr val="333399"/>
                </a:solidFill>
                <a:latin typeface="Tahoma" charset="0"/>
                <a:ea typeface="宋体" charset="-122"/>
                <a:cs typeface="+mn-cs"/>
              </a:rPr>
              <a:t> = 400</a:t>
            </a:r>
            <a:r>
              <a:rPr lang="zh-CN" altLang="en-US" dirty="0">
                <a:solidFill>
                  <a:srgbClr val="333399"/>
                </a:solidFill>
                <a:latin typeface="Tahoma" charset="0"/>
                <a:ea typeface="宋体" charset="-122"/>
                <a:cs typeface="+mn-cs"/>
              </a:rPr>
              <a:t>（字节）</a:t>
            </a:r>
            <a:r>
              <a:rPr lang="zh-CN" altLang="en-US" dirty="0">
                <a:solidFill>
                  <a:srgbClr val="333399"/>
                </a:solidFill>
                <a:latin typeface="Arial" charset="0"/>
                <a:ea typeface="宋体" charset="-122"/>
                <a:cs typeface="+mn-cs"/>
              </a:rPr>
              <a:t>”</a:t>
            </a:r>
            <a:r>
              <a:rPr lang="zh-CN" altLang="en-US" dirty="0">
                <a:solidFill>
                  <a:srgbClr val="333399"/>
                </a:solidFill>
                <a:latin typeface="Tahoma" charset="0"/>
                <a:ea typeface="宋体" charset="-122"/>
                <a:cs typeface="+mn-cs"/>
              </a:rPr>
              <a:t>。</a:t>
            </a:r>
          </a:p>
        </p:txBody>
      </p:sp>
    </p:spTree>
    <p:extLst>
      <p:ext uri="{BB962C8B-B14F-4D97-AF65-F5344CB8AC3E}">
        <p14:creationId xmlns:p14="http://schemas.microsoft.com/office/powerpoint/2010/main" val="237499877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6498" name="Rectangle 2">
            <a:extLst>
              <a:ext uri="{FF2B5EF4-FFF2-40B4-BE49-F238E27FC236}">
                <a16:creationId xmlns:a16="http://schemas.microsoft.com/office/drawing/2014/main" id="{B8BFBADA-1392-8F48-882D-5597DDD935FE}"/>
              </a:ext>
            </a:extLst>
          </p:cNvPr>
          <p:cNvSpPr>
            <a:spLocks noGrp="1" noChangeArrowheads="1"/>
          </p:cNvSpPr>
          <p:nvPr>
            <p:ph type="title"/>
          </p:nvPr>
        </p:nvSpPr>
        <p:spPr>
          <a:xfrm>
            <a:off x="148590" y="240745"/>
            <a:ext cx="6961823" cy="605075"/>
          </a:xfrm>
        </p:spPr>
        <p:txBody>
          <a:bodyPr/>
          <a:lstStyle/>
          <a:p>
            <a:pPr eaLnBrk="1" hangingPunct="1">
              <a:defRPr/>
            </a:pPr>
            <a:r>
              <a:rPr lang="zh-CN" altLang="en-US" sz="3000" dirty="0">
                <a:solidFill>
                  <a:schemeClr val="folHlink"/>
                </a:solidFill>
                <a:ea typeface="宋体" panose="02010600030101010101" pitchFamily="2" charset="-122"/>
              </a:rPr>
              <a:t>持续计时器</a:t>
            </a:r>
            <a:r>
              <a:rPr lang="en-US" altLang="zh-CN" sz="3000" dirty="0">
                <a:ea typeface="宋体" panose="02010600030101010101" pitchFamily="2" charset="-122"/>
              </a:rPr>
              <a:t>(persistence timer)</a:t>
            </a:r>
            <a:r>
              <a:rPr lang="zh-CN" altLang="en-US" sz="3000" dirty="0">
                <a:ea typeface="宋体" panose="02010600030101010101" pitchFamily="2" charset="-122"/>
              </a:rPr>
              <a:t>。</a:t>
            </a:r>
          </a:p>
        </p:txBody>
      </p:sp>
      <p:sp>
        <p:nvSpPr>
          <p:cNvPr id="746499" name="Rectangle 3">
            <a:extLst>
              <a:ext uri="{FF2B5EF4-FFF2-40B4-BE49-F238E27FC236}">
                <a16:creationId xmlns:a16="http://schemas.microsoft.com/office/drawing/2014/main" id="{6C4EBB70-286C-1A44-B6C6-A119625C8AE0}"/>
              </a:ext>
            </a:extLst>
          </p:cNvPr>
          <p:cNvSpPr>
            <a:spLocks noGrp="1" noChangeArrowheads="1"/>
          </p:cNvSpPr>
          <p:nvPr>
            <p:ph type="body" idx="1"/>
          </p:nvPr>
        </p:nvSpPr>
        <p:spPr>
          <a:xfrm>
            <a:off x="148590" y="1006078"/>
            <a:ext cx="8743950" cy="4137422"/>
          </a:xfrm>
        </p:spPr>
        <p:txBody>
          <a:bodyPr/>
          <a:lstStyle/>
          <a:p>
            <a:pPr eaLnBrk="1" hangingPunct="1">
              <a:defRPr/>
            </a:pPr>
            <a:r>
              <a:rPr lang="en-US" altLang="zh-CN" sz="2000" dirty="0">
                <a:ea typeface="宋体" panose="02010600030101010101" pitchFamily="2" charset="-122"/>
              </a:rPr>
              <a:t>TCP </a:t>
            </a:r>
            <a:r>
              <a:rPr lang="zh-CN" altLang="en-US" sz="2000" dirty="0">
                <a:ea typeface="宋体" panose="02010600030101010101" pitchFamily="2" charset="-122"/>
              </a:rPr>
              <a:t>为每一个连接设有一个</a:t>
            </a:r>
            <a:r>
              <a:rPr lang="zh-CN" altLang="en-US" sz="2000" dirty="0">
                <a:solidFill>
                  <a:schemeClr val="hlink"/>
                </a:solidFill>
                <a:ea typeface="宋体" panose="02010600030101010101" pitchFamily="2" charset="-122"/>
              </a:rPr>
              <a:t>持续计时器</a:t>
            </a:r>
            <a:r>
              <a:rPr lang="zh-CN" altLang="en-US" sz="2000" dirty="0">
                <a:ea typeface="宋体" panose="02010600030101010101" pitchFamily="2" charset="-122"/>
              </a:rPr>
              <a:t>。</a:t>
            </a:r>
          </a:p>
          <a:p>
            <a:pPr eaLnBrk="1" hangingPunct="1">
              <a:defRPr/>
            </a:pPr>
            <a:r>
              <a:rPr lang="zh-CN" altLang="en-US" sz="2000" dirty="0">
                <a:ea typeface="宋体" panose="02010600030101010101" pitchFamily="2" charset="-122"/>
              </a:rPr>
              <a:t>只要 </a:t>
            </a:r>
            <a:r>
              <a:rPr lang="en-US" altLang="zh-CN" sz="2000" dirty="0">
                <a:ea typeface="宋体" panose="02010600030101010101" pitchFamily="2" charset="-122"/>
              </a:rPr>
              <a:t>TCP </a:t>
            </a:r>
            <a:r>
              <a:rPr lang="zh-CN" altLang="en-US" sz="2000" dirty="0">
                <a:ea typeface="宋体" panose="02010600030101010101" pitchFamily="2" charset="-122"/>
              </a:rPr>
              <a:t>连接的一方收到对方的</a:t>
            </a:r>
            <a:r>
              <a:rPr lang="zh-CN" altLang="en-US" sz="2000" dirty="0">
                <a:solidFill>
                  <a:schemeClr val="hlink"/>
                </a:solidFill>
                <a:ea typeface="宋体" panose="02010600030101010101" pitchFamily="2" charset="-122"/>
              </a:rPr>
              <a:t>零窗口</a:t>
            </a:r>
            <a:r>
              <a:rPr lang="zh-CN" altLang="en-US" sz="2000" dirty="0">
                <a:ea typeface="宋体" panose="02010600030101010101" pitchFamily="2" charset="-122"/>
              </a:rPr>
              <a:t>通知，就启动持续计时器。</a:t>
            </a:r>
          </a:p>
          <a:p>
            <a:pPr eaLnBrk="1" hangingPunct="1">
              <a:defRPr/>
            </a:pPr>
            <a:r>
              <a:rPr lang="zh-CN" altLang="en-US" sz="2000" dirty="0">
                <a:ea typeface="宋体" panose="02010600030101010101" pitchFamily="2" charset="-122"/>
              </a:rPr>
              <a:t>若持续计时器设置的时间到期，就发送一个零窗口探测报文段（仅携带 </a:t>
            </a:r>
            <a:r>
              <a:rPr lang="en-US" altLang="zh-CN" sz="2000" dirty="0">
                <a:ea typeface="宋体" panose="02010600030101010101" pitchFamily="2" charset="-122"/>
              </a:rPr>
              <a:t>1 </a:t>
            </a:r>
            <a:r>
              <a:rPr lang="zh-CN" altLang="en-US" sz="2000" dirty="0">
                <a:ea typeface="宋体" panose="02010600030101010101" pitchFamily="2" charset="-122"/>
              </a:rPr>
              <a:t>字节的数据），而对方就在确认这个探测报文段时给出了现在的窗口值。</a:t>
            </a:r>
          </a:p>
          <a:p>
            <a:pPr eaLnBrk="1" hangingPunct="1">
              <a:defRPr/>
            </a:pPr>
            <a:r>
              <a:rPr lang="zh-CN" altLang="en-US" sz="2000" dirty="0">
                <a:ea typeface="宋体" panose="02010600030101010101" pitchFamily="2" charset="-122"/>
              </a:rPr>
              <a:t>若窗口仍然是零，则收到这个报文段的一方就重新设置持续计时器。</a:t>
            </a:r>
          </a:p>
          <a:p>
            <a:pPr eaLnBrk="1" hangingPunct="1">
              <a:defRPr/>
            </a:pPr>
            <a:r>
              <a:rPr lang="zh-CN" altLang="en-US" sz="2000" dirty="0">
                <a:ea typeface="宋体" panose="02010600030101010101" pitchFamily="2" charset="-122"/>
              </a:rPr>
              <a:t>若窗口不是零，则死锁的僵局就可以打破了。 </a:t>
            </a:r>
          </a:p>
        </p:txBody>
      </p:sp>
      <p:sp>
        <p:nvSpPr>
          <p:cNvPr id="2" name="幻灯片编号占位符 1">
            <a:extLst>
              <a:ext uri="{FF2B5EF4-FFF2-40B4-BE49-F238E27FC236}">
                <a16:creationId xmlns:a16="http://schemas.microsoft.com/office/drawing/2014/main" id="{9C772B18-E141-B34D-9A22-7F6FC1F1022B}"/>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81D87F0-B31B-B743-B42B-63F09F2A06FD}" type="slidenum">
              <a:rPr lang="en-US" altLang="zh-CN" sz="1050"/>
              <a:pPr>
                <a:defRPr/>
              </a:pPr>
              <a:t>81</a:t>
            </a:fld>
            <a:endParaRPr lang="en-US" altLang="zh-CN" sz="1050"/>
          </a:p>
        </p:txBody>
      </p:sp>
    </p:spTree>
    <p:extLst>
      <p:ext uri="{BB962C8B-B14F-4D97-AF65-F5344CB8AC3E}">
        <p14:creationId xmlns:p14="http://schemas.microsoft.com/office/powerpoint/2010/main" val="57893767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3906" name="Rectangle 2">
            <a:extLst>
              <a:ext uri="{FF2B5EF4-FFF2-40B4-BE49-F238E27FC236}">
                <a16:creationId xmlns:a16="http://schemas.microsoft.com/office/drawing/2014/main" id="{9F5FA6D1-817B-D04C-8310-B16FAAFBEEAC}"/>
              </a:ext>
            </a:extLst>
          </p:cNvPr>
          <p:cNvSpPr>
            <a:spLocks noGrp="1" noChangeArrowheads="1"/>
          </p:cNvSpPr>
          <p:nvPr>
            <p:ph type="title"/>
          </p:nvPr>
        </p:nvSpPr>
        <p:spPr/>
        <p:txBody>
          <a:bodyPr/>
          <a:lstStyle/>
          <a:p>
            <a:pPr eaLnBrk="1" hangingPunct="1">
              <a:defRPr/>
            </a:pPr>
            <a:r>
              <a:rPr lang="en-US" altLang="zh-CN" dirty="0">
                <a:latin typeface="Times New Roman" panose="02020603050405020304" pitchFamily="18" charset="0"/>
                <a:ea typeface="宋体" panose="02010600030101010101" pitchFamily="2" charset="-122"/>
              </a:rPr>
              <a:t>5.7.2  </a:t>
            </a:r>
            <a:r>
              <a:rPr lang="zh-CN" altLang="en-US" dirty="0">
                <a:latin typeface="Times New Roman" panose="02020603050405020304" pitchFamily="18" charset="0"/>
                <a:ea typeface="宋体" panose="02010600030101010101" pitchFamily="2" charset="-122"/>
              </a:rPr>
              <a:t>必须考虑传输效率</a:t>
            </a:r>
          </a:p>
        </p:txBody>
      </p:sp>
      <p:sp>
        <p:nvSpPr>
          <p:cNvPr id="763907" name="Rectangle 3">
            <a:extLst>
              <a:ext uri="{FF2B5EF4-FFF2-40B4-BE49-F238E27FC236}">
                <a16:creationId xmlns:a16="http://schemas.microsoft.com/office/drawing/2014/main" id="{5E32B1F6-D2A7-3448-846A-12C9DC20EBDD}"/>
              </a:ext>
            </a:extLst>
          </p:cNvPr>
          <p:cNvSpPr>
            <a:spLocks noGrp="1" noChangeArrowheads="1"/>
          </p:cNvSpPr>
          <p:nvPr>
            <p:ph type="body" idx="1"/>
          </p:nvPr>
        </p:nvSpPr>
        <p:spPr>
          <a:xfrm>
            <a:off x="133563" y="1059657"/>
            <a:ext cx="8804952" cy="3883819"/>
          </a:xfrm>
        </p:spPr>
        <p:txBody>
          <a:bodyPr/>
          <a:lstStyle/>
          <a:p>
            <a:pPr eaLnBrk="1" hangingPunct="1">
              <a:lnSpc>
                <a:spcPct val="90000"/>
              </a:lnSpc>
              <a:defRPr/>
            </a:pPr>
            <a:r>
              <a:rPr lang="zh-CN" altLang="en-US" sz="2100" dirty="0">
                <a:ea typeface="宋体" panose="02010600030101010101" pitchFamily="2" charset="-122"/>
              </a:rPr>
              <a:t>可以用不同的机制来控制 </a:t>
            </a:r>
            <a:r>
              <a:rPr lang="en-US" altLang="zh-CN" sz="2100" dirty="0">
                <a:ea typeface="宋体" panose="02010600030101010101" pitchFamily="2" charset="-122"/>
              </a:rPr>
              <a:t>TCP </a:t>
            </a:r>
            <a:r>
              <a:rPr lang="zh-CN" altLang="en-US" sz="2100" dirty="0">
                <a:ea typeface="宋体" panose="02010600030101010101" pitchFamily="2" charset="-122"/>
              </a:rPr>
              <a:t>报文段的发送时机</a:t>
            </a:r>
            <a:r>
              <a:rPr lang="en-US" altLang="zh-CN" sz="2100" dirty="0">
                <a:ea typeface="宋体" panose="02010600030101010101" pitchFamily="2" charset="-122"/>
              </a:rPr>
              <a:t>:</a:t>
            </a:r>
          </a:p>
          <a:p>
            <a:pPr eaLnBrk="1" hangingPunct="1">
              <a:lnSpc>
                <a:spcPct val="90000"/>
              </a:lnSpc>
              <a:defRPr/>
            </a:pPr>
            <a:r>
              <a:rPr lang="zh-CN" altLang="en-US" sz="2100" dirty="0">
                <a:ea typeface="宋体" panose="02010600030101010101" pitchFamily="2" charset="-122"/>
              </a:rPr>
              <a:t>第一种机制是 </a:t>
            </a:r>
            <a:r>
              <a:rPr lang="en-US" altLang="zh-CN" sz="2100" dirty="0">
                <a:ea typeface="宋体" panose="02010600030101010101" pitchFamily="2" charset="-122"/>
              </a:rPr>
              <a:t>TCP </a:t>
            </a:r>
            <a:r>
              <a:rPr lang="zh-CN" altLang="en-US" sz="2100" dirty="0">
                <a:ea typeface="宋体" panose="02010600030101010101" pitchFamily="2" charset="-122"/>
              </a:rPr>
              <a:t>维持一个变量，它等于最大报文段长度 </a:t>
            </a:r>
            <a:r>
              <a:rPr lang="en-US" altLang="zh-CN" sz="2100" dirty="0">
                <a:ea typeface="宋体" panose="02010600030101010101" pitchFamily="2" charset="-122"/>
              </a:rPr>
              <a:t>MSS</a:t>
            </a:r>
            <a:r>
              <a:rPr lang="zh-CN" altLang="en-US" sz="2100" dirty="0">
                <a:ea typeface="宋体" panose="02010600030101010101" pitchFamily="2" charset="-122"/>
              </a:rPr>
              <a:t>。只要缓存中存放的数据达到 </a:t>
            </a:r>
            <a:r>
              <a:rPr lang="en-US" altLang="zh-CN" sz="2100" dirty="0">
                <a:ea typeface="宋体" panose="02010600030101010101" pitchFamily="2" charset="-122"/>
              </a:rPr>
              <a:t>MSS </a:t>
            </a:r>
            <a:r>
              <a:rPr lang="zh-CN" altLang="en-US" sz="2100" dirty="0">
                <a:ea typeface="宋体" panose="02010600030101010101" pitchFamily="2" charset="-122"/>
              </a:rPr>
              <a:t>字节时，就组装成一个 </a:t>
            </a:r>
            <a:r>
              <a:rPr lang="en-US" altLang="zh-CN" sz="2100" dirty="0">
                <a:ea typeface="宋体" panose="02010600030101010101" pitchFamily="2" charset="-122"/>
              </a:rPr>
              <a:t>TCP </a:t>
            </a:r>
            <a:r>
              <a:rPr lang="zh-CN" altLang="en-US" sz="2100" dirty="0">
                <a:ea typeface="宋体" panose="02010600030101010101" pitchFamily="2" charset="-122"/>
              </a:rPr>
              <a:t>报文段发送出去。</a:t>
            </a:r>
          </a:p>
          <a:p>
            <a:pPr eaLnBrk="1" hangingPunct="1">
              <a:lnSpc>
                <a:spcPct val="90000"/>
              </a:lnSpc>
              <a:defRPr/>
            </a:pPr>
            <a:r>
              <a:rPr lang="zh-CN" altLang="en-US" sz="2100" dirty="0">
                <a:ea typeface="宋体" panose="02010600030101010101" pitchFamily="2" charset="-122"/>
              </a:rPr>
              <a:t>第二种机制是由发送方的应用进程指明要求发送报文段，即 </a:t>
            </a:r>
            <a:r>
              <a:rPr lang="en-US" altLang="zh-CN" sz="2100" dirty="0">
                <a:ea typeface="宋体" panose="02010600030101010101" pitchFamily="2" charset="-122"/>
              </a:rPr>
              <a:t>TCP </a:t>
            </a:r>
            <a:r>
              <a:rPr lang="zh-CN" altLang="en-US" sz="2100" dirty="0">
                <a:ea typeface="宋体" panose="02010600030101010101" pitchFamily="2" charset="-122"/>
              </a:rPr>
              <a:t>支持的推送</a:t>
            </a:r>
            <a:r>
              <a:rPr lang="en-US" altLang="zh-CN" sz="2100" dirty="0">
                <a:ea typeface="宋体" panose="02010600030101010101" pitchFamily="2" charset="-122"/>
              </a:rPr>
              <a:t>(push)</a:t>
            </a:r>
            <a:r>
              <a:rPr lang="zh-CN" altLang="en-US" sz="2100" dirty="0">
                <a:ea typeface="宋体" panose="02010600030101010101" pitchFamily="2" charset="-122"/>
              </a:rPr>
              <a:t>操作。</a:t>
            </a:r>
          </a:p>
          <a:p>
            <a:pPr eaLnBrk="1" hangingPunct="1">
              <a:lnSpc>
                <a:spcPct val="90000"/>
              </a:lnSpc>
              <a:defRPr/>
            </a:pPr>
            <a:r>
              <a:rPr lang="zh-CN" altLang="en-US" sz="2100" dirty="0">
                <a:ea typeface="宋体" panose="02010600030101010101" pitchFamily="2" charset="-122"/>
              </a:rPr>
              <a:t>第三种机制是发送方的一个计时器期限到了，这时就把当前已有的缓存数据装入报文段（但长度不能超过 </a:t>
            </a:r>
            <a:r>
              <a:rPr lang="en-US" altLang="zh-CN" sz="2100" dirty="0">
                <a:ea typeface="宋体" panose="02010600030101010101" pitchFamily="2" charset="-122"/>
              </a:rPr>
              <a:t>MSS</a:t>
            </a:r>
            <a:r>
              <a:rPr lang="zh-CN" altLang="en-US" sz="2100" dirty="0">
                <a:ea typeface="宋体" panose="02010600030101010101" pitchFamily="2" charset="-122"/>
              </a:rPr>
              <a:t>）发送出去。</a:t>
            </a:r>
          </a:p>
        </p:txBody>
      </p:sp>
      <p:sp>
        <p:nvSpPr>
          <p:cNvPr id="2" name="幻灯片编号占位符 1">
            <a:extLst>
              <a:ext uri="{FF2B5EF4-FFF2-40B4-BE49-F238E27FC236}">
                <a16:creationId xmlns:a16="http://schemas.microsoft.com/office/drawing/2014/main" id="{6DF9D245-3905-D942-BB6F-8C44F519DE41}"/>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6B2E49A-4204-224D-9DC6-956BF7D9ED67}" type="slidenum">
              <a:rPr lang="en-US" altLang="zh-CN" sz="1050"/>
              <a:pPr>
                <a:defRPr/>
              </a:pPr>
              <a:t>82</a:t>
            </a:fld>
            <a:endParaRPr lang="en-US" altLang="zh-CN" sz="1050"/>
          </a:p>
        </p:txBody>
      </p:sp>
    </p:spTree>
    <p:extLst>
      <p:ext uri="{BB962C8B-B14F-4D97-AF65-F5344CB8AC3E}">
        <p14:creationId xmlns:p14="http://schemas.microsoft.com/office/powerpoint/2010/main" val="106378287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4930" name="Rectangle 2">
            <a:extLst>
              <a:ext uri="{FF2B5EF4-FFF2-40B4-BE49-F238E27FC236}">
                <a16:creationId xmlns:a16="http://schemas.microsoft.com/office/drawing/2014/main" id="{0F1C8C0E-B6E5-1741-8ED0-8DC0D7957891}"/>
              </a:ext>
            </a:extLst>
          </p:cNvPr>
          <p:cNvSpPr>
            <a:spLocks noGrp="1" noChangeArrowheads="1"/>
          </p:cNvSpPr>
          <p:nvPr>
            <p:ph type="title"/>
          </p:nvPr>
        </p:nvSpPr>
        <p:spPr>
          <a:xfrm>
            <a:off x="137160" y="269083"/>
            <a:ext cx="7810263" cy="542448"/>
          </a:xfrm>
        </p:spPr>
        <p:txBody>
          <a:bodyPr/>
          <a:lstStyle/>
          <a:p>
            <a:pPr eaLnBrk="1" hangingPunct="1">
              <a:defRPr/>
            </a:pPr>
            <a:r>
              <a:rPr lang="en-US" altLang="zh-CN" dirty="0">
                <a:latin typeface="Times New Roman" panose="02020603050405020304" pitchFamily="18" charset="0"/>
                <a:ea typeface="宋体" panose="02010600030101010101" pitchFamily="2" charset="-122"/>
              </a:rPr>
              <a:t>5.8   TCP</a:t>
            </a:r>
            <a:r>
              <a:rPr lang="zh-CN" altLang="en-US" dirty="0">
                <a:latin typeface="Times New Roman" panose="02020603050405020304" pitchFamily="18" charset="0"/>
                <a:ea typeface="宋体" panose="02010600030101010101" pitchFamily="2" charset="-122"/>
              </a:rPr>
              <a:t>的拥塞控制</a:t>
            </a:r>
          </a:p>
        </p:txBody>
      </p:sp>
      <p:sp>
        <p:nvSpPr>
          <p:cNvPr id="764932" name="Rectangle 4">
            <a:extLst>
              <a:ext uri="{FF2B5EF4-FFF2-40B4-BE49-F238E27FC236}">
                <a16:creationId xmlns:a16="http://schemas.microsoft.com/office/drawing/2014/main" id="{0568FAC4-C164-8C40-A063-439AE707388A}"/>
              </a:ext>
            </a:extLst>
          </p:cNvPr>
          <p:cNvSpPr>
            <a:spLocks noGrp="1" noChangeArrowheads="1"/>
          </p:cNvSpPr>
          <p:nvPr>
            <p:ph type="body" idx="1"/>
          </p:nvPr>
        </p:nvSpPr>
        <p:spPr>
          <a:xfrm>
            <a:off x="137160" y="1588769"/>
            <a:ext cx="8743950" cy="3197543"/>
          </a:xfrm>
        </p:spPr>
        <p:txBody>
          <a:bodyPr/>
          <a:lstStyle/>
          <a:p>
            <a:pPr eaLnBrk="1" hangingPunct="1">
              <a:defRPr/>
            </a:pPr>
            <a:r>
              <a:rPr lang="zh-CN" altLang="en-US" sz="2100" dirty="0">
                <a:ea typeface="宋体" panose="02010600030101010101" pitchFamily="2" charset="-122"/>
              </a:rPr>
              <a:t>在某段时间，若对网络中某资源的需求超过了该资源所能提供的可用部分，网络的性能就要变坏</a:t>
            </a:r>
            <a:r>
              <a:rPr lang="en-US" altLang="zh-CN" sz="2100" dirty="0">
                <a:ea typeface="宋体" panose="02010600030101010101" pitchFamily="2" charset="-122"/>
              </a:rPr>
              <a:t>——</a:t>
            </a:r>
            <a:r>
              <a:rPr lang="zh-CN" altLang="en-US" sz="2100" dirty="0">
                <a:ea typeface="宋体" panose="02010600030101010101" pitchFamily="2" charset="-122"/>
              </a:rPr>
              <a:t>产生</a:t>
            </a:r>
            <a:r>
              <a:rPr lang="zh-CN" altLang="en-US" sz="2100" dirty="0">
                <a:solidFill>
                  <a:schemeClr val="hlink"/>
                </a:solidFill>
                <a:ea typeface="宋体" panose="02010600030101010101" pitchFamily="2" charset="-122"/>
              </a:rPr>
              <a:t>拥塞</a:t>
            </a:r>
            <a:r>
              <a:rPr lang="en-US" altLang="zh-CN" sz="2100" dirty="0">
                <a:ea typeface="宋体" panose="02010600030101010101" pitchFamily="2" charset="-122"/>
              </a:rPr>
              <a:t>(congestion)</a:t>
            </a:r>
            <a:r>
              <a:rPr lang="zh-CN" altLang="en-US" sz="2100" dirty="0">
                <a:ea typeface="宋体" panose="02010600030101010101" pitchFamily="2" charset="-122"/>
              </a:rPr>
              <a:t>。</a:t>
            </a:r>
          </a:p>
          <a:p>
            <a:pPr eaLnBrk="1" hangingPunct="1">
              <a:defRPr/>
            </a:pPr>
            <a:r>
              <a:rPr lang="zh-CN" altLang="en-US" sz="2100" dirty="0">
                <a:ea typeface="宋体" panose="02010600030101010101" pitchFamily="2" charset="-122"/>
              </a:rPr>
              <a:t>出现资源拥塞的条件：</a:t>
            </a:r>
          </a:p>
          <a:p>
            <a:pPr eaLnBrk="1" hangingPunct="1">
              <a:spcBef>
                <a:spcPct val="40000"/>
              </a:spcBef>
              <a:spcAft>
                <a:spcPct val="30000"/>
              </a:spcAft>
              <a:buFont typeface="Wingdings" pitchFamily="2" charset="2"/>
              <a:buNone/>
              <a:defRPr/>
            </a:pPr>
            <a:r>
              <a:rPr lang="zh-CN" altLang="en-US" sz="2100" dirty="0">
                <a:ea typeface="宋体" panose="02010600030101010101" pitchFamily="2" charset="-122"/>
              </a:rPr>
              <a:t>                     对资源需求的总和 </a:t>
            </a:r>
            <a:r>
              <a:rPr lang="en-US" altLang="zh-CN" sz="2100" dirty="0">
                <a:ea typeface="宋体" panose="02010600030101010101" pitchFamily="2" charset="-122"/>
              </a:rPr>
              <a:t>&gt; </a:t>
            </a:r>
            <a:r>
              <a:rPr lang="zh-CN" altLang="en-US" sz="2100" dirty="0">
                <a:ea typeface="宋体" panose="02010600030101010101" pitchFamily="2" charset="-122"/>
              </a:rPr>
              <a:t>可用资源              </a:t>
            </a:r>
            <a:endParaRPr lang="en-US" altLang="zh-CN" sz="2100" dirty="0">
              <a:ea typeface="宋体" panose="02010600030101010101" pitchFamily="2" charset="-122"/>
            </a:endParaRPr>
          </a:p>
          <a:p>
            <a:pPr eaLnBrk="1" hangingPunct="1">
              <a:defRPr/>
            </a:pPr>
            <a:r>
              <a:rPr lang="zh-CN" altLang="en-US" sz="2100" dirty="0">
                <a:ea typeface="宋体" panose="02010600030101010101" pitchFamily="2" charset="-122"/>
              </a:rPr>
              <a:t>若网络中有许多资源同时产生拥塞，网络的性能就要明显变坏，整个网络的吞吐量将随输入负荷的增大而下降。  </a:t>
            </a:r>
          </a:p>
        </p:txBody>
      </p:sp>
      <p:sp>
        <p:nvSpPr>
          <p:cNvPr id="2" name="幻灯片编号占位符 1">
            <a:extLst>
              <a:ext uri="{FF2B5EF4-FFF2-40B4-BE49-F238E27FC236}">
                <a16:creationId xmlns:a16="http://schemas.microsoft.com/office/drawing/2014/main" id="{F1AA0130-260B-754D-8600-975448B61DF1}"/>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F903A19-47B0-904D-9A42-7C94B9831158}" type="slidenum">
              <a:rPr lang="en-US" altLang="zh-CN" sz="1050"/>
              <a:pPr>
                <a:defRPr/>
              </a:pPr>
              <a:t>83</a:t>
            </a:fld>
            <a:endParaRPr lang="en-US" altLang="zh-CN" sz="1050"/>
          </a:p>
        </p:txBody>
      </p:sp>
      <p:sp>
        <p:nvSpPr>
          <p:cNvPr id="3" name="矩形 2">
            <a:extLst>
              <a:ext uri="{FF2B5EF4-FFF2-40B4-BE49-F238E27FC236}">
                <a16:creationId xmlns:a16="http://schemas.microsoft.com/office/drawing/2014/main" id="{FC873024-B69D-7844-907A-E5A544800D49}"/>
              </a:ext>
            </a:extLst>
          </p:cNvPr>
          <p:cNvSpPr/>
          <p:nvPr/>
        </p:nvSpPr>
        <p:spPr>
          <a:xfrm>
            <a:off x="137160" y="1012495"/>
            <a:ext cx="4572000" cy="461665"/>
          </a:xfrm>
          <a:prstGeom prst="rect">
            <a:avLst/>
          </a:prstGeom>
        </p:spPr>
        <p:txBody>
          <a:bodyPr>
            <a:spAutoFit/>
          </a:bodyPr>
          <a:lstStyle/>
          <a:p>
            <a:r>
              <a:rPr lang="en-US" altLang="zh-CN" sz="2400" dirty="0">
                <a:latin typeface="Times New Roman" panose="02020603050405020304" pitchFamily="18" charset="0"/>
              </a:rPr>
              <a:t>5.8.1  </a:t>
            </a:r>
            <a:r>
              <a:rPr lang="zh-CN" altLang="en-US" sz="2400" dirty="0">
                <a:latin typeface="Times New Roman" panose="02020603050405020304" pitchFamily="18" charset="0"/>
              </a:rPr>
              <a:t>拥塞控制的一般原理 </a:t>
            </a:r>
            <a:endParaRPr lang="zh-CN" altLang="en-US" sz="2400" dirty="0"/>
          </a:p>
        </p:txBody>
      </p:sp>
    </p:spTree>
    <p:extLst>
      <p:ext uri="{BB962C8B-B14F-4D97-AF65-F5344CB8AC3E}">
        <p14:creationId xmlns:p14="http://schemas.microsoft.com/office/powerpoint/2010/main" val="26013882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4932">
                                            <p:txEl>
                                              <p:pRg st="1" end="1"/>
                                            </p:txEl>
                                          </p:spTgt>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grpId="0" nodeType="afterEffect">
                                  <p:stCondLst>
                                    <p:cond delay="0"/>
                                  </p:stCondLst>
                                  <p:childTnLst>
                                    <p:set>
                                      <p:cBhvr>
                                        <p:cTn id="9" dur="1" fill="hold">
                                          <p:stCondLst>
                                            <p:cond delay="0"/>
                                          </p:stCondLst>
                                        </p:cTn>
                                        <p:tgtEl>
                                          <p:spTgt spid="764932">
                                            <p:txEl>
                                              <p:pRg st="2" end="2"/>
                                            </p:txEl>
                                          </p:spTgt>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6493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4932"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6978" name="Rectangle 2">
            <a:extLst>
              <a:ext uri="{FF2B5EF4-FFF2-40B4-BE49-F238E27FC236}">
                <a16:creationId xmlns:a16="http://schemas.microsoft.com/office/drawing/2014/main" id="{F2ED5C95-054F-284B-9491-9491F34C725B}"/>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拥塞控制与流量控制的关系 </a:t>
            </a:r>
          </a:p>
        </p:txBody>
      </p:sp>
      <p:sp>
        <p:nvSpPr>
          <p:cNvPr id="766979" name="Rectangle 3">
            <a:extLst>
              <a:ext uri="{FF2B5EF4-FFF2-40B4-BE49-F238E27FC236}">
                <a16:creationId xmlns:a16="http://schemas.microsoft.com/office/drawing/2014/main" id="{432C12EE-434E-414D-878D-706C1974F32A}"/>
              </a:ext>
            </a:extLst>
          </p:cNvPr>
          <p:cNvSpPr>
            <a:spLocks noGrp="1" noChangeArrowheads="1"/>
          </p:cNvSpPr>
          <p:nvPr>
            <p:ph type="body" idx="1"/>
          </p:nvPr>
        </p:nvSpPr>
        <p:spPr>
          <a:xfrm>
            <a:off x="251460" y="1006079"/>
            <a:ext cx="8606789" cy="3563540"/>
          </a:xfrm>
        </p:spPr>
        <p:txBody>
          <a:bodyPr/>
          <a:lstStyle/>
          <a:p>
            <a:pPr eaLnBrk="1" hangingPunct="1">
              <a:defRPr/>
            </a:pPr>
            <a:r>
              <a:rPr lang="zh-CN" altLang="en-US" sz="2100" dirty="0">
                <a:solidFill>
                  <a:schemeClr val="hlink"/>
                </a:solidFill>
                <a:ea typeface="宋体" panose="02010600030101010101" pitchFamily="2" charset="-122"/>
              </a:rPr>
              <a:t>拥塞控制</a:t>
            </a:r>
            <a:r>
              <a:rPr lang="zh-CN" altLang="en-US" sz="2100" dirty="0">
                <a:ea typeface="宋体" panose="02010600030101010101" pitchFamily="2" charset="-122"/>
              </a:rPr>
              <a:t>所要做的都有一个前提，就是网络能够承受现有的网络负荷。</a:t>
            </a:r>
          </a:p>
          <a:p>
            <a:pPr eaLnBrk="1" hangingPunct="1">
              <a:defRPr/>
            </a:pPr>
            <a:r>
              <a:rPr lang="zh-CN" altLang="en-US" sz="2100" dirty="0">
                <a:ea typeface="宋体" panose="02010600030101010101" pitchFamily="2" charset="-122"/>
              </a:rPr>
              <a:t>拥塞控制是一个全局性的过程，涉及到所有的主机、所有的路由器，以及与降低网络传输性能有关的所有因素。 </a:t>
            </a:r>
          </a:p>
          <a:p>
            <a:pPr eaLnBrk="1" hangingPunct="1">
              <a:defRPr/>
            </a:pPr>
            <a:r>
              <a:rPr lang="zh-CN" altLang="en-US" sz="2100" dirty="0">
                <a:solidFill>
                  <a:schemeClr val="hlink"/>
                </a:solidFill>
                <a:ea typeface="宋体" panose="02010600030101010101" pitchFamily="2" charset="-122"/>
              </a:rPr>
              <a:t>流量控制</a:t>
            </a:r>
            <a:r>
              <a:rPr lang="zh-CN" altLang="en-US" sz="2100" dirty="0">
                <a:ea typeface="宋体" panose="02010600030101010101" pitchFamily="2" charset="-122"/>
              </a:rPr>
              <a:t>往往指在给定的发送端和接收端之间的点对点通信量的控制。 </a:t>
            </a:r>
          </a:p>
          <a:p>
            <a:pPr eaLnBrk="1" hangingPunct="1">
              <a:defRPr/>
            </a:pPr>
            <a:r>
              <a:rPr lang="zh-CN" altLang="en-US" sz="2100" dirty="0">
                <a:ea typeface="宋体" panose="02010600030101010101" pitchFamily="2" charset="-122"/>
              </a:rPr>
              <a:t>流量控制所要做的就是抑制发送端发送数据的速率，以便使接收端来得及接收。 </a:t>
            </a:r>
          </a:p>
        </p:txBody>
      </p:sp>
      <p:sp>
        <p:nvSpPr>
          <p:cNvPr id="2" name="幻灯片编号占位符 1">
            <a:extLst>
              <a:ext uri="{FF2B5EF4-FFF2-40B4-BE49-F238E27FC236}">
                <a16:creationId xmlns:a16="http://schemas.microsoft.com/office/drawing/2014/main" id="{4A6E1FED-7B80-394C-9DD7-8A3893A4C1A0}"/>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44DB520-D079-B340-888A-112BE47F3E14}" type="slidenum">
              <a:rPr lang="en-US" altLang="zh-CN" sz="1050"/>
              <a:pPr>
                <a:defRPr/>
              </a:pPr>
              <a:t>84</a:t>
            </a:fld>
            <a:endParaRPr lang="en-US" altLang="zh-CN" sz="1050"/>
          </a:p>
        </p:txBody>
      </p:sp>
    </p:spTree>
    <p:extLst>
      <p:ext uri="{BB962C8B-B14F-4D97-AF65-F5344CB8AC3E}">
        <p14:creationId xmlns:p14="http://schemas.microsoft.com/office/powerpoint/2010/main" val="8678927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697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6697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6697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6979"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02" name="Rectangle 2">
            <a:extLst>
              <a:ext uri="{FF2B5EF4-FFF2-40B4-BE49-F238E27FC236}">
                <a16:creationId xmlns:a16="http://schemas.microsoft.com/office/drawing/2014/main" id="{FE041D99-6417-7A44-8DBD-5FE41A9424D5}"/>
              </a:ext>
            </a:extLst>
          </p:cNvPr>
          <p:cNvSpPr>
            <a:spLocks noGrp="1" noChangeArrowheads="1"/>
          </p:cNvSpPr>
          <p:nvPr>
            <p:ph type="title"/>
          </p:nvPr>
        </p:nvSpPr>
        <p:spPr/>
        <p:txBody>
          <a:bodyPr/>
          <a:lstStyle/>
          <a:p>
            <a:pPr eaLnBrk="1" hangingPunct="1">
              <a:defRPr/>
            </a:pPr>
            <a:r>
              <a:rPr lang="zh-CN" altLang="en-US" sz="3600">
                <a:ea typeface="宋体" panose="02010600030101010101" pitchFamily="2" charset="-122"/>
              </a:rPr>
              <a:t>拥塞控制所起的作用 </a:t>
            </a:r>
          </a:p>
        </p:txBody>
      </p:sp>
      <p:sp>
        <p:nvSpPr>
          <p:cNvPr id="768003" name="Line 3">
            <a:extLst>
              <a:ext uri="{FF2B5EF4-FFF2-40B4-BE49-F238E27FC236}">
                <a16:creationId xmlns:a16="http://schemas.microsoft.com/office/drawing/2014/main" id="{0E7EFAC5-E01A-2B48-A18B-E43202B23104}"/>
              </a:ext>
            </a:extLst>
          </p:cNvPr>
          <p:cNvSpPr>
            <a:spLocks noChangeShapeType="1"/>
          </p:cNvSpPr>
          <p:nvPr/>
        </p:nvSpPr>
        <p:spPr bwMode="auto">
          <a:xfrm rot="16200000">
            <a:off x="612577" y="2931914"/>
            <a:ext cx="2611041" cy="0"/>
          </a:xfrm>
          <a:prstGeom prst="line">
            <a:avLst/>
          </a:prstGeom>
          <a:noFill/>
          <a:ln w="190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68005" name="Text Box 5">
            <a:extLst>
              <a:ext uri="{FF2B5EF4-FFF2-40B4-BE49-F238E27FC236}">
                <a16:creationId xmlns:a16="http://schemas.microsoft.com/office/drawing/2014/main" id="{4E8620E5-783A-B447-8DFD-A0508FEA65E1}"/>
              </a:ext>
            </a:extLst>
          </p:cNvPr>
          <p:cNvSpPr txBox="1">
            <a:spLocks noChangeArrowheads="1"/>
          </p:cNvSpPr>
          <p:nvPr/>
        </p:nvSpPr>
        <p:spPr bwMode="auto">
          <a:xfrm>
            <a:off x="6462713" y="3921919"/>
            <a:ext cx="1146468"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提供的负载</a:t>
            </a:r>
          </a:p>
        </p:txBody>
      </p:sp>
      <p:sp>
        <p:nvSpPr>
          <p:cNvPr id="768006" name="Text Box 6">
            <a:extLst>
              <a:ext uri="{FF2B5EF4-FFF2-40B4-BE49-F238E27FC236}">
                <a16:creationId xmlns:a16="http://schemas.microsoft.com/office/drawing/2014/main" id="{32477204-1E33-0B4C-82CA-E5DEE235A6E2}"/>
              </a:ext>
            </a:extLst>
          </p:cNvPr>
          <p:cNvSpPr txBox="1">
            <a:spLocks noChangeArrowheads="1"/>
          </p:cNvSpPr>
          <p:nvPr/>
        </p:nvSpPr>
        <p:spPr bwMode="auto">
          <a:xfrm>
            <a:off x="1918098" y="1515666"/>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吞吐量</a:t>
            </a:r>
          </a:p>
        </p:txBody>
      </p:sp>
      <p:grpSp>
        <p:nvGrpSpPr>
          <p:cNvPr id="768007" name="Group 7">
            <a:extLst>
              <a:ext uri="{FF2B5EF4-FFF2-40B4-BE49-F238E27FC236}">
                <a16:creationId xmlns:a16="http://schemas.microsoft.com/office/drawing/2014/main" id="{14AE8C31-5687-8643-B457-DB58B1E5AAE9}"/>
              </a:ext>
            </a:extLst>
          </p:cNvPr>
          <p:cNvGrpSpPr>
            <a:grpSpLocks/>
          </p:cNvGrpSpPr>
          <p:nvPr/>
        </p:nvGrpSpPr>
        <p:grpSpPr bwMode="auto">
          <a:xfrm>
            <a:off x="1918098" y="2139554"/>
            <a:ext cx="4860131" cy="2097881"/>
            <a:chOff x="651" y="1797"/>
            <a:chExt cx="4082" cy="1762"/>
          </a:xfrm>
        </p:grpSpPr>
        <p:sp>
          <p:nvSpPr>
            <p:cNvPr id="768008" name="Line 8">
              <a:extLst>
                <a:ext uri="{FF2B5EF4-FFF2-40B4-BE49-F238E27FC236}">
                  <a16:creationId xmlns:a16="http://schemas.microsoft.com/office/drawing/2014/main" id="{28EC8B1F-5096-A747-AA5E-8B92F8D0D935}"/>
                </a:ext>
              </a:extLst>
            </p:cNvPr>
            <p:cNvSpPr>
              <a:spLocks noChangeShapeType="1"/>
            </p:cNvSpPr>
            <p:nvPr/>
          </p:nvSpPr>
          <p:spPr bwMode="auto">
            <a:xfrm flipV="1">
              <a:off x="651" y="2077"/>
              <a:ext cx="1925" cy="1482"/>
            </a:xfrm>
            <a:prstGeom prst="line">
              <a:avLst/>
            </a:prstGeom>
            <a:noFill/>
            <a:ln w="38100">
              <a:solidFill>
                <a:srgbClr val="FF0066"/>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68009" name="Line 9">
              <a:extLst>
                <a:ext uri="{FF2B5EF4-FFF2-40B4-BE49-F238E27FC236}">
                  <a16:creationId xmlns:a16="http://schemas.microsoft.com/office/drawing/2014/main" id="{2DAC5B82-8991-8E4E-AC27-AEF621706B2B}"/>
                </a:ext>
              </a:extLst>
            </p:cNvPr>
            <p:cNvSpPr>
              <a:spLocks noChangeShapeType="1"/>
            </p:cNvSpPr>
            <p:nvPr/>
          </p:nvSpPr>
          <p:spPr bwMode="auto">
            <a:xfrm>
              <a:off x="2576" y="2077"/>
              <a:ext cx="2157" cy="0"/>
            </a:xfrm>
            <a:prstGeom prst="line">
              <a:avLst/>
            </a:prstGeom>
            <a:noFill/>
            <a:ln w="38100">
              <a:solidFill>
                <a:srgbClr val="FF0066"/>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68010" name="Text Box 10">
              <a:extLst>
                <a:ext uri="{FF2B5EF4-FFF2-40B4-BE49-F238E27FC236}">
                  <a16:creationId xmlns:a16="http://schemas.microsoft.com/office/drawing/2014/main" id="{58BE35F5-D9F8-B444-A96E-1713C0861E6E}"/>
                </a:ext>
              </a:extLst>
            </p:cNvPr>
            <p:cNvSpPr txBox="1">
              <a:spLocks noChangeArrowheads="1"/>
            </p:cNvSpPr>
            <p:nvPr/>
          </p:nvSpPr>
          <p:spPr bwMode="auto">
            <a:xfrm>
              <a:off x="2901" y="1797"/>
              <a:ext cx="1286" cy="27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chemeClr val="hlink"/>
                  </a:solidFill>
                  <a:latin typeface="Arial" panose="020B0604020202020204" pitchFamily="34" charset="0"/>
                </a:rPr>
                <a:t>理想的拥塞控制</a:t>
              </a:r>
            </a:p>
          </p:txBody>
        </p:sp>
      </p:grpSp>
      <p:sp>
        <p:nvSpPr>
          <p:cNvPr id="768015" name="Rectangle 15">
            <a:extLst>
              <a:ext uri="{FF2B5EF4-FFF2-40B4-BE49-F238E27FC236}">
                <a16:creationId xmlns:a16="http://schemas.microsoft.com/office/drawing/2014/main" id="{EB553C5B-F53F-4B4D-821B-EB3A0DD91EE2}"/>
              </a:ext>
            </a:extLst>
          </p:cNvPr>
          <p:cNvSpPr>
            <a:spLocks noChangeArrowheads="1"/>
          </p:cNvSpPr>
          <p:nvPr/>
        </p:nvSpPr>
        <p:spPr bwMode="auto">
          <a:xfrm>
            <a:off x="4462462" y="4308873"/>
            <a:ext cx="481013" cy="220265"/>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grpSp>
        <p:nvGrpSpPr>
          <p:cNvPr id="768023" name="Group 23">
            <a:extLst>
              <a:ext uri="{FF2B5EF4-FFF2-40B4-BE49-F238E27FC236}">
                <a16:creationId xmlns:a16="http://schemas.microsoft.com/office/drawing/2014/main" id="{F36AC85E-3350-5E4B-9D36-C1975DA6819D}"/>
              </a:ext>
            </a:extLst>
          </p:cNvPr>
          <p:cNvGrpSpPr>
            <a:grpSpLocks/>
          </p:cNvGrpSpPr>
          <p:nvPr/>
        </p:nvGrpSpPr>
        <p:grpSpPr bwMode="auto">
          <a:xfrm>
            <a:off x="1918098" y="2596754"/>
            <a:ext cx="4930378" cy="1640681"/>
            <a:chOff x="651" y="2181"/>
            <a:chExt cx="4141" cy="1378"/>
          </a:xfrm>
        </p:grpSpPr>
        <p:sp>
          <p:nvSpPr>
            <p:cNvPr id="768024" name="Freeform 24">
              <a:extLst>
                <a:ext uri="{FF2B5EF4-FFF2-40B4-BE49-F238E27FC236}">
                  <a16:creationId xmlns:a16="http://schemas.microsoft.com/office/drawing/2014/main" id="{EE54E8C4-DA8B-314D-8890-4A384A25F844}"/>
                </a:ext>
              </a:extLst>
            </p:cNvPr>
            <p:cNvSpPr>
              <a:spLocks/>
            </p:cNvSpPr>
            <p:nvPr/>
          </p:nvSpPr>
          <p:spPr bwMode="auto">
            <a:xfrm>
              <a:off x="651" y="2422"/>
              <a:ext cx="4141" cy="1137"/>
            </a:xfrm>
            <a:custGeom>
              <a:avLst/>
              <a:gdLst>
                <a:gd name="T0" fmla="*/ 0 w 2581"/>
                <a:gd name="T1" fmla="*/ 1137 h 921"/>
                <a:gd name="T2" fmla="*/ 1405 w 2581"/>
                <a:gd name="T3" fmla="*/ 426 h 921"/>
                <a:gd name="T4" fmla="*/ 2002 w 2581"/>
                <a:gd name="T5" fmla="*/ 226 h 921"/>
                <a:gd name="T6" fmla="*/ 2541 w 2581"/>
                <a:gd name="T7" fmla="*/ 130 h 921"/>
                <a:gd name="T8" fmla="*/ 3032 w 2581"/>
                <a:gd name="T9" fmla="*/ 78 h 921"/>
                <a:gd name="T10" fmla="*/ 3581 w 2581"/>
                <a:gd name="T11" fmla="*/ 26 h 921"/>
                <a:gd name="T12" fmla="*/ 4072 w 2581"/>
                <a:gd name="T13" fmla="*/ 4 h 921"/>
                <a:gd name="T14" fmla="*/ 3995 w 2581"/>
                <a:gd name="T15" fmla="*/ 4 h 92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81" h="921">
                  <a:moveTo>
                    <a:pt x="0" y="921"/>
                  </a:moveTo>
                  <a:cubicBezTo>
                    <a:pt x="334" y="694"/>
                    <a:pt x="668" y="468"/>
                    <a:pt x="876" y="345"/>
                  </a:cubicBezTo>
                  <a:cubicBezTo>
                    <a:pt x="1084" y="222"/>
                    <a:pt x="1130" y="223"/>
                    <a:pt x="1248" y="183"/>
                  </a:cubicBezTo>
                  <a:cubicBezTo>
                    <a:pt x="1366" y="143"/>
                    <a:pt x="1477" y="125"/>
                    <a:pt x="1584" y="105"/>
                  </a:cubicBezTo>
                  <a:cubicBezTo>
                    <a:pt x="1691" y="85"/>
                    <a:pt x="1782" y="77"/>
                    <a:pt x="1890" y="63"/>
                  </a:cubicBezTo>
                  <a:cubicBezTo>
                    <a:pt x="1998" y="49"/>
                    <a:pt x="2124" y="31"/>
                    <a:pt x="2232" y="21"/>
                  </a:cubicBezTo>
                  <a:cubicBezTo>
                    <a:pt x="2340" y="11"/>
                    <a:pt x="2495" y="6"/>
                    <a:pt x="2538" y="3"/>
                  </a:cubicBezTo>
                  <a:cubicBezTo>
                    <a:pt x="2581" y="0"/>
                    <a:pt x="2498" y="3"/>
                    <a:pt x="2490" y="3"/>
                  </a:cubicBezTo>
                </a:path>
              </a:pathLst>
            </a:custGeom>
            <a:noFill/>
            <a:ln w="57150" cmpd="sng">
              <a:solidFill>
                <a:srgbClr val="333399"/>
              </a:solidFill>
              <a:round/>
              <a:headEnd/>
              <a:tailEnd/>
            </a:ln>
            <a:effectLst/>
          </p:spPr>
          <p:txBody>
            <a:bodyPr wrap="none" anchor="ctr"/>
            <a:lstStyle/>
            <a:p>
              <a:pPr>
                <a:defRPr/>
              </a:pPr>
              <a:endParaRPr lang="zh-CN" altLang="en-US"/>
            </a:p>
          </p:txBody>
        </p:sp>
        <p:grpSp>
          <p:nvGrpSpPr>
            <p:cNvPr id="187424" name="Group 25">
              <a:extLst>
                <a:ext uri="{FF2B5EF4-FFF2-40B4-BE49-F238E27FC236}">
                  <a16:creationId xmlns:a16="http://schemas.microsoft.com/office/drawing/2014/main" id="{F9210370-3E40-F04B-81FF-582AB3BB48A1}"/>
                </a:ext>
              </a:extLst>
            </p:cNvPr>
            <p:cNvGrpSpPr>
              <a:grpSpLocks/>
            </p:cNvGrpSpPr>
            <p:nvPr/>
          </p:nvGrpSpPr>
          <p:grpSpPr bwMode="auto">
            <a:xfrm>
              <a:off x="2499" y="2181"/>
              <a:ext cx="1286" cy="382"/>
              <a:chOff x="2499" y="2181"/>
              <a:chExt cx="1286" cy="382"/>
            </a:xfrm>
          </p:grpSpPr>
          <p:sp>
            <p:nvSpPr>
              <p:cNvPr id="768026" name="Text Box 26">
                <a:extLst>
                  <a:ext uri="{FF2B5EF4-FFF2-40B4-BE49-F238E27FC236}">
                    <a16:creationId xmlns:a16="http://schemas.microsoft.com/office/drawing/2014/main" id="{3BB8C1A2-522A-4443-A8E0-30882BBB1087}"/>
                  </a:ext>
                </a:extLst>
              </p:cNvPr>
              <p:cNvSpPr txBox="1">
                <a:spLocks noChangeArrowheads="1"/>
              </p:cNvSpPr>
              <p:nvPr/>
            </p:nvSpPr>
            <p:spPr bwMode="auto">
              <a:xfrm>
                <a:off x="2499" y="2181"/>
                <a:ext cx="1286" cy="27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实际的拥塞控制</a:t>
                </a:r>
              </a:p>
            </p:txBody>
          </p:sp>
          <p:sp>
            <p:nvSpPr>
              <p:cNvPr id="768027" name="Line 27">
                <a:extLst>
                  <a:ext uri="{FF2B5EF4-FFF2-40B4-BE49-F238E27FC236}">
                    <a16:creationId xmlns:a16="http://schemas.microsoft.com/office/drawing/2014/main" id="{F76BB997-61EA-C547-8528-B7FBD23CA6C5}"/>
                  </a:ext>
                </a:extLst>
              </p:cNvPr>
              <p:cNvSpPr>
                <a:spLocks noChangeShapeType="1"/>
              </p:cNvSpPr>
              <p:nvPr/>
            </p:nvSpPr>
            <p:spPr bwMode="auto">
              <a:xfrm>
                <a:off x="3016" y="2387"/>
                <a:ext cx="100" cy="176"/>
              </a:xfrm>
              <a:prstGeom prst="line">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grpSp>
      <p:sp>
        <p:nvSpPr>
          <p:cNvPr id="768032" name="Line 32">
            <a:extLst>
              <a:ext uri="{FF2B5EF4-FFF2-40B4-BE49-F238E27FC236}">
                <a16:creationId xmlns:a16="http://schemas.microsoft.com/office/drawing/2014/main" id="{296BF6CC-FB5E-3847-B3DE-B58524E53572}"/>
              </a:ext>
            </a:extLst>
          </p:cNvPr>
          <p:cNvSpPr>
            <a:spLocks noChangeShapeType="1"/>
          </p:cNvSpPr>
          <p:nvPr/>
        </p:nvSpPr>
        <p:spPr bwMode="auto">
          <a:xfrm>
            <a:off x="1918097" y="4237435"/>
            <a:ext cx="5228034" cy="0"/>
          </a:xfrm>
          <a:prstGeom prst="line">
            <a:avLst/>
          </a:prstGeom>
          <a:noFill/>
          <a:ln w="190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68033" name="Text Box 33">
            <a:extLst>
              <a:ext uri="{FF2B5EF4-FFF2-40B4-BE49-F238E27FC236}">
                <a16:creationId xmlns:a16="http://schemas.microsoft.com/office/drawing/2014/main" id="{B18B7FA4-2662-4447-A3A0-0817C0493079}"/>
              </a:ext>
            </a:extLst>
          </p:cNvPr>
          <p:cNvSpPr txBox="1">
            <a:spLocks noChangeArrowheads="1"/>
          </p:cNvSpPr>
          <p:nvPr/>
        </p:nvSpPr>
        <p:spPr bwMode="auto">
          <a:xfrm>
            <a:off x="1728788" y="4127898"/>
            <a:ext cx="292068" cy="323165"/>
          </a:xfrm>
          <a:prstGeom prst="rect">
            <a:avLst/>
          </a:prstGeom>
          <a:noFill/>
          <a:ln>
            <a:noFill/>
          </a:ln>
          <a:effectLst/>
        </p:spPr>
        <p:txBody>
          <a:bodyPr wrap="none">
            <a:spAutoFit/>
          </a:bodyPr>
          <a:lstStyle/>
          <a:p>
            <a:pPr eaLnBrk="1" hangingPunct="1">
              <a:defRPr/>
            </a:pPr>
            <a:r>
              <a:rPr kumimoji="1" lang="en-US" altLang="zh-CN" sz="1500">
                <a:solidFill>
                  <a:srgbClr val="333399"/>
                </a:solidFill>
                <a:latin typeface="Arial" charset="0"/>
                <a:ea typeface="黑体" charset="-122"/>
              </a:rPr>
              <a:t>0</a:t>
            </a:r>
          </a:p>
        </p:txBody>
      </p:sp>
      <p:grpSp>
        <p:nvGrpSpPr>
          <p:cNvPr id="768038" name="Group 38">
            <a:extLst>
              <a:ext uri="{FF2B5EF4-FFF2-40B4-BE49-F238E27FC236}">
                <a16:creationId xmlns:a16="http://schemas.microsoft.com/office/drawing/2014/main" id="{9FC7E55A-51F3-A141-80E4-BFCF504C2DD5}"/>
              </a:ext>
            </a:extLst>
          </p:cNvPr>
          <p:cNvGrpSpPr>
            <a:grpSpLocks/>
          </p:cNvGrpSpPr>
          <p:nvPr/>
        </p:nvGrpSpPr>
        <p:grpSpPr bwMode="auto">
          <a:xfrm>
            <a:off x="5176838" y="3500438"/>
            <a:ext cx="2386013" cy="764381"/>
            <a:chOff x="3388" y="2940"/>
            <a:chExt cx="2004" cy="642"/>
          </a:xfrm>
        </p:grpSpPr>
        <p:grpSp>
          <p:nvGrpSpPr>
            <p:cNvPr id="187419" name="Group 17">
              <a:extLst>
                <a:ext uri="{FF2B5EF4-FFF2-40B4-BE49-F238E27FC236}">
                  <a16:creationId xmlns:a16="http://schemas.microsoft.com/office/drawing/2014/main" id="{56050423-A197-B547-8F10-42F9BBE03631}"/>
                </a:ext>
              </a:extLst>
            </p:cNvPr>
            <p:cNvGrpSpPr>
              <a:grpSpLocks/>
            </p:cNvGrpSpPr>
            <p:nvPr/>
          </p:nvGrpSpPr>
          <p:grpSpPr bwMode="auto">
            <a:xfrm>
              <a:off x="3429" y="2940"/>
              <a:ext cx="1963" cy="590"/>
              <a:chOff x="3429" y="2940"/>
              <a:chExt cx="1963" cy="590"/>
            </a:xfrm>
          </p:grpSpPr>
          <p:sp>
            <p:nvSpPr>
              <p:cNvPr id="768018" name="Text Box 18">
                <a:extLst>
                  <a:ext uri="{FF2B5EF4-FFF2-40B4-BE49-F238E27FC236}">
                    <a16:creationId xmlns:a16="http://schemas.microsoft.com/office/drawing/2014/main" id="{3CD2F8BA-3749-8B49-9EFF-8EA5BB017A55}"/>
                  </a:ext>
                </a:extLst>
              </p:cNvPr>
              <p:cNvSpPr txBox="1">
                <a:spLocks noChangeArrowheads="1"/>
              </p:cNvSpPr>
              <p:nvPr/>
            </p:nvSpPr>
            <p:spPr bwMode="auto">
              <a:xfrm>
                <a:off x="3833" y="2940"/>
                <a:ext cx="1559" cy="27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死锁（吞吐量 </a:t>
                </a:r>
                <a:r>
                  <a:rPr kumimoji="1" lang="en-US" altLang="zh-CN" sz="1500">
                    <a:solidFill>
                      <a:srgbClr val="333399"/>
                    </a:solidFill>
                    <a:latin typeface="Arial" panose="020B0604020202020204" pitchFamily="34" charset="0"/>
                  </a:rPr>
                  <a:t>= 0</a:t>
                </a:r>
                <a:r>
                  <a:rPr kumimoji="1" lang="zh-CN" altLang="en-US" sz="1500">
                    <a:solidFill>
                      <a:srgbClr val="333399"/>
                    </a:solidFill>
                    <a:latin typeface="Arial" panose="020B0604020202020204" pitchFamily="34" charset="0"/>
                  </a:rPr>
                  <a:t>）</a:t>
                </a:r>
              </a:p>
            </p:txBody>
          </p:sp>
          <p:sp>
            <p:nvSpPr>
              <p:cNvPr id="768019" name="Line 19">
                <a:extLst>
                  <a:ext uri="{FF2B5EF4-FFF2-40B4-BE49-F238E27FC236}">
                    <a16:creationId xmlns:a16="http://schemas.microsoft.com/office/drawing/2014/main" id="{D791304D-BA6E-D54C-80EC-54267296E6A0}"/>
                  </a:ext>
                </a:extLst>
              </p:cNvPr>
              <p:cNvSpPr>
                <a:spLocks noChangeShapeType="1"/>
              </p:cNvSpPr>
              <p:nvPr/>
            </p:nvSpPr>
            <p:spPr bwMode="auto">
              <a:xfrm flipH="1">
                <a:off x="3429" y="3144"/>
                <a:ext cx="457" cy="386"/>
              </a:xfrm>
              <a:prstGeom prst="line">
                <a:avLst/>
              </a:prstGeom>
              <a:noFill/>
              <a:ln w="28575">
                <a:solidFill>
                  <a:srgbClr val="333399"/>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sp>
          <p:nvSpPr>
            <p:cNvPr id="768034" name="Oval 34">
              <a:extLst>
                <a:ext uri="{FF2B5EF4-FFF2-40B4-BE49-F238E27FC236}">
                  <a16:creationId xmlns:a16="http://schemas.microsoft.com/office/drawing/2014/main" id="{6A7692B7-A180-FC46-96B7-626D501498F7}"/>
                </a:ext>
              </a:extLst>
            </p:cNvPr>
            <p:cNvSpPr>
              <a:spLocks noChangeArrowheads="1"/>
            </p:cNvSpPr>
            <p:nvPr/>
          </p:nvSpPr>
          <p:spPr bwMode="auto">
            <a:xfrm>
              <a:off x="3388" y="3522"/>
              <a:ext cx="63" cy="60"/>
            </a:xfrm>
            <a:prstGeom prst="ellipse">
              <a:avLst/>
            </a:prstGeom>
            <a:solidFill>
              <a:srgbClr val="FF0066"/>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768040" name="Group 40">
            <a:extLst>
              <a:ext uri="{FF2B5EF4-FFF2-40B4-BE49-F238E27FC236}">
                <a16:creationId xmlns:a16="http://schemas.microsoft.com/office/drawing/2014/main" id="{8BA6B841-6547-054A-B062-7BA2FD493931}"/>
              </a:ext>
            </a:extLst>
          </p:cNvPr>
          <p:cNvGrpSpPr>
            <a:grpSpLocks/>
          </p:cNvGrpSpPr>
          <p:nvPr/>
        </p:nvGrpSpPr>
        <p:grpSpPr bwMode="auto">
          <a:xfrm>
            <a:off x="1918098" y="3068242"/>
            <a:ext cx="4538663" cy="1635920"/>
            <a:chOff x="651" y="2577"/>
            <a:chExt cx="3812" cy="1374"/>
          </a:xfrm>
        </p:grpSpPr>
        <p:sp>
          <p:nvSpPr>
            <p:cNvPr id="768014" name="Line 14">
              <a:extLst>
                <a:ext uri="{FF2B5EF4-FFF2-40B4-BE49-F238E27FC236}">
                  <a16:creationId xmlns:a16="http://schemas.microsoft.com/office/drawing/2014/main" id="{DF7F59DC-55E9-A44F-9E44-B14CC476A8D8}"/>
                </a:ext>
              </a:extLst>
            </p:cNvPr>
            <p:cNvSpPr>
              <a:spLocks noChangeShapeType="1"/>
            </p:cNvSpPr>
            <p:nvPr/>
          </p:nvSpPr>
          <p:spPr bwMode="auto">
            <a:xfrm>
              <a:off x="2585" y="3737"/>
              <a:ext cx="848" cy="0"/>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768030" name="Line 30">
              <a:extLst>
                <a:ext uri="{FF2B5EF4-FFF2-40B4-BE49-F238E27FC236}">
                  <a16:creationId xmlns:a16="http://schemas.microsoft.com/office/drawing/2014/main" id="{6748C816-32F4-694A-B171-E7D7718E3FCA}"/>
                </a:ext>
              </a:extLst>
            </p:cNvPr>
            <p:cNvSpPr>
              <a:spLocks noChangeShapeType="1"/>
            </p:cNvSpPr>
            <p:nvPr/>
          </p:nvSpPr>
          <p:spPr bwMode="auto">
            <a:xfrm>
              <a:off x="1633" y="3737"/>
              <a:ext cx="943" cy="0"/>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grpSp>
          <p:nvGrpSpPr>
            <p:cNvPr id="187407" name="Group 39">
              <a:extLst>
                <a:ext uri="{FF2B5EF4-FFF2-40B4-BE49-F238E27FC236}">
                  <a16:creationId xmlns:a16="http://schemas.microsoft.com/office/drawing/2014/main" id="{2988793C-7AD2-0B4F-8101-9521C464CE1D}"/>
                </a:ext>
              </a:extLst>
            </p:cNvPr>
            <p:cNvGrpSpPr>
              <a:grpSpLocks/>
            </p:cNvGrpSpPr>
            <p:nvPr/>
          </p:nvGrpSpPr>
          <p:grpSpPr bwMode="auto">
            <a:xfrm>
              <a:off x="651" y="2577"/>
              <a:ext cx="3812" cy="1374"/>
              <a:chOff x="651" y="2577"/>
              <a:chExt cx="3812" cy="1374"/>
            </a:xfrm>
          </p:grpSpPr>
          <p:grpSp>
            <p:nvGrpSpPr>
              <p:cNvPr id="187408" name="Group 37">
                <a:extLst>
                  <a:ext uri="{FF2B5EF4-FFF2-40B4-BE49-F238E27FC236}">
                    <a16:creationId xmlns:a16="http://schemas.microsoft.com/office/drawing/2014/main" id="{B6CDF281-7423-FA42-B4A1-DE0C4588FA75}"/>
                  </a:ext>
                </a:extLst>
              </p:cNvPr>
              <p:cNvGrpSpPr>
                <a:grpSpLocks/>
              </p:cNvGrpSpPr>
              <p:nvPr/>
            </p:nvGrpSpPr>
            <p:grpSpPr bwMode="auto">
              <a:xfrm>
                <a:off x="651" y="2577"/>
                <a:ext cx="3812" cy="1219"/>
                <a:chOff x="651" y="2577"/>
                <a:chExt cx="3812" cy="1219"/>
              </a:xfrm>
            </p:grpSpPr>
            <p:sp>
              <p:nvSpPr>
                <p:cNvPr id="768004" name="Freeform 4">
                  <a:extLst>
                    <a:ext uri="{FF2B5EF4-FFF2-40B4-BE49-F238E27FC236}">
                      <a16:creationId xmlns:a16="http://schemas.microsoft.com/office/drawing/2014/main" id="{573D5D82-ABCF-3B49-9157-6D703AC8461B}"/>
                    </a:ext>
                  </a:extLst>
                </p:cNvPr>
                <p:cNvSpPr>
                  <a:spLocks/>
                </p:cNvSpPr>
                <p:nvPr/>
              </p:nvSpPr>
              <p:spPr bwMode="auto">
                <a:xfrm>
                  <a:off x="651" y="2595"/>
                  <a:ext cx="2773" cy="964"/>
                </a:xfrm>
                <a:custGeom>
                  <a:avLst/>
                  <a:gdLst>
                    <a:gd name="T0" fmla="*/ 0 w 1728"/>
                    <a:gd name="T1" fmla="*/ 964 h 781"/>
                    <a:gd name="T2" fmla="*/ 1204 w 1728"/>
                    <a:gd name="T3" fmla="*/ 186 h 781"/>
                    <a:gd name="T4" fmla="*/ 1733 w 1728"/>
                    <a:gd name="T5" fmla="*/ 23 h 781"/>
                    <a:gd name="T6" fmla="*/ 2109 w 1728"/>
                    <a:gd name="T7" fmla="*/ 46 h 781"/>
                    <a:gd name="T8" fmla="*/ 2388 w 1728"/>
                    <a:gd name="T9" fmla="*/ 216 h 781"/>
                    <a:gd name="T10" fmla="*/ 2571 w 1728"/>
                    <a:gd name="T11" fmla="*/ 453 h 781"/>
                    <a:gd name="T12" fmla="*/ 2706 w 1728"/>
                    <a:gd name="T13" fmla="*/ 727 h 781"/>
                    <a:gd name="T14" fmla="*/ 2773 w 1728"/>
                    <a:gd name="T15" fmla="*/ 964 h 7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728" h="781">
                      <a:moveTo>
                        <a:pt x="0" y="781"/>
                      </a:moveTo>
                      <a:cubicBezTo>
                        <a:pt x="285" y="529"/>
                        <a:pt x="570" y="278"/>
                        <a:pt x="750" y="151"/>
                      </a:cubicBezTo>
                      <a:cubicBezTo>
                        <a:pt x="930" y="24"/>
                        <a:pt x="986" y="38"/>
                        <a:pt x="1080" y="19"/>
                      </a:cubicBezTo>
                      <a:cubicBezTo>
                        <a:pt x="1174" y="0"/>
                        <a:pt x="1246" y="11"/>
                        <a:pt x="1314" y="37"/>
                      </a:cubicBezTo>
                      <a:cubicBezTo>
                        <a:pt x="1382" y="63"/>
                        <a:pt x="1440" y="120"/>
                        <a:pt x="1488" y="175"/>
                      </a:cubicBezTo>
                      <a:cubicBezTo>
                        <a:pt x="1536" y="230"/>
                        <a:pt x="1569" y="298"/>
                        <a:pt x="1602" y="367"/>
                      </a:cubicBezTo>
                      <a:cubicBezTo>
                        <a:pt x="1635" y="436"/>
                        <a:pt x="1665" y="520"/>
                        <a:pt x="1686" y="589"/>
                      </a:cubicBezTo>
                      <a:cubicBezTo>
                        <a:pt x="1707" y="658"/>
                        <a:pt x="1717" y="719"/>
                        <a:pt x="1728" y="781"/>
                      </a:cubicBezTo>
                    </a:path>
                  </a:pathLst>
                </a:custGeom>
                <a:noFill/>
                <a:ln w="38100" cmpd="sng">
                  <a:solidFill>
                    <a:srgbClr val="00FF00"/>
                  </a:solidFill>
                  <a:round/>
                  <a:headEnd/>
                  <a:tailEnd/>
                </a:ln>
                <a:effectLst/>
              </p:spPr>
              <p:txBody>
                <a:bodyPr wrap="none" anchor="ctr"/>
                <a:lstStyle/>
                <a:p>
                  <a:pPr>
                    <a:defRPr/>
                  </a:pPr>
                  <a:endParaRPr lang="zh-CN" altLang="en-US"/>
                </a:p>
              </p:txBody>
            </p:sp>
            <p:sp>
              <p:nvSpPr>
                <p:cNvPr id="768011" name="Line 11">
                  <a:extLst>
                    <a:ext uri="{FF2B5EF4-FFF2-40B4-BE49-F238E27FC236}">
                      <a16:creationId xmlns:a16="http://schemas.microsoft.com/office/drawing/2014/main" id="{689EC43D-9563-8A42-B232-5DC57B16D391}"/>
                    </a:ext>
                  </a:extLst>
                </p:cNvPr>
                <p:cNvSpPr>
                  <a:spLocks noChangeShapeType="1"/>
                </p:cNvSpPr>
                <p:nvPr/>
              </p:nvSpPr>
              <p:spPr bwMode="auto">
                <a:xfrm>
                  <a:off x="2576" y="2611"/>
                  <a:ext cx="0" cy="948"/>
                </a:xfrm>
                <a:prstGeom prst="line">
                  <a:avLst/>
                </a:prstGeom>
                <a:noFill/>
                <a:ln w="12700">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68021" name="Text Box 21">
                  <a:extLst>
                    <a:ext uri="{FF2B5EF4-FFF2-40B4-BE49-F238E27FC236}">
                      <a16:creationId xmlns:a16="http://schemas.microsoft.com/office/drawing/2014/main" id="{5AF27038-8FDA-8642-A151-3E7008C84156}"/>
                    </a:ext>
                  </a:extLst>
                </p:cNvPr>
                <p:cNvSpPr txBox="1">
                  <a:spLocks noChangeArrowheads="1"/>
                </p:cNvSpPr>
                <p:nvPr/>
              </p:nvSpPr>
              <p:spPr bwMode="auto">
                <a:xfrm>
                  <a:off x="3500" y="2577"/>
                  <a:ext cx="963" cy="27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无拥塞控制</a:t>
                  </a:r>
                </a:p>
              </p:txBody>
            </p:sp>
            <p:sp>
              <p:nvSpPr>
                <p:cNvPr id="768022" name="Line 22">
                  <a:extLst>
                    <a:ext uri="{FF2B5EF4-FFF2-40B4-BE49-F238E27FC236}">
                      <a16:creationId xmlns:a16="http://schemas.microsoft.com/office/drawing/2014/main" id="{CFE72E98-F93F-EA4F-BF44-75559BDB64D7}"/>
                    </a:ext>
                  </a:extLst>
                </p:cNvPr>
                <p:cNvSpPr>
                  <a:spLocks noChangeShapeType="1"/>
                </p:cNvSpPr>
                <p:nvPr/>
              </p:nvSpPr>
              <p:spPr bwMode="auto">
                <a:xfrm flipH="1">
                  <a:off x="3125" y="2759"/>
                  <a:ext cx="453" cy="148"/>
                </a:xfrm>
                <a:prstGeom prst="line">
                  <a:avLst/>
                </a:prstGeom>
                <a:noFill/>
                <a:ln w="28575">
                  <a:solidFill>
                    <a:srgbClr val="333399"/>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68028" name="Line 28">
                  <a:extLst>
                    <a:ext uri="{FF2B5EF4-FFF2-40B4-BE49-F238E27FC236}">
                      <a16:creationId xmlns:a16="http://schemas.microsoft.com/office/drawing/2014/main" id="{E9D582A7-D1FC-9544-8D12-6FF89F01F344}"/>
                    </a:ext>
                  </a:extLst>
                </p:cNvPr>
                <p:cNvSpPr>
                  <a:spLocks noChangeShapeType="1"/>
                </p:cNvSpPr>
                <p:nvPr/>
              </p:nvSpPr>
              <p:spPr bwMode="auto">
                <a:xfrm>
                  <a:off x="1619" y="2848"/>
                  <a:ext cx="0" cy="713"/>
                </a:xfrm>
                <a:prstGeom prst="line">
                  <a:avLst/>
                </a:prstGeom>
                <a:noFill/>
                <a:ln w="12700">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68012" name="Line 12">
                  <a:extLst>
                    <a:ext uri="{FF2B5EF4-FFF2-40B4-BE49-F238E27FC236}">
                      <a16:creationId xmlns:a16="http://schemas.microsoft.com/office/drawing/2014/main" id="{C84122F8-9733-0846-B5F7-18C8A01A2C34}"/>
                    </a:ext>
                  </a:extLst>
                </p:cNvPr>
                <p:cNvSpPr>
                  <a:spLocks noChangeShapeType="1"/>
                </p:cNvSpPr>
                <p:nvPr/>
              </p:nvSpPr>
              <p:spPr bwMode="auto">
                <a:xfrm>
                  <a:off x="2576" y="3559"/>
                  <a:ext cx="0" cy="237"/>
                </a:xfrm>
                <a:prstGeom prst="line">
                  <a:avLst/>
                </a:prstGeom>
                <a:no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68013" name="Line 13">
                  <a:extLst>
                    <a:ext uri="{FF2B5EF4-FFF2-40B4-BE49-F238E27FC236}">
                      <a16:creationId xmlns:a16="http://schemas.microsoft.com/office/drawing/2014/main" id="{88530BC3-17ED-CC45-8F05-06638676891E}"/>
                    </a:ext>
                  </a:extLst>
                </p:cNvPr>
                <p:cNvSpPr>
                  <a:spLocks noChangeShapeType="1"/>
                </p:cNvSpPr>
                <p:nvPr/>
              </p:nvSpPr>
              <p:spPr bwMode="auto">
                <a:xfrm>
                  <a:off x="3424" y="3559"/>
                  <a:ext cx="0" cy="237"/>
                </a:xfrm>
                <a:prstGeom prst="line">
                  <a:avLst/>
                </a:prstGeom>
                <a:no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68029" name="Line 29">
                  <a:extLst>
                    <a:ext uri="{FF2B5EF4-FFF2-40B4-BE49-F238E27FC236}">
                      <a16:creationId xmlns:a16="http://schemas.microsoft.com/office/drawing/2014/main" id="{19937A38-A082-5548-B4E2-1457AA6B055F}"/>
                    </a:ext>
                  </a:extLst>
                </p:cNvPr>
                <p:cNvSpPr>
                  <a:spLocks noChangeShapeType="1"/>
                </p:cNvSpPr>
                <p:nvPr/>
              </p:nvSpPr>
              <p:spPr bwMode="auto">
                <a:xfrm>
                  <a:off x="1619" y="3559"/>
                  <a:ext cx="0" cy="237"/>
                </a:xfrm>
                <a:prstGeom prst="line">
                  <a:avLst/>
                </a:prstGeom>
                <a:no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grpSp>
          <p:sp>
            <p:nvSpPr>
              <p:cNvPr id="768016" name="Text Box 16">
                <a:extLst>
                  <a:ext uri="{FF2B5EF4-FFF2-40B4-BE49-F238E27FC236}">
                    <a16:creationId xmlns:a16="http://schemas.microsoft.com/office/drawing/2014/main" id="{1D22F6B2-447E-A843-B991-A5AFBA1360D1}"/>
                  </a:ext>
                </a:extLst>
              </p:cNvPr>
              <p:cNvSpPr txBox="1">
                <a:spLocks noChangeArrowheads="1"/>
              </p:cNvSpPr>
              <p:nvPr/>
            </p:nvSpPr>
            <p:spPr bwMode="auto">
              <a:xfrm>
                <a:off x="2748" y="3589"/>
                <a:ext cx="478" cy="271"/>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500">
                    <a:solidFill>
                      <a:srgbClr val="333399"/>
                    </a:solidFill>
                    <a:latin typeface="Arial" panose="020B0604020202020204" pitchFamily="34" charset="0"/>
                  </a:rPr>
                  <a:t>拥塞</a:t>
                </a:r>
              </a:p>
            </p:txBody>
          </p:sp>
          <p:sp>
            <p:nvSpPr>
              <p:cNvPr id="768031" name="Text Box 31">
                <a:extLst>
                  <a:ext uri="{FF2B5EF4-FFF2-40B4-BE49-F238E27FC236}">
                    <a16:creationId xmlns:a16="http://schemas.microsoft.com/office/drawing/2014/main" id="{EDB3EEE1-3FC6-4349-8229-CECCAAF359A9}"/>
                  </a:ext>
                </a:extLst>
              </p:cNvPr>
              <p:cNvSpPr txBox="1">
                <a:spLocks noChangeArrowheads="1"/>
              </p:cNvSpPr>
              <p:nvPr/>
            </p:nvSpPr>
            <p:spPr bwMode="auto">
              <a:xfrm>
                <a:off x="1850" y="3563"/>
                <a:ext cx="478" cy="388"/>
              </a:xfrm>
              <a:prstGeom prst="rect">
                <a:avLst/>
              </a:prstGeom>
              <a:solidFill>
                <a:schemeClr val="bg1"/>
              </a:solid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lnSpc>
                    <a:spcPct val="80000"/>
                  </a:lnSpc>
                  <a:defRPr/>
                </a:pPr>
                <a:r>
                  <a:rPr kumimoji="1" lang="zh-CN" altLang="en-US" sz="1500">
                    <a:solidFill>
                      <a:srgbClr val="333399"/>
                    </a:solidFill>
                    <a:latin typeface="Arial" panose="020B0604020202020204" pitchFamily="34" charset="0"/>
                  </a:rPr>
                  <a:t>轻度</a:t>
                </a:r>
              </a:p>
              <a:p>
                <a:pPr eaLnBrk="1" hangingPunct="1">
                  <a:lnSpc>
                    <a:spcPct val="80000"/>
                  </a:lnSpc>
                  <a:defRPr/>
                </a:pPr>
                <a:r>
                  <a:rPr kumimoji="1" lang="zh-CN" altLang="en-US" sz="1500">
                    <a:solidFill>
                      <a:srgbClr val="333399"/>
                    </a:solidFill>
                    <a:latin typeface="Arial" panose="020B0604020202020204" pitchFamily="34" charset="0"/>
                  </a:rPr>
                  <a:t>拥塞</a:t>
                </a:r>
              </a:p>
            </p:txBody>
          </p:sp>
        </p:grpSp>
      </p:grpSp>
      <p:sp>
        <p:nvSpPr>
          <p:cNvPr id="2" name="幻灯片编号占位符 1">
            <a:extLst>
              <a:ext uri="{FF2B5EF4-FFF2-40B4-BE49-F238E27FC236}">
                <a16:creationId xmlns:a16="http://schemas.microsoft.com/office/drawing/2014/main" id="{B3AF272B-547E-B74A-8B34-FA4CFDF94163}"/>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BF0C022-3BA4-954D-9238-75325E67BEA2}" type="slidenum">
              <a:rPr lang="en-US" altLang="zh-CN" sz="1050"/>
              <a:pPr>
                <a:defRPr/>
              </a:pPr>
              <a:t>85</a:t>
            </a:fld>
            <a:endParaRPr lang="en-US" altLang="zh-CN" sz="1050"/>
          </a:p>
        </p:txBody>
      </p:sp>
    </p:spTree>
    <p:extLst>
      <p:ext uri="{BB962C8B-B14F-4D97-AF65-F5344CB8AC3E}">
        <p14:creationId xmlns:p14="http://schemas.microsoft.com/office/powerpoint/2010/main" val="26786435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6804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6803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6800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768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1074" name="Rectangle 2">
            <a:extLst>
              <a:ext uri="{FF2B5EF4-FFF2-40B4-BE49-F238E27FC236}">
                <a16:creationId xmlns:a16="http://schemas.microsoft.com/office/drawing/2014/main" id="{85FF69E7-440E-5640-93C0-D052567040E0}"/>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拥塞控制的一般原理 </a:t>
            </a:r>
          </a:p>
        </p:txBody>
      </p:sp>
      <p:sp>
        <p:nvSpPr>
          <p:cNvPr id="771075" name="Rectangle 3">
            <a:extLst>
              <a:ext uri="{FF2B5EF4-FFF2-40B4-BE49-F238E27FC236}">
                <a16:creationId xmlns:a16="http://schemas.microsoft.com/office/drawing/2014/main" id="{4A17B6E9-3498-F442-8AAC-7E04C61469F3}"/>
              </a:ext>
            </a:extLst>
          </p:cNvPr>
          <p:cNvSpPr>
            <a:spLocks noGrp="1" noChangeArrowheads="1"/>
          </p:cNvSpPr>
          <p:nvPr>
            <p:ph type="body" idx="1"/>
          </p:nvPr>
        </p:nvSpPr>
        <p:spPr>
          <a:xfrm>
            <a:off x="133563" y="1059656"/>
            <a:ext cx="8701827" cy="3509963"/>
          </a:xfrm>
        </p:spPr>
        <p:txBody>
          <a:bodyPr/>
          <a:lstStyle/>
          <a:p>
            <a:pPr eaLnBrk="1" hangingPunct="1">
              <a:lnSpc>
                <a:spcPct val="90000"/>
              </a:lnSpc>
              <a:defRPr/>
            </a:pPr>
            <a:r>
              <a:rPr lang="zh-CN" altLang="en-US" dirty="0">
                <a:latin typeface="Times New Roman" panose="02020603050405020304" pitchFamily="18" charset="0"/>
                <a:ea typeface="宋体" panose="02010600030101010101" pitchFamily="2" charset="-122"/>
              </a:rPr>
              <a:t>拥塞控制是很难设计的，因为它是一个动态的（而不是静态的）问题。</a:t>
            </a:r>
          </a:p>
          <a:p>
            <a:pPr eaLnBrk="1" hangingPunct="1">
              <a:lnSpc>
                <a:spcPct val="90000"/>
              </a:lnSpc>
              <a:defRPr/>
            </a:pPr>
            <a:r>
              <a:rPr lang="zh-CN" altLang="en-US" dirty="0">
                <a:latin typeface="Times New Roman" panose="02020603050405020304" pitchFamily="18" charset="0"/>
                <a:ea typeface="宋体" panose="02010600030101010101" pitchFamily="2" charset="-122"/>
              </a:rPr>
              <a:t>当前网络正朝着高速化的方向发展，这很容易出现缓存不够大而造成分组的丢失。但分组的丢失是网络发生拥塞的征兆而不是原因。</a:t>
            </a:r>
          </a:p>
          <a:p>
            <a:pPr eaLnBrk="1" hangingPunct="1">
              <a:lnSpc>
                <a:spcPct val="90000"/>
              </a:lnSpc>
              <a:defRPr/>
            </a:pPr>
            <a:r>
              <a:rPr lang="zh-CN" altLang="en-US" dirty="0">
                <a:latin typeface="Times New Roman" panose="02020603050405020304" pitchFamily="18" charset="0"/>
                <a:ea typeface="宋体" panose="02010600030101010101" pitchFamily="2" charset="-122"/>
              </a:rPr>
              <a:t>在许多情况下，甚至正是拥塞控制本身成为引起网络性能恶化甚至发生死锁的原因。这点应特别引起重视。 </a:t>
            </a:r>
          </a:p>
        </p:txBody>
      </p:sp>
      <p:sp>
        <p:nvSpPr>
          <p:cNvPr id="2" name="幻灯片编号占位符 1">
            <a:extLst>
              <a:ext uri="{FF2B5EF4-FFF2-40B4-BE49-F238E27FC236}">
                <a16:creationId xmlns:a16="http://schemas.microsoft.com/office/drawing/2014/main" id="{9F72B5E7-9D2C-B146-BC65-F663A785DFF0}"/>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2EE1D37-E9B6-444F-A51D-EA07FF23B283}" type="slidenum">
              <a:rPr lang="en-US" altLang="zh-CN" sz="1050"/>
              <a:pPr>
                <a:defRPr/>
              </a:pPr>
              <a:t>86</a:t>
            </a:fld>
            <a:endParaRPr lang="en-US" altLang="zh-CN" sz="1050"/>
          </a:p>
        </p:txBody>
      </p:sp>
    </p:spTree>
    <p:extLst>
      <p:ext uri="{BB962C8B-B14F-4D97-AF65-F5344CB8AC3E}">
        <p14:creationId xmlns:p14="http://schemas.microsoft.com/office/powerpoint/2010/main" val="19192780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107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7107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1075"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2098" name="Rectangle 2">
            <a:extLst>
              <a:ext uri="{FF2B5EF4-FFF2-40B4-BE49-F238E27FC236}">
                <a16:creationId xmlns:a16="http://schemas.microsoft.com/office/drawing/2014/main" id="{4052D7ED-1B5A-9C4E-A507-5BBEE9B08E80}"/>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开环控制和闭环控制 </a:t>
            </a:r>
          </a:p>
        </p:txBody>
      </p:sp>
      <p:sp>
        <p:nvSpPr>
          <p:cNvPr id="772099" name="Rectangle 3">
            <a:extLst>
              <a:ext uri="{FF2B5EF4-FFF2-40B4-BE49-F238E27FC236}">
                <a16:creationId xmlns:a16="http://schemas.microsoft.com/office/drawing/2014/main" id="{144A1F8B-08C0-DC4C-BDA0-A40476396F9C}"/>
              </a:ext>
            </a:extLst>
          </p:cNvPr>
          <p:cNvSpPr>
            <a:spLocks noGrp="1" noChangeArrowheads="1"/>
          </p:cNvSpPr>
          <p:nvPr>
            <p:ph type="body" idx="1"/>
          </p:nvPr>
        </p:nvSpPr>
        <p:spPr>
          <a:xfrm>
            <a:off x="133563" y="1059657"/>
            <a:ext cx="8804953" cy="3618310"/>
          </a:xfrm>
        </p:spPr>
        <p:txBody>
          <a:bodyPr/>
          <a:lstStyle/>
          <a:p>
            <a:pPr eaLnBrk="1" hangingPunct="1">
              <a:lnSpc>
                <a:spcPct val="90000"/>
              </a:lnSpc>
              <a:defRPr/>
            </a:pPr>
            <a:r>
              <a:rPr lang="zh-CN" altLang="en-US" dirty="0">
                <a:latin typeface="Times New Roman" panose="02020603050405020304" pitchFamily="18" charset="0"/>
                <a:ea typeface="宋体" panose="02010600030101010101" pitchFamily="2" charset="-122"/>
              </a:rPr>
              <a:t>开环控制方法就是在设计网络时事先将有关发生拥塞的因素考虑周到，力求网络在工作时不产生拥塞。 </a:t>
            </a:r>
          </a:p>
          <a:p>
            <a:pPr eaLnBrk="1" hangingPunct="1">
              <a:lnSpc>
                <a:spcPct val="90000"/>
              </a:lnSpc>
              <a:defRPr/>
            </a:pPr>
            <a:r>
              <a:rPr lang="zh-CN" altLang="en-US" dirty="0">
                <a:latin typeface="Times New Roman" panose="02020603050405020304" pitchFamily="18" charset="0"/>
                <a:ea typeface="宋体" panose="02010600030101010101" pitchFamily="2" charset="-122"/>
              </a:rPr>
              <a:t>闭环控制是基于反馈环路的概念。属于闭环控制的有以下几种措施： </a:t>
            </a:r>
          </a:p>
          <a:p>
            <a:pPr lvl="1" eaLnBrk="1" hangingPunct="1">
              <a:lnSpc>
                <a:spcPct val="90000"/>
              </a:lnSpc>
              <a:defRPr/>
            </a:pPr>
            <a:r>
              <a:rPr lang="zh-CN" altLang="en-US" dirty="0">
                <a:solidFill>
                  <a:srgbClr val="333399"/>
                </a:solidFill>
                <a:latin typeface="Times New Roman" panose="02020603050405020304" pitchFamily="18" charset="0"/>
                <a:ea typeface="宋体" panose="02010600030101010101" pitchFamily="2" charset="-122"/>
              </a:rPr>
              <a:t>监测网络系统以便检测到拥塞在何时、何处发生。</a:t>
            </a:r>
          </a:p>
          <a:p>
            <a:pPr lvl="1" eaLnBrk="1" hangingPunct="1">
              <a:lnSpc>
                <a:spcPct val="90000"/>
              </a:lnSpc>
              <a:defRPr/>
            </a:pPr>
            <a:r>
              <a:rPr lang="zh-CN" altLang="en-US" dirty="0">
                <a:solidFill>
                  <a:srgbClr val="333399"/>
                </a:solidFill>
                <a:latin typeface="Times New Roman" panose="02020603050405020304" pitchFamily="18" charset="0"/>
                <a:ea typeface="宋体" panose="02010600030101010101" pitchFamily="2" charset="-122"/>
              </a:rPr>
              <a:t>将拥塞发生的信息传送到可采取行动的地方。</a:t>
            </a:r>
          </a:p>
          <a:p>
            <a:pPr lvl="1" eaLnBrk="1" hangingPunct="1">
              <a:lnSpc>
                <a:spcPct val="90000"/>
              </a:lnSpc>
              <a:defRPr/>
            </a:pPr>
            <a:r>
              <a:rPr lang="zh-CN" altLang="en-US" dirty="0">
                <a:solidFill>
                  <a:srgbClr val="333399"/>
                </a:solidFill>
                <a:latin typeface="Times New Roman" panose="02020603050405020304" pitchFamily="18" charset="0"/>
                <a:ea typeface="宋体" panose="02010600030101010101" pitchFamily="2" charset="-122"/>
              </a:rPr>
              <a:t>调整网络系统的运行以解决出现的问题。</a:t>
            </a:r>
          </a:p>
        </p:txBody>
      </p:sp>
      <p:sp>
        <p:nvSpPr>
          <p:cNvPr id="2" name="幻灯片编号占位符 1">
            <a:extLst>
              <a:ext uri="{FF2B5EF4-FFF2-40B4-BE49-F238E27FC236}">
                <a16:creationId xmlns:a16="http://schemas.microsoft.com/office/drawing/2014/main" id="{C4B66FFF-3A76-F042-B326-E0D00A598EAB}"/>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4D1013F-BEB3-714B-8C21-6B0E888CC145}" type="slidenum">
              <a:rPr lang="en-US" altLang="zh-CN" sz="1050"/>
              <a:pPr>
                <a:defRPr/>
              </a:pPr>
              <a:t>87</a:t>
            </a:fld>
            <a:endParaRPr lang="en-US" altLang="zh-CN" sz="1050"/>
          </a:p>
        </p:txBody>
      </p:sp>
    </p:spTree>
    <p:extLst>
      <p:ext uri="{BB962C8B-B14F-4D97-AF65-F5344CB8AC3E}">
        <p14:creationId xmlns:p14="http://schemas.microsoft.com/office/powerpoint/2010/main" val="14031870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2099">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72099">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72099">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7209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2099"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4" name="Rectangle 2">
            <a:extLst>
              <a:ext uri="{FF2B5EF4-FFF2-40B4-BE49-F238E27FC236}">
                <a16:creationId xmlns:a16="http://schemas.microsoft.com/office/drawing/2014/main" id="{514F60BC-8F0E-D14B-B527-2989A15C5CCA}"/>
              </a:ext>
            </a:extLst>
          </p:cNvPr>
          <p:cNvSpPr>
            <a:spLocks noGrp="1" noChangeArrowheads="1"/>
          </p:cNvSpPr>
          <p:nvPr>
            <p:ph type="title"/>
          </p:nvPr>
        </p:nvSpPr>
        <p:spPr>
          <a:xfrm>
            <a:off x="160020" y="214313"/>
            <a:ext cx="7787403" cy="736997"/>
          </a:xfrm>
        </p:spPr>
        <p:txBody>
          <a:bodyPr/>
          <a:lstStyle/>
          <a:p>
            <a:pPr eaLnBrk="1" hangingPunct="1">
              <a:defRPr/>
            </a:pPr>
            <a:r>
              <a:rPr lang="en-US" altLang="zh-CN" dirty="0">
                <a:latin typeface="Times New Roman" panose="02020603050405020304" pitchFamily="18" charset="0"/>
                <a:ea typeface="宋体" panose="02010600030101010101" pitchFamily="2" charset="-122"/>
              </a:rPr>
              <a:t>5.8.2  </a:t>
            </a:r>
            <a:r>
              <a:rPr lang="zh-CN" altLang="en-US" dirty="0">
                <a:latin typeface="Times New Roman" panose="02020603050405020304" pitchFamily="18" charset="0"/>
                <a:ea typeface="宋体" panose="02010600030101010101" pitchFamily="2" charset="-122"/>
              </a:rPr>
              <a:t>几种拥塞控制方法</a:t>
            </a:r>
            <a:endParaRPr lang="zh-CN" altLang="en-US" sz="3000" dirty="0">
              <a:ea typeface="宋体" panose="02010600030101010101" pitchFamily="2" charset="-122"/>
            </a:endParaRPr>
          </a:p>
        </p:txBody>
      </p:sp>
      <p:sp>
        <p:nvSpPr>
          <p:cNvPr id="376835" name="Rectangle 3">
            <a:extLst>
              <a:ext uri="{FF2B5EF4-FFF2-40B4-BE49-F238E27FC236}">
                <a16:creationId xmlns:a16="http://schemas.microsoft.com/office/drawing/2014/main" id="{F9F6C83D-AED0-C44C-B3AD-99131B4083A8}"/>
              </a:ext>
            </a:extLst>
          </p:cNvPr>
          <p:cNvSpPr>
            <a:spLocks noGrp="1" noChangeArrowheads="1"/>
          </p:cNvSpPr>
          <p:nvPr>
            <p:ph type="body" idx="1"/>
          </p:nvPr>
        </p:nvSpPr>
        <p:spPr>
          <a:xfrm>
            <a:off x="160020" y="1588770"/>
            <a:ext cx="8732519" cy="3304699"/>
          </a:xfrm>
        </p:spPr>
        <p:txBody>
          <a:bodyPr/>
          <a:lstStyle/>
          <a:p>
            <a:pPr eaLnBrk="1" hangingPunct="1">
              <a:defRPr/>
            </a:pPr>
            <a:r>
              <a:rPr lang="zh-CN" altLang="en-US" sz="2100" dirty="0">
                <a:ea typeface="宋体" panose="02010600030101010101" pitchFamily="2" charset="-122"/>
              </a:rPr>
              <a:t>发送方维持一个叫做</a:t>
            </a:r>
            <a:r>
              <a:rPr lang="zh-CN" altLang="en-US" sz="2100" dirty="0">
                <a:solidFill>
                  <a:schemeClr val="hlink"/>
                </a:solidFill>
                <a:ea typeface="宋体" panose="02010600030101010101" pitchFamily="2" charset="-122"/>
              </a:rPr>
              <a:t>拥塞窗口 </a:t>
            </a:r>
            <a:r>
              <a:rPr lang="en-US" altLang="zh-CN" sz="2100" dirty="0" err="1">
                <a:solidFill>
                  <a:schemeClr val="hlink"/>
                </a:solidFill>
                <a:ea typeface="宋体" panose="02010600030101010101" pitchFamily="2" charset="-122"/>
              </a:rPr>
              <a:t>cwnd</a:t>
            </a:r>
            <a:r>
              <a:rPr lang="en-US" altLang="zh-CN" sz="2100" dirty="0">
                <a:ea typeface="宋体" panose="02010600030101010101" pitchFamily="2" charset="-122"/>
              </a:rPr>
              <a:t> (congestion window)</a:t>
            </a:r>
            <a:r>
              <a:rPr lang="zh-CN" altLang="en-US" sz="2100" dirty="0">
                <a:ea typeface="宋体" panose="02010600030101010101" pitchFamily="2" charset="-122"/>
              </a:rPr>
              <a:t>的状态变量。拥塞窗口的大小取决于网络的拥塞程度，并且动态地在变化。发送方让自己的发送窗口等于拥塞窗口。如再考虑到接收方的接收能力，则发送窗口还可能小于拥塞窗口。</a:t>
            </a:r>
          </a:p>
          <a:p>
            <a:pPr eaLnBrk="1" hangingPunct="1">
              <a:defRPr/>
            </a:pPr>
            <a:r>
              <a:rPr lang="zh-CN" altLang="en-US" sz="2100" dirty="0">
                <a:ea typeface="宋体" panose="02010600030101010101" pitchFamily="2" charset="-122"/>
              </a:rPr>
              <a:t>发送方控制拥塞窗口的原则是：只要网络没有出现拥塞，拥塞窗口就再增大一些，以便把更多的分组发送出去。但只要网络出现拥塞，拥塞窗口就减小一些，以减少注入到网络中的分组数。 </a:t>
            </a:r>
          </a:p>
        </p:txBody>
      </p:sp>
      <p:sp>
        <p:nvSpPr>
          <p:cNvPr id="2" name="幻灯片编号占位符 1">
            <a:extLst>
              <a:ext uri="{FF2B5EF4-FFF2-40B4-BE49-F238E27FC236}">
                <a16:creationId xmlns:a16="http://schemas.microsoft.com/office/drawing/2014/main" id="{87FA0D39-D2CA-374E-8C94-76ABA574D65B}"/>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C5E0025-3E6A-7047-93C4-F8ED9D162149}" type="slidenum">
              <a:rPr lang="en-US" altLang="zh-CN" sz="1050"/>
              <a:pPr>
                <a:defRPr/>
              </a:pPr>
              <a:t>88</a:t>
            </a:fld>
            <a:endParaRPr lang="en-US" altLang="zh-CN" sz="1050"/>
          </a:p>
        </p:txBody>
      </p:sp>
      <p:sp>
        <p:nvSpPr>
          <p:cNvPr id="3" name="矩形 2">
            <a:extLst>
              <a:ext uri="{FF2B5EF4-FFF2-40B4-BE49-F238E27FC236}">
                <a16:creationId xmlns:a16="http://schemas.microsoft.com/office/drawing/2014/main" id="{B63F559B-2B08-9342-B76E-6087C3B8C226}"/>
              </a:ext>
            </a:extLst>
          </p:cNvPr>
          <p:cNvSpPr/>
          <p:nvPr/>
        </p:nvSpPr>
        <p:spPr>
          <a:xfrm>
            <a:off x="125730" y="985570"/>
            <a:ext cx="4572000" cy="523220"/>
          </a:xfrm>
          <a:prstGeom prst="rect">
            <a:avLst/>
          </a:prstGeom>
        </p:spPr>
        <p:txBody>
          <a:bodyPr>
            <a:spAutoFit/>
          </a:bodyPr>
          <a:lstStyle/>
          <a:p>
            <a:r>
              <a:rPr lang="en-US" altLang="zh-CN" sz="2800" dirty="0"/>
              <a:t>1.  </a:t>
            </a:r>
            <a:r>
              <a:rPr lang="zh-CN" altLang="en-US" sz="2800" dirty="0"/>
              <a:t>慢开始和拥塞避免</a:t>
            </a:r>
          </a:p>
        </p:txBody>
      </p:sp>
    </p:spTree>
    <p:extLst>
      <p:ext uri="{BB962C8B-B14F-4D97-AF65-F5344CB8AC3E}">
        <p14:creationId xmlns:p14="http://schemas.microsoft.com/office/powerpoint/2010/main" val="92773152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092" name="Rectangle 212">
            <a:extLst>
              <a:ext uri="{FF2B5EF4-FFF2-40B4-BE49-F238E27FC236}">
                <a16:creationId xmlns:a16="http://schemas.microsoft.com/office/drawing/2014/main" id="{3C30B851-55DF-C44C-966B-7ADE105D29F4}"/>
              </a:ext>
            </a:extLst>
          </p:cNvPr>
          <p:cNvSpPr>
            <a:spLocks noGrp="1" noChangeArrowheads="1"/>
          </p:cNvSpPr>
          <p:nvPr>
            <p:ph type="title"/>
          </p:nvPr>
        </p:nvSpPr>
        <p:spPr>
          <a:xfrm>
            <a:off x="160021" y="366237"/>
            <a:ext cx="7394496" cy="521494"/>
          </a:xfrm>
        </p:spPr>
        <p:txBody>
          <a:bodyPr/>
          <a:lstStyle/>
          <a:p>
            <a:pPr eaLnBrk="1" hangingPunct="1">
              <a:defRPr/>
            </a:pPr>
            <a:r>
              <a:rPr lang="zh-CN" altLang="en-US" dirty="0">
                <a:latin typeface="Times New Roman" panose="02020603050405020304" pitchFamily="18" charset="0"/>
                <a:ea typeface="宋体" panose="02010600030101010101" pitchFamily="2" charset="-122"/>
              </a:rPr>
              <a:t>慢开始算法的原理 </a:t>
            </a:r>
          </a:p>
        </p:txBody>
      </p:sp>
      <p:sp>
        <p:nvSpPr>
          <p:cNvPr id="251093" name="Rectangle 213">
            <a:extLst>
              <a:ext uri="{FF2B5EF4-FFF2-40B4-BE49-F238E27FC236}">
                <a16:creationId xmlns:a16="http://schemas.microsoft.com/office/drawing/2014/main" id="{46167041-9BBF-0247-97B7-E1F5A5C46122}"/>
              </a:ext>
            </a:extLst>
          </p:cNvPr>
          <p:cNvSpPr>
            <a:spLocks noGrp="1" noChangeArrowheads="1"/>
          </p:cNvSpPr>
          <p:nvPr>
            <p:ph type="body" idx="1"/>
          </p:nvPr>
        </p:nvSpPr>
        <p:spPr>
          <a:xfrm>
            <a:off x="274320" y="1059656"/>
            <a:ext cx="8663940" cy="3833813"/>
          </a:xfrm>
        </p:spPr>
        <p:txBody>
          <a:bodyPr/>
          <a:lstStyle/>
          <a:p>
            <a:pPr algn="just" eaLnBrk="1" hangingPunct="1">
              <a:lnSpc>
                <a:spcPct val="105000"/>
              </a:lnSpc>
              <a:defRPr/>
            </a:pPr>
            <a:r>
              <a:rPr lang="zh-CN" altLang="en-US" dirty="0">
                <a:ea typeface="宋体" panose="02010600030101010101" pitchFamily="2" charset="-122"/>
              </a:rPr>
              <a:t>在主机刚刚开始发送报文段时可先设置拥塞窗口 </a:t>
            </a:r>
            <a:r>
              <a:rPr lang="en-US" altLang="zh-CN" dirty="0" err="1">
                <a:ea typeface="宋体" panose="02010600030101010101" pitchFamily="2" charset="-122"/>
              </a:rPr>
              <a:t>cwnd</a:t>
            </a:r>
            <a:r>
              <a:rPr lang="en-US" altLang="zh-CN" dirty="0">
                <a:ea typeface="宋体" panose="02010600030101010101" pitchFamily="2" charset="-122"/>
              </a:rPr>
              <a:t> = 1</a:t>
            </a:r>
            <a:r>
              <a:rPr lang="zh-CN" altLang="en-US" dirty="0">
                <a:ea typeface="宋体" panose="02010600030101010101" pitchFamily="2" charset="-122"/>
              </a:rPr>
              <a:t>，即设置为一个最大报文段 </a:t>
            </a:r>
            <a:r>
              <a:rPr lang="en-US" altLang="zh-CN" dirty="0">
                <a:ea typeface="宋体" panose="02010600030101010101" pitchFamily="2" charset="-122"/>
              </a:rPr>
              <a:t>MSS </a:t>
            </a:r>
            <a:r>
              <a:rPr lang="zh-CN" altLang="en-US" dirty="0">
                <a:ea typeface="宋体" panose="02010600030101010101" pitchFamily="2" charset="-122"/>
              </a:rPr>
              <a:t>的数值。</a:t>
            </a:r>
          </a:p>
          <a:p>
            <a:pPr algn="just" eaLnBrk="1" hangingPunct="1">
              <a:lnSpc>
                <a:spcPct val="105000"/>
              </a:lnSpc>
              <a:defRPr/>
            </a:pPr>
            <a:r>
              <a:rPr lang="zh-CN" altLang="en-US" dirty="0">
                <a:ea typeface="宋体" panose="02010600030101010101" pitchFamily="2" charset="-122"/>
              </a:rPr>
              <a:t>在每收到一个对新的报文段的确认后，将拥塞窗口加 </a:t>
            </a:r>
            <a:r>
              <a:rPr lang="en-US" altLang="zh-CN" dirty="0">
                <a:ea typeface="宋体" panose="02010600030101010101" pitchFamily="2" charset="-122"/>
              </a:rPr>
              <a:t>1</a:t>
            </a:r>
            <a:r>
              <a:rPr lang="zh-CN" altLang="en-US" dirty="0">
                <a:ea typeface="宋体" panose="02010600030101010101" pitchFamily="2" charset="-122"/>
              </a:rPr>
              <a:t>，即增加一个 </a:t>
            </a:r>
            <a:r>
              <a:rPr lang="en-US" altLang="zh-CN" dirty="0">
                <a:ea typeface="宋体" panose="02010600030101010101" pitchFamily="2" charset="-122"/>
              </a:rPr>
              <a:t>MSS </a:t>
            </a:r>
            <a:r>
              <a:rPr lang="zh-CN" altLang="en-US" dirty="0">
                <a:ea typeface="宋体" panose="02010600030101010101" pitchFamily="2" charset="-122"/>
              </a:rPr>
              <a:t>的数值。</a:t>
            </a:r>
          </a:p>
          <a:p>
            <a:pPr algn="just" eaLnBrk="1" hangingPunct="1">
              <a:lnSpc>
                <a:spcPct val="105000"/>
              </a:lnSpc>
              <a:defRPr/>
            </a:pPr>
            <a:r>
              <a:rPr lang="zh-CN" altLang="en-US" dirty="0">
                <a:ea typeface="宋体" panose="02010600030101010101" pitchFamily="2" charset="-122"/>
              </a:rPr>
              <a:t>用这样的方法逐步增大发送端的拥塞窗口 </a:t>
            </a:r>
            <a:r>
              <a:rPr lang="en-US" altLang="zh-CN" dirty="0" err="1">
                <a:ea typeface="宋体" panose="02010600030101010101" pitchFamily="2" charset="-122"/>
              </a:rPr>
              <a:t>cwnd</a:t>
            </a:r>
            <a:r>
              <a:rPr lang="zh-CN" altLang="en-US" dirty="0">
                <a:ea typeface="宋体" panose="02010600030101010101" pitchFamily="2" charset="-122"/>
              </a:rPr>
              <a:t>，可以使分组注入到网络的速率更加合理。 </a:t>
            </a:r>
          </a:p>
        </p:txBody>
      </p:sp>
      <p:sp>
        <p:nvSpPr>
          <p:cNvPr id="2" name="幻灯片编号占位符 1">
            <a:extLst>
              <a:ext uri="{FF2B5EF4-FFF2-40B4-BE49-F238E27FC236}">
                <a16:creationId xmlns:a16="http://schemas.microsoft.com/office/drawing/2014/main" id="{F24AF19F-2864-D346-A276-02B6422FE217}"/>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917190F-F9EB-3B4D-B016-CB4FE0487367}" type="slidenum">
              <a:rPr lang="en-US" altLang="zh-CN" sz="1050"/>
              <a:pPr>
                <a:defRPr/>
              </a:pPr>
              <a:t>89</a:t>
            </a:fld>
            <a:endParaRPr lang="en-US" altLang="zh-CN" sz="1050"/>
          </a:p>
        </p:txBody>
      </p:sp>
    </p:spTree>
    <p:extLst>
      <p:ext uri="{BB962C8B-B14F-4D97-AF65-F5344CB8AC3E}">
        <p14:creationId xmlns:p14="http://schemas.microsoft.com/office/powerpoint/2010/main" val="1956960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109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109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093" grpId="0" build="p"/>
    </p:bldLst>
  </p:timing>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7261" name="Rectangle 45">
            <a:extLst>
              <a:ext uri="{FF2B5EF4-FFF2-40B4-BE49-F238E27FC236}">
                <a16:creationId xmlns:a16="http://schemas.microsoft.com/office/drawing/2014/main" id="{6C71A1BD-D0CA-1D49-A59A-306E0F813903}"/>
              </a:ext>
            </a:extLst>
          </p:cNvPr>
          <p:cNvSpPr>
            <a:spLocks noChangeArrowheads="1"/>
          </p:cNvSpPr>
          <p:nvPr/>
        </p:nvSpPr>
        <p:spPr bwMode="auto">
          <a:xfrm>
            <a:off x="3469481" y="2051447"/>
            <a:ext cx="4476750" cy="828675"/>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77257" name="Rectangle 41">
            <a:extLst>
              <a:ext uri="{FF2B5EF4-FFF2-40B4-BE49-F238E27FC236}">
                <a16:creationId xmlns:a16="http://schemas.microsoft.com/office/drawing/2014/main" id="{11358FC0-7ED5-0840-BB82-560C385AE4C4}"/>
              </a:ext>
            </a:extLst>
          </p:cNvPr>
          <p:cNvSpPr>
            <a:spLocks noChangeArrowheads="1"/>
          </p:cNvSpPr>
          <p:nvPr/>
        </p:nvSpPr>
        <p:spPr bwMode="auto">
          <a:xfrm>
            <a:off x="3476625" y="2950369"/>
            <a:ext cx="4476750" cy="1285875"/>
          </a:xfrm>
          <a:prstGeom prst="rect">
            <a:avLst/>
          </a:prstGeom>
          <a:solidFill>
            <a:srgbClr val="99FF33"/>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77256" name="Rectangle 40">
            <a:extLst>
              <a:ext uri="{FF2B5EF4-FFF2-40B4-BE49-F238E27FC236}">
                <a16:creationId xmlns:a16="http://schemas.microsoft.com/office/drawing/2014/main" id="{D62EBF82-9C10-1048-A73A-68B275D7B6F2}"/>
              </a:ext>
            </a:extLst>
          </p:cNvPr>
          <p:cNvSpPr>
            <a:spLocks noChangeArrowheads="1"/>
          </p:cNvSpPr>
          <p:nvPr/>
        </p:nvSpPr>
        <p:spPr bwMode="auto">
          <a:xfrm>
            <a:off x="3467100" y="1304925"/>
            <a:ext cx="4476750" cy="619125"/>
          </a:xfrm>
          <a:prstGeom prst="rect">
            <a:avLst/>
          </a:prstGeom>
          <a:solidFill>
            <a:srgbClr val="FFFF99"/>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77220" name="Text Box 4">
            <a:extLst>
              <a:ext uri="{FF2B5EF4-FFF2-40B4-BE49-F238E27FC236}">
                <a16:creationId xmlns:a16="http://schemas.microsoft.com/office/drawing/2014/main" id="{B986BC28-DFAB-4C4F-A130-DA38ABF4E7B3}"/>
              </a:ext>
            </a:extLst>
          </p:cNvPr>
          <p:cNvSpPr txBox="1">
            <a:spLocks noChangeArrowheads="1"/>
          </p:cNvSpPr>
          <p:nvPr/>
        </p:nvSpPr>
        <p:spPr bwMode="auto">
          <a:xfrm>
            <a:off x="3086101" y="815579"/>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发送方</a:t>
            </a:r>
          </a:p>
        </p:txBody>
      </p:sp>
      <p:sp>
        <p:nvSpPr>
          <p:cNvPr id="777221" name="Text Box 5">
            <a:extLst>
              <a:ext uri="{FF2B5EF4-FFF2-40B4-BE49-F238E27FC236}">
                <a16:creationId xmlns:a16="http://schemas.microsoft.com/office/drawing/2014/main" id="{2017CFD4-A41C-3645-999C-7C76EBEE456E}"/>
              </a:ext>
            </a:extLst>
          </p:cNvPr>
          <p:cNvSpPr txBox="1">
            <a:spLocks noChangeArrowheads="1"/>
          </p:cNvSpPr>
          <p:nvPr/>
        </p:nvSpPr>
        <p:spPr bwMode="auto">
          <a:xfrm>
            <a:off x="5570935" y="814388"/>
            <a:ext cx="76174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接收方</a:t>
            </a:r>
          </a:p>
        </p:txBody>
      </p:sp>
      <p:sp>
        <p:nvSpPr>
          <p:cNvPr id="777222" name="Text Box 6">
            <a:extLst>
              <a:ext uri="{FF2B5EF4-FFF2-40B4-BE49-F238E27FC236}">
                <a16:creationId xmlns:a16="http://schemas.microsoft.com/office/drawing/2014/main" id="{BE453D9A-387E-C34B-B23C-7F8311E6B07D}"/>
              </a:ext>
            </a:extLst>
          </p:cNvPr>
          <p:cNvSpPr txBox="1">
            <a:spLocks noChangeArrowheads="1"/>
          </p:cNvSpPr>
          <p:nvPr/>
        </p:nvSpPr>
        <p:spPr bwMode="auto">
          <a:xfrm>
            <a:off x="2655094" y="1126332"/>
            <a:ext cx="853119"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p>
        </p:txBody>
      </p:sp>
      <p:sp>
        <p:nvSpPr>
          <p:cNvPr id="777223" name="Line 7">
            <a:extLst>
              <a:ext uri="{FF2B5EF4-FFF2-40B4-BE49-F238E27FC236}">
                <a16:creationId xmlns:a16="http://schemas.microsoft.com/office/drawing/2014/main" id="{E00D78AE-16B0-B344-A5EC-48CBCF4D1AEC}"/>
              </a:ext>
            </a:extLst>
          </p:cNvPr>
          <p:cNvSpPr>
            <a:spLocks noChangeShapeType="1"/>
          </p:cNvSpPr>
          <p:nvPr/>
        </p:nvSpPr>
        <p:spPr bwMode="auto">
          <a:xfrm>
            <a:off x="3469481" y="1328738"/>
            <a:ext cx="2482454" cy="239316"/>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24" name="Line 8">
            <a:extLst>
              <a:ext uri="{FF2B5EF4-FFF2-40B4-BE49-F238E27FC236}">
                <a16:creationId xmlns:a16="http://schemas.microsoft.com/office/drawing/2014/main" id="{059CA587-6D14-A440-A175-CC84154AC690}"/>
              </a:ext>
            </a:extLst>
          </p:cNvPr>
          <p:cNvSpPr>
            <a:spLocks noChangeShapeType="1"/>
          </p:cNvSpPr>
          <p:nvPr/>
        </p:nvSpPr>
        <p:spPr bwMode="auto">
          <a:xfrm>
            <a:off x="3469481" y="2070498"/>
            <a:ext cx="2482454" cy="239315"/>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25" name="Line 9">
            <a:extLst>
              <a:ext uri="{FF2B5EF4-FFF2-40B4-BE49-F238E27FC236}">
                <a16:creationId xmlns:a16="http://schemas.microsoft.com/office/drawing/2014/main" id="{2A174BBF-35D7-D648-B643-74B526DC8BD6}"/>
              </a:ext>
            </a:extLst>
          </p:cNvPr>
          <p:cNvSpPr>
            <a:spLocks noChangeShapeType="1"/>
          </p:cNvSpPr>
          <p:nvPr/>
        </p:nvSpPr>
        <p:spPr bwMode="auto">
          <a:xfrm flipH="1">
            <a:off x="3469481" y="1670448"/>
            <a:ext cx="2482454" cy="239315"/>
          </a:xfrm>
          <a:prstGeom prst="line">
            <a:avLst/>
          </a:prstGeom>
          <a:noFill/>
          <a:ln w="28575">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26" name="Text Box 10">
            <a:extLst>
              <a:ext uri="{FF2B5EF4-FFF2-40B4-BE49-F238E27FC236}">
                <a16:creationId xmlns:a16="http://schemas.microsoft.com/office/drawing/2014/main" id="{2DE65ADC-9CD1-7A4C-9312-1C39730C2026}"/>
              </a:ext>
            </a:extLst>
          </p:cNvPr>
          <p:cNvSpPr txBox="1">
            <a:spLocks noChangeArrowheads="1"/>
          </p:cNvSpPr>
          <p:nvPr/>
        </p:nvSpPr>
        <p:spPr bwMode="auto">
          <a:xfrm>
            <a:off x="5891213" y="1518048"/>
            <a:ext cx="906017"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500">
                <a:solidFill>
                  <a:schemeClr val="folHlink"/>
                </a:solidFill>
                <a:latin typeface="Arial" panose="020B0604020202020204" pitchFamily="34" charset="0"/>
              </a:rPr>
              <a:t> </a:t>
            </a:r>
            <a:r>
              <a:rPr lang="zh-CN" altLang="en-US" sz="1500">
                <a:solidFill>
                  <a:schemeClr val="folHlink"/>
                </a:solidFill>
                <a:latin typeface="Arial" panose="020B0604020202020204" pitchFamily="34" charset="0"/>
              </a:rPr>
              <a:t>确认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a:t>
            </a:r>
            <a:endParaRPr lang="en-US" altLang="zh-CN" sz="1500">
              <a:solidFill>
                <a:schemeClr val="folHlink"/>
              </a:solidFill>
              <a:latin typeface="Arial" panose="020B0604020202020204" pitchFamily="34" charset="0"/>
            </a:endParaRPr>
          </a:p>
        </p:txBody>
      </p:sp>
      <p:sp>
        <p:nvSpPr>
          <p:cNvPr id="777227" name="Line 11">
            <a:extLst>
              <a:ext uri="{FF2B5EF4-FFF2-40B4-BE49-F238E27FC236}">
                <a16:creationId xmlns:a16="http://schemas.microsoft.com/office/drawing/2014/main" id="{B06466CA-5716-F342-9B5C-69188D5EAAF0}"/>
              </a:ext>
            </a:extLst>
          </p:cNvPr>
          <p:cNvSpPr>
            <a:spLocks noChangeShapeType="1"/>
          </p:cNvSpPr>
          <p:nvPr/>
        </p:nvSpPr>
        <p:spPr bwMode="auto">
          <a:xfrm>
            <a:off x="3469481" y="4306492"/>
            <a:ext cx="2482454" cy="239315"/>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28" name="Line 12">
            <a:extLst>
              <a:ext uri="{FF2B5EF4-FFF2-40B4-BE49-F238E27FC236}">
                <a16:creationId xmlns:a16="http://schemas.microsoft.com/office/drawing/2014/main" id="{51152FB2-81CD-0A4C-A551-CE7752F81DA4}"/>
              </a:ext>
            </a:extLst>
          </p:cNvPr>
          <p:cNvSpPr>
            <a:spLocks noChangeShapeType="1"/>
          </p:cNvSpPr>
          <p:nvPr/>
        </p:nvSpPr>
        <p:spPr bwMode="auto">
          <a:xfrm flipH="1">
            <a:off x="3469481" y="3267075"/>
            <a:ext cx="2482454" cy="239316"/>
          </a:xfrm>
          <a:prstGeom prst="line">
            <a:avLst/>
          </a:prstGeom>
          <a:noFill/>
          <a:ln w="28575">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nvGrpSpPr>
          <p:cNvPr id="194573" name="Group 13">
            <a:extLst>
              <a:ext uri="{FF2B5EF4-FFF2-40B4-BE49-F238E27FC236}">
                <a16:creationId xmlns:a16="http://schemas.microsoft.com/office/drawing/2014/main" id="{D56626DD-CD03-ED49-8BC2-343F730EC7B1}"/>
              </a:ext>
            </a:extLst>
          </p:cNvPr>
          <p:cNvGrpSpPr>
            <a:grpSpLocks/>
          </p:cNvGrpSpPr>
          <p:nvPr/>
        </p:nvGrpSpPr>
        <p:grpSpPr bwMode="auto">
          <a:xfrm>
            <a:off x="3469481" y="1210866"/>
            <a:ext cx="2482454" cy="3654028"/>
            <a:chOff x="2042" y="674"/>
            <a:chExt cx="1569" cy="2711"/>
          </a:xfrm>
        </p:grpSpPr>
        <p:sp>
          <p:nvSpPr>
            <p:cNvPr id="777230" name="Line 14">
              <a:extLst>
                <a:ext uri="{FF2B5EF4-FFF2-40B4-BE49-F238E27FC236}">
                  <a16:creationId xmlns:a16="http://schemas.microsoft.com/office/drawing/2014/main" id="{D2B6BEF2-A6D2-A445-BE13-175BEBFC4DE2}"/>
                </a:ext>
              </a:extLst>
            </p:cNvPr>
            <p:cNvSpPr>
              <a:spLocks noChangeShapeType="1"/>
            </p:cNvSpPr>
            <p:nvPr/>
          </p:nvSpPr>
          <p:spPr bwMode="auto">
            <a:xfrm>
              <a:off x="2042" y="674"/>
              <a:ext cx="0" cy="2711"/>
            </a:xfrm>
            <a:prstGeom prst="line">
              <a:avLst/>
            </a:prstGeom>
            <a:noFill/>
            <a:ln w="952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31" name="Line 15">
              <a:extLst>
                <a:ext uri="{FF2B5EF4-FFF2-40B4-BE49-F238E27FC236}">
                  <a16:creationId xmlns:a16="http://schemas.microsoft.com/office/drawing/2014/main" id="{BCFD5961-DCD3-9543-860D-82E426127DEA}"/>
                </a:ext>
              </a:extLst>
            </p:cNvPr>
            <p:cNvSpPr>
              <a:spLocks noChangeShapeType="1"/>
            </p:cNvSpPr>
            <p:nvPr/>
          </p:nvSpPr>
          <p:spPr bwMode="auto">
            <a:xfrm>
              <a:off x="3611" y="674"/>
              <a:ext cx="0" cy="2711"/>
            </a:xfrm>
            <a:prstGeom prst="line">
              <a:avLst/>
            </a:prstGeom>
            <a:noFill/>
            <a:ln w="952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sp>
        <p:nvSpPr>
          <p:cNvPr id="777232" name="Text Box 16">
            <a:extLst>
              <a:ext uri="{FF2B5EF4-FFF2-40B4-BE49-F238E27FC236}">
                <a16:creationId xmlns:a16="http://schemas.microsoft.com/office/drawing/2014/main" id="{A0113F0D-A9F8-E442-8D88-976EF3508B00}"/>
              </a:ext>
            </a:extLst>
          </p:cNvPr>
          <p:cNvSpPr txBox="1">
            <a:spLocks noChangeArrowheads="1"/>
          </p:cNvSpPr>
          <p:nvPr/>
        </p:nvSpPr>
        <p:spPr bwMode="auto">
          <a:xfrm>
            <a:off x="2352675" y="1924050"/>
            <a:ext cx="1196161"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2</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3</a:t>
            </a:r>
          </a:p>
        </p:txBody>
      </p:sp>
      <p:sp>
        <p:nvSpPr>
          <p:cNvPr id="777233" name="Line 17">
            <a:extLst>
              <a:ext uri="{FF2B5EF4-FFF2-40B4-BE49-F238E27FC236}">
                <a16:creationId xmlns:a16="http://schemas.microsoft.com/office/drawing/2014/main" id="{33F37A9C-FA2B-1444-AC09-EB885283333D}"/>
              </a:ext>
            </a:extLst>
          </p:cNvPr>
          <p:cNvSpPr>
            <a:spLocks noChangeShapeType="1"/>
          </p:cNvSpPr>
          <p:nvPr/>
        </p:nvSpPr>
        <p:spPr bwMode="auto">
          <a:xfrm>
            <a:off x="3469481" y="2309813"/>
            <a:ext cx="2482454" cy="239316"/>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34" name="Text Box 18">
            <a:extLst>
              <a:ext uri="{FF2B5EF4-FFF2-40B4-BE49-F238E27FC236}">
                <a16:creationId xmlns:a16="http://schemas.microsoft.com/office/drawing/2014/main" id="{424B1BC3-3522-FE4B-9FAB-E1E09F2D45BE}"/>
              </a:ext>
            </a:extLst>
          </p:cNvPr>
          <p:cNvSpPr txBox="1">
            <a:spLocks noChangeArrowheads="1"/>
          </p:cNvSpPr>
          <p:nvPr/>
        </p:nvSpPr>
        <p:spPr bwMode="auto">
          <a:xfrm>
            <a:off x="5891212" y="2220516"/>
            <a:ext cx="1284326"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500">
                <a:solidFill>
                  <a:schemeClr val="folHlink"/>
                </a:solidFill>
                <a:latin typeface="Arial" panose="020B0604020202020204" pitchFamily="34" charset="0"/>
              </a:rPr>
              <a:t> </a:t>
            </a:r>
            <a:r>
              <a:rPr lang="zh-CN" altLang="en-US" sz="1500">
                <a:solidFill>
                  <a:schemeClr val="folHlink"/>
                </a:solidFill>
                <a:latin typeface="Arial" panose="020B0604020202020204" pitchFamily="34" charset="0"/>
              </a:rPr>
              <a:t>确认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2</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3 </a:t>
            </a:r>
            <a:endParaRPr lang="en-US" altLang="zh-CN" sz="1500">
              <a:solidFill>
                <a:schemeClr val="folHlink"/>
              </a:solidFill>
              <a:latin typeface="Arial" panose="020B0604020202020204" pitchFamily="34" charset="0"/>
            </a:endParaRPr>
          </a:p>
        </p:txBody>
      </p:sp>
      <p:sp>
        <p:nvSpPr>
          <p:cNvPr id="777235" name="Line 19">
            <a:extLst>
              <a:ext uri="{FF2B5EF4-FFF2-40B4-BE49-F238E27FC236}">
                <a16:creationId xmlns:a16="http://schemas.microsoft.com/office/drawing/2014/main" id="{41E0E51A-F0A2-5142-87AF-E1B72CC881E7}"/>
              </a:ext>
            </a:extLst>
          </p:cNvPr>
          <p:cNvSpPr>
            <a:spLocks noChangeShapeType="1"/>
          </p:cNvSpPr>
          <p:nvPr/>
        </p:nvSpPr>
        <p:spPr bwMode="auto">
          <a:xfrm flipH="1">
            <a:off x="3469481" y="2390775"/>
            <a:ext cx="2482454" cy="239316"/>
          </a:xfrm>
          <a:prstGeom prst="line">
            <a:avLst/>
          </a:prstGeom>
          <a:noFill/>
          <a:ln w="28575">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36" name="Line 20">
            <a:extLst>
              <a:ext uri="{FF2B5EF4-FFF2-40B4-BE49-F238E27FC236}">
                <a16:creationId xmlns:a16="http://schemas.microsoft.com/office/drawing/2014/main" id="{C7EF5478-4DFE-D54C-8A32-97E03064728A}"/>
              </a:ext>
            </a:extLst>
          </p:cNvPr>
          <p:cNvSpPr>
            <a:spLocks noChangeShapeType="1"/>
          </p:cNvSpPr>
          <p:nvPr/>
        </p:nvSpPr>
        <p:spPr bwMode="auto">
          <a:xfrm flipH="1">
            <a:off x="3469481" y="2630092"/>
            <a:ext cx="2482454" cy="239315"/>
          </a:xfrm>
          <a:prstGeom prst="line">
            <a:avLst/>
          </a:prstGeom>
          <a:noFill/>
          <a:ln w="28575">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37" name="Text Box 21">
            <a:extLst>
              <a:ext uri="{FF2B5EF4-FFF2-40B4-BE49-F238E27FC236}">
                <a16:creationId xmlns:a16="http://schemas.microsoft.com/office/drawing/2014/main" id="{EDACD2CA-B118-7A48-B97E-99FC1069689B}"/>
              </a:ext>
            </a:extLst>
          </p:cNvPr>
          <p:cNvSpPr txBox="1">
            <a:spLocks noChangeArrowheads="1"/>
          </p:cNvSpPr>
          <p:nvPr/>
        </p:nvSpPr>
        <p:spPr bwMode="auto">
          <a:xfrm>
            <a:off x="2312194" y="2759869"/>
            <a:ext cx="1196161"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4</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7</a:t>
            </a:r>
          </a:p>
        </p:txBody>
      </p:sp>
      <p:sp>
        <p:nvSpPr>
          <p:cNvPr id="777238" name="Text Box 22">
            <a:extLst>
              <a:ext uri="{FF2B5EF4-FFF2-40B4-BE49-F238E27FC236}">
                <a16:creationId xmlns:a16="http://schemas.microsoft.com/office/drawing/2014/main" id="{379ECF6C-3346-3949-B7BE-CF6927B35B90}"/>
              </a:ext>
            </a:extLst>
          </p:cNvPr>
          <p:cNvSpPr txBox="1">
            <a:spLocks noChangeArrowheads="1"/>
          </p:cNvSpPr>
          <p:nvPr/>
        </p:nvSpPr>
        <p:spPr bwMode="auto">
          <a:xfrm>
            <a:off x="5891212" y="3112294"/>
            <a:ext cx="1284326"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500">
                <a:solidFill>
                  <a:schemeClr val="folHlink"/>
                </a:solidFill>
                <a:latin typeface="Arial" panose="020B0604020202020204" pitchFamily="34" charset="0"/>
              </a:rPr>
              <a:t> </a:t>
            </a:r>
            <a:r>
              <a:rPr lang="zh-CN" altLang="en-US" sz="1500">
                <a:solidFill>
                  <a:schemeClr val="folHlink"/>
                </a:solidFill>
                <a:latin typeface="Arial" panose="020B0604020202020204" pitchFamily="34" charset="0"/>
              </a:rPr>
              <a:t>确认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4</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7 </a:t>
            </a:r>
            <a:endParaRPr lang="en-US" altLang="zh-CN" sz="1500">
              <a:solidFill>
                <a:schemeClr val="folHlink"/>
              </a:solidFill>
              <a:latin typeface="Arial" panose="020B0604020202020204" pitchFamily="34" charset="0"/>
            </a:endParaRPr>
          </a:p>
        </p:txBody>
      </p:sp>
      <p:sp>
        <p:nvSpPr>
          <p:cNvPr id="777239" name="Line 23">
            <a:extLst>
              <a:ext uri="{FF2B5EF4-FFF2-40B4-BE49-F238E27FC236}">
                <a16:creationId xmlns:a16="http://schemas.microsoft.com/office/drawing/2014/main" id="{88BFE7D9-97E4-6D42-B815-F5684C9FF2C7}"/>
              </a:ext>
            </a:extLst>
          </p:cNvPr>
          <p:cNvSpPr>
            <a:spLocks noChangeShapeType="1"/>
          </p:cNvSpPr>
          <p:nvPr/>
        </p:nvSpPr>
        <p:spPr bwMode="auto">
          <a:xfrm flipH="1">
            <a:off x="3469481" y="3506392"/>
            <a:ext cx="2482454" cy="240506"/>
          </a:xfrm>
          <a:prstGeom prst="line">
            <a:avLst/>
          </a:prstGeom>
          <a:noFill/>
          <a:ln w="28575">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40" name="Line 24">
            <a:extLst>
              <a:ext uri="{FF2B5EF4-FFF2-40B4-BE49-F238E27FC236}">
                <a16:creationId xmlns:a16="http://schemas.microsoft.com/office/drawing/2014/main" id="{A8BF6358-DBDE-5641-A636-2ADA44FBB997}"/>
              </a:ext>
            </a:extLst>
          </p:cNvPr>
          <p:cNvSpPr>
            <a:spLocks noChangeShapeType="1"/>
          </p:cNvSpPr>
          <p:nvPr/>
        </p:nvSpPr>
        <p:spPr bwMode="auto">
          <a:xfrm flipH="1">
            <a:off x="3469481" y="3746898"/>
            <a:ext cx="2482454" cy="239315"/>
          </a:xfrm>
          <a:prstGeom prst="line">
            <a:avLst/>
          </a:prstGeom>
          <a:noFill/>
          <a:ln w="28575">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41" name="Line 25">
            <a:extLst>
              <a:ext uri="{FF2B5EF4-FFF2-40B4-BE49-F238E27FC236}">
                <a16:creationId xmlns:a16="http://schemas.microsoft.com/office/drawing/2014/main" id="{8E449316-BB0E-EC41-9E36-0C484A8841D3}"/>
              </a:ext>
            </a:extLst>
          </p:cNvPr>
          <p:cNvSpPr>
            <a:spLocks noChangeShapeType="1"/>
          </p:cNvSpPr>
          <p:nvPr/>
        </p:nvSpPr>
        <p:spPr bwMode="auto">
          <a:xfrm flipH="1">
            <a:off x="3469481" y="3986213"/>
            <a:ext cx="2482454" cy="239316"/>
          </a:xfrm>
          <a:prstGeom prst="line">
            <a:avLst/>
          </a:prstGeom>
          <a:noFill/>
          <a:ln w="28575">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42" name="Text Box 26">
            <a:extLst>
              <a:ext uri="{FF2B5EF4-FFF2-40B4-BE49-F238E27FC236}">
                <a16:creationId xmlns:a16="http://schemas.microsoft.com/office/drawing/2014/main" id="{EEC1993C-E544-AF4D-8416-3D2547244B4F}"/>
              </a:ext>
            </a:extLst>
          </p:cNvPr>
          <p:cNvSpPr txBox="1">
            <a:spLocks noChangeArrowheads="1"/>
          </p:cNvSpPr>
          <p:nvPr/>
        </p:nvSpPr>
        <p:spPr bwMode="auto">
          <a:xfrm>
            <a:off x="1277542" y="1132285"/>
            <a:ext cx="964406" cy="304800"/>
          </a:xfrm>
          <a:prstGeom prst="rect">
            <a:avLst/>
          </a:prstGeom>
          <a:solidFill>
            <a:srgbClr val="FFFF99"/>
          </a:solidFill>
          <a:ln>
            <a:noFill/>
          </a:ln>
          <a:effectLst>
            <a:outerShdw blurRad="63500" dist="38099" dir="2700000" algn="ctr" rotWithShape="0">
              <a:schemeClr val="bg2">
                <a:alpha val="74997"/>
              </a:schemeClr>
            </a:outerShdw>
          </a:effectLst>
        </p:spPr>
        <p:txBody>
          <a:bodyPr wrap="none" anchor="ctr"/>
          <a:lstStyle/>
          <a:p>
            <a:pPr eaLnBrk="1" hangingPunct="1">
              <a:defRPr/>
            </a:pPr>
            <a:r>
              <a:rPr lang="en-US" altLang="zh-CN" sz="1500">
                <a:solidFill>
                  <a:schemeClr val="folHlink"/>
                </a:solidFill>
                <a:latin typeface="Arial" charset="0"/>
                <a:ea typeface="黑体" charset="-122"/>
              </a:rPr>
              <a:t>cwnd = 1 </a:t>
            </a:r>
          </a:p>
        </p:txBody>
      </p:sp>
      <p:sp>
        <p:nvSpPr>
          <p:cNvPr id="777243" name="Text Box 27">
            <a:extLst>
              <a:ext uri="{FF2B5EF4-FFF2-40B4-BE49-F238E27FC236}">
                <a16:creationId xmlns:a16="http://schemas.microsoft.com/office/drawing/2014/main" id="{C5368635-4DD7-0649-9382-B16105EAD865}"/>
              </a:ext>
            </a:extLst>
          </p:cNvPr>
          <p:cNvSpPr txBox="1">
            <a:spLocks noChangeArrowheads="1"/>
          </p:cNvSpPr>
          <p:nvPr/>
        </p:nvSpPr>
        <p:spPr bwMode="auto">
          <a:xfrm>
            <a:off x="1277542" y="1939529"/>
            <a:ext cx="964406" cy="304800"/>
          </a:xfrm>
          <a:prstGeom prst="rect">
            <a:avLst/>
          </a:prstGeom>
          <a:solidFill>
            <a:srgbClr val="FFCCFF"/>
          </a:solidFill>
          <a:ln>
            <a:noFill/>
          </a:ln>
          <a:effectLst>
            <a:outerShdw blurRad="63500" dist="38099" dir="2700000" algn="ctr" rotWithShape="0">
              <a:schemeClr val="bg2">
                <a:alpha val="74997"/>
              </a:schemeClr>
            </a:outerShdw>
          </a:effectLst>
        </p:spPr>
        <p:txBody>
          <a:bodyPr wrap="none" anchor="ctr"/>
          <a:lstStyle/>
          <a:p>
            <a:pPr eaLnBrk="1" hangingPunct="1">
              <a:defRPr/>
            </a:pPr>
            <a:r>
              <a:rPr lang="en-US" altLang="zh-CN" sz="1500">
                <a:solidFill>
                  <a:schemeClr val="folHlink"/>
                </a:solidFill>
                <a:latin typeface="Arial" charset="0"/>
                <a:ea typeface="黑体" charset="-122"/>
              </a:rPr>
              <a:t>cwnd = 2 </a:t>
            </a:r>
          </a:p>
        </p:txBody>
      </p:sp>
      <p:sp>
        <p:nvSpPr>
          <p:cNvPr id="777244" name="Text Box 28">
            <a:extLst>
              <a:ext uri="{FF2B5EF4-FFF2-40B4-BE49-F238E27FC236}">
                <a16:creationId xmlns:a16="http://schemas.microsoft.com/office/drawing/2014/main" id="{9BCE2EFA-06CC-5D4B-BDF9-3B9C6CF5AB87}"/>
              </a:ext>
            </a:extLst>
          </p:cNvPr>
          <p:cNvSpPr txBox="1">
            <a:spLocks noChangeArrowheads="1"/>
          </p:cNvSpPr>
          <p:nvPr/>
        </p:nvSpPr>
        <p:spPr bwMode="auto">
          <a:xfrm>
            <a:off x="1277542" y="2759869"/>
            <a:ext cx="964406" cy="304800"/>
          </a:xfrm>
          <a:prstGeom prst="rect">
            <a:avLst/>
          </a:prstGeom>
          <a:solidFill>
            <a:srgbClr val="99FF33"/>
          </a:solidFill>
          <a:ln>
            <a:noFill/>
          </a:ln>
          <a:effectLst>
            <a:outerShdw blurRad="63500" dist="38099" dir="2700000" algn="ctr" rotWithShape="0">
              <a:schemeClr val="bg2">
                <a:alpha val="74997"/>
              </a:schemeClr>
            </a:outerShdw>
          </a:effectLst>
        </p:spPr>
        <p:txBody>
          <a:bodyPr wrap="none" anchor="ctr"/>
          <a:lstStyle/>
          <a:p>
            <a:pPr eaLnBrk="1" hangingPunct="1">
              <a:defRPr/>
            </a:pPr>
            <a:r>
              <a:rPr lang="en-US" altLang="zh-CN" sz="1500">
                <a:solidFill>
                  <a:schemeClr val="folHlink"/>
                </a:solidFill>
                <a:latin typeface="Arial" charset="0"/>
                <a:ea typeface="黑体" charset="-122"/>
              </a:rPr>
              <a:t>cwnd = 4 </a:t>
            </a:r>
          </a:p>
        </p:txBody>
      </p:sp>
      <p:sp>
        <p:nvSpPr>
          <p:cNvPr id="777245" name="Text Box 29">
            <a:extLst>
              <a:ext uri="{FF2B5EF4-FFF2-40B4-BE49-F238E27FC236}">
                <a16:creationId xmlns:a16="http://schemas.microsoft.com/office/drawing/2014/main" id="{F5642800-AD63-8A4D-9358-44A779690D92}"/>
              </a:ext>
            </a:extLst>
          </p:cNvPr>
          <p:cNvSpPr txBox="1">
            <a:spLocks noChangeArrowheads="1"/>
          </p:cNvSpPr>
          <p:nvPr/>
        </p:nvSpPr>
        <p:spPr bwMode="auto">
          <a:xfrm>
            <a:off x="2249091" y="4164807"/>
            <a:ext cx="1266693"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发送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8</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15</a:t>
            </a:r>
          </a:p>
        </p:txBody>
      </p:sp>
      <p:sp>
        <p:nvSpPr>
          <p:cNvPr id="777246" name="Text Box 30">
            <a:extLst>
              <a:ext uri="{FF2B5EF4-FFF2-40B4-BE49-F238E27FC236}">
                <a16:creationId xmlns:a16="http://schemas.microsoft.com/office/drawing/2014/main" id="{999F6C96-9A0C-C44D-BD46-6874014872DF}"/>
              </a:ext>
            </a:extLst>
          </p:cNvPr>
          <p:cNvSpPr txBox="1">
            <a:spLocks noChangeArrowheads="1"/>
          </p:cNvSpPr>
          <p:nvPr/>
        </p:nvSpPr>
        <p:spPr bwMode="auto">
          <a:xfrm>
            <a:off x="1277542" y="4164807"/>
            <a:ext cx="1013419" cy="323165"/>
          </a:xfrm>
          <a:prstGeom prst="rect">
            <a:avLst/>
          </a:prstGeom>
          <a:solidFill>
            <a:srgbClr val="CCECFF"/>
          </a:solidFill>
          <a:ln>
            <a:noFill/>
          </a:ln>
          <a:effectLst>
            <a:outerShdw blurRad="63500" dist="38099" dir="2700000" algn="ctr" rotWithShape="0">
              <a:schemeClr val="bg2">
                <a:alpha val="74997"/>
              </a:schemeClr>
            </a:outerShdw>
          </a:effectLst>
        </p:spPr>
        <p:txBody>
          <a:bodyPr wrap="none">
            <a:spAutoFit/>
          </a:bodyPr>
          <a:lstStyle/>
          <a:p>
            <a:pPr eaLnBrk="1" hangingPunct="1">
              <a:defRPr/>
            </a:pPr>
            <a:r>
              <a:rPr lang="en-US" altLang="zh-CN" sz="1500">
                <a:solidFill>
                  <a:schemeClr val="folHlink"/>
                </a:solidFill>
                <a:latin typeface="Arial" charset="0"/>
                <a:ea typeface="黑体" charset="-122"/>
              </a:rPr>
              <a:t>cwnd = 8 </a:t>
            </a:r>
          </a:p>
        </p:txBody>
      </p:sp>
      <p:sp>
        <p:nvSpPr>
          <p:cNvPr id="777247" name="Text Box 31">
            <a:extLst>
              <a:ext uri="{FF2B5EF4-FFF2-40B4-BE49-F238E27FC236}">
                <a16:creationId xmlns:a16="http://schemas.microsoft.com/office/drawing/2014/main" id="{9989A3D5-2D42-6047-998E-B91C68BEF884}"/>
              </a:ext>
            </a:extLst>
          </p:cNvPr>
          <p:cNvSpPr txBox="1">
            <a:spLocks noChangeArrowheads="1"/>
          </p:cNvSpPr>
          <p:nvPr/>
        </p:nvSpPr>
        <p:spPr bwMode="auto">
          <a:xfrm rot="5400000">
            <a:off x="4552779" y="4482719"/>
            <a:ext cx="453970" cy="415498"/>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2100" b="1">
                <a:solidFill>
                  <a:schemeClr val="folHlink"/>
                </a:solidFill>
                <a:latin typeface="Arial" panose="020B0604020202020204" pitchFamily="34" charset="0"/>
              </a:rPr>
              <a:t>…</a:t>
            </a:r>
          </a:p>
        </p:txBody>
      </p:sp>
      <p:sp>
        <p:nvSpPr>
          <p:cNvPr id="777248" name="Line 32">
            <a:extLst>
              <a:ext uri="{FF2B5EF4-FFF2-40B4-BE49-F238E27FC236}">
                <a16:creationId xmlns:a16="http://schemas.microsoft.com/office/drawing/2014/main" id="{96E99C0D-1254-9741-8D7F-B832A63DD8A4}"/>
              </a:ext>
            </a:extLst>
          </p:cNvPr>
          <p:cNvSpPr>
            <a:spLocks noChangeShapeType="1"/>
          </p:cNvSpPr>
          <p:nvPr/>
        </p:nvSpPr>
        <p:spPr bwMode="auto">
          <a:xfrm>
            <a:off x="3469481" y="2949179"/>
            <a:ext cx="2482454" cy="239315"/>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49" name="Line 33">
            <a:extLst>
              <a:ext uri="{FF2B5EF4-FFF2-40B4-BE49-F238E27FC236}">
                <a16:creationId xmlns:a16="http://schemas.microsoft.com/office/drawing/2014/main" id="{E44E62FE-F108-5A46-8839-013C9AB41391}"/>
              </a:ext>
            </a:extLst>
          </p:cNvPr>
          <p:cNvSpPr>
            <a:spLocks noChangeShapeType="1"/>
          </p:cNvSpPr>
          <p:nvPr/>
        </p:nvSpPr>
        <p:spPr bwMode="auto">
          <a:xfrm>
            <a:off x="3469481" y="3188494"/>
            <a:ext cx="2482454" cy="239316"/>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50" name="Line 34">
            <a:extLst>
              <a:ext uri="{FF2B5EF4-FFF2-40B4-BE49-F238E27FC236}">
                <a16:creationId xmlns:a16="http://schemas.microsoft.com/office/drawing/2014/main" id="{C4218F83-AC7C-9943-81C3-165B0412D350}"/>
              </a:ext>
            </a:extLst>
          </p:cNvPr>
          <p:cNvSpPr>
            <a:spLocks noChangeShapeType="1"/>
          </p:cNvSpPr>
          <p:nvPr/>
        </p:nvSpPr>
        <p:spPr bwMode="auto">
          <a:xfrm>
            <a:off x="3469481" y="3427810"/>
            <a:ext cx="2482454" cy="239315"/>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51" name="Line 35">
            <a:extLst>
              <a:ext uri="{FF2B5EF4-FFF2-40B4-BE49-F238E27FC236}">
                <a16:creationId xmlns:a16="http://schemas.microsoft.com/office/drawing/2014/main" id="{ADD2C0B2-9452-B546-8B55-3EB00C77E156}"/>
              </a:ext>
            </a:extLst>
          </p:cNvPr>
          <p:cNvSpPr>
            <a:spLocks noChangeShapeType="1"/>
          </p:cNvSpPr>
          <p:nvPr/>
        </p:nvSpPr>
        <p:spPr bwMode="auto">
          <a:xfrm>
            <a:off x="3469481" y="3667125"/>
            <a:ext cx="2482454" cy="239316"/>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77252" name="Rectangle 36">
            <a:extLst>
              <a:ext uri="{FF2B5EF4-FFF2-40B4-BE49-F238E27FC236}">
                <a16:creationId xmlns:a16="http://schemas.microsoft.com/office/drawing/2014/main" id="{A1DB6E4C-B4AF-8847-BA60-8F01054E3747}"/>
              </a:ext>
            </a:extLst>
          </p:cNvPr>
          <p:cNvSpPr>
            <a:spLocks noChangeArrowheads="1"/>
          </p:cNvSpPr>
          <p:nvPr/>
        </p:nvSpPr>
        <p:spPr bwMode="auto">
          <a:xfrm>
            <a:off x="3505200" y="4704160"/>
            <a:ext cx="192360" cy="300565"/>
          </a:xfrm>
          <a:prstGeom prst="rect">
            <a:avLst/>
          </a:prstGeom>
          <a:noFill/>
          <a:ln>
            <a:noFill/>
          </a:ln>
          <a:effectLst/>
        </p:spPr>
        <p:txBody>
          <a:bodyPr wrap="none" lIns="69056" tIns="34529" rIns="69056" bIns="34529">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i="1">
                <a:solidFill>
                  <a:schemeClr val="folHlink"/>
                </a:solidFill>
                <a:ea typeface="黑体" charset="-122"/>
              </a:rPr>
              <a:t>t</a:t>
            </a:r>
          </a:p>
        </p:txBody>
      </p:sp>
      <p:sp>
        <p:nvSpPr>
          <p:cNvPr id="777253" name="Rectangle 37">
            <a:extLst>
              <a:ext uri="{FF2B5EF4-FFF2-40B4-BE49-F238E27FC236}">
                <a16:creationId xmlns:a16="http://schemas.microsoft.com/office/drawing/2014/main" id="{B4D02084-0170-184A-8218-E46F5216403E}"/>
              </a:ext>
            </a:extLst>
          </p:cNvPr>
          <p:cNvSpPr>
            <a:spLocks noChangeArrowheads="1"/>
          </p:cNvSpPr>
          <p:nvPr/>
        </p:nvSpPr>
        <p:spPr bwMode="auto">
          <a:xfrm>
            <a:off x="5992416" y="4704160"/>
            <a:ext cx="192360" cy="300565"/>
          </a:xfrm>
          <a:prstGeom prst="rect">
            <a:avLst/>
          </a:prstGeom>
          <a:noFill/>
          <a:ln>
            <a:noFill/>
          </a:ln>
          <a:effectLst/>
        </p:spPr>
        <p:txBody>
          <a:bodyPr wrap="none" lIns="69056" tIns="34529" rIns="69056" bIns="34529">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i="1">
                <a:solidFill>
                  <a:schemeClr val="folHlink"/>
                </a:solidFill>
                <a:ea typeface="黑体" charset="-122"/>
              </a:rPr>
              <a:t>t</a:t>
            </a:r>
          </a:p>
        </p:txBody>
      </p:sp>
      <p:sp>
        <p:nvSpPr>
          <p:cNvPr id="777255" name="Text Box 39">
            <a:extLst>
              <a:ext uri="{FF2B5EF4-FFF2-40B4-BE49-F238E27FC236}">
                <a16:creationId xmlns:a16="http://schemas.microsoft.com/office/drawing/2014/main" id="{D5120533-3B92-1F4C-945D-AC2C65E94C80}"/>
              </a:ext>
            </a:extLst>
          </p:cNvPr>
          <p:cNvSpPr txBox="1">
            <a:spLocks noChangeArrowheads="1"/>
          </p:cNvSpPr>
          <p:nvPr/>
        </p:nvSpPr>
        <p:spPr bwMode="auto">
          <a:xfrm>
            <a:off x="2396728" y="79772"/>
            <a:ext cx="4762842" cy="738664"/>
          </a:xfrm>
          <a:prstGeom prst="rect">
            <a:avLst/>
          </a:prstGeom>
          <a:solidFill>
            <a:srgbClr val="FFFFCC"/>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a:solidFill>
                  <a:schemeClr val="folHlink"/>
                </a:solidFill>
                <a:latin typeface="Arial" panose="020B0604020202020204" pitchFamily="34" charset="0"/>
              </a:rPr>
              <a:t>发送方每收到一个对新报文段的确认</a:t>
            </a:r>
          </a:p>
          <a:p>
            <a:pPr eaLnBrk="1" hangingPunct="1">
              <a:defRPr/>
            </a:pPr>
            <a:r>
              <a:rPr lang="zh-CN" altLang="en-US" sz="2100">
                <a:solidFill>
                  <a:schemeClr val="folHlink"/>
                </a:solidFill>
                <a:latin typeface="Arial" panose="020B0604020202020204" pitchFamily="34" charset="0"/>
              </a:rPr>
              <a:t>（重传的不算在内）就使 </a:t>
            </a:r>
            <a:r>
              <a:rPr lang="en-US" altLang="zh-CN" sz="2100">
                <a:solidFill>
                  <a:schemeClr val="folHlink"/>
                </a:solidFill>
                <a:latin typeface="Arial" panose="020B0604020202020204" pitchFamily="34" charset="0"/>
              </a:rPr>
              <a:t>cwnd </a:t>
            </a:r>
            <a:r>
              <a:rPr lang="zh-CN" altLang="en-US" sz="2100">
                <a:solidFill>
                  <a:schemeClr val="folHlink"/>
                </a:solidFill>
                <a:latin typeface="Arial" panose="020B0604020202020204" pitchFamily="34" charset="0"/>
              </a:rPr>
              <a:t>加 </a:t>
            </a:r>
            <a:r>
              <a:rPr lang="en-US" altLang="zh-CN" sz="2100">
                <a:solidFill>
                  <a:schemeClr val="folHlink"/>
                </a:solidFill>
                <a:latin typeface="Arial" panose="020B0604020202020204" pitchFamily="34" charset="0"/>
              </a:rPr>
              <a:t>1</a:t>
            </a:r>
            <a:r>
              <a:rPr lang="zh-CN" altLang="en-US" sz="2100">
                <a:solidFill>
                  <a:schemeClr val="folHlink"/>
                </a:solidFill>
                <a:latin typeface="Arial" panose="020B0604020202020204" pitchFamily="34" charset="0"/>
              </a:rPr>
              <a:t>。 </a:t>
            </a:r>
          </a:p>
        </p:txBody>
      </p:sp>
      <p:sp>
        <p:nvSpPr>
          <p:cNvPr id="777258" name="Text Box 42">
            <a:extLst>
              <a:ext uri="{FF2B5EF4-FFF2-40B4-BE49-F238E27FC236}">
                <a16:creationId xmlns:a16="http://schemas.microsoft.com/office/drawing/2014/main" id="{DBC841B2-750D-5344-B17E-FB99AB851D00}"/>
              </a:ext>
            </a:extLst>
          </p:cNvPr>
          <p:cNvSpPr txBox="1">
            <a:spLocks noChangeArrowheads="1"/>
          </p:cNvSpPr>
          <p:nvPr/>
        </p:nvSpPr>
        <p:spPr bwMode="auto">
          <a:xfrm>
            <a:off x="7163992" y="1447800"/>
            <a:ext cx="729687" cy="323165"/>
          </a:xfrm>
          <a:prstGeom prst="rect">
            <a:avLst/>
          </a:prstGeom>
          <a:solidFill>
            <a:srgbClr val="CCECFF"/>
          </a:solidFill>
          <a:ln>
            <a:noFill/>
          </a:ln>
          <a:effectLst>
            <a:outerShdw blurRad="63500" dist="38099"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轮次 </a:t>
            </a:r>
            <a:r>
              <a:rPr lang="en-US" altLang="zh-CN" sz="1500">
                <a:solidFill>
                  <a:schemeClr val="folHlink"/>
                </a:solidFill>
                <a:latin typeface="Arial" panose="020B0604020202020204" pitchFamily="34" charset="0"/>
              </a:rPr>
              <a:t>1</a:t>
            </a:r>
          </a:p>
        </p:txBody>
      </p:sp>
      <p:sp>
        <p:nvSpPr>
          <p:cNvPr id="777259" name="Text Box 43">
            <a:extLst>
              <a:ext uri="{FF2B5EF4-FFF2-40B4-BE49-F238E27FC236}">
                <a16:creationId xmlns:a16="http://schemas.microsoft.com/office/drawing/2014/main" id="{875AC984-D18F-D045-87D7-78B03ADA7B94}"/>
              </a:ext>
            </a:extLst>
          </p:cNvPr>
          <p:cNvSpPr txBox="1">
            <a:spLocks noChangeArrowheads="1"/>
          </p:cNvSpPr>
          <p:nvPr/>
        </p:nvSpPr>
        <p:spPr bwMode="auto">
          <a:xfrm>
            <a:off x="7163992" y="2220516"/>
            <a:ext cx="729687" cy="323165"/>
          </a:xfrm>
          <a:prstGeom prst="rect">
            <a:avLst/>
          </a:prstGeom>
          <a:solidFill>
            <a:srgbClr val="CCECFF"/>
          </a:solidFill>
          <a:ln>
            <a:noFill/>
          </a:ln>
          <a:effectLst>
            <a:outerShdw blurRad="63500" dist="38099"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轮次 </a:t>
            </a:r>
            <a:r>
              <a:rPr lang="en-US" altLang="zh-CN" sz="1500">
                <a:solidFill>
                  <a:schemeClr val="folHlink"/>
                </a:solidFill>
                <a:latin typeface="Arial" panose="020B0604020202020204" pitchFamily="34" charset="0"/>
              </a:rPr>
              <a:t>2</a:t>
            </a:r>
          </a:p>
        </p:txBody>
      </p:sp>
      <p:sp>
        <p:nvSpPr>
          <p:cNvPr id="777260" name="Text Box 44">
            <a:extLst>
              <a:ext uri="{FF2B5EF4-FFF2-40B4-BE49-F238E27FC236}">
                <a16:creationId xmlns:a16="http://schemas.microsoft.com/office/drawing/2014/main" id="{9ADFB96C-C084-AC41-B722-6A26B8132761}"/>
              </a:ext>
            </a:extLst>
          </p:cNvPr>
          <p:cNvSpPr txBox="1">
            <a:spLocks noChangeArrowheads="1"/>
          </p:cNvSpPr>
          <p:nvPr/>
        </p:nvSpPr>
        <p:spPr bwMode="auto">
          <a:xfrm>
            <a:off x="7163992" y="3462338"/>
            <a:ext cx="729687" cy="323165"/>
          </a:xfrm>
          <a:prstGeom prst="rect">
            <a:avLst/>
          </a:prstGeom>
          <a:solidFill>
            <a:srgbClr val="CCECFF"/>
          </a:solidFill>
          <a:ln>
            <a:noFill/>
          </a:ln>
          <a:effectLst>
            <a:outerShdw blurRad="63500" dist="38099"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chemeClr val="folHlink"/>
                </a:solidFill>
                <a:latin typeface="Arial" panose="020B0604020202020204" pitchFamily="34" charset="0"/>
              </a:rPr>
              <a:t>轮次 </a:t>
            </a:r>
            <a:r>
              <a:rPr lang="en-US" altLang="zh-CN" sz="1500">
                <a:solidFill>
                  <a:schemeClr val="folHlink"/>
                </a:solidFill>
                <a:latin typeface="Arial" panose="020B0604020202020204" pitchFamily="34" charset="0"/>
              </a:rPr>
              <a:t>3</a:t>
            </a:r>
          </a:p>
        </p:txBody>
      </p:sp>
      <p:sp>
        <p:nvSpPr>
          <p:cNvPr id="2" name="幻灯片编号占位符 1">
            <a:extLst>
              <a:ext uri="{FF2B5EF4-FFF2-40B4-BE49-F238E27FC236}">
                <a16:creationId xmlns:a16="http://schemas.microsoft.com/office/drawing/2014/main" id="{57D6A39F-F713-F748-937F-65D8B754E5C1}"/>
              </a:ext>
            </a:extLst>
          </p:cNvPr>
          <p:cNvSpPr>
            <a:spLocks noGrp="1"/>
          </p:cNvSpPr>
          <p:nvPr>
            <p:ph type="sldNum" sz="quarter" idx="10"/>
          </p:nvPr>
        </p:nvSpPr>
        <p:spPr>
          <a:xfrm>
            <a:off x="8743950" y="4854442"/>
            <a:ext cx="400050" cy="274638"/>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4FBA093-8775-1B45-8C8E-D25B71C877B1}" type="slidenum">
              <a:rPr lang="en-US" altLang="zh-CN" sz="1050"/>
              <a:pPr>
                <a:defRPr/>
              </a:pPr>
              <a:t>90</a:t>
            </a:fld>
            <a:endParaRPr lang="en-US" altLang="zh-CN" sz="1050"/>
          </a:p>
        </p:txBody>
      </p:sp>
    </p:spTree>
    <p:extLst>
      <p:ext uri="{BB962C8B-B14F-4D97-AF65-F5344CB8AC3E}">
        <p14:creationId xmlns:p14="http://schemas.microsoft.com/office/powerpoint/2010/main" val="32580947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42" name="Rectangle 2">
            <a:extLst>
              <a:ext uri="{FF2B5EF4-FFF2-40B4-BE49-F238E27FC236}">
                <a16:creationId xmlns:a16="http://schemas.microsoft.com/office/drawing/2014/main" id="{05686BBE-41AD-BC45-A080-8FEA01165196}"/>
              </a:ext>
            </a:extLst>
          </p:cNvPr>
          <p:cNvSpPr>
            <a:spLocks noGrp="1" noChangeArrowheads="1"/>
          </p:cNvSpPr>
          <p:nvPr>
            <p:ph type="title"/>
          </p:nvPr>
        </p:nvSpPr>
        <p:spPr>
          <a:xfrm>
            <a:off x="182880" y="160735"/>
            <a:ext cx="7251383" cy="736997"/>
          </a:xfrm>
        </p:spPr>
        <p:txBody>
          <a:bodyPr/>
          <a:lstStyle/>
          <a:p>
            <a:pPr eaLnBrk="1" hangingPunct="1">
              <a:defRPr/>
            </a:pPr>
            <a:r>
              <a:rPr lang="zh-CN" altLang="en-US" sz="3000" dirty="0">
                <a:ea typeface="宋体" panose="02010600030101010101" pitchFamily="2" charset="-122"/>
              </a:rPr>
              <a:t>传输轮次</a:t>
            </a:r>
            <a:r>
              <a:rPr lang="en-US" altLang="zh-CN" sz="3000" dirty="0">
                <a:ea typeface="宋体" panose="02010600030101010101" pitchFamily="2" charset="-122"/>
              </a:rPr>
              <a:t>(transmission round)</a:t>
            </a:r>
          </a:p>
        </p:txBody>
      </p:sp>
      <p:sp>
        <p:nvSpPr>
          <p:cNvPr id="778243" name="Rectangle 3">
            <a:extLst>
              <a:ext uri="{FF2B5EF4-FFF2-40B4-BE49-F238E27FC236}">
                <a16:creationId xmlns:a16="http://schemas.microsoft.com/office/drawing/2014/main" id="{7F349756-E044-824F-A8EE-E3DCBA866974}"/>
              </a:ext>
            </a:extLst>
          </p:cNvPr>
          <p:cNvSpPr>
            <a:spLocks noGrp="1" noChangeArrowheads="1"/>
          </p:cNvSpPr>
          <p:nvPr>
            <p:ph type="body" idx="1"/>
          </p:nvPr>
        </p:nvSpPr>
        <p:spPr>
          <a:xfrm>
            <a:off x="182880" y="1059657"/>
            <a:ext cx="8709660" cy="3888581"/>
          </a:xfrm>
        </p:spPr>
        <p:txBody>
          <a:bodyPr/>
          <a:lstStyle/>
          <a:p>
            <a:pPr eaLnBrk="1" hangingPunct="1">
              <a:defRPr/>
            </a:pPr>
            <a:r>
              <a:rPr lang="zh-CN" altLang="en-US" dirty="0">
                <a:ea typeface="宋体" panose="02010600030101010101" pitchFamily="2" charset="-122"/>
              </a:rPr>
              <a:t>使用慢开始算法后，每经过一个</a:t>
            </a:r>
            <a:r>
              <a:rPr lang="zh-CN" altLang="en-US" dirty="0">
                <a:solidFill>
                  <a:schemeClr val="hlink"/>
                </a:solidFill>
                <a:ea typeface="宋体" panose="02010600030101010101" pitchFamily="2" charset="-122"/>
              </a:rPr>
              <a:t>传输轮次</a:t>
            </a:r>
            <a:r>
              <a:rPr lang="zh-CN" altLang="en-US" dirty="0">
                <a:ea typeface="宋体" panose="02010600030101010101" pitchFamily="2" charset="-122"/>
              </a:rPr>
              <a:t>，拥塞窗口 </a:t>
            </a:r>
            <a:r>
              <a:rPr lang="en-US" altLang="zh-CN" dirty="0" err="1">
                <a:ea typeface="宋体" panose="02010600030101010101" pitchFamily="2" charset="-122"/>
              </a:rPr>
              <a:t>cwnd</a:t>
            </a:r>
            <a:r>
              <a:rPr lang="en-US" altLang="zh-CN" dirty="0">
                <a:ea typeface="宋体" panose="02010600030101010101" pitchFamily="2" charset="-122"/>
              </a:rPr>
              <a:t> </a:t>
            </a:r>
            <a:r>
              <a:rPr lang="zh-CN" altLang="en-US" dirty="0">
                <a:ea typeface="宋体" panose="02010600030101010101" pitchFamily="2" charset="-122"/>
              </a:rPr>
              <a:t>就加倍。 </a:t>
            </a:r>
          </a:p>
          <a:p>
            <a:pPr eaLnBrk="1" hangingPunct="1">
              <a:defRPr/>
            </a:pPr>
            <a:r>
              <a:rPr lang="zh-CN" altLang="en-US" dirty="0">
                <a:ea typeface="宋体" panose="02010600030101010101" pitchFamily="2" charset="-122"/>
              </a:rPr>
              <a:t>一个传输轮次所经历的时间其实就是往返时间 </a:t>
            </a:r>
            <a:r>
              <a:rPr lang="en-US" altLang="zh-CN" dirty="0">
                <a:ea typeface="宋体" panose="02010600030101010101" pitchFamily="2" charset="-122"/>
              </a:rPr>
              <a:t>RTT</a:t>
            </a:r>
            <a:r>
              <a:rPr lang="zh-CN" altLang="en-US" dirty="0">
                <a:ea typeface="宋体" panose="02010600030101010101" pitchFamily="2" charset="-122"/>
              </a:rPr>
              <a:t>。</a:t>
            </a:r>
          </a:p>
          <a:p>
            <a:pPr eaLnBrk="1" hangingPunct="1">
              <a:defRPr/>
            </a:pPr>
            <a:r>
              <a:rPr lang="zh-CN" altLang="en-US" dirty="0">
                <a:ea typeface="宋体" panose="02010600030101010101" pitchFamily="2" charset="-122"/>
              </a:rPr>
              <a:t>“</a:t>
            </a:r>
            <a:r>
              <a:rPr lang="zh-CN" altLang="en-US" dirty="0">
                <a:solidFill>
                  <a:schemeClr val="hlink"/>
                </a:solidFill>
                <a:ea typeface="宋体" panose="02010600030101010101" pitchFamily="2" charset="-122"/>
              </a:rPr>
              <a:t>传输轮次</a:t>
            </a:r>
            <a:r>
              <a:rPr lang="zh-CN" altLang="en-US" dirty="0">
                <a:ea typeface="宋体" panose="02010600030101010101" pitchFamily="2" charset="-122"/>
              </a:rPr>
              <a:t>”更加强调：把拥塞窗口 </a:t>
            </a:r>
            <a:r>
              <a:rPr lang="en-US" altLang="zh-CN" dirty="0" err="1">
                <a:ea typeface="宋体" panose="02010600030101010101" pitchFamily="2" charset="-122"/>
              </a:rPr>
              <a:t>cwnd</a:t>
            </a:r>
            <a:r>
              <a:rPr lang="en-US" altLang="zh-CN" dirty="0">
                <a:ea typeface="宋体" panose="02010600030101010101" pitchFamily="2" charset="-122"/>
              </a:rPr>
              <a:t> </a:t>
            </a:r>
            <a:r>
              <a:rPr lang="zh-CN" altLang="en-US" dirty="0">
                <a:ea typeface="宋体" panose="02010600030101010101" pitchFamily="2" charset="-122"/>
              </a:rPr>
              <a:t>所允许发送的报文段都连续发送出去，并收到了对已发送的最后一个字节的确认。</a:t>
            </a:r>
          </a:p>
          <a:p>
            <a:pPr eaLnBrk="1" hangingPunct="1">
              <a:defRPr/>
            </a:pPr>
            <a:r>
              <a:rPr lang="zh-CN" altLang="en-US" dirty="0">
                <a:ea typeface="宋体" panose="02010600030101010101" pitchFamily="2" charset="-122"/>
              </a:rPr>
              <a:t>例如，拥塞窗口 </a:t>
            </a:r>
            <a:r>
              <a:rPr lang="en-US" altLang="zh-CN" dirty="0" err="1">
                <a:ea typeface="宋体" panose="02010600030101010101" pitchFamily="2" charset="-122"/>
              </a:rPr>
              <a:t>cwnd</a:t>
            </a:r>
            <a:r>
              <a:rPr lang="en-US" altLang="zh-CN" dirty="0">
                <a:ea typeface="宋体" panose="02010600030101010101" pitchFamily="2" charset="-122"/>
              </a:rPr>
              <a:t> = 4</a:t>
            </a:r>
            <a:r>
              <a:rPr lang="zh-CN" altLang="en-US" dirty="0">
                <a:ea typeface="宋体" panose="02010600030101010101" pitchFamily="2" charset="-122"/>
              </a:rPr>
              <a:t>，这时的往返时间 </a:t>
            </a:r>
            <a:r>
              <a:rPr lang="en-US" altLang="zh-CN" dirty="0">
                <a:ea typeface="宋体" panose="02010600030101010101" pitchFamily="2" charset="-122"/>
              </a:rPr>
              <a:t>RTT </a:t>
            </a:r>
            <a:r>
              <a:rPr lang="zh-CN" altLang="en-US" dirty="0">
                <a:ea typeface="宋体" panose="02010600030101010101" pitchFamily="2" charset="-122"/>
              </a:rPr>
              <a:t>就是发送方连续发送 </a:t>
            </a:r>
            <a:r>
              <a:rPr lang="en-US" altLang="zh-CN" dirty="0">
                <a:ea typeface="宋体" panose="02010600030101010101" pitchFamily="2" charset="-122"/>
              </a:rPr>
              <a:t>4 </a:t>
            </a:r>
            <a:r>
              <a:rPr lang="zh-CN" altLang="en-US" dirty="0">
                <a:ea typeface="宋体" panose="02010600030101010101" pitchFamily="2" charset="-122"/>
              </a:rPr>
              <a:t>个报文段，并收到这 </a:t>
            </a:r>
            <a:r>
              <a:rPr lang="en-US" altLang="zh-CN" dirty="0">
                <a:ea typeface="宋体" panose="02010600030101010101" pitchFamily="2" charset="-122"/>
              </a:rPr>
              <a:t>4 </a:t>
            </a:r>
            <a:r>
              <a:rPr lang="zh-CN" altLang="en-US" dirty="0">
                <a:ea typeface="宋体" panose="02010600030101010101" pitchFamily="2" charset="-122"/>
              </a:rPr>
              <a:t>个报文段的确认，总共经历的时间。 </a:t>
            </a:r>
          </a:p>
        </p:txBody>
      </p:sp>
      <p:sp>
        <p:nvSpPr>
          <p:cNvPr id="2" name="幻灯片编号占位符 1">
            <a:extLst>
              <a:ext uri="{FF2B5EF4-FFF2-40B4-BE49-F238E27FC236}">
                <a16:creationId xmlns:a16="http://schemas.microsoft.com/office/drawing/2014/main" id="{91008896-A501-4E4B-8922-C211FB5A7200}"/>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21B4E67-22BC-C142-8A63-0A2CD4F345E8}" type="slidenum">
              <a:rPr lang="en-US" altLang="zh-CN" sz="1050"/>
              <a:pPr>
                <a:defRPr/>
              </a:pPr>
              <a:t>91</a:t>
            </a:fld>
            <a:endParaRPr lang="en-US" altLang="zh-CN" sz="1050"/>
          </a:p>
        </p:txBody>
      </p:sp>
    </p:spTree>
    <p:extLst>
      <p:ext uri="{BB962C8B-B14F-4D97-AF65-F5344CB8AC3E}">
        <p14:creationId xmlns:p14="http://schemas.microsoft.com/office/powerpoint/2010/main" val="305846919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9266" name="Rectangle 2">
            <a:extLst>
              <a:ext uri="{FF2B5EF4-FFF2-40B4-BE49-F238E27FC236}">
                <a16:creationId xmlns:a16="http://schemas.microsoft.com/office/drawing/2014/main" id="{5C2D1C98-F13C-9041-A67D-EBC6049826F2}"/>
              </a:ext>
            </a:extLst>
          </p:cNvPr>
          <p:cNvSpPr>
            <a:spLocks noGrp="1" noChangeArrowheads="1"/>
          </p:cNvSpPr>
          <p:nvPr>
            <p:ph type="title"/>
          </p:nvPr>
        </p:nvSpPr>
        <p:spPr>
          <a:xfrm>
            <a:off x="171451" y="233363"/>
            <a:ext cx="7679532" cy="664369"/>
          </a:xfrm>
        </p:spPr>
        <p:txBody>
          <a:bodyPr/>
          <a:lstStyle/>
          <a:p>
            <a:pPr eaLnBrk="1" hangingPunct="1">
              <a:defRPr/>
            </a:pPr>
            <a:r>
              <a:rPr lang="zh-CN" altLang="en-US" dirty="0">
                <a:latin typeface="Times New Roman" panose="02020603050405020304" pitchFamily="18" charset="0"/>
                <a:ea typeface="宋体" panose="02010600030101010101" pitchFamily="2" charset="-122"/>
              </a:rPr>
              <a:t>设置慢开始门限状态变量</a:t>
            </a:r>
            <a:r>
              <a:rPr lang="en-US" altLang="zh-CN" dirty="0" err="1">
                <a:latin typeface="Times New Roman" panose="02020603050405020304" pitchFamily="18" charset="0"/>
                <a:ea typeface="宋体" panose="02010600030101010101" pitchFamily="2" charset="-122"/>
              </a:rPr>
              <a:t>ssthresh</a:t>
            </a:r>
            <a:endParaRPr lang="en-US" altLang="zh-CN" dirty="0">
              <a:latin typeface="Times New Roman" panose="02020603050405020304" pitchFamily="18" charset="0"/>
              <a:ea typeface="宋体" panose="02010600030101010101" pitchFamily="2" charset="-122"/>
            </a:endParaRPr>
          </a:p>
        </p:txBody>
      </p:sp>
      <p:sp>
        <p:nvSpPr>
          <p:cNvPr id="779267" name="Rectangle 3">
            <a:extLst>
              <a:ext uri="{FF2B5EF4-FFF2-40B4-BE49-F238E27FC236}">
                <a16:creationId xmlns:a16="http://schemas.microsoft.com/office/drawing/2014/main" id="{A268A014-CD56-AE44-95A7-B2A0E6210F94}"/>
              </a:ext>
            </a:extLst>
          </p:cNvPr>
          <p:cNvSpPr>
            <a:spLocks noGrp="1" noChangeArrowheads="1"/>
          </p:cNvSpPr>
          <p:nvPr>
            <p:ph type="body" idx="1"/>
          </p:nvPr>
        </p:nvSpPr>
        <p:spPr>
          <a:xfrm>
            <a:off x="171452" y="1006078"/>
            <a:ext cx="8755378" cy="3509963"/>
          </a:xfrm>
        </p:spPr>
        <p:txBody>
          <a:bodyPr/>
          <a:lstStyle/>
          <a:p>
            <a:pPr eaLnBrk="1" hangingPunct="1">
              <a:defRPr/>
            </a:pPr>
            <a:r>
              <a:rPr lang="zh-CN" altLang="en-US" sz="2000" dirty="0">
                <a:ea typeface="宋体" panose="02010600030101010101" pitchFamily="2" charset="-122"/>
              </a:rPr>
              <a:t>慢开始门限 </a:t>
            </a:r>
            <a:r>
              <a:rPr lang="en-US" altLang="zh-CN" sz="2000" dirty="0" err="1">
                <a:ea typeface="宋体" panose="02010600030101010101" pitchFamily="2" charset="-122"/>
              </a:rPr>
              <a:t>ssthresh</a:t>
            </a:r>
            <a:r>
              <a:rPr lang="en-US" altLang="zh-CN" sz="2000" dirty="0">
                <a:ea typeface="宋体" panose="02010600030101010101" pitchFamily="2" charset="-122"/>
              </a:rPr>
              <a:t> </a:t>
            </a:r>
            <a:r>
              <a:rPr lang="zh-CN" altLang="en-US" sz="2000" dirty="0">
                <a:ea typeface="宋体" panose="02010600030101010101" pitchFamily="2" charset="-122"/>
              </a:rPr>
              <a:t>的用法如下：</a:t>
            </a:r>
          </a:p>
          <a:p>
            <a:pPr eaLnBrk="1" hangingPunct="1">
              <a:defRPr/>
            </a:pPr>
            <a:r>
              <a:rPr lang="zh-CN" altLang="en-US" sz="2000" dirty="0">
                <a:ea typeface="宋体" panose="02010600030101010101" pitchFamily="2" charset="-122"/>
              </a:rPr>
              <a:t>当 </a:t>
            </a:r>
            <a:r>
              <a:rPr lang="en-US" altLang="zh-CN" sz="2000" dirty="0" err="1">
                <a:ea typeface="宋体" panose="02010600030101010101" pitchFamily="2" charset="-122"/>
              </a:rPr>
              <a:t>cwnd</a:t>
            </a:r>
            <a:r>
              <a:rPr lang="en-US" altLang="zh-CN" sz="2000" dirty="0">
                <a:ea typeface="宋体" panose="02010600030101010101" pitchFamily="2" charset="-122"/>
              </a:rPr>
              <a:t> &lt; </a:t>
            </a:r>
            <a:r>
              <a:rPr lang="en-US" altLang="zh-CN" sz="2000" dirty="0" err="1">
                <a:ea typeface="宋体" panose="02010600030101010101" pitchFamily="2" charset="-122"/>
              </a:rPr>
              <a:t>ssthresh</a:t>
            </a:r>
            <a:r>
              <a:rPr lang="en-US" altLang="zh-CN" sz="2000" dirty="0">
                <a:ea typeface="宋体" panose="02010600030101010101" pitchFamily="2" charset="-122"/>
              </a:rPr>
              <a:t> </a:t>
            </a:r>
            <a:r>
              <a:rPr lang="zh-CN" altLang="en-US" sz="2000" dirty="0">
                <a:ea typeface="宋体" panose="02010600030101010101" pitchFamily="2" charset="-122"/>
              </a:rPr>
              <a:t>时，使用慢开始算法。</a:t>
            </a:r>
          </a:p>
          <a:p>
            <a:pPr eaLnBrk="1" hangingPunct="1">
              <a:defRPr/>
            </a:pPr>
            <a:r>
              <a:rPr lang="zh-CN" altLang="en-US" sz="2000" dirty="0">
                <a:ea typeface="宋体" panose="02010600030101010101" pitchFamily="2" charset="-122"/>
              </a:rPr>
              <a:t>当 </a:t>
            </a:r>
            <a:r>
              <a:rPr lang="en-US" altLang="zh-CN" sz="2000" dirty="0" err="1">
                <a:ea typeface="宋体" panose="02010600030101010101" pitchFamily="2" charset="-122"/>
              </a:rPr>
              <a:t>cwnd</a:t>
            </a:r>
            <a:r>
              <a:rPr lang="en-US" altLang="zh-CN" sz="2000" dirty="0">
                <a:ea typeface="宋体" panose="02010600030101010101" pitchFamily="2" charset="-122"/>
              </a:rPr>
              <a:t> &gt; </a:t>
            </a:r>
            <a:r>
              <a:rPr lang="en-US" altLang="zh-CN" sz="2000" dirty="0" err="1">
                <a:ea typeface="宋体" panose="02010600030101010101" pitchFamily="2" charset="-122"/>
              </a:rPr>
              <a:t>ssthresh</a:t>
            </a:r>
            <a:r>
              <a:rPr lang="en-US" altLang="zh-CN" sz="2000" dirty="0">
                <a:ea typeface="宋体" panose="02010600030101010101" pitchFamily="2" charset="-122"/>
              </a:rPr>
              <a:t> </a:t>
            </a:r>
            <a:r>
              <a:rPr lang="zh-CN" altLang="en-US" sz="2000" dirty="0">
                <a:ea typeface="宋体" panose="02010600030101010101" pitchFamily="2" charset="-122"/>
              </a:rPr>
              <a:t>时，停止使用慢开始算法而改用拥塞避免算法。</a:t>
            </a:r>
          </a:p>
          <a:p>
            <a:pPr eaLnBrk="1" hangingPunct="1">
              <a:defRPr/>
            </a:pPr>
            <a:r>
              <a:rPr lang="zh-CN" altLang="en-US" sz="2000" dirty="0">
                <a:ea typeface="宋体" panose="02010600030101010101" pitchFamily="2" charset="-122"/>
              </a:rPr>
              <a:t>当 </a:t>
            </a:r>
            <a:r>
              <a:rPr lang="en-US" altLang="zh-CN" sz="2000" dirty="0" err="1">
                <a:ea typeface="宋体" panose="02010600030101010101" pitchFamily="2" charset="-122"/>
              </a:rPr>
              <a:t>cwnd</a:t>
            </a:r>
            <a:r>
              <a:rPr lang="en-US" altLang="zh-CN" sz="2000" dirty="0">
                <a:ea typeface="宋体" panose="02010600030101010101" pitchFamily="2" charset="-122"/>
              </a:rPr>
              <a:t> = </a:t>
            </a:r>
            <a:r>
              <a:rPr lang="en-US" altLang="zh-CN" sz="2000" dirty="0" err="1">
                <a:ea typeface="宋体" panose="02010600030101010101" pitchFamily="2" charset="-122"/>
              </a:rPr>
              <a:t>ssthresh</a:t>
            </a:r>
            <a:r>
              <a:rPr lang="en-US" altLang="zh-CN" sz="2000" dirty="0">
                <a:ea typeface="宋体" panose="02010600030101010101" pitchFamily="2" charset="-122"/>
              </a:rPr>
              <a:t> </a:t>
            </a:r>
            <a:r>
              <a:rPr lang="zh-CN" altLang="en-US" sz="2000" dirty="0">
                <a:ea typeface="宋体" panose="02010600030101010101" pitchFamily="2" charset="-122"/>
              </a:rPr>
              <a:t>时，既可使用慢开始算法，也可使用拥塞避免算法。</a:t>
            </a:r>
          </a:p>
          <a:p>
            <a:pPr eaLnBrk="1" hangingPunct="1">
              <a:defRPr/>
            </a:pPr>
            <a:r>
              <a:rPr lang="zh-CN" altLang="en-US" sz="2000" dirty="0">
                <a:ea typeface="宋体" panose="02010600030101010101" pitchFamily="2" charset="-122"/>
              </a:rPr>
              <a:t>拥塞避免算法的思路是让拥塞窗口 </a:t>
            </a:r>
            <a:r>
              <a:rPr lang="en-US" altLang="zh-CN" sz="2000" dirty="0" err="1">
                <a:ea typeface="宋体" panose="02010600030101010101" pitchFamily="2" charset="-122"/>
              </a:rPr>
              <a:t>cwnd</a:t>
            </a:r>
            <a:r>
              <a:rPr lang="en-US" altLang="zh-CN" sz="2000" dirty="0">
                <a:ea typeface="宋体" panose="02010600030101010101" pitchFamily="2" charset="-122"/>
              </a:rPr>
              <a:t> </a:t>
            </a:r>
            <a:r>
              <a:rPr lang="zh-CN" altLang="en-US" sz="2000" dirty="0">
                <a:ea typeface="宋体" panose="02010600030101010101" pitchFamily="2" charset="-122"/>
              </a:rPr>
              <a:t>缓慢地增大，即每经过一个往返时间 </a:t>
            </a:r>
            <a:r>
              <a:rPr lang="en-US" altLang="zh-CN" sz="2000" dirty="0">
                <a:ea typeface="宋体" panose="02010600030101010101" pitchFamily="2" charset="-122"/>
              </a:rPr>
              <a:t>RTT </a:t>
            </a:r>
            <a:r>
              <a:rPr lang="zh-CN" altLang="en-US" sz="2000" dirty="0">
                <a:ea typeface="宋体" panose="02010600030101010101" pitchFamily="2" charset="-122"/>
              </a:rPr>
              <a:t>就把发送方的拥塞窗口 </a:t>
            </a:r>
            <a:r>
              <a:rPr lang="en-US" altLang="zh-CN" sz="2000" dirty="0" err="1">
                <a:ea typeface="宋体" panose="02010600030101010101" pitchFamily="2" charset="-122"/>
              </a:rPr>
              <a:t>cwnd</a:t>
            </a:r>
            <a:r>
              <a:rPr lang="en-US" altLang="zh-CN" sz="2000" dirty="0">
                <a:ea typeface="宋体" panose="02010600030101010101" pitchFamily="2" charset="-122"/>
              </a:rPr>
              <a:t> </a:t>
            </a:r>
            <a:r>
              <a:rPr lang="zh-CN" altLang="en-US" sz="2000" dirty="0">
                <a:ea typeface="宋体" panose="02010600030101010101" pitchFamily="2" charset="-122"/>
              </a:rPr>
              <a:t>加 </a:t>
            </a:r>
            <a:r>
              <a:rPr lang="en-US" altLang="zh-CN" sz="2000" dirty="0">
                <a:ea typeface="宋体" panose="02010600030101010101" pitchFamily="2" charset="-122"/>
              </a:rPr>
              <a:t>1</a:t>
            </a:r>
            <a:r>
              <a:rPr lang="zh-CN" altLang="en-US" sz="2000" dirty="0">
                <a:ea typeface="宋体" panose="02010600030101010101" pitchFamily="2" charset="-122"/>
              </a:rPr>
              <a:t>，而不是加倍，使拥塞窗口 </a:t>
            </a:r>
            <a:r>
              <a:rPr lang="en-US" altLang="zh-CN" sz="2000" dirty="0" err="1">
                <a:ea typeface="宋体" panose="02010600030101010101" pitchFamily="2" charset="-122"/>
              </a:rPr>
              <a:t>cwnd</a:t>
            </a:r>
            <a:r>
              <a:rPr lang="en-US" altLang="zh-CN" sz="2000" dirty="0">
                <a:ea typeface="宋体" panose="02010600030101010101" pitchFamily="2" charset="-122"/>
              </a:rPr>
              <a:t> </a:t>
            </a:r>
            <a:r>
              <a:rPr lang="zh-CN" altLang="en-US" sz="2000" dirty="0">
                <a:ea typeface="宋体" panose="02010600030101010101" pitchFamily="2" charset="-122"/>
              </a:rPr>
              <a:t>按线性规律缓慢增长。</a:t>
            </a:r>
          </a:p>
        </p:txBody>
      </p:sp>
      <p:sp>
        <p:nvSpPr>
          <p:cNvPr id="2" name="幻灯片编号占位符 1">
            <a:extLst>
              <a:ext uri="{FF2B5EF4-FFF2-40B4-BE49-F238E27FC236}">
                <a16:creationId xmlns:a16="http://schemas.microsoft.com/office/drawing/2014/main" id="{71C1C682-838E-DD47-AFCE-FD74F52F1CD6}"/>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A4EF36F0-7406-1349-B865-DDB3C13186EC}" type="slidenum">
              <a:rPr lang="en-US" altLang="zh-CN" sz="1050"/>
              <a:pPr>
                <a:defRPr/>
              </a:pPr>
              <a:t>92</a:t>
            </a:fld>
            <a:endParaRPr lang="en-US" altLang="zh-CN" sz="1050"/>
          </a:p>
        </p:txBody>
      </p:sp>
    </p:spTree>
    <p:extLst>
      <p:ext uri="{BB962C8B-B14F-4D97-AF65-F5344CB8AC3E}">
        <p14:creationId xmlns:p14="http://schemas.microsoft.com/office/powerpoint/2010/main" val="405553989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0290" name="Rectangle 2">
            <a:extLst>
              <a:ext uri="{FF2B5EF4-FFF2-40B4-BE49-F238E27FC236}">
                <a16:creationId xmlns:a16="http://schemas.microsoft.com/office/drawing/2014/main" id="{50D173BE-943B-AC40-8540-21AF68C282C1}"/>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当网络出现拥塞时</a:t>
            </a:r>
          </a:p>
        </p:txBody>
      </p:sp>
      <p:sp>
        <p:nvSpPr>
          <p:cNvPr id="780291" name="Rectangle 3">
            <a:extLst>
              <a:ext uri="{FF2B5EF4-FFF2-40B4-BE49-F238E27FC236}">
                <a16:creationId xmlns:a16="http://schemas.microsoft.com/office/drawing/2014/main" id="{B02E2085-3D9B-0F42-9F95-C595DDE858A0}"/>
              </a:ext>
            </a:extLst>
          </p:cNvPr>
          <p:cNvSpPr>
            <a:spLocks noGrp="1" noChangeArrowheads="1"/>
          </p:cNvSpPr>
          <p:nvPr>
            <p:ph type="body" idx="1"/>
          </p:nvPr>
        </p:nvSpPr>
        <p:spPr/>
        <p:txBody>
          <a:bodyPr/>
          <a:lstStyle/>
          <a:p>
            <a:pPr eaLnBrk="1" hangingPunct="1">
              <a:lnSpc>
                <a:spcPct val="90000"/>
              </a:lnSpc>
              <a:defRPr/>
            </a:pPr>
            <a:r>
              <a:rPr lang="zh-CN" altLang="en-US" sz="2100">
                <a:ea typeface="宋体" panose="02010600030101010101" pitchFamily="2" charset="-122"/>
              </a:rPr>
              <a:t>无论在慢开始阶段还是在拥塞避免阶段，只要发送方判断网络出现拥塞（其根据就是没有按时收到确认），就要把慢开始门限 </a:t>
            </a:r>
            <a:r>
              <a:rPr lang="en-US" altLang="zh-CN" sz="2100">
                <a:ea typeface="宋体" panose="02010600030101010101" pitchFamily="2" charset="-122"/>
              </a:rPr>
              <a:t>ssthresh </a:t>
            </a:r>
            <a:r>
              <a:rPr lang="zh-CN" altLang="en-US" sz="2100">
                <a:ea typeface="宋体" panose="02010600030101010101" pitchFamily="2" charset="-122"/>
              </a:rPr>
              <a:t>设置为出现拥塞时的发送方窗口值的一半（但不能小于</a:t>
            </a:r>
            <a:r>
              <a:rPr lang="en-US" altLang="zh-CN" sz="2100">
                <a:ea typeface="宋体" panose="02010600030101010101" pitchFamily="2" charset="-122"/>
              </a:rPr>
              <a:t>2</a:t>
            </a:r>
            <a:r>
              <a:rPr lang="zh-CN" altLang="en-US" sz="2100">
                <a:ea typeface="宋体" panose="02010600030101010101" pitchFamily="2" charset="-122"/>
              </a:rPr>
              <a:t>）。</a:t>
            </a:r>
          </a:p>
          <a:p>
            <a:pPr eaLnBrk="1" hangingPunct="1">
              <a:lnSpc>
                <a:spcPct val="90000"/>
              </a:lnSpc>
              <a:defRPr/>
            </a:pPr>
            <a:r>
              <a:rPr lang="zh-CN" altLang="en-US" sz="2100">
                <a:ea typeface="宋体" panose="02010600030101010101" pitchFamily="2" charset="-122"/>
              </a:rPr>
              <a:t>然后把拥塞窗口 </a:t>
            </a:r>
            <a:r>
              <a:rPr lang="en-US" altLang="zh-CN" sz="2100">
                <a:ea typeface="宋体" panose="02010600030101010101" pitchFamily="2" charset="-122"/>
              </a:rPr>
              <a:t>cwnd </a:t>
            </a:r>
            <a:r>
              <a:rPr lang="zh-CN" altLang="en-US" sz="2100">
                <a:ea typeface="宋体" panose="02010600030101010101" pitchFamily="2" charset="-122"/>
              </a:rPr>
              <a:t>重新设置为 </a:t>
            </a:r>
            <a:r>
              <a:rPr lang="en-US" altLang="zh-CN" sz="2100">
                <a:ea typeface="宋体" panose="02010600030101010101" pitchFamily="2" charset="-122"/>
              </a:rPr>
              <a:t>1</a:t>
            </a:r>
            <a:r>
              <a:rPr lang="zh-CN" altLang="en-US" sz="2100">
                <a:ea typeface="宋体" panose="02010600030101010101" pitchFamily="2" charset="-122"/>
              </a:rPr>
              <a:t>，执行慢开始算法。</a:t>
            </a:r>
          </a:p>
          <a:p>
            <a:pPr eaLnBrk="1" hangingPunct="1">
              <a:lnSpc>
                <a:spcPct val="90000"/>
              </a:lnSpc>
              <a:defRPr/>
            </a:pPr>
            <a:r>
              <a:rPr lang="zh-CN" altLang="en-US" sz="2100">
                <a:ea typeface="宋体" panose="02010600030101010101" pitchFamily="2" charset="-122"/>
              </a:rPr>
              <a:t>这样做的目的就是要迅速减少主机发送到网络中的分组数，使得发生拥塞的路由器有足够时间把队列中积压的分组处理完毕。 </a:t>
            </a:r>
          </a:p>
        </p:txBody>
      </p:sp>
      <p:sp>
        <p:nvSpPr>
          <p:cNvPr id="2" name="幻灯片编号占位符 1">
            <a:extLst>
              <a:ext uri="{FF2B5EF4-FFF2-40B4-BE49-F238E27FC236}">
                <a16:creationId xmlns:a16="http://schemas.microsoft.com/office/drawing/2014/main" id="{EE7B9ECB-2669-0342-8610-39F519A3A157}"/>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59A2EC9-3428-2744-9794-E42DED36547C}" type="slidenum">
              <a:rPr lang="en-US" altLang="zh-CN" sz="1050"/>
              <a:pPr>
                <a:defRPr/>
              </a:pPr>
              <a:t>93</a:t>
            </a:fld>
            <a:endParaRPr lang="en-US" altLang="zh-CN" sz="1050"/>
          </a:p>
        </p:txBody>
      </p:sp>
    </p:spTree>
    <p:extLst>
      <p:ext uri="{BB962C8B-B14F-4D97-AF65-F5344CB8AC3E}">
        <p14:creationId xmlns:p14="http://schemas.microsoft.com/office/powerpoint/2010/main" val="12773131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639" name="Line 255">
            <a:extLst>
              <a:ext uri="{FF2B5EF4-FFF2-40B4-BE49-F238E27FC236}">
                <a16:creationId xmlns:a16="http://schemas.microsoft.com/office/drawing/2014/main" id="{1E725086-32D9-2B47-A38B-D8CBAAAF04E5}"/>
              </a:ext>
            </a:extLst>
          </p:cNvPr>
          <p:cNvSpPr>
            <a:spLocks noChangeShapeType="1"/>
          </p:cNvSpPr>
          <p:nvPr/>
        </p:nvSpPr>
        <p:spPr bwMode="auto">
          <a:xfrm>
            <a:off x="2838212" y="1298556"/>
            <a:ext cx="0" cy="2027635"/>
          </a:xfrm>
          <a:prstGeom prst="line">
            <a:avLst/>
          </a:prstGeom>
          <a:noFill/>
          <a:ln w="9525">
            <a:solidFill>
              <a:schemeClr val="folHlink"/>
            </a:solidFill>
            <a:round/>
            <a:headEnd type="triangle" w="sm" len="lg"/>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79" name="Text Box 295">
            <a:extLst>
              <a:ext uri="{FF2B5EF4-FFF2-40B4-BE49-F238E27FC236}">
                <a16:creationId xmlns:a16="http://schemas.microsoft.com/office/drawing/2014/main" id="{694524D0-7B19-BA4D-A371-1451A5DBD0CB}"/>
              </a:ext>
            </a:extLst>
          </p:cNvPr>
          <p:cNvSpPr txBox="1">
            <a:spLocks noChangeArrowheads="1"/>
          </p:cNvSpPr>
          <p:nvPr/>
        </p:nvSpPr>
        <p:spPr bwMode="auto">
          <a:xfrm>
            <a:off x="7011353" y="3342860"/>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22</a:t>
            </a:r>
          </a:p>
        </p:txBody>
      </p:sp>
      <p:sp>
        <p:nvSpPr>
          <p:cNvPr id="528685" name="Text Box 301">
            <a:extLst>
              <a:ext uri="{FF2B5EF4-FFF2-40B4-BE49-F238E27FC236}">
                <a16:creationId xmlns:a16="http://schemas.microsoft.com/office/drawing/2014/main" id="{0F44F324-042B-8340-ABB4-0D5D9A62E3F5}"/>
              </a:ext>
            </a:extLst>
          </p:cNvPr>
          <p:cNvSpPr txBox="1">
            <a:spLocks noChangeArrowheads="1"/>
          </p:cNvSpPr>
          <p:nvPr/>
        </p:nvSpPr>
        <p:spPr bwMode="auto">
          <a:xfrm>
            <a:off x="2509600" y="2039125"/>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2" name="幻灯片编号占位符 1">
            <a:extLst>
              <a:ext uri="{FF2B5EF4-FFF2-40B4-BE49-F238E27FC236}">
                <a16:creationId xmlns:a16="http://schemas.microsoft.com/office/drawing/2014/main" id="{9348C2B9-41E0-5E42-8CE1-F28FAE829677}"/>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657E4D4-2DB3-2C48-A4DF-F2CA96D44BB2}" type="slidenum">
              <a:rPr lang="en-US" altLang="zh-CN" sz="1050"/>
              <a:pPr>
                <a:defRPr/>
              </a:pPr>
              <a:t>94</a:t>
            </a:fld>
            <a:endParaRPr lang="en-US" altLang="zh-CN" sz="1050"/>
          </a:p>
        </p:txBody>
      </p:sp>
      <p:sp>
        <p:nvSpPr>
          <p:cNvPr id="528388" name="Rectangle 4">
            <a:extLst>
              <a:ext uri="{FF2B5EF4-FFF2-40B4-BE49-F238E27FC236}">
                <a16:creationId xmlns:a16="http://schemas.microsoft.com/office/drawing/2014/main" id="{97D19B4B-BF3C-8945-8FB9-3285D43380A4}"/>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慢开始和拥塞避免算法的实现举例 </a:t>
            </a:r>
          </a:p>
        </p:txBody>
      </p:sp>
      <p:sp>
        <p:nvSpPr>
          <p:cNvPr id="528493" name="Text Box 109">
            <a:extLst>
              <a:ext uri="{FF2B5EF4-FFF2-40B4-BE49-F238E27FC236}">
                <a16:creationId xmlns:a16="http://schemas.microsoft.com/office/drawing/2014/main" id="{AF8809E9-B448-7D4F-BD69-B38B80C8C721}"/>
              </a:ext>
            </a:extLst>
          </p:cNvPr>
          <p:cNvSpPr txBox="1">
            <a:spLocks noChangeArrowheads="1"/>
          </p:cNvSpPr>
          <p:nvPr/>
        </p:nvSpPr>
        <p:spPr bwMode="auto">
          <a:xfrm>
            <a:off x="169523" y="3960793"/>
            <a:ext cx="8804953" cy="1061829"/>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当 </a:t>
            </a:r>
            <a:r>
              <a:rPr lang="en-US" altLang="zh-CN" sz="2100" dirty="0">
                <a:solidFill>
                  <a:srgbClr val="333399"/>
                </a:solidFill>
                <a:latin typeface="Arial" panose="020B0604020202020204" pitchFamily="34" charset="0"/>
              </a:rPr>
              <a:t>TCP </a:t>
            </a:r>
            <a:r>
              <a:rPr lang="zh-CN" altLang="en-US" sz="2100" dirty="0">
                <a:solidFill>
                  <a:srgbClr val="333399"/>
                </a:solidFill>
                <a:latin typeface="Arial" panose="020B0604020202020204" pitchFamily="34" charset="0"/>
              </a:rPr>
              <a:t>连接进行初始化时，将拥塞窗口置为 </a:t>
            </a:r>
            <a:r>
              <a:rPr lang="en-US" altLang="zh-CN" sz="2100" dirty="0">
                <a:solidFill>
                  <a:srgbClr val="333399"/>
                </a:solidFill>
                <a:latin typeface="Arial" panose="020B0604020202020204" pitchFamily="34" charset="0"/>
              </a:rPr>
              <a:t>1</a:t>
            </a:r>
            <a:r>
              <a:rPr lang="zh-CN" altLang="en-US" sz="2100" dirty="0">
                <a:solidFill>
                  <a:srgbClr val="333399"/>
                </a:solidFill>
                <a:latin typeface="Arial" panose="020B0604020202020204" pitchFamily="34" charset="0"/>
              </a:rPr>
              <a:t>。图中的窗口单位不使用字节而使用</a:t>
            </a:r>
            <a:r>
              <a:rPr lang="zh-CN" altLang="en-US" sz="2100" dirty="0">
                <a:solidFill>
                  <a:schemeClr val="hlink"/>
                </a:solidFill>
                <a:latin typeface="Arial" panose="020B0604020202020204" pitchFamily="34" charset="0"/>
              </a:rPr>
              <a:t>报文段</a:t>
            </a:r>
            <a:r>
              <a:rPr lang="zh-CN" altLang="en-US" sz="2100" dirty="0">
                <a:solidFill>
                  <a:srgbClr val="333399"/>
                </a:solidFill>
                <a:latin typeface="Arial" panose="020B0604020202020204" pitchFamily="34" charset="0"/>
              </a:rPr>
              <a:t>。慢开始门限的初始值设置为 </a:t>
            </a:r>
            <a:r>
              <a:rPr lang="en-US" altLang="zh-CN" sz="2100" dirty="0">
                <a:solidFill>
                  <a:srgbClr val="333399"/>
                </a:solidFill>
                <a:latin typeface="Arial" panose="020B0604020202020204" pitchFamily="34" charset="0"/>
              </a:rPr>
              <a:t>16 </a:t>
            </a:r>
            <a:r>
              <a:rPr lang="zh-CN" altLang="en-US" sz="2100" dirty="0">
                <a:solidFill>
                  <a:srgbClr val="333399"/>
                </a:solidFill>
                <a:latin typeface="Arial" panose="020B0604020202020204" pitchFamily="34" charset="0"/>
              </a:rPr>
              <a:t>个报文段，即 </a:t>
            </a:r>
            <a:r>
              <a:rPr lang="en-US" altLang="zh-CN" sz="2100" dirty="0" err="1">
                <a:solidFill>
                  <a:srgbClr val="333399"/>
                </a:solidFill>
                <a:latin typeface="Arial" panose="020B0604020202020204" pitchFamily="34" charset="0"/>
              </a:rPr>
              <a:t>ssthresh</a:t>
            </a:r>
            <a:r>
              <a:rPr lang="en-US" altLang="zh-CN" sz="2100" dirty="0">
                <a:solidFill>
                  <a:srgbClr val="333399"/>
                </a:solidFill>
                <a:latin typeface="Arial" panose="020B0604020202020204" pitchFamily="34" charset="0"/>
              </a:rPr>
              <a:t> = 16</a:t>
            </a:r>
            <a:r>
              <a:rPr lang="zh-CN" altLang="en-US" sz="2100" dirty="0">
                <a:solidFill>
                  <a:srgbClr val="333399"/>
                </a:solidFill>
                <a:latin typeface="Arial" panose="020B0604020202020204" pitchFamily="34" charset="0"/>
              </a:rPr>
              <a:t>。</a:t>
            </a:r>
          </a:p>
        </p:txBody>
      </p:sp>
      <p:sp>
        <p:nvSpPr>
          <p:cNvPr id="528632" name="Line 248">
            <a:extLst>
              <a:ext uri="{FF2B5EF4-FFF2-40B4-BE49-F238E27FC236}">
                <a16:creationId xmlns:a16="http://schemas.microsoft.com/office/drawing/2014/main" id="{C426E042-623A-D34B-8B0A-DF6879A03E67}"/>
              </a:ext>
            </a:extLst>
          </p:cNvPr>
          <p:cNvSpPr>
            <a:spLocks noChangeShapeType="1"/>
          </p:cNvSpPr>
          <p:nvPr/>
        </p:nvSpPr>
        <p:spPr bwMode="auto">
          <a:xfrm>
            <a:off x="5738575" y="1595022"/>
            <a:ext cx="0" cy="869156"/>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528633" name="Text Box 249">
            <a:extLst>
              <a:ext uri="{FF2B5EF4-FFF2-40B4-BE49-F238E27FC236}">
                <a16:creationId xmlns:a16="http://schemas.microsoft.com/office/drawing/2014/main" id="{A74CB560-54E0-634A-A6E7-74C2694AD69D}"/>
              </a:ext>
            </a:extLst>
          </p:cNvPr>
          <p:cNvSpPr txBox="1">
            <a:spLocks noChangeArrowheads="1"/>
          </p:cNvSpPr>
          <p:nvPr/>
        </p:nvSpPr>
        <p:spPr bwMode="auto">
          <a:xfrm>
            <a:off x="5201602" y="1855768"/>
            <a:ext cx="1033463" cy="300082"/>
          </a:xfrm>
          <a:prstGeom prst="rect">
            <a:avLst/>
          </a:prstGeom>
          <a:solidFill>
            <a:schemeClr val="bg1"/>
          </a:solid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乘法减小”</a:t>
            </a:r>
          </a:p>
        </p:txBody>
      </p:sp>
      <p:sp>
        <p:nvSpPr>
          <p:cNvPr id="528634" name="Rectangle 250">
            <a:extLst>
              <a:ext uri="{FF2B5EF4-FFF2-40B4-BE49-F238E27FC236}">
                <a16:creationId xmlns:a16="http://schemas.microsoft.com/office/drawing/2014/main" id="{2FA73644-6F98-3441-9EDD-2FC1C0FF5214}"/>
              </a:ext>
            </a:extLst>
          </p:cNvPr>
          <p:cNvSpPr>
            <a:spLocks noChangeArrowheads="1"/>
          </p:cNvSpPr>
          <p:nvPr/>
        </p:nvSpPr>
        <p:spPr bwMode="auto">
          <a:xfrm>
            <a:off x="6182678" y="1385472"/>
            <a:ext cx="1169194" cy="113942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28635" name="Rectangle 251">
            <a:extLst>
              <a:ext uri="{FF2B5EF4-FFF2-40B4-BE49-F238E27FC236}">
                <a16:creationId xmlns:a16="http://schemas.microsoft.com/office/drawing/2014/main" id="{2143FAAE-07E5-4743-A53B-597067528105}"/>
              </a:ext>
            </a:extLst>
          </p:cNvPr>
          <p:cNvSpPr>
            <a:spLocks noChangeArrowheads="1"/>
          </p:cNvSpPr>
          <p:nvPr/>
        </p:nvSpPr>
        <p:spPr bwMode="auto">
          <a:xfrm>
            <a:off x="3609738" y="1173540"/>
            <a:ext cx="1631156" cy="113823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28636" name="Rectangle 252">
            <a:extLst>
              <a:ext uri="{FF2B5EF4-FFF2-40B4-BE49-F238E27FC236}">
                <a16:creationId xmlns:a16="http://schemas.microsoft.com/office/drawing/2014/main" id="{AC02706F-B074-5C47-99C1-E780FF6AB918}"/>
              </a:ext>
            </a:extLst>
          </p:cNvPr>
          <p:cNvSpPr>
            <a:spLocks noChangeArrowheads="1"/>
          </p:cNvSpPr>
          <p:nvPr/>
        </p:nvSpPr>
        <p:spPr bwMode="auto">
          <a:xfrm>
            <a:off x="5404009" y="3339287"/>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28637" name="Rectangle 253">
            <a:extLst>
              <a:ext uri="{FF2B5EF4-FFF2-40B4-BE49-F238E27FC236}">
                <a16:creationId xmlns:a16="http://schemas.microsoft.com/office/drawing/2014/main" id="{EB8A6375-7147-4848-9319-AEF5F1C21A5F}"/>
              </a:ext>
            </a:extLst>
          </p:cNvPr>
          <p:cNvSpPr>
            <a:spLocks noChangeArrowheads="1"/>
          </p:cNvSpPr>
          <p:nvPr/>
        </p:nvSpPr>
        <p:spPr bwMode="auto">
          <a:xfrm>
            <a:off x="2844165" y="3332144"/>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28638" name="Line 254">
            <a:extLst>
              <a:ext uri="{FF2B5EF4-FFF2-40B4-BE49-F238E27FC236}">
                <a16:creationId xmlns:a16="http://schemas.microsoft.com/office/drawing/2014/main" id="{F0E9C344-C017-8449-BEE1-8CAF23FBCF05}"/>
              </a:ext>
            </a:extLst>
          </p:cNvPr>
          <p:cNvSpPr>
            <a:spLocks noChangeShapeType="1"/>
          </p:cNvSpPr>
          <p:nvPr/>
        </p:nvSpPr>
        <p:spPr bwMode="auto">
          <a:xfrm>
            <a:off x="2838212" y="3326190"/>
            <a:ext cx="4666059" cy="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28640" name="Line 256">
            <a:extLst>
              <a:ext uri="{FF2B5EF4-FFF2-40B4-BE49-F238E27FC236}">
                <a16:creationId xmlns:a16="http://schemas.microsoft.com/office/drawing/2014/main" id="{0C5C25D1-36B9-A24D-9899-D0EF11555657}"/>
              </a:ext>
            </a:extLst>
          </p:cNvPr>
          <p:cNvSpPr>
            <a:spLocks noChangeShapeType="1"/>
          </p:cNvSpPr>
          <p:nvPr/>
        </p:nvSpPr>
        <p:spPr bwMode="auto">
          <a:xfrm>
            <a:off x="3035856" y="3267849"/>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41" name="Line 257">
            <a:extLst>
              <a:ext uri="{FF2B5EF4-FFF2-40B4-BE49-F238E27FC236}">
                <a16:creationId xmlns:a16="http://schemas.microsoft.com/office/drawing/2014/main" id="{4D2B2854-8AF1-A643-8E63-4C5D89BA6C91}"/>
              </a:ext>
            </a:extLst>
          </p:cNvPr>
          <p:cNvSpPr>
            <a:spLocks noChangeShapeType="1"/>
          </p:cNvSpPr>
          <p:nvPr/>
        </p:nvSpPr>
        <p:spPr bwMode="auto">
          <a:xfrm>
            <a:off x="3232309"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42" name="Line 258">
            <a:extLst>
              <a:ext uri="{FF2B5EF4-FFF2-40B4-BE49-F238E27FC236}">
                <a16:creationId xmlns:a16="http://schemas.microsoft.com/office/drawing/2014/main" id="{855DA384-6912-2641-8584-3BA2328D7271}"/>
              </a:ext>
            </a:extLst>
          </p:cNvPr>
          <p:cNvSpPr>
            <a:spLocks noChangeShapeType="1"/>
          </p:cNvSpPr>
          <p:nvPr/>
        </p:nvSpPr>
        <p:spPr bwMode="auto">
          <a:xfrm>
            <a:off x="3429953"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43" name="Line 259">
            <a:extLst>
              <a:ext uri="{FF2B5EF4-FFF2-40B4-BE49-F238E27FC236}">
                <a16:creationId xmlns:a16="http://schemas.microsoft.com/office/drawing/2014/main" id="{7327BE52-6AB0-A148-9159-A4E5A6484668}"/>
              </a:ext>
            </a:extLst>
          </p:cNvPr>
          <p:cNvSpPr>
            <a:spLocks noChangeShapeType="1"/>
          </p:cNvSpPr>
          <p:nvPr/>
        </p:nvSpPr>
        <p:spPr bwMode="auto">
          <a:xfrm>
            <a:off x="3626406"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44" name="Line 260">
            <a:extLst>
              <a:ext uri="{FF2B5EF4-FFF2-40B4-BE49-F238E27FC236}">
                <a16:creationId xmlns:a16="http://schemas.microsoft.com/office/drawing/2014/main" id="{E013E8C4-303C-BB4C-87A4-FD2E27E3D1AD}"/>
              </a:ext>
            </a:extLst>
          </p:cNvPr>
          <p:cNvSpPr>
            <a:spLocks noChangeShapeType="1"/>
          </p:cNvSpPr>
          <p:nvPr/>
        </p:nvSpPr>
        <p:spPr bwMode="auto">
          <a:xfrm>
            <a:off x="3824050"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45" name="Line 261">
            <a:extLst>
              <a:ext uri="{FF2B5EF4-FFF2-40B4-BE49-F238E27FC236}">
                <a16:creationId xmlns:a16="http://schemas.microsoft.com/office/drawing/2014/main" id="{E52B3005-C5F5-FB4E-8C5D-64A3F63C1270}"/>
              </a:ext>
            </a:extLst>
          </p:cNvPr>
          <p:cNvSpPr>
            <a:spLocks noChangeShapeType="1"/>
          </p:cNvSpPr>
          <p:nvPr/>
        </p:nvSpPr>
        <p:spPr bwMode="auto">
          <a:xfrm>
            <a:off x="4021694"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46" name="Line 262">
            <a:extLst>
              <a:ext uri="{FF2B5EF4-FFF2-40B4-BE49-F238E27FC236}">
                <a16:creationId xmlns:a16="http://schemas.microsoft.com/office/drawing/2014/main" id="{B0EC99B1-8F3B-5749-8007-F1BDC2FB2DAB}"/>
              </a:ext>
            </a:extLst>
          </p:cNvPr>
          <p:cNvSpPr>
            <a:spLocks noChangeShapeType="1"/>
          </p:cNvSpPr>
          <p:nvPr/>
        </p:nvSpPr>
        <p:spPr bwMode="auto">
          <a:xfrm>
            <a:off x="4218146"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47" name="Line 263">
            <a:extLst>
              <a:ext uri="{FF2B5EF4-FFF2-40B4-BE49-F238E27FC236}">
                <a16:creationId xmlns:a16="http://schemas.microsoft.com/office/drawing/2014/main" id="{9B4EF456-B0FA-EF4D-A63E-ED972DD1C7A5}"/>
              </a:ext>
            </a:extLst>
          </p:cNvPr>
          <p:cNvSpPr>
            <a:spLocks noChangeShapeType="1"/>
          </p:cNvSpPr>
          <p:nvPr/>
        </p:nvSpPr>
        <p:spPr bwMode="auto">
          <a:xfrm>
            <a:off x="4415790"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48" name="Line 264">
            <a:extLst>
              <a:ext uri="{FF2B5EF4-FFF2-40B4-BE49-F238E27FC236}">
                <a16:creationId xmlns:a16="http://schemas.microsoft.com/office/drawing/2014/main" id="{8AAAB6E5-FDA3-EA4A-A5A4-8D09E6550D06}"/>
              </a:ext>
            </a:extLst>
          </p:cNvPr>
          <p:cNvSpPr>
            <a:spLocks noChangeShapeType="1"/>
          </p:cNvSpPr>
          <p:nvPr/>
        </p:nvSpPr>
        <p:spPr bwMode="auto">
          <a:xfrm>
            <a:off x="4612244"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49" name="Line 265">
            <a:extLst>
              <a:ext uri="{FF2B5EF4-FFF2-40B4-BE49-F238E27FC236}">
                <a16:creationId xmlns:a16="http://schemas.microsoft.com/office/drawing/2014/main" id="{8BE884B1-D797-8946-A2D8-6B27C31A9014}"/>
              </a:ext>
            </a:extLst>
          </p:cNvPr>
          <p:cNvSpPr>
            <a:spLocks noChangeShapeType="1"/>
          </p:cNvSpPr>
          <p:nvPr/>
        </p:nvSpPr>
        <p:spPr bwMode="auto">
          <a:xfrm>
            <a:off x="4809887"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50" name="Line 266">
            <a:extLst>
              <a:ext uri="{FF2B5EF4-FFF2-40B4-BE49-F238E27FC236}">
                <a16:creationId xmlns:a16="http://schemas.microsoft.com/office/drawing/2014/main" id="{2AD77261-7378-3B40-9DA0-FFA78A5EFC49}"/>
              </a:ext>
            </a:extLst>
          </p:cNvPr>
          <p:cNvSpPr>
            <a:spLocks noChangeShapeType="1"/>
          </p:cNvSpPr>
          <p:nvPr/>
        </p:nvSpPr>
        <p:spPr bwMode="auto">
          <a:xfrm>
            <a:off x="5007531"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51" name="Line 267">
            <a:extLst>
              <a:ext uri="{FF2B5EF4-FFF2-40B4-BE49-F238E27FC236}">
                <a16:creationId xmlns:a16="http://schemas.microsoft.com/office/drawing/2014/main" id="{86A8BFFF-5587-7C4F-B9E7-C988116BD85F}"/>
              </a:ext>
            </a:extLst>
          </p:cNvPr>
          <p:cNvSpPr>
            <a:spLocks noChangeShapeType="1"/>
          </p:cNvSpPr>
          <p:nvPr/>
        </p:nvSpPr>
        <p:spPr bwMode="auto">
          <a:xfrm>
            <a:off x="5203984"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52" name="Line 268">
            <a:extLst>
              <a:ext uri="{FF2B5EF4-FFF2-40B4-BE49-F238E27FC236}">
                <a16:creationId xmlns:a16="http://schemas.microsoft.com/office/drawing/2014/main" id="{E31AC610-8576-444F-B017-728BB7CF68C6}"/>
              </a:ext>
            </a:extLst>
          </p:cNvPr>
          <p:cNvSpPr>
            <a:spLocks noChangeShapeType="1"/>
          </p:cNvSpPr>
          <p:nvPr/>
        </p:nvSpPr>
        <p:spPr bwMode="auto">
          <a:xfrm>
            <a:off x="5401628"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53" name="Line 269">
            <a:extLst>
              <a:ext uri="{FF2B5EF4-FFF2-40B4-BE49-F238E27FC236}">
                <a16:creationId xmlns:a16="http://schemas.microsoft.com/office/drawing/2014/main" id="{5D9B7526-76A1-3A44-9190-3FFDD0483A4F}"/>
              </a:ext>
            </a:extLst>
          </p:cNvPr>
          <p:cNvSpPr>
            <a:spLocks noChangeShapeType="1"/>
          </p:cNvSpPr>
          <p:nvPr/>
        </p:nvSpPr>
        <p:spPr bwMode="auto">
          <a:xfrm>
            <a:off x="5598081" y="3267849"/>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54" name="Line 270">
            <a:extLst>
              <a:ext uri="{FF2B5EF4-FFF2-40B4-BE49-F238E27FC236}">
                <a16:creationId xmlns:a16="http://schemas.microsoft.com/office/drawing/2014/main" id="{7F120EFA-67CA-DB48-B182-F18DE66B4CC9}"/>
              </a:ext>
            </a:extLst>
          </p:cNvPr>
          <p:cNvSpPr>
            <a:spLocks noChangeShapeType="1"/>
          </p:cNvSpPr>
          <p:nvPr/>
        </p:nvSpPr>
        <p:spPr bwMode="auto">
          <a:xfrm>
            <a:off x="5795725"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55" name="Line 271">
            <a:extLst>
              <a:ext uri="{FF2B5EF4-FFF2-40B4-BE49-F238E27FC236}">
                <a16:creationId xmlns:a16="http://schemas.microsoft.com/office/drawing/2014/main" id="{C210AA0F-3270-A246-8F0A-1152B34A1451}"/>
              </a:ext>
            </a:extLst>
          </p:cNvPr>
          <p:cNvSpPr>
            <a:spLocks noChangeShapeType="1"/>
          </p:cNvSpPr>
          <p:nvPr/>
        </p:nvSpPr>
        <p:spPr bwMode="auto">
          <a:xfrm>
            <a:off x="5993369"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56" name="Line 272">
            <a:extLst>
              <a:ext uri="{FF2B5EF4-FFF2-40B4-BE49-F238E27FC236}">
                <a16:creationId xmlns:a16="http://schemas.microsoft.com/office/drawing/2014/main" id="{8DDAFB25-FBD4-1D49-9873-2EBF74245DF3}"/>
              </a:ext>
            </a:extLst>
          </p:cNvPr>
          <p:cNvSpPr>
            <a:spLocks noChangeShapeType="1"/>
          </p:cNvSpPr>
          <p:nvPr/>
        </p:nvSpPr>
        <p:spPr bwMode="auto">
          <a:xfrm>
            <a:off x="6189821"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57" name="Line 273">
            <a:extLst>
              <a:ext uri="{FF2B5EF4-FFF2-40B4-BE49-F238E27FC236}">
                <a16:creationId xmlns:a16="http://schemas.microsoft.com/office/drawing/2014/main" id="{5BAA401C-DD4A-7946-BD06-B3ECADC65310}"/>
              </a:ext>
            </a:extLst>
          </p:cNvPr>
          <p:cNvSpPr>
            <a:spLocks noChangeShapeType="1"/>
          </p:cNvSpPr>
          <p:nvPr/>
        </p:nvSpPr>
        <p:spPr bwMode="auto">
          <a:xfrm>
            <a:off x="6387465"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58" name="Line 274">
            <a:extLst>
              <a:ext uri="{FF2B5EF4-FFF2-40B4-BE49-F238E27FC236}">
                <a16:creationId xmlns:a16="http://schemas.microsoft.com/office/drawing/2014/main" id="{C8DC3DC9-3C2D-8B48-B375-17106B383FB3}"/>
              </a:ext>
            </a:extLst>
          </p:cNvPr>
          <p:cNvSpPr>
            <a:spLocks noChangeShapeType="1"/>
          </p:cNvSpPr>
          <p:nvPr/>
        </p:nvSpPr>
        <p:spPr bwMode="auto">
          <a:xfrm>
            <a:off x="6583919"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59" name="Line 275">
            <a:extLst>
              <a:ext uri="{FF2B5EF4-FFF2-40B4-BE49-F238E27FC236}">
                <a16:creationId xmlns:a16="http://schemas.microsoft.com/office/drawing/2014/main" id="{1749C4B4-9219-274D-BC1E-71701B8B6777}"/>
              </a:ext>
            </a:extLst>
          </p:cNvPr>
          <p:cNvSpPr>
            <a:spLocks noChangeShapeType="1"/>
          </p:cNvSpPr>
          <p:nvPr/>
        </p:nvSpPr>
        <p:spPr bwMode="auto">
          <a:xfrm>
            <a:off x="6781562"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60" name="Line 276">
            <a:extLst>
              <a:ext uri="{FF2B5EF4-FFF2-40B4-BE49-F238E27FC236}">
                <a16:creationId xmlns:a16="http://schemas.microsoft.com/office/drawing/2014/main" id="{3B1CA5AC-1E76-E84C-A028-2937D084A14D}"/>
              </a:ext>
            </a:extLst>
          </p:cNvPr>
          <p:cNvSpPr>
            <a:spLocks noChangeShapeType="1"/>
          </p:cNvSpPr>
          <p:nvPr/>
        </p:nvSpPr>
        <p:spPr bwMode="auto">
          <a:xfrm>
            <a:off x="6979206"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61" name="Line 277">
            <a:extLst>
              <a:ext uri="{FF2B5EF4-FFF2-40B4-BE49-F238E27FC236}">
                <a16:creationId xmlns:a16="http://schemas.microsoft.com/office/drawing/2014/main" id="{CC72B051-B035-414E-87D9-09DE98548362}"/>
              </a:ext>
            </a:extLst>
          </p:cNvPr>
          <p:cNvSpPr>
            <a:spLocks noChangeShapeType="1"/>
          </p:cNvSpPr>
          <p:nvPr/>
        </p:nvSpPr>
        <p:spPr bwMode="auto">
          <a:xfrm>
            <a:off x="7175659" y="3210699"/>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63" name="Line 279">
            <a:extLst>
              <a:ext uri="{FF2B5EF4-FFF2-40B4-BE49-F238E27FC236}">
                <a16:creationId xmlns:a16="http://schemas.microsoft.com/office/drawing/2014/main" id="{61ECBD20-F3C9-DD42-B553-D20DCFB0CC1D}"/>
              </a:ext>
            </a:extLst>
          </p:cNvPr>
          <p:cNvSpPr>
            <a:spLocks noChangeShapeType="1"/>
          </p:cNvSpPr>
          <p:nvPr/>
        </p:nvSpPr>
        <p:spPr bwMode="auto">
          <a:xfrm>
            <a:off x="2838213" y="3036868"/>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64" name="Line 280">
            <a:extLst>
              <a:ext uri="{FF2B5EF4-FFF2-40B4-BE49-F238E27FC236}">
                <a16:creationId xmlns:a16="http://schemas.microsoft.com/office/drawing/2014/main" id="{8DC65E9C-22CA-CB44-AC9F-01C014C7BDE0}"/>
              </a:ext>
            </a:extLst>
          </p:cNvPr>
          <p:cNvSpPr>
            <a:spLocks noChangeShapeType="1"/>
          </p:cNvSpPr>
          <p:nvPr/>
        </p:nvSpPr>
        <p:spPr bwMode="auto">
          <a:xfrm>
            <a:off x="2838213" y="2746356"/>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65" name="Line 281">
            <a:extLst>
              <a:ext uri="{FF2B5EF4-FFF2-40B4-BE49-F238E27FC236}">
                <a16:creationId xmlns:a16="http://schemas.microsoft.com/office/drawing/2014/main" id="{E4D34AE2-6451-4247-A9DE-A75A90D166A2}"/>
              </a:ext>
            </a:extLst>
          </p:cNvPr>
          <p:cNvSpPr>
            <a:spLocks noChangeShapeType="1"/>
          </p:cNvSpPr>
          <p:nvPr/>
        </p:nvSpPr>
        <p:spPr bwMode="auto">
          <a:xfrm>
            <a:off x="2838213" y="2457034"/>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66" name="Line 282">
            <a:extLst>
              <a:ext uri="{FF2B5EF4-FFF2-40B4-BE49-F238E27FC236}">
                <a16:creationId xmlns:a16="http://schemas.microsoft.com/office/drawing/2014/main" id="{EB24A439-281A-1848-83EB-0126BE7074BC}"/>
              </a:ext>
            </a:extLst>
          </p:cNvPr>
          <p:cNvSpPr>
            <a:spLocks noChangeShapeType="1"/>
          </p:cNvSpPr>
          <p:nvPr/>
        </p:nvSpPr>
        <p:spPr bwMode="auto">
          <a:xfrm>
            <a:off x="2838213" y="2167712"/>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67" name="Line 283">
            <a:extLst>
              <a:ext uri="{FF2B5EF4-FFF2-40B4-BE49-F238E27FC236}">
                <a16:creationId xmlns:a16="http://schemas.microsoft.com/office/drawing/2014/main" id="{C2D46BA9-7461-834A-83F7-D7097184D7E7}"/>
              </a:ext>
            </a:extLst>
          </p:cNvPr>
          <p:cNvSpPr>
            <a:spLocks noChangeShapeType="1"/>
          </p:cNvSpPr>
          <p:nvPr/>
        </p:nvSpPr>
        <p:spPr bwMode="auto">
          <a:xfrm>
            <a:off x="2838213" y="1878390"/>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68" name="Line 284">
            <a:extLst>
              <a:ext uri="{FF2B5EF4-FFF2-40B4-BE49-F238E27FC236}">
                <a16:creationId xmlns:a16="http://schemas.microsoft.com/office/drawing/2014/main" id="{F81A7896-E1A2-D740-AF20-B3CD9149C151}"/>
              </a:ext>
            </a:extLst>
          </p:cNvPr>
          <p:cNvSpPr>
            <a:spLocks noChangeShapeType="1"/>
          </p:cNvSpPr>
          <p:nvPr/>
        </p:nvSpPr>
        <p:spPr bwMode="auto">
          <a:xfrm>
            <a:off x="2838213" y="1587878"/>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69" name="Text Box 285">
            <a:extLst>
              <a:ext uri="{FF2B5EF4-FFF2-40B4-BE49-F238E27FC236}">
                <a16:creationId xmlns:a16="http://schemas.microsoft.com/office/drawing/2014/main" id="{79983A95-6724-034F-ADD8-D31FFE923B23}"/>
              </a:ext>
            </a:extLst>
          </p:cNvPr>
          <p:cNvSpPr txBox="1">
            <a:spLocks noChangeArrowheads="1"/>
          </p:cNvSpPr>
          <p:nvPr/>
        </p:nvSpPr>
        <p:spPr bwMode="auto">
          <a:xfrm>
            <a:off x="3101340" y="3342860"/>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a:t>
            </a:r>
          </a:p>
        </p:txBody>
      </p:sp>
      <p:sp>
        <p:nvSpPr>
          <p:cNvPr id="528670" name="Text Box 286">
            <a:extLst>
              <a:ext uri="{FF2B5EF4-FFF2-40B4-BE49-F238E27FC236}">
                <a16:creationId xmlns:a16="http://schemas.microsoft.com/office/drawing/2014/main" id="{0C43D9EB-1696-DA42-BAB7-97ABA45AF8F8}"/>
              </a:ext>
            </a:extLst>
          </p:cNvPr>
          <p:cNvSpPr txBox="1">
            <a:spLocks noChangeArrowheads="1"/>
          </p:cNvSpPr>
          <p:nvPr/>
        </p:nvSpPr>
        <p:spPr bwMode="auto">
          <a:xfrm>
            <a:off x="3495437" y="3342860"/>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28671" name="Text Box 287">
            <a:extLst>
              <a:ext uri="{FF2B5EF4-FFF2-40B4-BE49-F238E27FC236}">
                <a16:creationId xmlns:a16="http://schemas.microsoft.com/office/drawing/2014/main" id="{D18802CB-F672-504E-B882-C0A1F6B1D417}"/>
              </a:ext>
            </a:extLst>
          </p:cNvPr>
          <p:cNvSpPr txBox="1">
            <a:spLocks noChangeArrowheads="1"/>
          </p:cNvSpPr>
          <p:nvPr/>
        </p:nvSpPr>
        <p:spPr bwMode="auto">
          <a:xfrm>
            <a:off x="3889534" y="3342860"/>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6</a:t>
            </a:r>
          </a:p>
        </p:txBody>
      </p:sp>
      <p:sp>
        <p:nvSpPr>
          <p:cNvPr id="528672" name="Text Box 288">
            <a:extLst>
              <a:ext uri="{FF2B5EF4-FFF2-40B4-BE49-F238E27FC236}">
                <a16:creationId xmlns:a16="http://schemas.microsoft.com/office/drawing/2014/main" id="{F5E389FE-B635-7B4B-B3DD-47BC2BA0EA04}"/>
              </a:ext>
            </a:extLst>
          </p:cNvPr>
          <p:cNvSpPr txBox="1">
            <a:spLocks noChangeArrowheads="1"/>
          </p:cNvSpPr>
          <p:nvPr/>
        </p:nvSpPr>
        <p:spPr bwMode="auto">
          <a:xfrm>
            <a:off x="4295537" y="3342860"/>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28673" name="Text Box 289">
            <a:extLst>
              <a:ext uri="{FF2B5EF4-FFF2-40B4-BE49-F238E27FC236}">
                <a16:creationId xmlns:a16="http://schemas.microsoft.com/office/drawing/2014/main" id="{F056ED2D-73B5-3F4E-AB28-5DA188130B30}"/>
              </a:ext>
            </a:extLst>
          </p:cNvPr>
          <p:cNvSpPr txBox="1">
            <a:spLocks noChangeArrowheads="1"/>
          </p:cNvSpPr>
          <p:nvPr/>
        </p:nvSpPr>
        <p:spPr bwMode="auto">
          <a:xfrm>
            <a:off x="4624150" y="3342860"/>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10</a:t>
            </a:r>
          </a:p>
        </p:txBody>
      </p:sp>
      <p:sp>
        <p:nvSpPr>
          <p:cNvPr id="528674" name="Text Box 290">
            <a:extLst>
              <a:ext uri="{FF2B5EF4-FFF2-40B4-BE49-F238E27FC236}">
                <a16:creationId xmlns:a16="http://schemas.microsoft.com/office/drawing/2014/main" id="{B29C63B0-2B8C-7940-9319-238F0DD49B6C}"/>
              </a:ext>
            </a:extLst>
          </p:cNvPr>
          <p:cNvSpPr txBox="1">
            <a:spLocks noChangeArrowheads="1"/>
          </p:cNvSpPr>
          <p:nvPr/>
        </p:nvSpPr>
        <p:spPr bwMode="auto">
          <a:xfrm>
            <a:off x="5050394" y="3342860"/>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28675" name="Text Box 291">
            <a:extLst>
              <a:ext uri="{FF2B5EF4-FFF2-40B4-BE49-F238E27FC236}">
                <a16:creationId xmlns:a16="http://schemas.microsoft.com/office/drawing/2014/main" id="{00BA67CD-AADA-AF4D-999E-8E1BA5B3CCE6}"/>
              </a:ext>
            </a:extLst>
          </p:cNvPr>
          <p:cNvSpPr txBox="1">
            <a:spLocks noChangeArrowheads="1"/>
          </p:cNvSpPr>
          <p:nvPr/>
        </p:nvSpPr>
        <p:spPr bwMode="auto">
          <a:xfrm>
            <a:off x="5423059" y="3342860"/>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14</a:t>
            </a:r>
          </a:p>
        </p:txBody>
      </p:sp>
      <p:sp>
        <p:nvSpPr>
          <p:cNvPr id="528676" name="Text Box 292">
            <a:extLst>
              <a:ext uri="{FF2B5EF4-FFF2-40B4-BE49-F238E27FC236}">
                <a16:creationId xmlns:a16="http://schemas.microsoft.com/office/drawing/2014/main" id="{D724F1A8-77ED-6F4E-8ADF-E5A2454BAE39}"/>
              </a:ext>
            </a:extLst>
          </p:cNvPr>
          <p:cNvSpPr txBox="1">
            <a:spLocks noChangeArrowheads="1"/>
          </p:cNvSpPr>
          <p:nvPr/>
        </p:nvSpPr>
        <p:spPr bwMode="auto">
          <a:xfrm>
            <a:off x="5817156" y="3342860"/>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28677" name="Text Box 293">
            <a:extLst>
              <a:ext uri="{FF2B5EF4-FFF2-40B4-BE49-F238E27FC236}">
                <a16:creationId xmlns:a16="http://schemas.microsoft.com/office/drawing/2014/main" id="{591C5976-51A6-2E47-A683-7417C78A3D3F}"/>
              </a:ext>
            </a:extLst>
          </p:cNvPr>
          <p:cNvSpPr txBox="1">
            <a:spLocks noChangeArrowheads="1"/>
          </p:cNvSpPr>
          <p:nvPr/>
        </p:nvSpPr>
        <p:spPr bwMode="auto">
          <a:xfrm>
            <a:off x="6233875" y="3342860"/>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18</a:t>
            </a:r>
          </a:p>
        </p:txBody>
      </p:sp>
      <p:sp>
        <p:nvSpPr>
          <p:cNvPr id="528678" name="Text Box 294">
            <a:extLst>
              <a:ext uri="{FF2B5EF4-FFF2-40B4-BE49-F238E27FC236}">
                <a16:creationId xmlns:a16="http://schemas.microsoft.com/office/drawing/2014/main" id="{5E6B1150-EB30-2243-8A2B-534865258A81}"/>
              </a:ext>
            </a:extLst>
          </p:cNvPr>
          <p:cNvSpPr txBox="1">
            <a:spLocks noChangeArrowheads="1"/>
          </p:cNvSpPr>
          <p:nvPr/>
        </p:nvSpPr>
        <p:spPr bwMode="auto">
          <a:xfrm>
            <a:off x="6627971" y="3342860"/>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28680" name="Text Box 296">
            <a:extLst>
              <a:ext uri="{FF2B5EF4-FFF2-40B4-BE49-F238E27FC236}">
                <a16:creationId xmlns:a16="http://schemas.microsoft.com/office/drawing/2014/main" id="{C2D16706-785E-F645-8ACE-0007F099EC49}"/>
              </a:ext>
            </a:extLst>
          </p:cNvPr>
          <p:cNvSpPr txBox="1">
            <a:spLocks noChangeArrowheads="1"/>
          </p:cNvSpPr>
          <p:nvPr/>
        </p:nvSpPr>
        <p:spPr bwMode="auto">
          <a:xfrm>
            <a:off x="2739390" y="3342860"/>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28681" name="Text Box 297">
            <a:extLst>
              <a:ext uri="{FF2B5EF4-FFF2-40B4-BE49-F238E27FC236}">
                <a16:creationId xmlns:a16="http://schemas.microsoft.com/office/drawing/2014/main" id="{728B7A3C-E98D-7F42-8A66-E4F76B2D8199}"/>
              </a:ext>
            </a:extLst>
          </p:cNvPr>
          <p:cNvSpPr txBox="1">
            <a:spLocks noChangeArrowheads="1"/>
          </p:cNvSpPr>
          <p:nvPr/>
        </p:nvSpPr>
        <p:spPr bwMode="auto">
          <a:xfrm>
            <a:off x="2608421" y="3169028"/>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28682" name="Text Box 298">
            <a:extLst>
              <a:ext uri="{FF2B5EF4-FFF2-40B4-BE49-F238E27FC236}">
                <a16:creationId xmlns:a16="http://schemas.microsoft.com/office/drawing/2014/main" id="{FB53E1FB-461E-274C-90EC-9132764C0298}"/>
              </a:ext>
            </a:extLst>
          </p:cNvPr>
          <p:cNvSpPr txBox="1">
            <a:spLocks noChangeArrowheads="1"/>
          </p:cNvSpPr>
          <p:nvPr/>
        </p:nvSpPr>
        <p:spPr bwMode="auto">
          <a:xfrm>
            <a:off x="2608421" y="2879706"/>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28683" name="Text Box 299">
            <a:extLst>
              <a:ext uri="{FF2B5EF4-FFF2-40B4-BE49-F238E27FC236}">
                <a16:creationId xmlns:a16="http://schemas.microsoft.com/office/drawing/2014/main" id="{6DFD44A6-3AE2-624A-9337-74677ECCF963}"/>
              </a:ext>
            </a:extLst>
          </p:cNvPr>
          <p:cNvSpPr txBox="1">
            <a:spLocks noChangeArrowheads="1"/>
          </p:cNvSpPr>
          <p:nvPr/>
        </p:nvSpPr>
        <p:spPr bwMode="auto">
          <a:xfrm>
            <a:off x="2608421" y="2599910"/>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28684" name="Text Box 300">
            <a:extLst>
              <a:ext uri="{FF2B5EF4-FFF2-40B4-BE49-F238E27FC236}">
                <a16:creationId xmlns:a16="http://schemas.microsoft.com/office/drawing/2014/main" id="{B012C690-0D72-414A-9BE8-2B22047ADE74}"/>
              </a:ext>
            </a:extLst>
          </p:cNvPr>
          <p:cNvSpPr txBox="1">
            <a:spLocks noChangeArrowheads="1"/>
          </p:cNvSpPr>
          <p:nvPr/>
        </p:nvSpPr>
        <p:spPr bwMode="auto">
          <a:xfrm>
            <a:off x="2509600" y="2320112"/>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28686" name="Text Box 302">
            <a:extLst>
              <a:ext uri="{FF2B5EF4-FFF2-40B4-BE49-F238E27FC236}">
                <a16:creationId xmlns:a16="http://schemas.microsoft.com/office/drawing/2014/main" id="{34AFA40C-A642-2C49-9A98-DCC5740CA09A}"/>
              </a:ext>
            </a:extLst>
          </p:cNvPr>
          <p:cNvSpPr txBox="1">
            <a:spLocks noChangeArrowheads="1"/>
          </p:cNvSpPr>
          <p:nvPr/>
        </p:nvSpPr>
        <p:spPr bwMode="auto">
          <a:xfrm>
            <a:off x="2509600" y="1749803"/>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28687" name="Text Box 303">
            <a:extLst>
              <a:ext uri="{FF2B5EF4-FFF2-40B4-BE49-F238E27FC236}">
                <a16:creationId xmlns:a16="http://schemas.microsoft.com/office/drawing/2014/main" id="{76732CC3-D93E-2244-BEC3-4281217E0C83}"/>
              </a:ext>
            </a:extLst>
          </p:cNvPr>
          <p:cNvSpPr txBox="1">
            <a:spLocks noChangeArrowheads="1"/>
          </p:cNvSpPr>
          <p:nvPr/>
        </p:nvSpPr>
        <p:spPr bwMode="auto">
          <a:xfrm>
            <a:off x="2509600" y="1460481"/>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24</a:t>
            </a:r>
          </a:p>
        </p:txBody>
      </p:sp>
      <p:sp>
        <p:nvSpPr>
          <p:cNvPr id="528688" name="Oval 304">
            <a:extLst>
              <a:ext uri="{FF2B5EF4-FFF2-40B4-BE49-F238E27FC236}">
                <a16:creationId xmlns:a16="http://schemas.microsoft.com/office/drawing/2014/main" id="{4EDBB265-7944-1F4B-A7E9-78B4E5F1219A}"/>
              </a:ext>
            </a:extLst>
          </p:cNvPr>
          <p:cNvSpPr>
            <a:spLocks noChangeArrowheads="1"/>
          </p:cNvSpPr>
          <p:nvPr/>
        </p:nvSpPr>
        <p:spPr bwMode="auto">
          <a:xfrm>
            <a:off x="3388282" y="2717781"/>
            <a:ext cx="7739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89" name="Oval 305">
            <a:extLst>
              <a:ext uri="{FF2B5EF4-FFF2-40B4-BE49-F238E27FC236}">
                <a16:creationId xmlns:a16="http://schemas.microsoft.com/office/drawing/2014/main" id="{D6429E66-5900-FF4D-AC5B-51A73DE9AA05}"/>
              </a:ext>
            </a:extLst>
          </p:cNvPr>
          <p:cNvSpPr>
            <a:spLocks noChangeArrowheads="1"/>
          </p:cNvSpPr>
          <p:nvPr/>
        </p:nvSpPr>
        <p:spPr bwMode="auto">
          <a:xfrm>
            <a:off x="3191828" y="3007103"/>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90" name="Oval 306">
            <a:extLst>
              <a:ext uri="{FF2B5EF4-FFF2-40B4-BE49-F238E27FC236}">
                <a16:creationId xmlns:a16="http://schemas.microsoft.com/office/drawing/2014/main" id="{4A90817A-EEF2-7D47-ACCE-E06E42180DB9}"/>
              </a:ext>
            </a:extLst>
          </p:cNvPr>
          <p:cNvSpPr>
            <a:spLocks noChangeArrowheads="1"/>
          </p:cNvSpPr>
          <p:nvPr/>
        </p:nvSpPr>
        <p:spPr bwMode="auto">
          <a:xfrm>
            <a:off x="2806065" y="3195222"/>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91" name="Oval 307">
            <a:extLst>
              <a:ext uri="{FF2B5EF4-FFF2-40B4-BE49-F238E27FC236}">
                <a16:creationId xmlns:a16="http://schemas.microsoft.com/office/drawing/2014/main" id="{8FDE16D6-5BD7-604D-B7BF-666A67CAF8A1}"/>
              </a:ext>
            </a:extLst>
          </p:cNvPr>
          <p:cNvSpPr>
            <a:spLocks noChangeArrowheads="1"/>
          </p:cNvSpPr>
          <p:nvPr/>
        </p:nvSpPr>
        <p:spPr bwMode="auto">
          <a:xfrm>
            <a:off x="2985850" y="3145216"/>
            <a:ext cx="7739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92" name="Oval 308">
            <a:extLst>
              <a:ext uri="{FF2B5EF4-FFF2-40B4-BE49-F238E27FC236}">
                <a16:creationId xmlns:a16="http://schemas.microsoft.com/office/drawing/2014/main" id="{19C8CD71-F4FE-1844-95AD-90C066C5958C}"/>
              </a:ext>
            </a:extLst>
          </p:cNvPr>
          <p:cNvSpPr>
            <a:spLocks noChangeArrowheads="1"/>
          </p:cNvSpPr>
          <p:nvPr/>
        </p:nvSpPr>
        <p:spPr bwMode="auto">
          <a:xfrm>
            <a:off x="3585925" y="2135566"/>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93" name="Oval 309">
            <a:extLst>
              <a:ext uri="{FF2B5EF4-FFF2-40B4-BE49-F238E27FC236}">
                <a16:creationId xmlns:a16="http://schemas.microsoft.com/office/drawing/2014/main" id="{12D8A0F7-B5E9-1947-840A-D45A44978B46}"/>
              </a:ext>
            </a:extLst>
          </p:cNvPr>
          <p:cNvSpPr>
            <a:spLocks noChangeArrowheads="1"/>
          </p:cNvSpPr>
          <p:nvPr/>
        </p:nvSpPr>
        <p:spPr bwMode="auto">
          <a:xfrm>
            <a:off x="3783569" y="2059365"/>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94" name="Oval 310">
            <a:extLst>
              <a:ext uri="{FF2B5EF4-FFF2-40B4-BE49-F238E27FC236}">
                <a16:creationId xmlns:a16="http://schemas.microsoft.com/office/drawing/2014/main" id="{C0575B06-75AC-6C48-8DEA-31F770B2DADE}"/>
              </a:ext>
            </a:extLst>
          </p:cNvPr>
          <p:cNvSpPr>
            <a:spLocks noChangeArrowheads="1"/>
          </p:cNvSpPr>
          <p:nvPr/>
        </p:nvSpPr>
        <p:spPr bwMode="auto">
          <a:xfrm>
            <a:off x="3980021" y="1990310"/>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95" name="Oval 311">
            <a:extLst>
              <a:ext uri="{FF2B5EF4-FFF2-40B4-BE49-F238E27FC236}">
                <a16:creationId xmlns:a16="http://schemas.microsoft.com/office/drawing/2014/main" id="{8E21ADC2-D980-6843-B15D-88B7141C84AE}"/>
              </a:ext>
            </a:extLst>
          </p:cNvPr>
          <p:cNvSpPr>
            <a:spLocks noChangeArrowheads="1"/>
          </p:cNvSpPr>
          <p:nvPr/>
        </p:nvSpPr>
        <p:spPr bwMode="auto">
          <a:xfrm>
            <a:off x="4378881" y="1845053"/>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96" name="Oval 312">
            <a:extLst>
              <a:ext uri="{FF2B5EF4-FFF2-40B4-BE49-F238E27FC236}">
                <a16:creationId xmlns:a16="http://schemas.microsoft.com/office/drawing/2014/main" id="{1625B09D-35DD-F248-821B-BE9B7207524E}"/>
              </a:ext>
            </a:extLst>
          </p:cNvPr>
          <p:cNvSpPr>
            <a:spLocks noChangeArrowheads="1"/>
          </p:cNvSpPr>
          <p:nvPr/>
        </p:nvSpPr>
        <p:spPr bwMode="auto">
          <a:xfrm>
            <a:off x="4177665" y="1917681"/>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97" name="Oval 313">
            <a:extLst>
              <a:ext uri="{FF2B5EF4-FFF2-40B4-BE49-F238E27FC236}">
                <a16:creationId xmlns:a16="http://schemas.microsoft.com/office/drawing/2014/main" id="{C9BE2D7A-8358-0D4F-A1FD-E7B229F72EDF}"/>
              </a:ext>
            </a:extLst>
          </p:cNvPr>
          <p:cNvSpPr>
            <a:spLocks noChangeArrowheads="1"/>
          </p:cNvSpPr>
          <p:nvPr/>
        </p:nvSpPr>
        <p:spPr bwMode="auto">
          <a:xfrm>
            <a:off x="4575334" y="1772424"/>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98" name="Oval 314">
            <a:extLst>
              <a:ext uri="{FF2B5EF4-FFF2-40B4-BE49-F238E27FC236}">
                <a16:creationId xmlns:a16="http://schemas.microsoft.com/office/drawing/2014/main" id="{A2EC5E38-C91E-A24E-BFA1-C344B2E4CFC0}"/>
              </a:ext>
            </a:extLst>
          </p:cNvPr>
          <p:cNvSpPr>
            <a:spLocks noChangeArrowheads="1"/>
          </p:cNvSpPr>
          <p:nvPr/>
        </p:nvSpPr>
        <p:spPr bwMode="auto">
          <a:xfrm>
            <a:off x="4769406" y="1704559"/>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699" name="Oval 315">
            <a:extLst>
              <a:ext uri="{FF2B5EF4-FFF2-40B4-BE49-F238E27FC236}">
                <a16:creationId xmlns:a16="http://schemas.microsoft.com/office/drawing/2014/main" id="{D084ABCD-2987-7A4E-8374-41CE2DA8BB30}"/>
              </a:ext>
            </a:extLst>
          </p:cNvPr>
          <p:cNvSpPr>
            <a:spLocks noChangeArrowheads="1"/>
          </p:cNvSpPr>
          <p:nvPr/>
        </p:nvSpPr>
        <p:spPr bwMode="auto">
          <a:xfrm>
            <a:off x="5158740" y="1548587"/>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00" name="Oval 316">
            <a:extLst>
              <a:ext uri="{FF2B5EF4-FFF2-40B4-BE49-F238E27FC236}">
                <a16:creationId xmlns:a16="http://schemas.microsoft.com/office/drawing/2014/main" id="{5E551514-5EDC-A247-881F-2727FD7B72E4}"/>
              </a:ext>
            </a:extLst>
          </p:cNvPr>
          <p:cNvSpPr>
            <a:spLocks noChangeArrowheads="1"/>
          </p:cNvSpPr>
          <p:nvPr/>
        </p:nvSpPr>
        <p:spPr bwMode="auto">
          <a:xfrm>
            <a:off x="4965859" y="1621215"/>
            <a:ext cx="77391"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02" name="Oval 318">
            <a:extLst>
              <a:ext uri="{FF2B5EF4-FFF2-40B4-BE49-F238E27FC236}">
                <a16:creationId xmlns:a16="http://schemas.microsoft.com/office/drawing/2014/main" id="{E5862FD5-4263-B543-87E4-5FF57DD9CE12}"/>
              </a:ext>
            </a:extLst>
          </p:cNvPr>
          <p:cNvSpPr>
            <a:spLocks noChangeArrowheads="1"/>
          </p:cNvSpPr>
          <p:nvPr/>
        </p:nvSpPr>
        <p:spPr bwMode="auto">
          <a:xfrm>
            <a:off x="6157675" y="2421315"/>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03" name="Oval 319">
            <a:extLst>
              <a:ext uri="{FF2B5EF4-FFF2-40B4-BE49-F238E27FC236}">
                <a16:creationId xmlns:a16="http://schemas.microsoft.com/office/drawing/2014/main" id="{C4B4B1D8-C656-3D45-A87B-66F831398D5F}"/>
              </a:ext>
            </a:extLst>
          </p:cNvPr>
          <p:cNvSpPr>
            <a:spLocks noChangeArrowheads="1"/>
          </p:cNvSpPr>
          <p:nvPr/>
        </p:nvSpPr>
        <p:spPr bwMode="auto">
          <a:xfrm>
            <a:off x="5557600" y="3138072"/>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04" name="Oval 320">
            <a:extLst>
              <a:ext uri="{FF2B5EF4-FFF2-40B4-BE49-F238E27FC236}">
                <a16:creationId xmlns:a16="http://schemas.microsoft.com/office/drawing/2014/main" id="{3AFA423A-8779-1A40-8B0B-E0400E1A4F6D}"/>
              </a:ext>
            </a:extLst>
          </p:cNvPr>
          <p:cNvSpPr>
            <a:spLocks noChangeArrowheads="1"/>
          </p:cNvSpPr>
          <p:nvPr/>
        </p:nvSpPr>
        <p:spPr bwMode="auto">
          <a:xfrm>
            <a:off x="5758815" y="2996387"/>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05" name="Oval 321">
            <a:extLst>
              <a:ext uri="{FF2B5EF4-FFF2-40B4-BE49-F238E27FC236}">
                <a16:creationId xmlns:a16="http://schemas.microsoft.com/office/drawing/2014/main" id="{A415FA30-9606-6E4A-83F4-84B0D8370939}"/>
              </a:ext>
            </a:extLst>
          </p:cNvPr>
          <p:cNvSpPr>
            <a:spLocks noChangeArrowheads="1"/>
          </p:cNvSpPr>
          <p:nvPr/>
        </p:nvSpPr>
        <p:spPr bwMode="auto">
          <a:xfrm>
            <a:off x="5356384" y="3195222"/>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06" name="Oval 322">
            <a:extLst>
              <a:ext uri="{FF2B5EF4-FFF2-40B4-BE49-F238E27FC236}">
                <a16:creationId xmlns:a16="http://schemas.microsoft.com/office/drawing/2014/main" id="{84BFC82C-3047-3C4E-A6EB-335DE830997A}"/>
              </a:ext>
            </a:extLst>
          </p:cNvPr>
          <p:cNvSpPr>
            <a:spLocks noChangeArrowheads="1"/>
          </p:cNvSpPr>
          <p:nvPr/>
        </p:nvSpPr>
        <p:spPr bwMode="auto">
          <a:xfrm>
            <a:off x="5948125" y="2710637"/>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07" name="Oval 323">
            <a:extLst>
              <a:ext uri="{FF2B5EF4-FFF2-40B4-BE49-F238E27FC236}">
                <a16:creationId xmlns:a16="http://schemas.microsoft.com/office/drawing/2014/main" id="{8D9FC750-678F-2E46-99D6-BD7275D36FCE}"/>
              </a:ext>
            </a:extLst>
          </p:cNvPr>
          <p:cNvSpPr>
            <a:spLocks noChangeArrowheads="1"/>
          </p:cNvSpPr>
          <p:nvPr/>
        </p:nvSpPr>
        <p:spPr bwMode="auto">
          <a:xfrm>
            <a:off x="6350556" y="2345116"/>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08" name="Oval 324">
            <a:extLst>
              <a:ext uri="{FF2B5EF4-FFF2-40B4-BE49-F238E27FC236}">
                <a16:creationId xmlns:a16="http://schemas.microsoft.com/office/drawing/2014/main" id="{DB4AA21C-ED3D-BA4A-9E65-44E1089C9478}"/>
              </a:ext>
            </a:extLst>
          </p:cNvPr>
          <p:cNvSpPr>
            <a:spLocks noChangeArrowheads="1"/>
          </p:cNvSpPr>
          <p:nvPr/>
        </p:nvSpPr>
        <p:spPr bwMode="auto">
          <a:xfrm>
            <a:off x="6937534" y="2127231"/>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09" name="Oval 325">
            <a:extLst>
              <a:ext uri="{FF2B5EF4-FFF2-40B4-BE49-F238E27FC236}">
                <a16:creationId xmlns:a16="http://schemas.microsoft.com/office/drawing/2014/main" id="{A0AEB98D-A57F-CA42-9F90-16287A056C3D}"/>
              </a:ext>
            </a:extLst>
          </p:cNvPr>
          <p:cNvSpPr>
            <a:spLocks noChangeArrowheads="1"/>
          </p:cNvSpPr>
          <p:nvPr/>
        </p:nvSpPr>
        <p:spPr bwMode="auto">
          <a:xfrm>
            <a:off x="6543437" y="2268916"/>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10" name="Oval 326">
            <a:extLst>
              <a:ext uri="{FF2B5EF4-FFF2-40B4-BE49-F238E27FC236}">
                <a16:creationId xmlns:a16="http://schemas.microsoft.com/office/drawing/2014/main" id="{AF68A582-FF41-1B4A-B356-177C6D784185}"/>
              </a:ext>
            </a:extLst>
          </p:cNvPr>
          <p:cNvSpPr>
            <a:spLocks noChangeArrowheads="1"/>
          </p:cNvSpPr>
          <p:nvPr/>
        </p:nvSpPr>
        <p:spPr bwMode="auto">
          <a:xfrm>
            <a:off x="6739890" y="2199860"/>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12" name="Text Box 328">
            <a:extLst>
              <a:ext uri="{FF2B5EF4-FFF2-40B4-BE49-F238E27FC236}">
                <a16:creationId xmlns:a16="http://schemas.microsoft.com/office/drawing/2014/main" id="{81DA1987-3F19-8945-BEEE-701DC0E9D7AC}"/>
              </a:ext>
            </a:extLst>
          </p:cNvPr>
          <p:cNvSpPr txBox="1">
            <a:spLocks noChangeArrowheads="1"/>
          </p:cNvSpPr>
          <p:nvPr/>
        </p:nvSpPr>
        <p:spPr bwMode="auto">
          <a:xfrm>
            <a:off x="2022634" y="1085434"/>
            <a:ext cx="1329210"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拥塞窗口 </a:t>
            </a:r>
            <a:r>
              <a:rPr kumimoji="1" lang="en-US" altLang="zh-CN" sz="1350">
                <a:solidFill>
                  <a:schemeClr val="folHlink"/>
                </a:solidFill>
                <a:latin typeface="Arial" panose="020B0604020202020204" pitchFamily="34" charset="0"/>
              </a:rPr>
              <a:t>cwnd</a:t>
            </a:r>
          </a:p>
        </p:txBody>
      </p:sp>
      <p:sp>
        <p:nvSpPr>
          <p:cNvPr id="528713" name="Text Box 329">
            <a:extLst>
              <a:ext uri="{FF2B5EF4-FFF2-40B4-BE49-F238E27FC236}">
                <a16:creationId xmlns:a16="http://schemas.microsoft.com/office/drawing/2014/main" id="{320715D4-34C6-1E47-9BA3-730B05EC28EE}"/>
              </a:ext>
            </a:extLst>
          </p:cNvPr>
          <p:cNvSpPr txBox="1">
            <a:spLocks noChangeArrowheads="1"/>
          </p:cNvSpPr>
          <p:nvPr/>
        </p:nvSpPr>
        <p:spPr bwMode="auto">
          <a:xfrm>
            <a:off x="1254681" y="2279630"/>
            <a:ext cx="145424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新的 </a:t>
            </a: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值</a:t>
            </a:r>
          </a:p>
        </p:txBody>
      </p:sp>
      <p:sp>
        <p:nvSpPr>
          <p:cNvPr id="528714" name="Text Box 330">
            <a:extLst>
              <a:ext uri="{FF2B5EF4-FFF2-40B4-BE49-F238E27FC236}">
                <a16:creationId xmlns:a16="http://schemas.microsoft.com/office/drawing/2014/main" id="{3811DEFF-DF13-6D4E-AB2C-F8966A126844}"/>
              </a:ext>
            </a:extLst>
          </p:cNvPr>
          <p:cNvSpPr txBox="1">
            <a:spLocks noChangeArrowheads="1"/>
          </p:cNvSpPr>
          <p:nvPr/>
        </p:nvSpPr>
        <p:spPr bwMode="auto">
          <a:xfrm>
            <a:off x="5401628" y="1184255"/>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网络拥塞</a:t>
            </a:r>
          </a:p>
        </p:txBody>
      </p:sp>
      <p:sp>
        <p:nvSpPr>
          <p:cNvPr id="528715" name="Line 331">
            <a:extLst>
              <a:ext uri="{FF2B5EF4-FFF2-40B4-BE49-F238E27FC236}">
                <a16:creationId xmlns:a16="http://schemas.microsoft.com/office/drawing/2014/main" id="{AC7DE317-06E9-6541-8EBC-AB2FF9C244F7}"/>
              </a:ext>
            </a:extLst>
          </p:cNvPr>
          <p:cNvSpPr>
            <a:spLocks noChangeShapeType="1"/>
          </p:cNvSpPr>
          <p:nvPr/>
        </p:nvSpPr>
        <p:spPr bwMode="auto">
          <a:xfrm flipH="1">
            <a:off x="5203984" y="1368803"/>
            <a:ext cx="259556" cy="219075"/>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28716" name="Text Box 332">
            <a:extLst>
              <a:ext uri="{FF2B5EF4-FFF2-40B4-BE49-F238E27FC236}">
                <a16:creationId xmlns:a16="http://schemas.microsoft.com/office/drawing/2014/main" id="{04BFE4A9-D22E-F041-9339-1E467A571279}"/>
              </a:ext>
            </a:extLst>
          </p:cNvPr>
          <p:cNvSpPr txBox="1">
            <a:spLocks noChangeArrowheads="1"/>
          </p:cNvSpPr>
          <p:nvPr/>
        </p:nvSpPr>
        <p:spPr bwMode="auto">
          <a:xfrm>
            <a:off x="3758565" y="2842796"/>
            <a:ext cx="1223412"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指数规律增长</a:t>
            </a:r>
          </a:p>
        </p:txBody>
      </p:sp>
      <p:sp>
        <p:nvSpPr>
          <p:cNvPr id="528717" name="Line 333">
            <a:extLst>
              <a:ext uri="{FF2B5EF4-FFF2-40B4-BE49-F238E27FC236}">
                <a16:creationId xmlns:a16="http://schemas.microsoft.com/office/drawing/2014/main" id="{FB07CCC5-AE79-3C45-B7B4-43C5CD69A362}"/>
              </a:ext>
            </a:extLst>
          </p:cNvPr>
          <p:cNvSpPr>
            <a:spLocks noChangeShapeType="1"/>
          </p:cNvSpPr>
          <p:nvPr/>
        </p:nvSpPr>
        <p:spPr bwMode="auto">
          <a:xfrm flipH="1" flipV="1">
            <a:off x="3298984" y="2920187"/>
            <a:ext cx="525066" cy="5834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28718" name="Rectangle 334">
            <a:extLst>
              <a:ext uri="{FF2B5EF4-FFF2-40B4-BE49-F238E27FC236}">
                <a16:creationId xmlns:a16="http://schemas.microsoft.com/office/drawing/2014/main" id="{9B243C04-3CC6-7F41-BD07-F763EA188EB0}"/>
              </a:ext>
            </a:extLst>
          </p:cNvPr>
          <p:cNvSpPr>
            <a:spLocks noChangeArrowheads="1"/>
          </p:cNvSpPr>
          <p:nvPr/>
        </p:nvSpPr>
        <p:spPr bwMode="auto">
          <a:xfrm>
            <a:off x="2903697" y="1530728"/>
            <a:ext cx="164306" cy="154424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28719" name="Line 335">
            <a:extLst>
              <a:ext uri="{FF2B5EF4-FFF2-40B4-BE49-F238E27FC236}">
                <a16:creationId xmlns:a16="http://schemas.microsoft.com/office/drawing/2014/main" id="{A59E71E4-0923-FF45-BFED-E94FB809B063}"/>
              </a:ext>
            </a:extLst>
          </p:cNvPr>
          <p:cNvSpPr>
            <a:spLocks noChangeShapeType="1"/>
          </p:cNvSpPr>
          <p:nvPr/>
        </p:nvSpPr>
        <p:spPr bwMode="auto">
          <a:xfrm>
            <a:off x="2903697" y="2167712"/>
            <a:ext cx="722710"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22" name="Rectangle 338">
            <a:extLst>
              <a:ext uri="{FF2B5EF4-FFF2-40B4-BE49-F238E27FC236}">
                <a16:creationId xmlns:a16="http://schemas.microsoft.com/office/drawing/2014/main" id="{6C90E1FC-DDAA-2B4E-AFB3-DCE000F29B24}"/>
              </a:ext>
            </a:extLst>
          </p:cNvPr>
          <p:cNvSpPr>
            <a:spLocks noChangeArrowheads="1"/>
          </p:cNvSpPr>
          <p:nvPr/>
        </p:nvSpPr>
        <p:spPr bwMode="auto">
          <a:xfrm>
            <a:off x="3166825" y="3152360"/>
            <a:ext cx="210264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28723" name="Rectangle 339">
            <a:extLst>
              <a:ext uri="{FF2B5EF4-FFF2-40B4-BE49-F238E27FC236}">
                <a16:creationId xmlns:a16="http://schemas.microsoft.com/office/drawing/2014/main" id="{ED448792-787A-FC4E-A091-30C89786348A}"/>
              </a:ext>
            </a:extLst>
          </p:cNvPr>
          <p:cNvSpPr>
            <a:spLocks noChangeArrowheads="1"/>
          </p:cNvSpPr>
          <p:nvPr/>
        </p:nvSpPr>
        <p:spPr bwMode="auto">
          <a:xfrm>
            <a:off x="5730240" y="3152360"/>
            <a:ext cx="151090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28724" name="Text Box 340">
            <a:extLst>
              <a:ext uri="{FF2B5EF4-FFF2-40B4-BE49-F238E27FC236}">
                <a16:creationId xmlns:a16="http://schemas.microsoft.com/office/drawing/2014/main" id="{6D26AB68-2F4D-A64A-BD4C-D753FAA8FDD1}"/>
              </a:ext>
            </a:extLst>
          </p:cNvPr>
          <p:cNvSpPr txBox="1">
            <a:spLocks noChangeArrowheads="1"/>
          </p:cNvSpPr>
          <p:nvPr/>
        </p:nvSpPr>
        <p:spPr bwMode="auto">
          <a:xfrm>
            <a:off x="1105599" y="2023646"/>
            <a:ext cx="1579278"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的初始值</a:t>
            </a:r>
          </a:p>
        </p:txBody>
      </p:sp>
      <p:sp>
        <p:nvSpPr>
          <p:cNvPr id="528725" name="Text Box 341">
            <a:extLst>
              <a:ext uri="{FF2B5EF4-FFF2-40B4-BE49-F238E27FC236}">
                <a16:creationId xmlns:a16="http://schemas.microsoft.com/office/drawing/2014/main" id="{21A84FE8-59B8-6949-B014-DB22D9B86A23}"/>
              </a:ext>
            </a:extLst>
          </p:cNvPr>
          <p:cNvSpPr txBox="1">
            <a:spLocks noChangeArrowheads="1"/>
          </p:cNvSpPr>
          <p:nvPr/>
        </p:nvSpPr>
        <p:spPr bwMode="auto">
          <a:xfrm>
            <a:off x="1704738" y="2942809"/>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28726" name="Line 342">
            <a:extLst>
              <a:ext uri="{FF2B5EF4-FFF2-40B4-BE49-F238E27FC236}">
                <a16:creationId xmlns:a16="http://schemas.microsoft.com/office/drawing/2014/main" id="{C041F17E-065C-E247-9492-C9397C544F6A}"/>
              </a:ext>
            </a:extLst>
          </p:cNvPr>
          <p:cNvSpPr>
            <a:spLocks noChangeShapeType="1"/>
          </p:cNvSpPr>
          <p:nvPr/>
        </p:nvSpPr>
        <p:spPr bwMode="auto">
          <a:xfrm>
            <a:off x="2345293" y="3108306"/>
            <a:ext cx="460772" cy="11668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28727" name="Text Box 343">
            <a:extLst>
              <a:ext uri="{FF2B5EF4-FFF2-40B4-BE49-F238E27FC236}">
                <a16:creationId xmlns:a16="http://schemas.microsoft.com/office/drawing/2014/main" id="{4F2F2893-F211-F440-A608-2157FDA0724B}"/>
              </a:ext>
            </a:extLst>
          </p:cNvPr>
          <p:cNvSpPr txBox="1">
            <a:spLocks noChangeArrowheads="1"/>
          </p:cNvSpPr>
          <p:nvPr/>
        </p:nvSpPr>
        <p:spPr bwMode="auto">
          <a:xfrm>
            <a:off x="2922746" y="3611940"/>
            <a:ext cx="739379"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28728" name="Text Box 344">
            <a:extLst>
              <a:ext uri="{FF2B5EF4-FFF2-40B4-BE49-F238E27FC236}">
                <a16:creationId xmlns:a16="http://schemas.microsoft.com/office/drawing/2014/main" id="{C7851137-D603-7643-81CE-9067B5DC96C8}"/>
              </a:ext>
            </a:extLst>
          </p:cNvPr>
          <p:cNvSpPr txBox="1">
            <a:spLocks noChangeArrowheads="1"/>
          </p:cNvSpPr>
          <p:nvPr/>
        </p:nvSpPr>
        <p:spPr bwMode="auto">
          <a:xfrm>
            <a:off x="5469494" y="3629799"/>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28729" name="Text Box 345">
            <a:extLst>
              <a:ext uri="{FF2B5EF4-FFF2-40B4-BE49-F238E27FC236}">
                <a16:creationId xmlns:a16="http://schemas.microsoft.com/office/drawing/2014/main" id="{C740724E-1D18-2349-A932-90068204E3D3}"/>
              </a:ext>
            </a:extLst>
          </p:cNvPr>
          <p:cNvSpPr txBox="1">
            <a:spLocks noChangeArrowheads="1"/>
          </p:cNvSpPr>
          <p:nvPr/>
        </p:nvSpPr>
        <p:spPr bwMode="auto">
          <a:xfrm>
            <a:off x="3756459" y="1148537"/>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28730" name="Text Box 346">
            <a:extLst>
              <a:ext uri="{FF2B5EF4-FFF2-40B4-BE49-F238E27FC236}">
                <a16:creationId xmlns:a16="http://schemas.microsoft.com/office/drawing/2014/main" id="{2BA367FD-223B-4448-826D-31E9745F1895}"/>
              </a:ext>
            </a:extLst>
          </p:cNvPr>
          <p:cNvSpPr txBox="1">
            <a:spLocks noChangeArrowheads="1"/>
          </p:cNvSpPr>
          <p:nvPr/>
        </p:nvSpPr>
        <p:spPr bwMode="auto">
          <a:xfrm>
            <a:off x="6128184" y="1453337"/>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28721" name="Line 337">
            <a:extLst>
              <a:ext uri="{FF2B5EF4-FFF2-40B4-BE49-F238E27FC236}">
                <a16:creationId xmlns:a16="http://schemas.microsoft.com/office/drawing/2014/main" id="{7EE02313-A81D-2A45-8606-DE67EDC53F5F}"/>
              </a:ext>
            </a:extLst>
          </p:cNvPr>
          <p:cNvSpPr>
            <a:spLocks noChangeShapeType="1"/>
          </p:cNvSpPr>
          <p:nvPr/>
        </p:nvSpPr>
        <p:spPr bwMode="auto">
          <a:xfrm rot="10800000">
            <a:off x="2903697" y="2457034"/>
            <a:ext cx="3483769"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20" name="Line 336">
            <a:extLst>
              <a:ext uri="{FF2B5EF4-FFF2-40B4-BE49-F238E27FC236}">
                <a16:creationId xmlns:a16="http://schemas.microsoft.com/office/drawing/2014/main" id="{BC636CA8-6FE8-A944-A93D-30822F8280A7}"/>
              </a:ext>
            </a:extLst>
          </p:cNvPr>
          <p:cNvSpPr>
            <a:spLocks noChangeShapeType="1"/>
          </p:cNvSpPr>
          <p:nvPr/>
        </p:nvSpPr>
        <p:spPr bwMode="auto">
          <a:xfrm flipV="1">
            <a:off x="2903697" y="1586687"/>
            <a:ext cx="3145631" cy="1191"/>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28701" name="Freeform 317">
            <a:extLst>
              <a:ext uri="{FF2B5EF4-FFF2-40B4-BE49-F238E27FC236}">
                <a16:creationId xmlns:a16="http://schemas.microsoft.com/office/drawing/2014/main" id="{76DEDEDF-A4B6-B74B-BD34-E66F26D3DF60}"/>
              </a:ext>
            </a:extLst>
          </p:cNvPr>
          <p:cNvSpPr>
            <a:spLocks/>
          </p:cNvSpPr>
          <p:nvPr/>
        </p:nvSpPr>
        <p:spPr bwMode="auto">
          <a:xfrm>
            <a:off x="2772727" y="1587878"/>
            <a:ext cx="4329113" cy="1653778"/>
          </a:xfrm>
          <a:custGeom>
            <a:avLst/>
            <a:gdLst>
              <a:gd name="T0" fmla="*/ 5772150 w 3162"/>
              <a:gd name="T1" fmla="*/ 704968 h 1370"/>
              <a:gd name="T2" fmla="*/ 4556384 w 3162"/>
              <a:gd name="T3" fmla="*/ 1158852 h 1370"/>
              <a:gd name="T4" fmla="*/ 4293516 w 3162"/>
              <a:gd name="T5" fmla="*/ 1535478 h 1370"/>
              <a:gd name="T6" fmla="*/ 4025171 w 3162"/>
              <a:gd name="T7" fmla="*/ 1931419 h 1370"/>
              <a:gd name="T8" fmla="*/ 3762303 w 3162"/>
              <a:gd name="T9" fmla="*/ 2124561 h 1370"/>
              <a:gd name="T10" fmla="*/ 3499434 w 3162"/>
              <a:gd name="T11" fmla="*/ 2201818 h 1370"/>
              <a:gd name="T12" fmla="*/ 3406335 w 3162"/>
              <a:gd name="T13" fmla="*/ 1506507 h 1370"/>
              <a:gd name="T14" fmla="*/ 3236566 w 3162"/>
              <a:gd name="T15" fmla="*/ 0 h 1370"/>
              <a:gd name="T16" fmla="*/ 1128143 w 3162"/>
              <a:gd name="T17" fmla="*/ 783834 h 1370"/>
              <a:gd name="T18" fmla="*/ 876228 w 3162"/>
              <a:gd name="T19" fmla="*/ 1546745 h 1370"/>
              <a:gd name="T20" fmla="*/ 604232 w 3162"/>
              <a:gd name="T21" fmla="*/ 1933029 h 1370"/>
              <a:gd name="T22" fmla="*/ 341364 w 3162"/>
              <a:gd name="T23" fmla="*/ 2126171 h 1370"/>
              <a:gd name="T24" fmla="*/ 100401 w 3162"/>
              <a:gd name="T25" fmla="*/ 2203427 h 13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162" h="1370">
                <a:moveTo>
                  <a:pt x="3162" y="438"/>
                </a:moveTo>
                <a:lnTo>
                  <a:pt x="2496" y="720"/>
                </a:lnTo>
                <a:lnTo>
                  <a:pt x="2352" y="954"/>
                </a:lnTo>
                <a:lnTo>
                  <a:pt x="2205" y="1200"/>
                </a:lnTo>
                <a:lnTo>
                  <a:pt x="2061" y="1320"/>
                </a:lnTo>
                <a:lnTo>
                  <a:pt x="1917" y="1368"/>
                </a:lnTo>
                <a:lnTo>
                  <a:pt x="1866" y="936"/>
                </a:lnTo>
                <a:lnTo>
                  <a:pt x="1773" y="0"/>
                </a:ln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p:spPr>
        <p:txBody>
          <a:bodyPr wrap="none" anchor="ctr"/>
          <a:lstStyle/>
          <a:p>
            <a:pPr>
              <a:defRPr/>
            </a:pPr>
            <a:endParaRPr lang="zh-CN" altLang="en-US"/>
          </a:p>
        </p:txBody>
      </p:sp>
      <p:sp>
        <p:nvSpPr>
          <p:cNvPr id="528711" name="Text Box 327">
            <a:extLst>
              <a:ext uri="{FF2B5EF4-FFF2-40B4-BE49-F238E27FC236}">
                <a16:creationId xmlns:a16="http://schemas.microsoft.com/office/drawing/2014/main" id="{C28FB6BF-437A-7C44-97FD-AEA67E2D9D80}"/>
              </a:ext>
            </a:extLst>
          </p:cNvPr>
          <p:cNvSpPr txBox="1">
            <a:spLocks noChangeArrowheads="1"/>
          </p:cNvSpPr>
          <p:nvPr/>
        </p:nvSpPr>
        <p:spPr bwMode="auto">
          <a:xfrm>
            <a:off x="7141132" y="3036868"/>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传输轮次</a:t>
            </a:r>
          </a:p>
        </p:txBody>
      </p:sp>
    </p:spTree>
    <p:extLst>
      <p:ext uri="{BB962C8B-B14F-4D97-AF65-F5344CB8AC3E}">
        <p14:creationId xmlns:p14="http://schemas.microsoft.com/office/powerpoint/2010/main" val="405346784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a:extLst>
              <a:ext uri="{FF2B5EF4-FFF2-40B4-BE49-F238E27FC236}">
                <a16:creationId xmlns:a16="http://schemas.microsoft.com/office/drawing/2014/main" id="{C97EAE29-AD26-8947-B477-E5FF3D807BAB}"/>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831D713D-FF52-7E4E-B5C7-24DE1DCE5629}" type="slidenum">
              <a:rPr lang="en-US" altLang="zh-CN" sz="1050"/>
              <a:pPr>
                <a:defRPr/>
              </a:pPr>
              <a:t>95</a:t>
            </a:fld>
            <a:endParaRPr lang="en-US" altLang="zh-CN" sz="1050"/>
          </a:p>
        </p:txBody>
      </p:sp>
      <p:sp>
        <p:nvSpPr>
          <p:cNvPr id="530435" name="Rectangle 3">
            <a:extLst>
              <a:ext uri="{FF2B5EF4-FFF2-40B4-BE49-F238E27FC236}">
                <a16:creationId xmlns:a16="http://schemas.microsoft.com/office/drawing/2014/main" id="{8E2A68D2-9E39-8A46-A8BF-634752C17644}"/>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慢开始和拥塞避免算法的实现举例 </a:t>
            </a:r>
          </a:p>
        </p:txBody>
      </p:sp>
      <p:sp>
        <p:nvSpPr>
          <p:cNvPr id="530539" name="Text Box 107">
            <a:extLst>
              <a:ext uri="{FF2B5EF4-FFF2-40B4-BE49-F238E27FC236}">
                <a16:creationId xmlns:a16="http://schemas.microsoft.com/office/drawing/2014/main" id="{78286233-9208-DF4D-B12C-82410485B8C0}"/>
              </a:ext>
            </a:extLst>
          </p:cNvPr>
          <p:cNvSpPr txBox="1">
            <a:spLocks noChangeArrowheads="1"/>
          </p:cNvSpPr>
          <p:nvPr/>
        </p:nvSpPr>
        <p:spPr bwMode="auto">
          <a:xfrm>
            <a:off x="99059" y="4215793"/>
            <a:ext cx="9006840" cy="738664"/>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发送端的发送窗口不能超过拥塞窗口 </a:t>
            </a:r>
            <a:r>
              <a:rPr lang="en-US" altLang="zh-CN" sz="2100" dirty="0" err="1">
                <a:solidFill>
                  <a:srgbClr val="333399"/>
                </a:solidFill>
                <a:latin typeface="Arial" panose="020B0604020202020204" pitchFamily="34" charset="0"/>
              </a:rPr>
              <a:t>cwnd</a:t>
            </a:r>
            <a:r>
              <a:rPr lang="en-US" altLang="zh-CN" sz="2100" dirty="0">
                <a:solidFill>
                  <a:srgbClr val="333399"/>
                </a:solidFill>
                <a:latin typeface="Arial" panose="020B0604020202020204" pitchFamily="34" charset="0"/>
              </a:rPr>
              <a:t> </a:t>
            </a:r>
            <a:r>
              <a:rPr lang="zh-CN" altLang="en-US" sz="2100" dirty="0">
                <a:solidFill>
                  <a:srgbClr val="333399"/>
                </a:solidFill>
                <a:latin typeface="Arial" panose="020B0604020202020204" pitchFamily="34" charset="0"/>
              </a:rPr>
              <a:t>和接收端窗口 </a:t>
            </a:r>
            <a:r>
              <a:rPr lang="en-US" altLang="zh-CN" sz="2100" dirty="0" err="1">
                <a:solidFill>
                  <a:srgbClr val="333399"/>
                </a:solidFill>
                <a:latin typeface="Arial" panose="020B0604020202020204" pitchFamily="34" charset="0"/>
              </a:rPr>
              <a:t>rwnd</a:t>
            </a:r>
            <a:r>
              <a:rPr lang="en-US" altLang="zh-CN" sz="2100" dirty="0">
                <a:solidFill>
                  <a:srgbClr val="333399"/>
                </a:solidFill>
                <a:latin typeface="Arial" panose="020B0604020202020204" pitchFamily="34" charset="0"/>
              </a:rPr>
              <a:t> </a:t>
            </a:r>
            <a:r>
              <a:rPr lang="zh-CN" altLang="en-US" sz="2100" dirty="0">
                <a:solidFill>
                  <a:srgbClr val="333399"/>
                </a:solidFill>
                <a:latin typeface="Arial" panose="020B0604020202020204" pitchFamily="34" charset="0"/>
              </a:rPr>
              <a:t>中的最小值。我们假定接收端窗口足够大，因此现在发送窗口的数值等于拥塞窗口的数值。</a:t>
            </a:r>
            <a:endParaRPr lang="zh-CN" altLang="en-US" sz="2100" dirty="0">
              <a:latin typeface="Arial" panose="020B0604020202020204" pitchFamily="34" charset="0"/>
            </a:endParaRPr>
          </a:p>
        </p:txBody>
      </p:sp>
      <p:sp>
        <p:nvSpPr>
          <p:cNvPr id="530651" name="Line 219">
            <a:extLst>
              <a:ext uri="{FF2B5EF4-FFF2-40B4-BE49-F238E27FC236}">
                <a16:creationId xmlns:a16="http://schemas.microsoft.com/office/drawing/2014/main" id="{6CCAF55A-DDBF-D843-BFEB-B02C66AF974E}"/>
              </a:ext>
            </a:extLst>
          </p:cNvPr>
          <p:cNvSpPr>
            <a:spLocks noChangeShapeType="1"/>
          </p:cNvSpPr>
          <p:nvPr/>
        </p:nvSpPr>
        <p:spPr bwMode="auto">
          <a:xfrm>
            <a:off x="2984896" y="1364513"/>
            <a:ext cx="0" cy="2027635"/>
          </a:xfrm>
          <a:prstGeom prst="line">
            <a:avLst/>
          </a:prstGeom>
          <a:noFill/>
          <a:ln w="9525">
            <a:solidFill>
              <a:schemeClr val="folHlink"/>
            </a:solidFill>
            <a:round/>
            <a:headEnd type="triangle" w="sm" len="lg"/>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52" name="Text Box 220">
            <a:extLst>
              <a:ext uri="{FF2B5EF4-FFF2-40B4-BE49-F238E27FC236}">
                <a16:creationId xmlns:a16="http://schemas.microsoft.com/office/drawing/2014/main" id="{C2BE1513-AF1A-6849-8081-195BE0DBBD26}"/>
              </a:ext>
            </a:extLst>
          </p:cNvPr>
          <p:cNvSpPr txBox="1">
            <a:spLocks noChangeArrowheads="1"/>
          </p:cNvSpPr>
          <p:nvPr/>
        </p:nvSpPr>
        <p:spPr bwMode="auto">
          <a:xfrm>
            <a:off x="7158037" y="3408817"/>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22</a:t>
            </a:r>
          </a:p>
        </p:txBody>
      </p:sp>
      <p:sp>
        <p:nvSpPr>
          <p:cNvPr id="530653" name="Text Box 221">
            <a:extLst>
              <a:ext uri="{FF2B5EF4-FFF2-40B4-BE49-F238E27FC236}">
                <a16:creationId xmlns:a16="http://schemas.microsoft.com/office/drawing/2014/main" id="{AE602398-6161-8C40-AEAF-57FA1CB47529}"/>
              </a:ext>
            </a:extLst>
          </p:cNvPr>
          <p:cNvSpPr txBox="1">
            <a:spLocks noChangeArrowheads="1"/>
          </p:cNvSpPr>
          <p:nvPr/>
        </p:nvSpPr>
        <p:spPr bwMode="auto">
          <a:xfrm>
            <a:off x="2656284" y="2105082"/>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0654" name="Line 222">
            <a:extLst>
              <a:ext uri="{FF2B5EF4-FFF2-40B4-BE49-F238E27FC236}">
                <a16:creationId xmlns:a16="http://schemas.microsoft.com/office/drawing/2014/main" id="{DA808A65-E0CF-F642-B20B-1ED449A48095}"/>
              </a:ext>
            </a:extLst>
          </p:cNvPr>
          <p:cNvSpPr>
            <a:spLocks noChangeShapeType="1"/>
          </p:cNvSpPr>
          <p:nvPr/>
        </p:nvSpPr>
        <p:spPr bwMode="auto">
          <a:xfrm>
            <a:off x="5885259" y="1660979"/>
            <a:ext cx="0" cy="869156"/>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530655" name="Text Box 223">
            <a:extLst>
              <a:ext uri="{FF2B5EF4-FFF2-40B4-BE49-F238E27FC236}">
                <a16:creationId xmlns:a16="http://schemas.microsoft.com/office/drawing/2014/main" id="{AA5880C4-3FCB-9E44-A815-2618EDC25DF6}"/>
              </a:ext>
            </a:extLst>
          </p:cNvPr>
          <p:cNvSpPr txBox="1">
            <a:spLocks noChangeArrowheads="1"/>
          </p:cNvSpPr>
          <p:nvPr/>
        </p:nvSpPr>
        <p:spPr bwMode="auto">
          <a:xfrm>
            <a:off x="5348286" y="1921725"/>
            <a:ext cx="1033463" cy="300082"/>
          </a:xfrm>
          <a:prstGeom prst="rect">
            <a:avLst/>
          </a:prstGeom>
          <a:solidFill>
            <a:schemeClr val="bg1"/>
          </a:solid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乘法减小”</a:t>
            </a:r>
          </a:p>
        </p:txBody>
      </p:sp>
      <p:sp>
        <p:nvSpPr>
          <p:cNvPr id="530656" name="Rectangle 224">
            <a:extLst>
              <a:ext uri="{FF2B5EF4-FFF2-40B4-BE49-F238E27FC236}">
                <a16:creationId xmlns:a16="http://schemas.microsoft.com/office/drawing/2014/main" id="{9BFE9178-656F-5847-85A5-45214C118D43}"/>
              </a:ext>
            </a:extLst>
          </p:cNvPr>
          <p:cNvSpPr>
            <a:spLocks noChangeArrowheads="1"/>
          </p:cNvSpPr>
          <p:nvPr/>
        </p:nvSpPr>
        <p:spPr bwMode="auto">
          <a:xfrm>
            <a:off x="6329362" y="1451429"/>
            <a:ext cx="1169194" cy="113942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0657" name="Rectangle 225">
            <a:extLst>
              <a:ext uri="{FF2B5EF4-FFF2-40B4-BE49-F238E27FC236}">
                <a16:creationId xmlns:a16="http://schemas.microsoft.com/office/drawing/2014/main" id="{7AD43AC0-5D11-B943-90D1-C58C0177F7DE}"/>
              </a:ext>
            </a:extLst>
          </p:cNvPr>
          <p:cNvSpPr>
            <a:spLocks noChangeArrowheads="1"/>
          </p:cNvSpPr>
          <p:nvPr/>
        </p:nvSpPr>
        <p:spPr bwMode="auto">
          <a:xfrm>
            <a:off x="3756422" y="1239497"/>
            <a:ext cx="1631156" cy="113823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0658" name="Rectangle 226">
            <a:extLst>
              <a:ext uri="{FF2B5EF4-FFF2-40B4-BE49-F238E27FC236}">
                <a16:creationId xmlns:a16="http://schemas.microsoft.com/office/drawing/2014/main" id="{943B94FE-6E3C-7E4C-BF96-7509FD7F6D42}"/>
              </a:ext>
            </a:extLst>
          </p:cNvPr>
          <p:cNvSpPr>
            <a:spLocks noChangeArrowheads="1"/>
          </p:cNvSpPr>
          <p:nvPr/>
        </p:nvSpPr>
        <p:spPr bwMode="auto">
          <a:xfrm>
            <a:off x="5550693" y="3405244"/>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0659" name="Rectangle 227">
            <a:extLst>
              <a:ext uri="{FF2B5EF4-FFF2-40B4-BE49-F238E27FC236}">
                <a16:creationId xmlns:a16="http://schemas.microsoft.com/office/drawing/2014/main" id="{E0A4DF51-6194-8A45-8F32-E158923B2342}"/>
              </a:ext>
            </a:extLst>
          </p:cNvPr>
          <p:cNvSpPr>
            <a:spLocks noChangeArrowheads="1"/>
          </p:cNvSpPr>
          <p:nvPr/>
        </p:nvSpPr>
        <p:spPr bwMode="auto">
          <a:xfrm>
            <a:off x="2990849" y="3398101"/>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0660" name="Line 228">
            <a:extLst>
              <a:ext uri="{FF2B5EF4-FFF2-40B4-BE49-F238E27FC236}">
                <a16:creationId xmlns:a16="http://schemas.microsoft.com/office/drawing/2014/main" id="{1F06CCFC-6B1A-6C4B-996A-328D7A88B7AB}"/>
              </a:ext>
            </a:extLst>
          </p:cNvPr>
          <p:cNvSpPr>
            <a:spLocks noChangeShapeType="1"/>
          </p:cNvSpPr>
          <p:nvPr/>
        </p:nvSpPr>
        <p:spPr bwMode="auto">
          <a:xfrm>
            <a:off x="2984896" y="3392147"/>
            <a:ext cx="4666059" cy="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0661" name="Line 229">
            <a:extLst>
              <a:ext uri="{FF2B5EF4-FFF2-40B4-BE49-F238E27FC236}">
                <a16:creationId xmlns:a16="http://schemas.microsoft.com/office/drawing/2014/main" id="{76842EC2-ED39-EB4C-AC99-0CA95DA911CF}"/>
              </a:ext>
            </a:extLst>
          </p:cNvPr>
          <p:cNvSpPr>
            <a:spLocks noChangeShapeType="1"/>
          </p:cNvSpPr>
          <p:nvPr/>
        </p:nvSpPr>
        <p:spPr bwMode="auto">
          <a:xfrm>
            <a:off x="3182540" y="3333806"/>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62" name="Line 230">
            <a:extLst>
              <a:ext uri="{FF2B5EF4-FFF2-40B4-BE49-F238E27FC236}">
                <a16:creationId xmlns:a16="http://schemas.microsoft.com/office/drawing/2014/main" id="{4B25E759-E0EC-7B49-8D8F-D6ED704CF8B4}"/>
              </a:ext>
            </a:extLst>
          </p:cNvPr>
          <p:cNvSpPr>
            <a:spLocks noChangeShapeType="1"/>
          </p:cNvSpPr>
          <p:nvPr/>
        </p:nvSpPr>
        <p:spPr bwMode="auto">
          <a:xfrm>
            <a:off x="3378993"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63" name="Line 231">
            <a:extLst>
              <a:ext uri="{FF2B5EF4-FFF2-40B4-BE49-F238E27FC236}">
                <a16:creationId xmlns:a16="http://schemas.microsoft.com/office/drawing/2014/main" id="{D403518D-F017-4A4A-9B61-DFD6F011FEC3}"/>
              </a:ext>
            </a:extLst>
          </p:cNvPr>
          <p:cNvSpPr>
            <a:spLocks noChangeShapeType="1"/>
          </p:cNvSpPr>
          <p:nvPr/>
        </p:nvSpPr>
        <p:spPr bwMode="auto">
          <a:xfrm>
            <a:off x="3576637"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64" name="Line 232">
            <a:extLst>
              <a:ext uri="{FF2B5EF4-FFF2-40B4-BE49-F238E27FC236}">
                <a16:creationId xmlns:a16="http://schemas.microsoft.com/office/drawing/2014/main" id="{4D9BD6CC-2AC4-1C41-A7C5-852BEF3A1110}"/>
              </a:ext>
            </a:extLst>
          </p:cNvPr>
          <p:cNvSpPr>
            <a:spLocks noChangeShapeType="1"/>
          </p:cNvSpPr>
          <p:nvPr/>
        </p:nvSpPr>
        <p:spPr bwMode="auto">
          <a:xfrm>
            <a:off x="3773090"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65" name="Line 233">
            <a:extLst>
              <a:ext uri="{FF2B5EF4-FFF2-40B4-BE49-F238E27FC236}">
                <a16:creationId xmlns:a16="http://schemas.microsoft.com/office/drawing/2014/main" id="{0E6D6E03-8915-5F45-B12F-7288821DAB12}"/>
              </a:ext>
            </a:extLst>
          </p:cNvPr>
          <p:cNvSpPr>
            <a:spLocks noChangeShapeType="1"/>
          </p:cNvSpPr>
          <p:nvPr/>
        </p:nvSpPr>
        <p:spPr bwMode="auto">
          <a:xfrm>
            <a:off x="3970734"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66" name="Line 234">
            <a:extLst>
              <a:ext uri="{FF2B5EF4-FFF2-40B4-BE49-F238E27FC236}">
                <a16:creationId xmlns:a16="http://schemas.microsoft.com/office/drawing/2014/main" id="{F739AEF8-1B72-E742-8A69-961B3645B76D}"/>
              </a:ext>
            </a:extLst>
          </p:cNvPr>
          <p:cNvSpPr>
            <a:spLocks noChangeShapeType="1"/>
          </p:cNvSpPr>
          <p:nvPr/>
        </p:nvSpPr>
        <p:spPr bwMode="auto">
          <a:xfrm>
            <a:off x="4168378"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67" name="Line 235">
            <a:extLst>
              <a:ext uri="{FF2B5EF4-FFF2-40B4-BE49-F238E27FC236}">
                <a16:creationId xmlns:a16="http://schemas.microsoft.com/office/drawing/2014/main" id="{619B38CF-32DE-CD42-9659-3300A773FDF1}"/>
              </a:ext>
            </a:extLst>
          </p:cNvPr>
          <p:cNvSpPr>
            <a:spLocks noChangeShapeType="1"/>
          </p:cNvSpPr>
          <p:nvPr/>
        </p:nvSpPr>
        <p:spPr bwMode="auto">
          <a:xfrm>
            <a:off x="4364830"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68" name="Line 236">
            <a:extLst>
              <a:ext uri="{FF2B5EF4-FFF2-40B4-BE49-F238E27FC236}">
                <a16:creationId xmlns:a16="http://schemas.microsoft.com/office/drawing/2014/main" id="{4A3622E5-3F6E-9B4F-ABE4-CA7497E5ED24}"/>
              </a:ext>
            </a:extLst>
          </p:cNvPr>
          <p:cNvSpPr>
            <a:spLocks noChangeShapeType="1"/>
          </p:cNvSpPr>
          <p:nvPr/>
        </p:nvSpPr>
        <p:spPr bwMode="auto">
          <a:xfrm>
            <a:off x="4562474"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69" name="Line 237">
            <a:extLst>
              <a:ext uri="{FF2B5EF4-FFF2-40B4-BE49-F238E27FC236}">
                <a16:creationId xmlns:a16="http://schemas.microsoft.com/office/drawing/2014/main" id="{CDCAD198-2B21-8A4A-9183-274C681D723D}"/>
              </a:ext>
            </a:extLst>
          </p:cNvPr>
          <p:cNvSpPr>
            <a:spLocks noChangeShapeType="1"/>
          </p:cNvSpPr>
          <p:nvPr/>
        </p:nvSpPr>
        <p:spPr bwMode="auto">
          <a:xfrm>
            <a:off x="4758928"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70" name="Line 238">
            <a:extLst>
              <a:ext uri="{FF2B5EF4-FFF2-40B4-BE49-F238E27FC236}">
                <a16:creationId xmlns:a16="http://schemas.microsoft.com/office/drawing/2014/main" id="{5CFBD6CD-C6F2-754A-8EFF-5E2D4260C4BE}"/>
              </a:ext>
            </a:extLst>
          </p:cNvPr>
          <p:cNvSpPr>
            <a:spLocks noChangeShapeType="1"/>
          </p:cNvSpPr>
          <p:nvPr/>
        </p:nvSpPr>
        <p:spPr bwMode="auto">
          <a:xfrm>
            <a:off x="4956571"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71" name="Line 239">
            <a:extLst>
              <a:ext uri="{FF2B5EF4-FFF2-40B4-BE49-F238E27FC236}">
                <a16:creationId xmlns:a16="http://schemas.microsoft.com/office/drawing/2014/main" id="{DD63A9C2-2F9E-C545-ABDC-80823102804B}"/>
              </a:ext>
            </a:extLst>
          </p:cNvPr>
          <p:cNvSpPr>
            <a:spLocks noChangeShapeType="1"/>
          </p:cNvSpPr>
          <p:nvPr/>
        </p:nvSpPr>
        <p:spPr bwMode="auto">
          <a:xfrm>
            <a:off x="5154215"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72" name="Line 240">
            <a:extLst>
              <a:ext uri="{FF2B5EF4-FFF2-40B4-BE49-F238E27FC236}">
                <a16:creationId xmlns:a16="http://schemas.microsoft.com/office/drawing/2014/main" id="{4BB6FD90-BDFA-B94D-BE81-04E8A65C1A3E}"/>
              </a:ext>
            </a:extLst>
          </p:cNvPr>
          <p:cNvSpPr>
            <a:spLocks noChangeShapeType="1"/>
          </p:cNvSpPr>
          <p:nvPr/>
        </p:nvSpPr>
        <p:spPr bwMode="auto">
          <a:xfrm>
            <a:off x="5350668"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73" name="Line 241">
            <a:extLst>
              <a:ext uri="{FF2B5EF4-FFF2-40B4-BE49-F238E27FC236}">
                <a16:creationId xmlns:a16="http://schemas.microsoft.com/office/drawing/2014/main" id="{9989D915-84F7-824A-BFD4-32A9DE0AD419}"/>
              </a:ext>
            </a:extLst>
          </p:cNvPr>
          <p:cNvSpPr>
            <a:spLocks noChangeShapeType="1"/>
          </p:cNvSpPr>
          <p:nvPr/>
        </p:nvSpPr>
        <p:spPr bwMode="auto">
          <a:xfrm>
            <a:off x="5548312"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74" name="Line 242">
            <a:extLst>
              <a:ext uri="{FF2B5EF4-FFF2-40B4-BE49-F238E27FC236}">
                <a16:creationId xmlns:a16="http://schemas.microsoft.com/office/drawing/2014/main" id="{F5AF4F4A-09CC-4B47-A7B8-4E719C4AABDD}"/>
              </a:ext>
            </a:extLst>
          </p:cNvPr>
          <p:cNvSpPr>
            <a:spLocks noChangeShapeType="1"/>
          </p:cNvSpPr>
          <p:nvPr/>
        </p:nvSpPr>
        <p:spPr bwMode="auto">
          <a:xfrm>
            <a:off x="5744765" y="3333806"/>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75" name="Line 243">
            <a:extLst>
              <a:ext uri="{FF2B5EF4-FFF2-40B4-BE49-F238E27FC236}">
                <a16:creationId xmlns:a16="http://schemas.microsoft.com/office/drawing/2014/main" id="{A4C180D9-152A-E942-AC94-E02E5106B901}"/>
              </a:ext>
            </a:extLst>
          </p:cNvPr>
          <p:cNvSpPr>
            <a:spLocks noChangeShapeType="1"/>
          </p:cNvSpPr>
          <p:nvPr/>
        </p:nvSpPr>
        <p:spPr bwMode="auto">
          <a:xfrm>
            <a:off x="5942409"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76" name="Line 244">
            <a:extLst>
              <a:ext uri="{FF2B5EF4-FFF2-40B4-BE49-F238E27FC236}">
                <a16:creationId xmlns:a16="http://schemas.microsoft.com/office/drawing/2014/main" id="{74801437-5C50-4A48-AD72-B9F3EA1E212D}"/>
              </a:ext>
            </a:extLst>
          </p:cNvPr>
          <p:cNvSpPr>
            <a:spLocks noChangeShapeType="1"/>
          </p:cNvSpPr>
          <p:nvPr/>
        </p:nvSpPr>
        <p:spPr bwMode="auto">
          <a:xfrm>
            <a:off x="6140053"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77" name="Line 245">
            <a:extLst>
              <a:ext uri="{FF2B5EF4-FFF2-40B4-BE49-F238E27FC236}">
                <a16:creationId xmlns:a16="http://schemas.microsoft.com/office/drawing/2014/main" id="{98AE3C4F-D49E-BF4B-82AB-583DD6E661BE}"/>
              </a:ext>
            </a:extLst>
          </p:cNvPr>
          <p:cNvSpPr>
            <a:spLocks noChangeShapeType="1"/>
          </p:cNvSpPr>
          <p:nvPr/>
        </p:nvSpPr>
        <p:spPr bwMode="auto">
          <a:xfrm>
            <a:off x="6336505"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78" name="Line 246">
            <a:extLst>
              <a:ext uri="{FF2B5EF4-FFF2-40B4-BE49-F238E27FC236}">
                <a16:creationId xmlns:a16="http://schemas.microsoft.com/office/drawing/2014/main" id="{74B47D4F-4C46-214E-9DC6-A31D6D43CCCB}"/>
              </a:ext>
            </a:extLst>
          </p:cNvPr>
          <p:cNvSpPr>
            <a:spLocks noChangeShapeType="1"/>
          </p:cNvSpPr>
          <p:nvPr/>
        </p:nvSpPr>
        <p:spPr bwMode="auto">
          <a:xfrm>
            <a:off x="6534149"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79" name="Line 247">
            <a:extLst>
              <a:ext uri="{FF2B5EF4-FFF2-40B4-BE49-F238E27FC236}">
                <a16:creationId xmlns:a16="http://schemas.microsoft.com/office/drawing/2014/main" id="{71283241-4CCC-EB4E-A542-4C268BAAFB1B}"/>
              </a:ext>
            </a:extLst>
          </p:cNvPr>
          <p:cNvSpPr>
            <a:spLocks noChangeShapeType="1"/>
          </p:cNvSpPr>
          <p:nvPr/>
        </p:nvSpPr>
        <p:spPr bwMode="auto">
          <a:xfrm>
            <a:off x="6730603"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80" name="Line 248">
            <a:extLst>
              <a:ext uri="{FF2B5EF4-FFF2-40B4-BE49-F238E27FC236}">
                <a16:creationId xmlns:a16="http://schemas.microsoft.com/office/drawing/2014/main" id="{B3ECAD0C-079B-3C4D-9330-676B6775D3E2}"/>
              </a:ext>
            </a:extLst>
          </p:cNvPr>
          <p:cNvSpPr>
            <a:spLocks noChangeShapeType="1"/>
          </p:cNvSpPr>
          <p:nvPr/>
        </p:nvSpPr>
        <p:spPr bwMode="auto">
          <a:xfrm>
            <a:off x="6928246"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81" name="Line 249">
            <a:extLst>
              <a:ext uri="{FF2B5EF4-FFF2-40B4-BE49-F238E27FC236}">
                <a16:creationId xmlns:a16="http://schemas.microsoft.com/office/drawing/2014/main" id="{D3D3A894-CACF-E74F-9F50-1AAD06F64B65}"/>
              </a:ext>
            </a:extLst>
          </p:cNvPr>
          <p:cNvSpPr>
            <a:spLocks noChangeShapeType="1"/>
          </p:cNvSpPr>
          <p:nvPr/>
        </p:nvSpPr>
        <p:spPr bwMode="auto">
          <a:xfrm>
            <a:off x="7125890"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82" name="Line 250">
            <a:extLst>
              <a:ext uri="{FF2B5EF4-FFF2-40B4-BE49-F238E27FC236}">
                <a16:creationId xmlns:a16="http://schemas.microsoft.com/office/drawing/2014/main" id="{0DF9813E-8D8C-374E-BADB-7ABD78214BDD}"/>
              </a:ext>
            </a:extLst>
          </p:cNvPr>
          <p:cNvSpPr>
            <a:spLocks noChangeShapeType="1"/>
          </p:cNvSpPr>
          <p:nvPr/>
        </p:nvSpPr>
        <p:spPr bwMode="auto">
          <a:xfrm>
            <a:off x="7322343" y="3276656"/>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83" name="Line 251">
            <a:extLst>
              <a:ext uri="{FF2B5EF4-FFF2-40B4-BE49-F238E27FC236}">
                <a16:creationId xmlns:a16="http://schemas.microsoft.com/office/drawing/2014/main" id="{6EECDC7E-4A23-484D-B2D8-A0F11F4972FF}"/>
              </a:ext>
            </a:extLst>
          </p:cNvPr>
          <p:cNvSpPr>
            <a:spLocks noChangeShapeType="1"/>
          </p:cNvSpPr>
          <p:nvPr/>
        </p:nvSpPr>
        <p:spPr bwMode="auto">
          <a:xfrm>
            <a:off x="2984897" y="3102825"/>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84" name="Line 252">
            <a:extLst>
              <a:ext uri="{FF2B5EF4-FFF2-40B4-BE49-F238E27FC236}">
                <a16:creationId xmlns:a16="http://schemas.microsoft.com/office/drawing/2014/main" id="{DE5103A7-0C64-7B45-9027-64900085D597}"/>
              </a:ext>
            </a:extLst>
          </p:cNvPr>
          <p:cNvSpPr>
            <a:spLocks noChangeShapeType="1"/>
          </p:cNvSpPr>
          <p:nvPr/>
        </p:nvSpPr>
        <p:spPr bwMode="auto">
          <a:xfrm>
            <a:off x="2984897" y="2812313"/>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85" name="Line 253">
            <a:extLst>
              <a:ext uri="{FF2B5EF4-FFF2-40B4-BE49-F238E27FC236}">
                <a16:creationId xmlns:a16="http://schemas.microsoft.com/office/drawing/2014/main" id="{8DA8C812-EAF5-DE47-969A-8C6BB3AF6BEB}"/>
              </a:ext>
            </a:extLst>
          </p:cNvPr>
          <p:cNvSpPr>
            <a:spLocks noChangeShapeType="1"/>
          </p:cNvSpPr>
          <p:nvPr/>
        </p:nvSpPr>
        <p:spPr bwMode="auto">
          <a:xfrm>
            <a:off x="2984897" y="2522991"/>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86" name="Line 254">
            <a:extLst>
              <a:ext uri="{FF2B5EF4-FFF2-40B4-BE49-F238E27FC236}">
                <a16:creationId xmlns:a16="http://schemas.microsoft.com/office/drawing/2014/main" id="{2C30DABA-A19C-EA46-B695-472B8D18E5D7}"/>
              </a:ext>
            </a:extLst>
          </p:cNvPr>
          <p:cNvSpPr>
            <a:spLocks noChangeShapeType="1"/>
          </p:cNvSpPr>
          <p:nvPr/>
        </p:nvSpPr>
        <p:spPr bwMode="auto">
          <a:xfrm>
            <a:off x="2984897" y="2233669"/>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87" name="Line 255">
            <a:extLst>
              <a:ext uri="{FF2B5EF4-FFF2-40B4-BE49-F238E27FC236}">
                <a16:creationId xmlns:a16="http://schemas.microsoft.com/office/drawing/2014/main" id="{37491CDF-A11C-8F43-B21B-BF78D7BA4B7E}"/>
              </a:ext>
            </a:extLst>
          </p:cNvPr>
          <p:cNvSpPr>
            <a:spLocks noChangeShapeType="1"/>
          </p:cNvSpPr>
          <p:nvPr/>
        </p:nvSpPr>
        <p:spPr bwMode="auto">
          <a:xfrm>
            <a:off x="2984897" y="1944347"/>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88" name="Line 256">
            <a:extLst>
              <a:ext uri="{FF2B5EF4-FFF2-40B4-BE49-F238E27FC236}">
                <a16:creationId xmlns:a16="http://schemas.microsoft.com/office/drawing/2014/main" id="{B90F445B-083D-CC4B-927D-1DBBBAA5F789}"/>
              </a:ext>
            </a:extLst>
          </p:cNvPr>
          <p:cNvSpPr>
            <a:spLocks noChangeShapeType="1"/>
          </p:cNvSpPr>
          <p:nvPr/>
        </p:nvSpPr>
        <p:spPr bwMode="auto">
          <a:xfrm>
            <a:off x="2984897" y="1653835"/>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689" name="Text Box 257">
            <a:extLst>
              <a:ext uri="{FF2B5EF4-FFF2-40B4-BE49-F238E27FC236}">
                <a16:creationId xmlns:a16="http://schemas.microsoft.com/office/drawing/2014/main" id="{11FD1F8D-E120-9449-A9A7-EB3B1C99C60A}"/>
              </a:ext>
            </a:extLst>
          </p:cNvPr>
          <p:cNvSpPr txBox="1">
            <a:spLocks noChangeArrowheads="1"/>
          </p:cNvSpPr>
          <p:nvPr/>
        </p:nvSpPr>
        <p:spPr bwMode="auto">
          <a:xfrm>
            <a:off x="3248024" y="3408817"/>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a:t>
            </a:r>
          </a:p>
        </p:txBody>
      </p:sp>
      <p:sp>
        <p:nvSpPr>
          <p:cNvPr id="530690" name="Text Box 258">
            <a:extLst>
              <a:ext uri="{FF2B5EF4-FFF2-40B4-BE49-F238E27FC236}">
                <a16:creationId xmlns:a16="http://schemas.microsoft.com/office/drawing/2014/main" id="{3800BBDB-C08D-8443-A319-104672DA48C0}"/>
              </a:ext>
            </a:extLst>
          </p:cNvPr>
          <p:cNvSpPr txBox="1">
            <a:spLocks noChangeArrowheads="1"/>
          </p:cNvSpPr>
          <p:nvPr/>
        </p:nvSpPr>
        <p:spPr bwMode="auto">
          <a:xfrm>
            <a:off x="3642121" y="3408817"/>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0691" name="Text Box 259">
            <a:extLst>
              <a:ext uri="{FF2B5EF4-FFF2-40B4-BE49-F238E27FC236}">
                <a16:creationId xmlns:a16="http://schemas.microsoft.com/office/drawing/2014/main" id="{FA01C4A6-93C4-A449-ABAC-425B78F9AE71}"/>
              </a:ext>
            </a:extLst>
          </p:cNvPr>
          <p:cNvSpPr txBox="1">
            <a:spLocks noChangeArrowheads="1"/>
          </p:cNvSpPr>
          <p:nvPr/>
        </p:nvSpPr>
        <p:spPr bwMode="auto">
          <a:xfrm>
            <a:off x="4036218" y="3408817"/>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6</a:t>
            </a:r>
          </a:p>
        </p:txBody>
      </p:sp>
      <p:sp>
        <p:nvSpPr>
          <p:cNvPr id="530692" name="Text Box 260">
            <a:extLst>
              <a:ext uri="{FF2B5EF4-FFF2-40B4-BE49-F238E27FC236}">
                <a16:creationId xmlns:a16="http://schemas.microsoft.com/office/drawing/2014/main" id="{3EF66732-7AEC-4F4A-BA96-A2CCC92D527A}"/>
              </a:ext>
            </a:extLst>
          </p:cNvPr>
          <p:cNvSpPr txBox="1">
            <a:spLocks noChangeArrowheads="1"/>
          </p:cNvSpPr>
          <p:nvPr/>
        </p:nvSpPr>
        <p:spPr bwMode="auto">
          <a:xfrm>
            <a:off x="4442221" y="3408817"/>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0693" name="Text Box 261">
            <a:extLst>
              <a:ext uri="{FF2B5EF4-FFF2-40B4-BE49-F238E27FC236}">
                <a16:creationId xmlns:a16="http://schemas.microsoft.com/office/drawing/2014/main" id="{32B5E323-BE8F-4345-B2DB-EE62FC3517B1}"/>
              </a:ext>
            </a:extLst>
          </p:cNvPr>
          <p:cNvSpPr txBox="1">
            <a:spLocks noChangeArrowheads="1"/>
          </p:cNvSpPr>
          <p:nvPr/>
        </p:nvSpPr>
        <p:spPr bwMode="auto">
          <a:xfrm>
            <a:off x="4770834" y="3408817"/>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10</a:t>
            </a:r>
          </a:p>
        </p:txBody>
      </p:sp>
      <p:sp>
        <p:nvSpPr>
          <p:cNvPr id="530694" name="Text Box 262">
            <a:extLst>
              <a:ext uri="{FF2B5EF4-FFF2-40B4-BE49-F238E27FC236}">
                <a16:creationId xmlns:a16="http://schemas.microsoft.com/office/drawing/2014/main" id="{52C7CD0D-D064-634B-BB75-66F8F96CA93E}"/>
              </a:ext>
            </a:extLst>
          </p:cNvPr>
          <p:cNvSpPr txBox="1">
            <a:spLocks noChangeArrowheads="1"/>
          </p:cNvSpPr>
          <p:nvPr/>
        </p:nvSpPr>
        <p:spPr bwMode="auto">
          <a:xfrm>
            <a:off x="5197078" y="3408817"/>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0695" name="Text Box 263">
            <a:extLst>
              <a:ext uri="{FF2B5EF4-FFF2-40B4-BE49-F238E27FC236}">
                <a16:creationId xmlns:a16="http://schemas.microsoft.com/office/drawing/2014/main" id="{77B7D19A-550A-CD4A-9D46-1B7AF2DDDC80}"/>
              </a:ext>
            </a:extLst>
          </p:cNvPr>
          <p:cNvSpPr txBox="1">
            <a:spLocks noChangeArrowheads="1"/>
          </p:cNvSpPr>
          <p:nvPr/>
        </p:nvSpPr>
        <p:spPr bwMode="auto">
          <a:xfrm>
            <a:off x="5569743" y="3408817"/>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14</a:t>
            </a:r>
          </a:p>
        </p:txBody>
      </p:sp>
      <p:sp>
        <p:nvSpPr>
          <p:cNvPr id="530696" name="Text Box 264">
            <a:extLst>
              <a:ext uri="{FF2B5EF4-FFF2-40B4-BE49-F238E27FC236}">
                <a16:creationId xmlns:a16="http://schemas.microsoft.com/office/drawing/2014/main" id="{7D50CDAE-934F-5D4A-9729-23CAAF10DF6A}"/>
              </a:ext>
            </a:extLst>
          </p:cNvPr>
          <p:cNvSpPr txBox="1">
            <a:spLocks noChangeArrowheads="1"/>
          </p:cNvSpPr>
          <p:nvPr/>
        </p:nvSpPr>
        <p:spPr bwMode="auto">
          <a:xfrm>
            <a:off x="5963840" y="3408817"/>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0697" name="Text Box 265">
            <a:extLst>
              <a:ext uri="{FF2B5EF4-FFF2-40B4-BE49-F238E27FC236}">
                <a16:creationId xmlns:a16="http://schemas.microsoft.com/office/drawing/2014/main" id="{A8699DE2-223E-D24E-8CDE-0C16DFF4BB4A}"/>
              </a:ext>
            </a:extLst>
          </p:cNvPr>
          <p:cNvSpPr txBox="1">
            <a:spLocks noChangeArrowheads="1"/>
          </p:cNvSpPr>
          <p:nvPr/>
        </p:nvSpPr>
        <p:spPr bwMode="auto">
          <a:xfrm>
            <a:off x="6380559" y="3408817"/>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18</a:t>
            </a:r>
          </a:p>
        </p:txBody>
      </p:sp>
      <p:sp>
        <p:nvSpPr>
          <p:cNvPr id="530698" name="Text Box 266">
            <a:extLst>
              <a:ext uri="{FF2B5EF4-FFF2-40B4-BE49-F238E27FC236}">
                <a16:creationId xmlns:a16="http://schemas.microsoft.com/office/drawing/2014/main" id="{5128EADB-DEE3-5545-A6DA-C89D5D8D1C3C}"/>
              </a:ext>
            </a:extLst>
          </p:cNvPr>
          <p:cNvSpPr txBox="1">
            <a:spLocks noChangeArrowheads="1"/>
          </p:cNvSpPr>
          <p:nvPr/>
        </p:nvSpPr>
        <p:spPr bwMode="auto">
          <a:xfrm>
            <a:off x="6774655" y="3408817"/>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0699" name="Text Box 267">
            <a:extLst>
              <a:ext uri="{FF2B5EF4-FFF2-40B4-BE49-F238E27FC236}">
                <a16:creationId xmlns:a16="http://schemas.microsoft.com/office/drawing/2014/main" id="{BCA7BA45-826B-B745-BAA0-61710AB54CDF}"/>
              </a:ext>
            </a:extLst>
          </p:cNvPr>
          <p:cNvSpPr txBox="1">
            <a:spLocks noChangeArrowheads="1"/>
          </p:cNvSpPr>
          <p:nvPr/>
        </p:nvSpPr>
        <p:spPr bwMode="auto">
          <a:xfrm>
            <a:off x="2886074" y="3408817"/>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0700" name="Text Box 268">
            <a:extLst>
              <a:ext uri="{FF2B5EF4-FFF2-40B4-BE49-F238E27FC236}">
                <a16:creationId xmlns:a16="http://schemas.microsoft.com/office/drawing/2014/main" id="{6D8CA830-DA4A-394B-B081-81C838E3900C}"/>
              </a:ext>
            </a:extLst>
          </p:cNvPr>
          <p:cNvSpPr txBox="1">
            <a:spLocks noChangeArrowheads="1"/>
          </p:cNvSpPr>
          <p:nvPr/>
        </p:nvSpPr>
        <p:spPr bwMode="auto">
          <a:xfrm>
            <a:off x="2755105" y="3234985"/>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0701" name="Text Box 269">
            <a:extLst>
              <a:ext uri="{FF2B5EF4-FFF2-40B4-BE49-F238E27FC236}">
                <a16:creationId xmlns:a16="http://schemas.microsoft.com/office/drawing/2014/main" id="{E7D62155-88AD-1C4F-9344-4CF5DEB7CC49}"/>
              </a:ext>
            </a:extLst>
          </p:cNvPr>
          <p:cNvSpPr txBox="1">
            <a:spLocks noChangeArrowheads="1"/>
          </p:cNvSpPr>
          <p:nvPr/>
        </p:nvSpPr>
        <p:spPr bwMode="auto">
          <a:xfrm>
            <a:off x="2755105" y="2945663"/>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0702" name="Text Box 270">
            <a:extLst>
              <a:ext uri="{FF2B5EF4-FFF2-40B4-BE49-F238E27FC236}">
                <a16:creationId xmlns:a16="http://schemas.microsoft.com/office/drawing/2014/main" id="{CEBE8B8F-4F49-F74B-81F5-CEA92925F5E0}"/>
              </a:ext>
            </a:extLst>
          </p:cNvPr>
          <p:cNvSpPr txBox="1">
            <a:spLocks noChangeArrowheads="1"/>
          </p:cNvSpPr>
          <p:nvPr/>
        </p:nvSpPr>
        <p:spPr bwMode="auto">
          <a:xfrm>
            <a:off x="2755105" y="2665867"/>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0703" name="Text Box 271">
            <a:extLst>
              <a:ext uri="{FF2B5EF4-FFF2-40B4-BE49-F238E27FC236}">
                <a16:creationId xmlns:a16="http://schemas.microsoft.com/office/drawing/2014/main" id="{A01CB66D-423E-224E-872D-DA53AC98D82F}"/>
              </a:ext>
            </a:extLst>
          </p:cNvPr>
          <p:cNvSpPr txBox="1">
            <a:spLocks noChangeArrowheads="1"/>
          </p:cNvSpPr>
          <p:nvPr/>
        </p:nvSpPr>
        <p:spPr bwMode="auto">
          <a:xfrm>
            <a:off x="2656284" y="238606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0704" name="Text Box 272">
            <a:extLst>
              <a:ext uri="{FF2B5EF4-FFF2-40B4-BE49-F238E27FC236}">
                <a16:creationId xmlns:a16="http://schemas.microsoft.com/office/drawing/2014/main" id="{D0130630-5058-B94C-84EB-E4F0C366D631}"/>
              </a:ext>
            </a:extLst>
          </p:cNvPr>
          <p:cNvSpPr txBox="1">
            <a:spLocks noChangeArrowheads="1"/>
          </p:cNvSpPr>
          <p:nvPr/>
        </p:nvSpPr>
        <p:spPr bwMode="auto">
          <a:xfrm>
            <a:off x="2656284" y="1815760"/>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0705" name="Text Box 273">
            <a:extLst>
              <a:ext uri="{FF2B5EF4-FFF2-40B4-BE49-F238E27FC236}">
                <a16:creationId xmlns:a16="http://schemas.microsoft.com/office/drawing/2014/main" id="{D0A00D40-39C5-1645-BEB8-C409644EAE44}"/>
              </a:ext>
            </a:extLst>
          </p:cNvPr>
          <p:cNvSpPr txBox="1">
            <a:spLocks noChangeArrowheads="1"/>
          </p:cNvSpPr>
          <p:nvPr/>
        </p:nvSpPr>
        <p:spPr bwMode="auto">
          <a:xfrm>
            <a:off x="2656284" y="1526438"/>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24</a:t>
            </a:r>
          </a:p>
        </p:txBody>
      </p:sp>
      <p:sp>
        <p:nvSpPr>
          <p:cNvPr id="530706" name="Oval 274">
            <a:extLst>
              <a:ext uri="{FF2B5EF4-FFF2-40B4-BE49-F238E27FC236}">
                <a16:creationId xmlns:a16="http://schemas.microsoft.com/office/drawing/2014/main" id="{088A9924-4F6B-0648-9CA7-07E7F0886D19}"/>
              </a:ext>
            </a:extLst>
          </p:cNvPr>
          <p:cNvSpPr>
            <a:spLocks noChangeArrowheads="1"/>
          </p:cNvSpPr>
          <p:nvPr/>
        </p:nvSpPr>
        <p:spPr bwMode="auto">
          <a:xfrm>
            <a:off x="3534966" y="2783738"/>
            <a:ext cx="7739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07" name="Oval 275">
            <a:extLst>
              <a:ext uri="{FF2B5EF4-FFF2-40B4-BE49-F238E27FC236}">
                <a16:creationId xmlns:a16="http://schemas.microsoft.com/office/drawing/2014/main" id="{BDBBD711-8258-B641-9753-54D180544083}"/>
              </a:ext>
            </a:extLst>
          </p:cNvPr>
          <p:cNvSpPr>
            <a:spLocks noChangeArrowheads="1"/>
          </p:cNvSpPr>
          <p:nvPr/>
        </p:nvSpPr>
        <p:spPr bwMode="auto">
          <a:xfrm>
            <a:off x="3338512" y="307306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08" name="Oval 276">
            <a:extLst>
              <a:ext uri="{FF2B5EF4-FFF2-40B4-BE49-F238E27FC236}">
                <a16:creationId xmlns:a16="http://schemas.microsoft.com/office/drawing/2014/main" id="{9AA276B6-2BD9-B340-9DD4-E2E457E2A3FB}"/>
              </a:ext>
            </a:extLst>
          </p:cNvPr>
          <p:cNvSpPr>
            <a:spLocks noChangeArrowheads="1"/>
          </p:cNvSpPr>
          <p:nvPr/>
        </p:nvSpPr>
        <p:spPr bwMode="auto">
          <a:xfrm>
            <a:off x="2952749" y="3261179"/>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09" name="Oval 277">
            <a:extLst>
              <a:ext uri="{FF2B5EF4-FFF2-40B4-BE49-F238E27FC236}">
                <a16:creationId xmlns:a16="http://schemas.microsoft.com/office/drawing/2014/main" id="{DA2168B3-C9B7-714D-8379-9EF93BFB1AA2}"/>
              </a:ext>
            </a:extLst>
          </p:cNvPr>
          <p:cNvSpPr>
            <a:spLocks noChangeArrowheads="1"/>
          </p:cNvSpPr>
          <p:nvPr/>
        </p:nvSpPr>
        <p:spPr bwMode="auto">
          <a:xfrm>
            <a:off x="3132534" y="3211173"/>
            <a:ext cx="7739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10" name="Oval 278">
            <a:extLst>
              <a:ext uri="{FF2B5EF4-FFF2-40B4-BE49-F238E27FC236}">
                <a16:creationId xmlns:a16="http://schemas.microsoft.com/office/drawing/2014/main" id="{753D8681-0E64-0B44-B781-EF91B9651D6D}"/>
              </a:ext>
            </a:extLst>
          </p:cNvPr>
          <p:cNvSpPr>
            <a:spLocks noChangeArrowheads="1"/>
          </p:cNvSpPr>
          <p:nvPr/>
        </p:nvSpPr>
        <p:spPr bwMode="auto">
          <a:xfrm>
            <a:off x="3732609" y="2201523"/>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11" name="Oval 279">
            <a:extLst>
              <a:ext uri="{FF2B5EF4-FFF2-40B4-BE49-F238E27FC236}">
                <a16:creationId xmlns:a16="http://schemas.microsoft.com/office/drawing/2014/main" id="{15348920-3E7A-5448-AF2D-67AC5E9327EE}"/>
              </a:ext>
            </a:extLst>
          </p:cNvPr>
          <p:cNvSpPr>
            <a:spLocks noChangeArrowheads="1"/>
          </p:cNvSpPr>
          <p:nvPr/>
        </p:nvSpPr>
        <p:spPr bwMode="auto">
          <a:xfrm>
            <a:off x="3930253" y="2125322"/>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12" name="Oval 280">
            <a:extLst>
              <a:ext uri="{FF2B5EF4-FFF2-40B4-BE49-F238E27FC236}">
                <a16:creationId xmlns:a16="http://schemas.microsoft.com/office/drawing/2014/main" id="{99CFB588-7DAB-CE49-8E36-0FE7CA1E5432}"/>
              </a:ext>
            </a:extLst>
          </p:cNvPr>
          <p:cNvSpPr>
            <a:spLocks noChangeArrowheads="1"/>
          </p:cNvSpPr>
          <p:nvPr/>
        </p:nvSpPr>
        <p:spPr bwMode="auto">
          <a:xfrm>
            <a:off x="4126705" y="2056267"/>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13" name="Oval 281">
            <a:extLst>
              <a:ext uri="{FF2B5EF4-FFF2-40B4-BE49-F238E27FC236}">
                <a16:creationId xmlns:a16="http://schemas.microsoft.com/office/drawing/2014/main" id="{C8AB6D73-5E23-C84A-B2F6-782D3B295849}"/>
              </a:ext>
            </a:extLst>
          </p:cNvPr>
          <p:cNvSpPr>
            <a:spLocks noChangeArrowheads="1"/>
          </p:cNvSpPr>
          <p:nvPr/>
        </p:nvSpPr>
        <p:spPr bwMode="auto">
          <a:xfrm>
            <a:off x="4525565" y="191101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14" name="Oval 282">
            <a:extLst>
              <a:ext uri="{FF2B5EF4-FFF2-40B4-BE49-F238E27FC236}">
                <a16:creationId xmlns:a16="http://schemas.microsoft.com/office/drawing/2014/main" id="{9AE5F541-CB2E-5F4D-A93A-C380F204C160}"/>
              </a:ext>
            </a:extLst>
          </p:cNvPr>
          <p:cNvSpPr>
            <a:spLocks noChangeArrowheads="1"/>
          </p:cNvSpPr>
          <p:nvPr/>
        </p:nvSpPr>
        <p:spPr bwMode="auto">
          <a:xfrm>
            <a:off x="4324349" y="1983638"/>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15" name="Oval 283">
            <a:extLst>
              <a:ext uri="{FF2B5EF4-FFF2-40B4-BE49-F238E27FC236}">
                <a16:creationId xmlns:a16="http://schemas.microsoft.com/office/drawing/2014/main" id="{E79C93F1-5FB0-4F43-99B4-27CAEACB9F91}"/>
              </a:ext>
            </a:extLst>
          </p:cNvPr>
          <p:cNvSpPr>
            <a:spLocks noChangeArrowheads="1"/>
          </p:cNvSpPr>
          <p:nvPr/>
        </p:nvSpPr>
        <p:spPr bwMode="auto">
          <a:xfrm>
            <a:off x="4722018" y="1838381"/>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16" name="Oval 284">
            <a:extLst>
              <a:ext uri="{FF2B5EF4-FFF2-40B4-BE49-F238E27FC236}">
                <a16:creationId xmlns:a16="http://schemas.microsoft.com/office/drawing/2014/main" id="{36E5FA05-770D-6643-998B-A06A66B61416}"/>
              </a:ext>
            </a:extLst>
          </p:cNvPr>
          <p:cNvSpPr>
            <a:spLocks noChangeArrowheads="1"/>
          </p:cNvSpPr>
          <p:nvPr/>
        </p:nvSpPr>
        <p:spPr bwMode="auto">
          <a:xfrm>
            <a:off x="4916090" y="1770516"/>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17" name="Oval 285">
            <a:extLst>
              <a:ext uri="{FF2B5EF4-FFF2-40B4-BE49-F238E27FC236}">
                <a16:creationId xmlns:a16="http://schemas.microsoft.com/office/drawing/2014/main" id="{B29F742D-D798-594A-94CD-13432D9C9C23}"/>
              </a:ext>
            </a:extLst>
          </p:cNvPr>
          <p:cNvSpPr>
            <a:spLocks noChangeArrowheads="1"/>
          </p:cNvSpPr>
          <p:nvPr/>
        </p:nvSpPr>
        <p:spPr bwMode="auto">
          <a:xfrm>
            <a:off x="5305424" y="1614544"/>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18" name="Oval 286">
            <a:extLst>
              <a:ext uri="{FF2B5EF4-FFF2-40B4-BE49-F238E27FC236}">
                <a16:creationId xmlns:a16="http://schemas.microsoft.com/office/drawing/2014/main" id="{4FB44069-18D2-504F-8B6A-47DFD46408B6}"/>
              </a:ext>
            </a:extLst>
          </p:cNvPr>
          <p:cNvSpPr>
            <a:spLocks noChangeArrowheads="1"/>
          </p:cNvSpPr>
          <p:nvPr/>
        </p:nvSpPr>
        <p:spPr bwMode="auto">
          <a:xfrm>
            <a:off x="5112543" y="1687172"/>
            <a:ext cx="77391"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19" name="Oval 287">
            <a:extLst>
              <a:ext uri="{FF2B5EF4-FFF2-40B4-BE49-F238E27FC236}">
                <a16:creationId xmlns:a16="http://schemas.microsoft.com/office/drawing/2014/main" id="{616D69E1-08B3-DA4A-9F02-22F67FBADBBE}"/>
              </a:ext>
            </a:extLst>
          </p:cNvPr>
          <p:cNvSpPr>
            <a:spLocks noChangeArrowheads="1"/>
          </p:cNvSpPr>
          <p:nvPr/>
        </p:nvSpPr>
        <p:spPr bwMode="auto">
          <a:xfrm>
            <a:off x="6304359" y="2487272"/>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20" name="Oval 288">
            <a:extLst>
              <a:ext uri="{FF2B5EF4-FFF2-40B4-BE49-F238E27FC236}">
                <a16:creationId xmlns:a16="http://schemas.microsoft.com/office/drawing/2014/main" id="{2C091652-DA5B-AB46-B5ED-D8CD28E7396C}"/>
              </a:ext>
            </a:extLst>
          </p:cNvPr>
          <p:cNvSpPr>
            <a:spLocks noChangeArrowheads="1"/>
          </p:cNvSpPr>
          <p:nvPr/>
        </p:nvSpPr>
        <p:spPr bwMode="auto">
          <a:xfrm>
            <a:off x="5704284" y="3204029"/>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21" name="Oval 289">
            <a:extLst>
              <a:ext uri="{FF2B5EF4-FFF2-40B4-BE49-F238E27FC236}">
                <a16:creationId xmlns:a16="http://schemas.microsoft.com/office/drawing/2014/main" id="{199DF87A-7FB6-7848-A94D-C9ADC76B2FC3}"/>
              </a:ext>
            </a:extLst>
          </p:cNvPr>
          <p:cNvSpPr>
            <a:spLocks noChangeArrowheads="1"/>
          </p:cNvSpPr>
          <p:nvPr/>
        </p:nvSpPr>
        <p:spPr bwMode="auto">
          <a:xfrm>
            <a:off x="5905499" y="3062344"/>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22" name="Oval 290">
            <a:extLst>
              <a:ext uri="{FF2B5EF4-FFF2-40B4-BE49-F238E27FC236}">
                <a16:creationId xmlns:a16="http://schemas.microsoft.com/office/drawing/2014/main" id="{A9CBC136-2F33-0D44-BE83-CB24979257D4}"/>
              </a:ext>
            </a:extLst>
          </p:cNvPr>
          <p:cNvSpPr>
            <a:spLocks noChangeArrowheads="1"/>
          </p:cNvSpPr>
          <p:nvPr/>
        </p:nvSpPr>
        <p:spPr bwMode="auto">
          <a:xfrm>
            <a:off x="5503068" y="3261179"/>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23" name="Oval 291">
            <a:extLst>
              <a:ext uri="{FF2B5EF4-FFF2-40B4-BE49-F238E27FC236}">
                <a16:creationId xmlns:a16="http://schemas.microsoft.com/office/drawing/2014/main" id="{B2D735B9-7D77-EC4F-96F1-862F28266DC9}"/>
              </a:ext>
            </a:extLst>
          </p:cNvPr>
          <p:cNvSpPr>
            <a:spLocks noChangeArrowheads="1"/>
          </p:cNvSpPr>
          <p:nvPr/>
        </p:nvSpPr>
        <p:spPr bwMode="auto">
          <a:xfrm>
            <a:off x="6094809" y="2776594"/>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24" name="Oval 292">
            <a:extLst>
              <a:ext uri="{FF2B5EF4-FFF2-40B4-BE49-F238E27FC236}">
                <a16:creationId xmlns:a16="http://schemas.microsoft.com/office/drawing/2014/main" id="{B6C936F9-801E-6B49-805A-55C7EA6A9455}"/>
              </a:ext>
            </a:extLst>
          </p:cNvPr>
          <p:cNvSpPr>
            <a:spLocks noChangeArrowheads="1"/>
          </p:cNvSpPr>
          <p:nvPr/>
        </p:nvSpPr>
        <p:spPr bwMode="auto">
          <a:xfrm>
            <a:off x="6497240" y="2411073"/>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25" name="Oval 293">
            <a:extLst>
              <a:ext uri="{FF2B5EF4-FFF2-40B4-BE49-F238E27FC236}">
                <a16:creationId xmlns:a16="http://schemas.microsoft.com/office/drawing/2014/main" id="{9C8A28B1-1AFB-4244-AC22-E05DFB0A70A0}"/>
              </a:ext>
            </a:extLst>
          </p:cNvPr>
          <p:cNvSpPr>
            <a:spLocks noChangeArrowheads="1"/>
          </p:cNvSpPr>
          <p:nvPr/>
        </p:nvSpPr>
        <p:spPr bwMode="auto">
          <a:xfrm>
            <a:off x="7084218" y="2193188"/>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26" name="Oval 294">
            <a:extLst>
              <a:ext uri="{FF2B5EF4-FFF2-40B4-BE49-F238E27FC236}">
                <a16:creationId xmlns:a16="http://schemas.microsoft.com/office/drawing/2014/main" id="{ACC92571-E7E0-2042-8D0C-AF630963F409}"/>
              </a:ext>
            </a:extLst>
          </p:cNvPr>
          <p:cNvSpPr>
            <a:spLocks noChangeArrowheads="1"/>
          </p:cNvSpPr>
          <p:nvPr/>
        </p:nvSpPr>
        <p:spPr bwMode="auto">
          <a:xfrm>
            <a:off x="6690121" y="2334873"/>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27" name="Oval 295">
            <a:extLst>
              <a:ext uri="{FF2B5EF4-FFF2-40B4-BE49-F238E27FC236}">
                <a16:creationId xmlns:a16="http://schemas.microsoft.com/office/drawing/2014/main" id="{23725F16-4F24-9348-AD5F-7B3A37C46F4C}"/>
              </a:ext>
            </a:extLst>
          </p:cNvPr>
          <p:cNvSpPr>
            <a:spLocks noChangeArrowheads="1"/>
          </p:cNvSpPr>
          <p:nvPr/>
        </p:nvSpPr>
        <p:spPr bwMode="auto">
          <a:xfrm>
            <a:off x="6886574" y="2265817"/>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29" name="Text Box 297">
            <a:extLst>
              <a:ext uri="{FF2B5EF4-FFF2-40B4-BE49-F238E27FC236}">
                <a16:creationId xmlns:a16="http://schemas.microsoft.com/office/drawing/2014/main" id="{B9117AB8-AF78-674D-92CE-4E0CED733E86}"/>
              </a:ext>
            </a:extLst>
          </p:cNvPr>
          <p:cNvSpPr txBox="1">
            <a:spLocks noChangeArrowheads="1"/>
          </p:cNvSpPr>
          <p:nvPr/>
        </p:nvSpPr>
        <p:spPr bwMode="auto">
          <a:xfrm>
            <a:off x="2169318" y="1151391"/>
            <a:ext cx="1329210"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拥塞窗口 </a:t>
            </a:r>
            <a:r>
              <a:rPr kumimoji="1" lang="en-US" altLang="zh-CN" sz="1350">
                <a:solidFill>
                  <a:schemeClr val="folHlink"/>
                </a:solidFill>
                <a:latin typeface="Arial" panose="020B0604020202020204" pitchFamily="34" charset="0"/>
              </a:rPr>
              <a:t>cwnd</a:t>
            </a:r>
          </a:p>
        </p:txBody>
      </p:sp>
      <p:sp>
        <p:nvSpPr>
          <p:cNvPr id="530730" name="Text Box 298">
            <a:extLst>
              <a:ext uri="{FF2B5EF4-FFF2-40B4-BE49-F238E27FC236}">
                <a16:creationId xmlns:a16="http://schemas.microsoft.com/office/drawing/2014/main" id="{966198CD-114A-3D40-AE35-9DF4E470CD30}"/>
              </a:ext>
            </a:extLst>
          </p:cNvPr>
          <p:cNvSpPr txBox="1">
            <a:spLocks noChangeArrowheads="1"/>
          </p:cNvSpPr>
          <p:nvPr/>
        </p:nvSpPr>
        <p:spPr bwMode="auto">
          <a:xfrm>
            <a:off x="1401365" y="2345587"/>
            <a:ext cx="145424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新的 </a:t>
            </a: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值</a:t>
            </a:r>
          </a:p>
        </p:txBody>
      </p:sp>
      <p:sp>
        <p:nvSpPr>
          <p:cNvPr id="530731" name="Text Box 299">
            <a:extLst>
              <a:ext uri="{FF2B5EF4-FFF2-40B4-BE49-F238E27FC236}">
                <a16:creationId xmlns:a16="http://schemas.microsoft.com/office/drawing/2014/main" id="{EEF32F7C-1A02-9140-B4FE-03F111D17B9F}"/>
              </a:ext>
            </a:extLst>
          </p:cNvPr>
          <p:cNvSpPr txBox="1">
            <a:spLocks noChangeArrowheads="1"/>
          </p:cNvSpPr>
          <p:nvPr/>
        </p:nvSpPr>
        <p:spPr bwMode="auto">
          <a:xfrm>
            <a:off x="5548312" y="1250212"/>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网络拥塞</a:t>
            </a:r>
          </a:p>
        </p:txBody>
      </p:sp>
      <p:sp>
        <p:nvSpPr>
          <p:cNvPr id="530732" name="Line 300">
            <a:extLst>
              <a:ext uri="{FF2B5EF4-FFF2-40B4-BE49-F238E27FC236}">
                <a16:creationId xmlns:a16="http://schemas.microsoft.com/office/drawing/2014/main" id="{71F373F8-E96A-504F-96CF-C0F5923F25BE}"/>
              </a:ext>
            </a:extLst>
          </p:cNvPr>
          <p:cNvSpPr>
            <a:spLocks noChangeShapeType="1"/>
          </p:cNvSpPr>
          <p:nvPr/>
        </p:nvSpPr>
        <p:spPr bwMode="auto">
          <a:xfrm flipH="1">
            <a:off x="5350668" y="1434760"/>
            <a:ext cx="259556" cy="219075"/>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0733" name="Text Box 301">
            <a:extLst>
              <a:ext uri="{FF2B5EF4-FFF2-40B4-BE49-F238E27FC236}">
                <a16:creationId xmlns:a16="http://schemas.microsoft.com/office/drawing/2014/main" id="{3EB86219-74DB-3748-A693-81C5DDEABDA0}"/>
              </a:ext>
            </a:extLst>
          </p:cNvPr>
          <p:cNvSpPr txBox="1">
            <a:spLocks noChangeArrowheads="1"/>
          </p:cNvSpPr>
          <p:nvPr/>
        </p:nvSpPr>
        <p:spPr bwMode="auto">
          <a:xfrm>
            <a:off x="3905249" y="2908753"/>
            <a:ext cx="1223412"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指数规律增长</a:t>
            </a:r>
          </a:p>
        </p:txBody>
      </p:sp>
      <p:sp>
        <p:nvSpPr>
          <p:cNvPr id="530734" name="Line 302">
            <a:extLst>
              <a:ext uri="{FF2B5EF4-FFF2-40B4-BE49-F238E27FC236}">
                <a16:creationId xmlns:a16="http://schemas.microsoft.com/office/drawing/2014/main" id="{D48942B3-E60E-B94D-83A3-89F7BF69B0DE}"/>
              </a:ext>
            </a:extLst>
          </p:cNvPr>
          <p:cNvSpPr>
            <a:spLocks noChangeShapeType="1"/>
          </p:cNvSpPr>
          <p:nvPr/>
        </p:nvSpPr>
        <p:spPr bwMode="auto">
          <a:xfrm flipH="1" flipV="1">
            <a:off x="3445668" y="2986144"/>
            <a:ext cx="525066" cy="5834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0735" name="Rectangle 303">
            <a:extLst>
              <a:ext uri="{FF2B5EF4-FFF2-40B4-BE49-F238E27FC236}">
                <a16:creationId xmlns:a16="http://schemas.microsoft.com/office/drawing/2014/main" id="{30165DE4-7D25-0D44-A58A-BAA8382E4561}"/>
              </a:ext>
            </a:extLst>
          </p:cNvPr>
          <p:cNvSpPr>
            <a:spLocks noChangeArrowheads="1"/>
          </p:cNvSpPr>
          <p:nvPr/>
        </p:nvSpPr>
        <p:spPr bwMode="auto">
          <a:xfrm>
            <a:off x="3050381" y="1596685"/>
            <a:ext cx="164306" cy="154424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0736" name="Line 304">
            <a:extLst>
              <a:ext uri="{FF2B5EF4-FFF2-40B4-BE49-F238E27FC236}">
                <a16:creationId xmlns:a16="http://schemas.microsoft.com/office/drawing/2014/main" id="{6EA16FCE-AAF8-2347-81EC-CF887EEB9C92}"/>
              </a:ext>
            </a:extLst>
          </p:cNvPr>
          <p:cNvSpPr>
            <a:spLocks noChangeShapeType="1"/>
          </p:cNvSpPr>
          <p:nvPr/>
        </p:nvSpPr>
        <p:spPr bwMode="auto">
          <a:xfrm>
            <a:off x="3050381" y="2233669"/>
            <a:ext cx="722710"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37" name="Rectangle 305">
            <a:extLst>
              <a:ext uri="{FF2B5EF4-FFF2-40B4-BE49-F238E27FC236}">
                <a16:creationId xmlns:a16="http://schemas.microsoft.com/office/drawing/2014/main" id="{C65D7ADD-4841-634F-94ED-A560664BECA1}"/>
              </a:ext>
            </a:extLst>
          </p:cNvPr>
          <p:cNvSpPr>
            <a:spLocks noChangeArrowheads="1"/>
          </p:cNvSpPr>
          <p:nvPr/>
        </p:nvSpPr>
        <p:spPr bwMode="auto">
          <a:xfrm>
            <a:off x="3313509" y="3218317"/>
            <a:ext cx="210264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0738" name="Rectangle 306">
            <a:extLst>
              <a:ext uri="{FF2B5EF4-FFF2-40B4-BE49-F238E27FC236}">
                <a16:creationId xmlns:a16="http://schemas.microsoft.com/office/drawing/2014/main" id="{A9E3A16B-7FFC-E847-B309-F6650C052C9C}"/>
              </a:ext>
            </a:extLst>
          </p:cNvPr>
          <p:cNvSpPr>
            <a:spLocks noChangeArrowheads="1"/>
          </p:cNvSpPr>
          <p:nvPr/>
        </p:nvSpPr>
        <p:spPr bwMode="auto">
          <a:xfrm>
            <a:off x="5876924" y="3218317"/>
            <a:ext cx="151090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0739" name="Text Box 307">
            <a:extLst>
              <a:ext uri="{FF2B5EF4-FFF2-40B4-BE49-F238E27FC236}">
                <a16:creationId xmlns:a16="http://schemas.microsoft.com/office/drawing/2014/main" id="{D3352EDE-C852-7B4C-A918-01D275E6C822}"/>
              </a:ext>
            </a:extLst>
          </p:cNvPr>
          <p:cNvSpPr txBox="1">
            <a:spLocks noChangeArrowheads="1"/>
          </p:cNvSpPr>
          <p:nvPr/>
        </p:nvSpPr>
        <p:spPr bwMode="auto">
          <a:xfrm>
            <a:off x="1252283" y="2089603"/>
            <a:ext cx="1579278"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的初始值</a:t>
            </a:r>
          </a:p>
        </p:txBody>
      </p:sp>
      <p:sp>
        <p:nvSpPr>
          <p:cNvPr id="530740" name="Text Box 308">
            <a:extLst>
              <a:ext uri="{FF2B5EF4-FFF2-40B4-BE49-F238E27FC236}">
                <a16:creationId xmlns:a16="http://schemas.microsoft.com/office/drawing/2014/main" id="{8BDC383B-7F2B-6E4C-AF42-579C0D28BF55}"/>
              </a:ext>
            </a:extLst>
          </p:cNvPr>
          <p:cNvSpPr txBox="1">
            <a:spLocks noChangeArrowheads="1"/>
          </p:cNvSpPr>
          <p:nvPr/>
        </p:nvSpPr>
        <p:spPr bwMode="auto">
          <a:xfrm>
            <a:off x="1851422" y="3008766"/>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0741" name="Line 309">
            <a:extLst>
              <a:ext uri="{FF2B5EF4-FFF2-40B4-BE49-F238E27FC236}">
                <a16:creationId xmlns:a16="http://schemas.microsoft.com/office/drawing/2014/main" id="{D91ECC85-CA5E-B34E-9990-800EC6E89E89}"/>
              </a:ext>
            </a:extLst>
          </p:cNvPr>
          <p:cNvSpPr>
            <a:spLocks noChangeShapeType="1"/>
          </p:cNvSpPr>
          <p:nvPr/>
        </p:nvSpPr>
        <p:spPr bwMode="auto">
          <a:xfrm>
            <a:off x="2491977" y="3174263"/>
            <a:ext cx="460772" cy="11668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0742" name="Text Box 310">
            <a:extLst>
              <a:ext uri="{FF2B5EF4-FFF2-40B4-BE49-F238E27FC236}">
                <a16:creationId xmlns:a16="http://schemas.microsoft.com/office/drawing/2014/main" id="{6842C95E-9A65-5C4E-B7FB-8E0017A21E37}"/>
              </a:ext>
            </a:extLst>
          </p:cNvPr>
          <p:cNvSpPr txBox="1">
            <a:spLocks noChangeArrowheads="1"/>
          </p:cNvSpPr>
          <p:nvPr/>
        </p:nvSpPr>
        <p:spPr bwMode="auto">
          <a:xfrm>
            <a:off x="3069430" y="3677897"/>
            <a:ext cx="739379"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0743" name="Text Box 311">
            <a:extLst>
              <a:ext uri="{FF2B5EF4-FFF2-40B4-BE49-F238E27FC236}">
                <a16:creationId xmlns:a16="http://schemas.microsoft.com/office/drawing/2014/main" id="{0CD773D5-6879-B845-9BB2-3A5091AB1D93}"/>
              </a:ext>
            </a:extLst>
          </p:cNvPr>
          <p:cNvSpPr txBox="1">
            <a:spLocks noChangeArrowheads="1"/>
          </p:cNvSpPr>
          <p:nvPr/>
        </p:nvSpPr>
        <p:spPr bwMode="auto">
          <a:xfrm>
            <a:off x="5616178" y="3695756"/>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0744" name="Text Box 312">
            <a:extLst>
              <a:ext uri="{FF2B5EF4-FFF2-40B4-BE49-F238E27FC236}">
                <a16:creationId xmlns:a16="http://schemas.microsoft.com/office/drawing/2014/main" id="{A8046B83-FD83-1D43-9AD8-A1BADB1030D6}"/>
              </a:ext>
            </a:extLst>
          </p:cNvPr>
          <p:cNvSpPr txBox="1">
            <a:spLocks noChangeArrowheads="1"/>
          </p:cNvSpPr>
          <p:nvPr/>
        </p:nvSpPr>
        <p:spPr bwMode="auto">
          <a:xfrm>
            <a:off x="3903143" y="1214494"/>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0745" name="Text Box 313">
            <a:extLst>
              <a:ext uri="{FF2B5EF4-FFF2-40B4-BE49-F238E27FC236}">
                <a16:creationId xmlns:a16="http://schemas.microsoft.com/office/drawing/2014/main" id="{ADE0328C-4E7C-2C4E-BCD0-23589E222220}"/>
              </a:ext>
            </a:extLst>
          </p:cNvPr>
          <p:cNvSpPr txBox="1">
            <a:spLocks noChangeArrowheads="1"/>
          </p:cNvSpPr>
          <p:nvPr/>
        </p:nvSpPr>
        <p:spPr bwMode="auto">
          <a:xfrm>
            <a:off x="6274868" y="1519294"/>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0746" name="Line 314">
            <a:extLst>
              <a:ext uri="{FF2B5EF4-FFF2-40B4-BE49-F238E27FC236}">
                <a16:creationId xmlns:a16="http://schemas.microsoft.com/office/drawing/2014/main" id="{1F664774-36C7-CA4E-9FD8-73C5F2806C88}"/>
              </a:ext>
            </a:extLst>
          </p:cNvPr>
          <p:cNvSpPr>
            <a:spLocks noChangeShapeType="1"/>
          </p:cNvSpPr>
          <p:nvPr/>
        </p:nvSpPr>
        <p:spPr bwMode="auto">
          <a:xfrm rot="10800000">
            <a:off x="3050381" y="2522991"/>
            <a:ext cx="3483769"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47" name="Line 315">
            <a:extLst>
              <a:ext uri="{FF2B5EF4-FFF2-40B4-BE49-F238E27FC236}">
                <a16:creationId xmlns:a16="http://schemas.microsoft.com/office/drawing/2014/main" id="{8C74355D-E88C-1947-8C89-C544EA16295B}"/>
              </a:ext>
            </a:extLst>
          </p:cNvPr>
          <p:cNvSpPr>
            <a:spLocks noChangeShapeType="1"/>
          </p:cNvSpPr>
          <p:nvPr/>
        </p:nvSpPr>
        <p:spPr bwMode="auto">
          <a:xfrm flipV="1">
            <a:off x="3050381" y="1652644"/>
            <a:ext cx="3145631" cy="1191"/>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0748" name="Freeform 316">
            <a:extLst>
              <a:ext uri="{FF2B5EF4-FFF2-40B4-BE49-F238E27FC236}">
                <a16:creationId xmlns:a16="http://schemas.microsoft.com/office/drawing/2014/main" id="{959D2A69-3E08-144D-95E4-5D737497635C}"/>
              </a:ext>
            </a:extLst>
          </p:cNvPr>
          <p:cNvSpPr>
            <a:spLocks/>
          </p:cNvSpPr>
          <p:nvPr/>
        </p:nvSpPr>
        <p:spPr bwMode="auto">
          <a:xfrm>
            <a:off x="2919411" y="1653835"/>
            <a:ext cx="4329113" cy="1653778"/>
          </a:xfrm>
          <a:custGeom>
            <a:avLst/>
            <a:gdLst>
              <a:gd name="T0" fmla="*/ 5772150 w 3162"/>
              <a:gd name="T1" fmla="*/ 704968 h 1370"/>
              <a:gd name="T2" fmla="*/ 4556384 w 3162"/>
              <a:gd name="T3" fmla="*/ 1158852 h 1370"/>
              <a:gd name="T4" fmla="*/ 4293516 w 3162"/>
              <a:gd name="T5" fmla="*/ 1535478 h 1370"/>
              <a:gd name="T6" fmla="*/ 4025171 w 3162"/>
              <a:gd name="T7" fmla="*/ 1931419 h 1370"/>
              <a:gd name="T8" fmla="*/ 3762303 w 3162"/>
              <a:gd name="T9" fmla="*/ 2124561 h 1370"/>
              <a:gd name="T10" fmla="*/ 3499434 w 3162"/>
              <a:gd name="T11" fmla="*/ 2201818 h 1370"/>
              <a:gd name="T12" fmla="*/ 3406335 w 3162"/>
              <a:gd name="T13" fmla="*/ 1506507 h 1370"/>
              <a:gd name="T14" fmla="*/ 3236566 w 3162"/>
              <a:gd name="T15" fmla="*/ 0 h 1370"/>
              <a:gd name="T16" fmla="*/ 1128143 w 3162"/>
              <a:gd name="T17" fmla="*/ 783834 h 1370"/>
              <a:gd name="T18" fmla="*/ 876228 w 3162"/>
              <a:gd name="T19" fmla="*/ 1546745 h 1370"/>
              <a:gd name="T20" fmla="*/ 604232 w 3162"/>
              <a:gd name="T21" fmla="*/ 1933029 h 1370"/>
              <a:gd name="T22" fmla="*/ 341364 w 3162"/>
              <a:gd name="T23" fmla="*/ 2126171 h 1370"/>
              <a:gd name="T24" fmla="*/ 100401 w 3162"/>
              <a:gd name="T25" fmla="*/ 2203427 h 13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162" h="1370">
                <a:moveTo>
                  <a:pt x="3162" y="438"/>
                </a:moveTo>
                <a:lnTo>
                  <a:pt x="2496" y="720"/>
                </a:lnTo>
                <a:lnTo>
                  <a:pt x="2352" y="954"/>
                </a:lnTo>
                <a:lnTo>
                  <a:pt x="2205" y="1200"/>
                </a:lnTo>
                <a:lnTo>
                  <a:pt x="2061" y="1320"/>
                </a:lnTo>
                <a:lnTo>
                  <a:pt x="1917" y="1368"/>
                </a:lnTo>
                <a:lnTo>
                  <a:pt x="1866" y="936"/>
                </a:lnTo>
                <a:lnTo>
                  <a:pt x="1773" y="0"/>
                </a:ln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p:spPr>
        <p:txBody>
          <a:bodyPr wrap="none" anchor="ctr"/>
          <a:lstStyle/>
          <a:p>
            <a:pPr>
              <a:defRPr/>
            </a:pPr>
            <a:endParaRPr lang="zh-CN" altLang="en-US"/>
          </a:p>
        </p:txBody>
      </p:sp>
      <p:sp>
        <p:nvSpPr>
          <p:cNvPr id="530728" name="Text Box 296">
            <a:extLst>
              <a:ext uri="{FF2B5EF4-FFF2-40B4-BE49-F238E27FC236}">
                <a16:creationId xmlns:a16="http://schemas.microsoft.com/office/drawing/2014/main" id="{6063ABFC-F01D-2240-90C4-623575CE20AD}"/>
              </a:ext>
            </a:extLst>
          </p:cNvPr>
          <p:cNvSpPr txBox="1">
            <a:spLocks noChangeArrowheads="1"/>
          </p:cNvSpPr>
          <p:nvPr/>
        </p:nvSpPr>
        <p:spPr bwMode="auto">
          <a:xfrm>
            <a:off x="7287816" y="3102825"/>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传输轮次</a:t>
            </a:r>
          </a:p>
        </p:txBody>
      </p:sp>
    </p:spTree>
    <p:extLst>
      <p:ext uri="{BB962C8B-B14F-4D97-AF65-F5344CB8AC3E}">
        <p14:creationId xmlns:p14="http://schemas.microsoft.com/office/powerpoint/2010/main" val="311602891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a:extLst>
              <a:ext uri="{FF2B5EF4-FFF2-40B4-BE49-F238E27FC236}">
                <a16:creationId xmlns:a16="http://schemas.microsoft.com/office/drawing/2014/main" id="{10CA80C3-2CEB-8F42-878F-0030C44DEBD5}"/>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50CD1846-70ED-B445-BB01-4E30325C1AEA}" type="slidenum">
              <a:rPr lang="en-US" altLang="zh-CN" sz="1050"/>
              <a:pPr>
                <a:defRPr/>
              </a:pPr>
              <a:t>96</a:t>
            </a:fld>
            <a:endParaRPr lang="en-US" altLang="zh-CN" sz="1050"/>
          </a:p>
        </p:txBody>
      </p:sp>
      <p:sp>
        <p:nvSpPr>
          <p:cNvPr id="531459" name="Rectangle 3">
            <a:extLst>
              <a:ext uri="{FF2B5EF4-FFF2-40B4-BE49-F238E27FC236}">
                <a16:creationId xmlns:a16="http://schemas.microsoft.com/office/drawing/2014/main" id="{B0C2F3A4-234E-FF4F-B9A1-1E9377200CDD}"/>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慢开始和拥塞避免算法的实现举例 </a:t>
            </a:r>
          </a:p>
        </p:txBody>
      </p:sp>
      <p:sp>
        <p:nvSpPr>
          <p:cNvPr id="531561" name="Text Box 105">
            <a:extLst>
              <a:ext uri="{FF2B5EF4-FFF2-40B4-BE49-F238E27FC236}">
                <a16:creationId xmlns:a16="http://schemas.microsoft.com/office/drawing/2014/main" id="{DD4FC542-E190-D946-AD81-DBCECDE3EF3B}"/>
              </a:ext>
            </a:extLst>
          </p:cNvPr>
          <p:cNvSpPr txBox="1">
            <a:spLocks noChangeArrowheads="1"/>
          </p:cNvSpPr>
          <p:nvPr/>
        </p:nvSpPr>
        <p:spPr bwMode="auto">
          <a:xfrm>
            <a:off x="74468" y="4296861"/>
            <a:ext cx="9121272" cy="415498"/>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在执行慢开始算法时，拥塞窗口 </a:t>
            </a:r>
            <a:r>
              <a:rPr lang="en-US" altLang="zh-CN" sz="2100" dirty="0" err="1">
                <a:solidFill>
                  <a:srgbClr val="333399"/>
                </a:solidFill>
                <a:latin typeface="Arial" panose="020B0604020202020204" pitchFamily="34" charset="0"/>
              </a:rPr>
              <a:t>cwnd</a:t>
            </a:r>
            <a:r>
              <a:rPr lang="en-US" altLang="zh-CN" sz="2100" dirty="0">
                <a:solidFill>
                  <a:srgbClr val="333399"/>
                </a:solidFill>
                <a:latin typeface="Arial" panose="020B0604020202020204" pitchFamily="34" charset="0"/>
              </a:rPr>
              <a:t> </a:t>
            </a:r>
            <a:r>
              <a:rPr lang="zh-CN" altLang="en-US" sz="2100" dirty="0">
                <a:solidFill>
                  <a:srgbClr val="333399"/>
                </a:solidFill>
                <a:latin typeface="Arial" panose="020B0604020202020204" pitchFamily="34" charset="0"/>
              </a:rPr>
              <a:t>的初始值为 </a:t>
            </a:r>
            <a:r>
              <a:rPr lang="en-US" altLang="zh-CN" sz="2100" dirty="0">
                <a:solidFill>
                  <a:srgbClr val="333399"/>
                </a:solidFill>
                <a:latin typeface="Arial" panose="020B0604020202020204" pitchFamily="34" charset="0"/>
              </a:rPr>
              <a:t>1</a:t>
            </a:r>
            <a:r>
              <a:rPr lang="zh-CN" altLang="en-US" sz="2100" dirty="0">
                <a:solidFill>
                  <a:srgbClr val="333399"/>
                </a:solidFill>
                <a:latin typeface="Arial" panose="020B0604020202020204" pitchFamily="34" charset="0"/>
              </a:rPr>
              <a:t>，发送第一个报文段 </a:t>
            </a:r>
            <a:r>
              <a:rPr lang="en-US" altLang="zh-CN" sz="2100" dirty="0">
                <a:solidFill>
                  <a:srgbClr val="333399"/>
                </a:solidFill>
                <a:latin typeface="Arial" panose="020B0604020202020204" pitchFamily="34" charset="0"/>
              </a:rPr>
              <a:t>M</a:t>
            </a:r>
            <a:r>
              <a:rPr lang="en-US" altLang="zh-CN" sz="2100" baseline="-25000" dirty="0">
                <a:solidFill>
                  <a:srgbClr val="333399"/>
                </a:solidFill>
                <a:latin typeface="Arial" panose="020B0604020202020204" pitchFamily="34" charset="0"/>
              </a:rPr>
              <a:t>0</a:t>
            </a:r>
            <a:endParaRPr lang="zh-CN" altLang="en-US" sz="2100" dirty="0">
              <a:solidFill>
                <a:srgbClr val="333399"/>
              </a:solidFill>
              <a:latin typeface="Arial" panose="020B0604020202020204" pitchFamily="34" charset="0"/>
            </a:endParaRPr>
          </a:p>
        </p:txBody>
      </p:sp>
      <p:sp>
        <p:nvSpPr>
          <p:cNvPr id="531673" name="Line 217">
            <a:extLst>
              <a:ext uri="{FF2B5EF4-FFF2-40B4-BE49-F238E27FC236}">
                <a16:creationId xmlns:a16="http://schemas.microsoft.com/office/drawing/2014/main" id="{19978D0B-15D4-014D-B710-9BA55B4B2C26}"/>
              </a:ext>
            </a:extLst>
          </p:cNvPr>
          <p:cNvSpPr>
            <a:spLocks noChangeShapeType="1"/>
          </p:cNvSpPr>
          <p:nvPr/>
        </p:nvSpPr>
        <p:spPr bwMode="auto">
          <a:xfrm>
            <a:off x="2344775" y="3060461"/>
            <a:ext cx="485775" cy="323850"/>
          </a:xfrm>
          <a:prstGeom prst="line">
            <a:avLst/>
          </a:prstGeom>
          <a:noFill/>
          <a:ln w="76200">
            <a:solidFill>
              <a:schemeClr val="hlink"/>
            </a:solidFill>
            <a:round/>
            <a:headEnd/>
            <a:tailEnd type="triangle" w="med" len="med"/>
          </a:ln>
          <a:effectLst/>
        </p:spPr>
        <p:txBody>
          <a:bodyPr/>
          <a:lstStyle/>
          <a:p>
            <a:pPr eaLnBrk="1" hangingPunct="1">
              <a:defRPr/>
            </a:pPr>
            <a:endParaRPr lang="zh-CN" altLang="en-US">
              <a:latin typeface="Tahoma" charset="0"/>
              <a:ea typeface="宋体" charset="-122"/>
              <a:cs typeface="+mn-cs"/>
            </a:endParaRPr>
          </a:p>
        </p:txBody>
      </p:sp>
      <p:sp>
        <p:nvSpPr>
          <p:cNvPr id="531674" name="Line 218">
            <a:extLst>
              <a:ext uri="{FF2B5EF4-FFF2-40B4-BE49-F238E27FC236}">
                <a16:creationId xmlns:a16="http://schemas.microsoft.com/office/drawing/2014/main" id="{A78898AA-20BB-6947-8529-A42F01CFBC85}"/>
              </a:ext>
            </a:extLst>
          </p:cNvPr>
          <p:cNvSpPr>
            <a:spLocks noChangeShapeType="1"/>
          </p:cNvSpPr>
          <p:nvPr/>
        </p:nvSpPr>
        <p:spPr bwMode="auto">
          <a:xfrm>
            <a:off x="2847218" y="1478120"/>
            <a:ext cx="0" cy="2027635"/>
          </a:xfrm>
          <a:prstGeom prst="line">
            <a:avLst/>
          </a:prstGeom>
          <a:noFill/>
          <a:ln w="9525">
            <a:solidFill>
              <a:schemeClr val="folHlink"/>
            </a:solidFill>
            <a:round/>
            <a:headEnd type="triangle" w="sm" len="lg"/>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75" name="Text Box 219">
            <a:extLst>
              <a:ext uri="{FF2B5EF4-FFF2-40B4-BE49-F238E27FC236}">
                <a16:creationId xmlns:a16="http://schemas.microsoft.com/office/drawing/2014/main" id="{7B3F3B6A-E393-2342-95FB-AA10C4B2D57E}"/>
              </a:ext>
            </a:extLst>
          </p:cNvPr>
          <p:cNvSpPr txBox="1">
            <a:spLocks noChangeArrowheads="1"/>
          </p:cNvSpPr>
          <p:nvPr/>
        </p:nvSpPr>
        <p:spPr bwMode="auto">
          <a:xfrm>
            <a:off x="7020359" y="352242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22</a:t>
            </a:r>
          </a:p>
        </p:txBody>
      </p:sp>
      <p:sp>
        <p:nvSpPr>
          <p:cNvPr id="531676" name="Text Box 220">
            <a:extLst>
              <a:ext uri="{FF2B5EF4-FFF2-40B4-BE49-F238E27FC236}">
                <a16:creationId xmlns:a16="http://schemas.microsoft.com/office/drawing/2014/main" id="{17A76D8C-82F5-314F-940F-998F8EF415F3}"/>
              </a:ext>
            </a:extLst>
          </p:cNvPr>
          <p:cNvSpPr txBox="1">
            <a:spLocks noChangeArrowheads="1"/>
          </p:cNvSpPr>
          <p:nvPr/>
        </p:nvSpPr>
        <p:spPr bwMode="auto">
          <a:xfrm>
            <a:off x="2518606" y="221868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1677" name="Line 221">
            <a:extLst>
              <a:ext uri="{FF2B5EF4-FFF2-40B4-BE49-F238E27FC236}">
                <a16:creationId xmlns:a16="http://schemas.microsoft.com/office/drawing/2014/main" id="{9A03DA27-5ECA-9045-87DB-90508C8C0C56}"/>
              </a:ext>
            </a:extLst>
          </p:cNvPr>
          <p:cNvSpPr>
            <a:spLocks noChangeShapeType="1"/>
          </p:cNvSpPr>
          <p:nvPr/>
        </p:nvSpPr>
        <p:spPr bwMode="auto">
          <a:xfrm>
            <a:off x="5747581" y="1774586"/>
            <a:ext cx="0" cy="869156"/>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531678" name="Text Box 222">
            <a:extLst>
              <a:ext uri="{FF2B5EF4-FFF2-40B4-BE49-F238E27FC236}">
                <a16:creationId xmlns:a16="http://schemas.microsoft.com/office/drawing/2014/main" id="{CD8BAED5-E9FE-954E-92BE-20E7C39D2F2C}"/>
              </a:ext>
            </a:extLst>
          </p:cNvPr>
          <p:cNvSpPr txBox="1">
            <a:spLocks noChangeArrowheads="1"/>
          </p:cNvSpPr>
          <p:nvPr/>
        </p:nvSpPr>
        <p:spPr bwMode="auto">
          <a:xfrm>
            <a:off x="5210608" y="2035332"/>
            <a:ext cx="1033463" cy="300082"/>
          </a:xfrm>
          <a:prstGeom prst="rect">
            <a:avLst/>
          </a:prstGeom>
          <a:solidFill>
            <a:schemeClr val="bg1"/>
          </a:solid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乘法减小”</a:t>
            </a:r>
          </a:p>
        </p:txBody>
      </p:sp>
      <p:sp>
        <p:nvSpPr>
          <p:cNvPr id="531679" name="Rectangle 223">
            <a:extLst>
              <a:ext uri="{FF2B5EF4-FFF2-40B4-BE49-F238E27FC236}">
                <a16:creationId xmlns:a16="http://schemas.microsoft.com/office/drawing/2014/main" id="{CC9B9F88-4802-3940-810F-0A38176C6308}"/>
              </a:ext>
            </a:extLst>
          </p:cNvPr>
          <p:cNvSpPr>
            <a:spLocks noChangeArrowheads="1"/>
          </p:cNvSpPr>
          <p:nvPr/>
        </p:nvSpPr>
        <p:spPr bwMode="auto">
          <a:xfrm>
            <a:off x="6191684" y="1565036"/>
            <a:ext cx="1169194" cy="113942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1680" name="Rectangle 224">
            <a:extLst>
              <a:ext uri="{FF2B5EF4-FFF2-40B4-BE49-F238E27FC236}">
                <a16:creationId xmlns:a16="http://schemas.microsoft.com/office/drawing/2014/main" id="{71F0FE01-905D-DE48-94D6-128D5B827625}"/>
              </a:ext>
            </a:extLst>
          </p:cNvPr>
          <p:cNvSpPr>
            <a:spLocks noChangeArrowheads="1"/>
          </p:cNvSpPr>
          <p:nvPr/>
        </p:nvSpPr>
        <p:spPr bwMode="auto">
          <a:xfrm>
            <a:off x="3618744" y="1353104"/>
            <a:ext cx="1631156" cy="113823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1681" name="Rectangle 225">
            <a:extLst>
              <a:ext uri="{FF2B5EF4-FFF2-40B4-BE49-F238E27FC236}">
                <a16:creationId xmlns:a16="http://schemas.microsoft.com/office/drawing/2014/main" id="{97111794-E71C-174E-BE70-D75908BEC7CE}"/>
              </a:ext>
            </a:extLst>
          </p:cNvPr>
          <p:cNvSpPr>
            <a:spLocks noChangeArrowheads="1"/>
          </p:cNvSpPr>
          <p:nvPr/>
        </p:nvSpPr>
        <p:spPr bwMode="auto">
          <a:xfrm>
            <a:off x="5413015" y="3518851"/>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1682" name="Rectangle 226">
            <a:extLst>
              <a:ext uri="{FF2B5EF4-FFF2-40B4-BE49-F238E27FC236}">
                <a16:creationId xmlns:a16="http://schemas.microsoft.com/office/drawing/2014/main" id="{D6ED4B22-22D3-6A46-A63E-723D6B055E65}"/>
              </a:ext>
            </a:extLst>
          </p:cNvPr>
          <p:cNvSpPr>
            <a:spLocks noChangeArrowheads="1"/>
          </p:cNvSpPr>
          <p:nvPr/>
        </p:nvSpPr>
        <p:spPr bwMode="auto">
          <a:xfrm>
            <a:off x="2853171" y="3511708"/>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1683" name="Line 227">
            <a:extLst>
              <a:ext uri="{FF2B5EF4-FFF2-40B4-BE49-F238E27FC236}">
                <a16:creationId xmlns:a16="http://schemas.microsoft.com/office/drawing/2014/main" id="{CB7506C1-37D9-8A4F-81E5-C060C9F52BBC}"/>
              </a:ext>
            </a:extLst>
          </p:cNvPr>
          <p:cNvSpPr>
            <a:spLocks noChangeShapeType="1"/>
          </p:cNvSpPr>
          <p:nvPr/>
        </p:nvSpPr>
        <p:spPr bwMode="auto">
          <a:xfrm>
            <a:off x="2847218" y="3505754"/>
            <a:ext cx="4666059" cy="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1684" name="Line 228">
            <a:extLst>
              <a:ext uri="{FF2B5EF4-FFF2-40B4-BE49-F238E27FC236}">
                <a16:creationId xmlns:a16="http://schemas.microsoft.com/office/drawing/2014/main" id="{303437A8-89A1-AF40-A1C9-88E623167F36}"/>
              </a:ext>
            </a:extLst>
          </p:cNvPr>
          <p:cNvSpPr>
            <a:spLocks noChangeShapeType="1"/>
          </p:cNvSpPr>
          <p:nvPr/>
        </p:nvSpPr>
        <p:spPr bwMode="auto">
          <a:xfrm>
            <a:off x="3044862" y="3447413"/>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85" name="Line 229">
            <a:extLst>
              <a:ext uri="{FF2B5EF4-FFF2-40B4-BE49-F238E27FC236}">
                <a16:creationId xmlns:a16="http://schemas.microsoft.com/office/drawing/2014/main" id="{1266FFB4-1B49-BF49-9BA4-3644ED7DC2C9}"/>
              </a:ext>
            </a:extLst>
          </p:cNvPr>
          <p:cNvSpPr>
            <a:spLocks noChangeShapeType="1"/>
          </p:cNvSpPr>
          <p:nvPr/>
        </p:nvSpPr>
        <p:spPr bwMode="auto">
          <a:xfrm>
            <a:off x="3241315"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86" name="Line 230">
            <a:extLst>
              <a:ext uri="{FF2B5EF4-FFF2-40B4-BE49-F238E27FC236}">
                <a16:creationId xmlns:a16="http://schemas.microsoft.com/office/drawing/2014/main" id="{316BF4CE-EF8A-3F47-B2EC-15614F039BCB}"/>
              </a:ext>
            </a:extLst>
          </p:cNvPr>
          <p:cNvSpPr>
            <a:spLocks noChangeShapeType="1"/>
          </p:cNvSpPr>
          <p:nvPr/>
        </p:nvSpPr>
        <p:spPr bwMode="auto">
          <a:xfrm>
            <a:off x="3438959"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87" name="Line 231">
            <a:extLst>
              <a:ext uri="{FF2B5EF4-FFF2-40B4-BE49-F238E27FC236}">
                <a16:creationId xmlns:a16="http://schemas.microsoft.com/office/drawing/2014/main" id="{9E043007-944C-1C4E-BE17-32E3219C8327}"/>
              </a:ext>
            </a:extLst>
          </p:cNvPr>
          <p:cNvSpPr>
            <a:spLocks noChangeShapeType="1"/>
          </p:cNvSpPr>
          <p:nvPr/>
        </p:nvSpPr>
        <p:spPr bwMode="auto">
          <a:xfrm>
            <a:off x="3635412"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88" name="Line 232">
            <a:extLst>
              <a:ext uri="{FF2B5EF4-FFF2-40B4-BE49-F238E27FC236}">
                <a16:creationId xmlns:a16="http://schemas.microsoft.com/office/drawing/2014/main" id="{6445D7E6-E691-EC47-AB3C-9A4CB06BA669}"/>
              </a:ext>
            </a:extLst>
          </p:cNvPr>
          <p:cNvSpPr>
            <a:spLocks noChangeShapeType="1"/>
          </p:cNvSpPr>
          <p:nvPr/>
        </p:nvSpPr>
        <p:spPr bwMode="auto">
          <a:xfrm>
            <a:off x="3833056"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89" name="Line 233">
            <a:extLst>
              <a:ext uri="{FF2B5EF4-FFF2-40B4-BE49-F238E27FC236}">
                <a16:creationId xmlns:a16="http://schemas.microsoft.com/office/drawing/2014/main" id="{2B9CB530-48A6-A146-A468-6C2E5041D0AC}"/>
              </a:ext>
            </a:extLst>
          </p:cNvPr>
          <p:cNvSpPr>
            <a:spLocks noChangeShapeType="1"/>
          </p:cNvSpPr>
          <p:nvPr/>
        </p:nvSpPr>
        <p:spPr bwMode="auto">
          <a:xfrm>
            <a:off x="4030700"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90" name="Line 234">
            <a:extLst>
              <a:ext uri="{FF2B5EF4-FFF2-40B4-BE49-F238E27FC236}">
                <a16:creationId xmlns:a16="http://schemas.microsoft.com/office/drawing/2014/main" id="{7B45DE0C-3348-8E46-8E04-F4C5812A0EE2}"/>
              </a:ext>
            </a:extLst>
          </p:cNvPr>
          <p:cNvSpPr>
            <a:spLocks noChangeShapeType="1"/>
          </p:cNvSpPr>
          <p:nvPr/>
        </p:nvSpPr>
        <p:spPr bwMode="auto">
          <a:xfrm>
            <a:off x="4227152"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91" name="Line 235">
            <a:extLst>
              <a:ext uri="{FF2B5EF4-FFF2-40B4-BE49-F238E27FC236}">
                <a16:creationId xmlns:a16="http://schemas.microsoft.com/office/drawing/2014/main" id="{94DE1480-686E-FE47-B5B8-55F377CA77C1}"/>
              </a:ext>
            </a:extLst>
          </p:cNvPr>
          <p:cNvSpPr>
            <a:spLocks noChangeShapeType="1"/>
          </p:cNvSpPr>
          <p:nvPr/>
        </p:nvSpPr>
        <p:spPr bwMode="auto">
          <a:xfrm>
            <a:off x="4424796"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92" name="Line 236">
            <a:extLst>
              <a:ext uri="{FF2B5EF4-FFF2-40B4-BE49-F238E27FC236}">
                <a16:creationId xmlns:a16="http://schemas.microsoft.com/office/drawing/2014/main" id="{DDE6474E-A862-B24E-A74C-000F32FC3EEE}"/>
              </a:ext>
            </a:extLst>
          </p:cNvPr>
          <p:cNvSpPr>
            <a:spLocks noChangeShapeType="1"/>
          </p:cNvSpPr>
          <p:nvPr/>
        </p:nvSpPr>
        <p:spPr bwMode="auto">
          <a:xfrm>
            <a:off x="4621250"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93" name="Line 237">
            <a:extLst>
              <a:ext uri="{FF2B5EF4-FFF2-40B4-BE49-F238E27FC236}">
                <a16:creationId xmlns:a16="http://schemas.microsoft.com/office/drawing/2014/main" id="{D04EEE35-938C-234D-A8C4-C4ED9F659A27}"/>
              </a:ext>
            </a:extLst>
          </p:cNvPr>
          <p:cNvSpPr>
            <a:spLocks noChangeShapeType="1"/>
          </p:cNvSpPr>
          <p:nvPr/>
        </p:nvSpPr>
        <p:spPr bwMode="auto">
          <a:xfrm>
            <a:off x="4818893"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94" name="Line 238">
            <a:extLst>
              <a:ext uri="{FF2B5EF4-FFF2-40B4-BE49-F238E27FC236}">
                <a16:creationId xmlns:a16="http://schemas.microsoft.com/office/drawing/2014/main" id="{DA9C42A5-4C6C-E642-88EC-FD6B47C6B443}"/>
              </a:ext>
            </a:extLst>
          </p:cNvPr>
          <p:cNvSpPr>
            <a:spLocks noChangeShapeType="1"/>
          </p:cNvSpPr>
          <p:nvPr/>
        </p:nvSpPr>
        <p:spPr bwMode="auto">
          <a:xfrm>
            <a:off x="5016537"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95" name="Line 239">
            <a:extLst>
              <a:ext uri="{FF2B5EF4-FFF2-40B4-BE49-F238E27FC236}">
                <a16:creationId xmlns:a16="http://schemas.microsoft.com/office/drawing/2014/main" id="{BA56E51A-529F-824C-9FA0-508C059ADF22}"/>
              </a:ext>
            </a:extLst>
          </p:cNvPr>
          <p:cNvSpPr>
            <a:spLocks noChangeShapeType="1"/>
          </p:cNvSpPr>
          <p:nvPr/>
        </p:nvSpPr>
        <p:spPr bwMode="auto">
          <a:xfrm>
            <a:off x="5212990"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96" name="Line 240">
            <a:extLst>
              <a:ext uri="{FF2B5EF4-FFF2-40B4-BE49-F238E27FC236}">
                <a16:creationId xmlns:a16="http://schemas.microsoft.com/office/drawing/2014/main" id="{BFD46453-850E-6942-A0C2-370D77AB54D9}"/>
              </a:ext>
            </a:extLst>
          </p:cNvPr>
          <p:cNvSpPr>
            <a:spLocks noChangeShapeType="1"/>
          </p:cNvSpPr>
          <p:nvPr/>
        </p:nvSpPr>
        <p:spPr bwMode="auto">
          <a:xfrm>
            <a:off x="5410634"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97" name="Line 241">
            <a:extLst>
              <a:ext uri="{FF2B5EF4-FFF2-40B4-BE49-F238E27FC236}">
                <a16:creationId xmlns:a16="http://schemas.microsoft.com/office/drawing/2014/main" id="{16CCAA98-28EC-AD44-824D-73CB47D1D671}"/>
              </a:ext>
            </a:extLst>
          </p:cNvPr>
          <p:cNvSpPr>
            <a:spLocks noChangeShapeType="1"/>
          </p:cNvSpPr>
          <p:nvPr/>
        </p:nvSpPr>
        <p:spPr bwMode="auto">
          <a:xfrm>
            <a:off x="5607087" y="3447413"/>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98" name="Line 242">
            <a:extLst>
              <a:ext uri="{FF2B5EF4-FFF2-40B4-BE49-F238E27FC236}">
                <a16:creationId xmlns:a16="http://schemas.microsoft.com/office/drawing/2014/main" id="{34B5CF94-0F02-704A-808C-B692E1BB4016}"/>
              </a:ext>
            </a:extLst>
          </p:cNvPr>
          <p:cNvSpPr>
            <a:spLocks noChangeShapeType="1"/>
          </p:cNvSpPr>
          <p:nvPr/>
        </p:nvSpPr>
        <p:spPr bwMode="auto">
          <a:xfrm>
            <a:off x="5804731"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699" name="Line 243">
            <a:extLst>
              <a:ext uri="{FF2B5EF4-FFF2-40B4-BE49-F238E27FC236}">
                <a16:creationId xmlns:a16="http://schemas.microsoft.com/office/drawing/2014/main" id="{B4495D16-557B-674A-959E-884A30ADC22A}"/>
              </a:ext>
            </a:extLst>
          </p:cNvPr>
          <p:cNvSpPr>
            <a:spLocks noChangeShapeType="1"/>
          </p:cNvSpPr>
          <p:nvPr/>
        </p:nvSpPr>
        <p:spPr bwMode="auto">
          <a:xfrm>
            <a:off x="6002375"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00" name="Line 244">
            <a:extLst>
              <a:ext uri="{FF2B5EF4-FFF2-40B4-BE49-F238E27FC236}">
                <a16:creationId xmlns:a16="http://schemas.microsoft.com/office/drawing/2014/main" id="{0FAEDDC6-949C-4D4D-9287-20777C1467DE}"/>
              </a:ext>
            </a:extLst>
          </p:cNvPr>
          <p:cNvSpPr>
            <a:spLocks noChangeShapeType="1"/>
          </p:cNvSpPr>
          <p:nvPr/>
        </p:nvSpPr>
        <p:spPr bwMode="auto">
          <a:xfrm>
            <a:off x="6198827"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01" name="Line 245">
            <a:extLst>
              <a:ext uri="{FF2B5EF4-FFF2-40B4-BE49-F238E27FC236}">
                <a16:creationId xmlns:a16="http://schemas.microsoft.com/office/drawing/2014/main" id="{94D4B9AB-D975-F643-9EB2-23D0A13D9A43}"/>
              </a:ext>
            </a:extLst>
          </p:cNvPr>
          <p:cNvSpPr>
            <a:spLocks noChangeShapeType="1"/>
          </p:cNvSpPr>
          <p:nvPr/>
        </p:nvSpPr>
        <p:spPr bwMode="auto">
          <a:xfrm>
            <a:off x="6396471"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02" name="Line 246">
            <a:extLst>
              <a:ext uri="{FF2B5EF4-FFF2-40B4-BE49-F238E27FC236}">
                <a16:creationId xmlns:a16="http://schemas.microsoft.com/office/drawing/2014/main" id="{41B1B7C9-EB3F-AC4A-A96C-3C12D2D91257}"/>
              </a:ext>
            </a:extLst>
          </p:cNvPr>
          <p:cNvSpPr>
            <a:spLocks noChangeShapeType="1"/>
          </p:cNvSpPr>
          <p:nvPr/>
        </p:nvSpPr>
        <p:spPr bwMode="auto">
          <a:xfrm>
            <a:off x="6592925"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03" name="Line 247">
            <a:extLst>
              <a:ext uri="{FF2B5EF4-FFF2-40B4-BE49-F238E27FC236}">
                <a16:creationId xmlns:a16="http://schemas.microsoft.com/office/drawing/2014/main" id="{ED13BA52-9727-1749-93C5-A48F926CC862}"/>
              </a:ext>
            </a:extLst>
          </p:cNvPr>
          <p:cNvSpPr>
            <a:spLocks noChangeShapeType="1"/>
          </p:cNvSpPr>
          <p:nvPr/>
        </p:nvSpPr>
        <p:spPr bwMode="auto">
          <a:xfrm>
            <a:off x="6790568"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04" name="Line 248">
            <a:extLst>
              <a:ext uri="{FF2B5EF4-FFF2-40B4-BE49-F238E27FC236}">
                <a16:creationId xmlns:a16="http://schemas.microsoft.com/office/drawing/2014/main" id="{FC5BD220-3BDA-3143-8FB5-C9E9BDAAEF2E}"/>
              </a:ext>
            </a:extLst>
          </p:cNvPr>
          <p:cNvSpPr>
            <a:spLocks noChangeShapeType="1"/>
          </p:cNvSpPr>
          <p:nvPr/>
        </p:nvSpPr>
        <p:spPr bwMode="auto">
          <a:xfrm>
            <a:off x="6988212"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05" name="Line 249">
            <a:extLst>
              <a:ext uri="{FF2B5EF4-FFF2-40B4-BE49-F238E27FC236}">
                <a16:creationId xmlns:a16="http://schemas.microsoft.com/office/drawing/2014/main" id="{54A33F29-AD5A-1049-BE72-E04F9F3F40E1}"/>
              </a:ext>
            </a:extLst>
          </p:cNvPr>
          <p:cNvSpPr>
            <a:spLocks noChangeShapeType="1"/>
          </p:cNvSpPr>
          <p:nvPr/>
        </p:nvSpPr>
        <p:spPr bwMode="auto">
          <a:xfrm>
            <a:off x="7184665" y="339026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06" name="Line 250">
            <a:extLst>
              <a:ext uri="{FF2B5EF4-FFF2-40B4-BE49-F238E27FC236}">
                <a16:creationId xmlns:a16="http://schemas.microsoft.com/office/drawing/2014/main" id="{2C7EC07C-6841-6444-960A-424C13552CFB}"/>
              </a:ext>
            </a:extLst>
          </p:cNvPr>
          <p:cNvSpPr>
            <a:spLocks noChangeShapeType="1"/>
          </p:cNvSpPr>
          <p:nvPr/>
        </p:nvSpPr>
        <p:spPr bwMode="auto">
          <a:xfrm>
            <a:off x="2847219" y="3216432"/>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07" name="Line 251">
            <a:extLst>
              <a:ext uri="{FF2B5EF4-FFF2-40B4-BE49-F238E27FC236}">
                <a16:creationId xmlns:a16="http://schemas.microsoft.com/office/drawing/2014/main" id="{FD6C0C93-B1B2-7A47-936D-24FC36E5144D}"/>
              </a:ext>
            </a:extLst>
          </p:cNvPr>
          <p:cNvSpPr>
            <a:spLocks noChangeShapeType="1"/>
          </p:cNvSpPr>
          <p:nvPr/>
        </p:nvSpPr>
        <p:spPr bwMode="auto">
          <a:xfrm>
            <a:off x="2847219" y="2925920"/>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08" name="Line 252">
            <a:extLst>
              <a:ext uri="{FF2B5EF4-FFF2-40B4-BE49-F238E27FC236}">
                <a16:creationId xmlns:a16="http://schemas.microsoft.com/office/drawing/2014/main" id="{1D915A48-1E1E-154C-86ED-17F05DBBADDA}"/>
              </a:ext>
            </a:extLst>
          </p:cNvPr>
          <p:cNvSpPr>
            <a:spLocks noChangeShapeType="1"/>
          </p:cNvSpPr>
          <p:nvPr/>
        </p:nvSpPr>
        <p:spPr bwMode="auto">
          <a:xfrm>
            <a:off x="2847219" y="2636598"/>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09" name="Line 253">
            <a:extLst>
              <a:ext uri="{FF2B5EF4-FFF2-40B4-BE49-F238E27FC236}">
                <a16:creationId xmlns:a16="http://schemas.microsoft.com/office/drawing/2014/main" id="{81DDD4DE-E1B1-EE43-80A4-BD87AA9E26D6}"/>
              </a:ext>
            </a:extLst>
          </p:cNvPr>
          <p:cNvSpPr>
            <a:spLocks noChangeShapeType="1"/>
          </p:cNvSpPr>
          <p:nvPr/>
        </p:nvSpPr>
        <p:spPr bwMode="auto">
          <a:xfrm>
            <a:off x="2847219" y="2347276"/>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10" name="Line 254">
            <a:extLst>
              <a:ext uri="{FF2B5EF4-FFF2-40B4-BE49-F238E27FC236}">
                <a16:creationId xmlns:a16="http://schemas.microsoft.com/office/drawing/2014/main" id="{C90E2E81-36A6-8C4E-8581-C759F317B4D0}"/>
              </a:ext>
            </a:extLst>
          </p:cNvPr>
          <p:cNvSpPr>
            <a:spLocks noChangeShapeType="1"/>
          </p:cNvSpPr>
          <p:nvPr/>
        </p:nvSpPr>
        <p:spPr bwMode="auto">
          <a:xfrm>
            <a:off x="2847219" y="2057954"/>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11" name="Line 255">
            <a:extLst>
              <a:ext uri="{FF2B5EF4-FFF2-40B4-BE49-F238E27FC236}">
                <a16:creationId xmlns:a16="http://schemas.microsoft.com/office/drawing/2014/main" id="{5440EAC9-F7F2-4A4D-B890-3B4FA7A51804}"/>
              </a:ext>
            </a:extLst>
          </p:cNvPr>
          <p:cNvSpPr>
            <a:spLocks noChangeShapeType="1"/>
          </p:cNvSpPr>
          <p:nvPr/>
        </p:nvSpPr>
        <p:spPr bwMode="auto">
          <a:xfrm>
            <a:off x="2847219" y="1767442"/>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12" name="Text Box 256">
            <a:extLst>
              <a:ext uri="{FF2B5EF4-FFF2-40B4-BE49-F238E27FC236}">
                <a16:creationId xmlns:a16="http://schemas.microsoft.com/office/drawing/2014/main" id="{12C0EE83-1BC2-C946-A145-A4A1FC9D7667}"/>
              </a:ext>
            </a:extLst>
          </p:cNvPr>
          <p:cNvSpPr txBox="1">
            <a:spLocks noChangeArrowheads="1"/>
          </p:cNvSpPr>
          <p:nvPr/>
        </p:nvSpPr>
        <p:spPr bwMode="auto">
          <a:xfrm>
            <a:off x="3110346" y="352242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a:t>
            </a:r>
          </a:p>
        </p:txBody>
      </p:sp>
      <p:sp>
        <p:nvSpPr>
          <p:cNvPr id="531713" name="Text Box 257">
            <a:extLst>
              <a:ext uri="{FF2B5EF4-FFF2-40B4-BE49-F238E27FC236}">
                <a16:creationId xmlns:a16="http://schemas.microsoft.com/office/drawing/2014/main" id="{9AEA5856-0451-8D47-8ADB-58D16BAC44BF}"/>
              </a:ext>
            </a:extLst>
          </p:cNvPr>
          <p:cNvSpPr txBox="1">
            <a:spLocks noChangeArrowheads="1"/>
          </p:cNvSpPr>
          <p:nvPr/>
        </p:nvSpPr>
        <p:spPr bwMode="auto">
          <a:xfrm>
            <a:off x="3504443" y="352242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1714" name="Text Box 258">
            <a:extLst>
              <a:ext uri="{FF2B5EF4-FFF2-40B4-BE49-F238E27FC236}">
                <a16:creationId xmlns:a16="http://schemas.microsoft.com/office/drawing/2014/main" id="{8F403657-40AD-E947-898D-5E786B4C2237}"/>
              </a:ext>
            </a:extLst>
          </p:cNvPr>
          <p:cNvSpPr txBox="1">
            <a:spLocks noChangeArrowheads="1"/>
          </p:cNvSpPr>
          <p:nvPr/>
        </p:nvSpPr>
        <p:spPr bwMode="auto">
          <a:xfrm>
            <a:off x="3898540" y="352242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6</a:t>
            </a:r>
          </a:p>
        </p:txBody>
      </p:sp>
      <p:sp>
        <p:nvSpPr>
          <p:cNvPr id="531715" name="Text Box 259">
            <a:extLst>
              <a:ext uri="{FF2B5EF4-FFF2-40B4-BE49-F238E27FC236}">
                <a16:creationId xmlns:a16="http://schemas.microsoft.com/office/drawing/2014/main" id="{7A54D99F-9870-E146-9C86-66165754C789}"/>
              </a:ext>
            </a:extLst>
          </p:cNvPr>
          <p:cNvSpPr txBox="1">
            <a:spLocks noChangeArrowheads="1"/>
          </p:cNvSpPr>
          <p:nvPr/>
        </p:nvSpPr>
        <p:spPr bwMode="auto">
          <a:xfrm>
            <a:off x="4304543" y="352242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1716" name="Text Box 260">
            <a:extLst>
              <a:ext uri="{FF2B5EF4-FFF2-40B4-BE49-F238E27FC236}">
                <a16:creationId xmlns:a16="http://schemas.microsoft.com/office/drawing/2014/main" id="{993EFAE6-2D7A-7C42-AFE5-7A1073377A89}"/>
              </a:ext>
            </a:extLst>
          </p:cNvPr>
          <p:cNvSpPr txBox="1">
            <a:spLocks noChangeArrowheads="1"/>
          </p:cNvSpPr>
          <p:nvPr/>
        </p:nvSpPr>
        <p:spPr bwMode="auto">
          <a:xfrm>
            <a:off x="4633156" y="352242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10</a:t>
            </a:r>
          </a:p>
        </p:txBody>
      </p:sp>
      <p:sp>
        <p:nvSpPr>
          <p:cNvPr id="531717" name="Text Box 261">
            <a:extLst>
              <a:ext uri="{FF2B5EF4-FFF2-40B4-BE49-F238E27FC236}">
                <a16:creationId xmlns:a16="http://schemas.microsoft.com/office/drawing/2014/main" id="{F30C0BA6-4398-0541-BEA9-B3EC2E22736B}"/>
              </a:ext>
            </a:extLst>
          </p:cNvPr>
          <p:cNvSpPr txBox="1">
            <a:spLocks noChangeArrowheads="1"/>
          </p:cNvSpPr>
          <p:nvPr/>
        </p:nvSpPr>
        <p:spPr bwMode="auto">
          <a:xfrm>
            <a:off x="5059400" y="352242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1718" name="Text Box 262">
            <a:extLst>
              <a:ext uri="{FF2B5EF4-FFF2-40B4-BE49-F238E27FC236}">
                <a16:creationId xmlns:a16="http://schemas.microsoft.com/office/drawing/2014/main" id="{951B8A7B-5CE6-1D4E-8A17-8599D123BB74}"/>
              </a:ext>
            </a:extLst>
          </p:cNvPr>
          <p:cNvSpPr txBox="1">
            <a:spLocks noChangeArrowheads="1"/>
          </p:cNvSpPr>
          <p:nvPr/>
        </p:nvSpPr>
        <p:spPr bwMode="auto">
          <a:xfrm>
            <a:off x="5432065" y="352242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14</a:t>
            </a:r>
          </a:p>
        </p:txBody>
      </p:sp>
      <p:sp>
        <p:nvSpPr>
          <p:cNvPr id="531719" name="Text Box 263">
            <a:extLst>
              <a:ext uri="{FF2B5EF4-FFF2-40B4-BE49-F238E27FC236}">
                <a16:creationId xmlns:a16="http://schemas.microsoft.com/office/drawing/2014/main" id="{F63245A4-F9C5-354B-9678-F82F9B63A27A}"/>
              </a:ext>
            </a:extLst>
          </p:cNvPr>
          <p:cNvSpPr txBox="1">
            <a:spLocks noChangeArrowheads="1"/>
          </p:cNvSpPr>
          <p:nvPr/>
        </p:nvSpPr>
        <p:spPr bwMode="auto">
          <a:xfrm>
            <a:off x="5826162" y="352242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1720" name="Text Box 264">
            <a:extLst>
              <a:ext uri="{FF2B5EF4-FFF2-40B4-BE49-F238E27FC236}">
                <a16:creationId xmlns:a16="http://schemas.microsoft.com/office/drawing/2014/main" id="{F87C0DB0-A68E-6040-9E8D-969B6442FFFE}"/>
              </a:ext>
            </a:extLst>
          </p:cNvPr>
          <p:cNvSpPr txBox="1">
            <a:spLocks noChangeArrowheads="1"/>
          </p:cNvSpPr>
          <p:nvPr/>
        </p:nvSpPr>
        <p:spPr bwMode="auto">
          <a:xfrm>
            <a:off x="6242881" y="352242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18</a:t>
            </a:r>
          </a:p>
        </p:txBody>
      </p:sp>
      <p:sp>
        <p:nvSpPr>
          <p:cNvPr id="531721" name="Text Box 265">
            <a:extLst>
              <a:ext uri="{FF2B5EF4-FFF2-40B4-BE49-F238E27FC236}">
                <a16:creationId xmlns:a16="http://schemas.microsoft.com/office/drawing/2014/main" id="{CAD27F53-0A99-AD4A-A412-FBA9B9EA50F1}"/>
              </a:ext>
            </a:extLst>
          </p:cNvPr>
          <p:cNvSpPr txBox="1">
            <a:spLocks noChangeArrowheads="1"/>
          </p:cNvSpPr>
          <p:nvPr/>
        </p:nvSpPr>
        <p:spPr bwMode="auto">
          <a:xfrm>
            <a:off x="6636977" y="352242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1722" name="Text Box 266">
            <a:extLst>
              <a:ext uri="{FF2B5EF4-FFF2-40B4-BE49-F238E27FC236}">
                <a16:creationId xmlns:a16="http://schemas.microsoft.com/office/drawing/2014/main" id="{F23DB0CB-A110-9742-8513-55F286F47DE5}"/>
              </a:ext>
            </a:extLst>
          </p:cNvPr>
          <p:cNvSpPr txBox="1">
            <a:spLocks noChangeArrowheads="1"/>
          </p:cNvSpPr>
          <p:nvPr/>
        </p:nvSpPr>
        <p:spPr bwMode="auto">
          <a:xfrm>
            <a:off x="2748396" y="352242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1723" name="Text Box 267">
            <a:extLst>
              <a:ext uri="{FF2B5EF4-FFF2-40B4-BE49-F238E27FC236}">
                <a16:creationId xmlns:a16="http://schemas.microsoft.com/office/drawing/2014/main" id="{647557A8-F556-2B44-B494-885B2F7F2C96}"/>
              </a:ext>
            </a:extLst>
          </p:cNvPr>
          <p:cNvSpPr txBox="1">
            <a:spLocks noChangeArrowheads="1"/>
          </p:cNvSpPr>
          <p:nvPr/>
        </p:nvSpPr>
        <p:spPr bwMode="auto">
          <a:xfrm>
            <a:off x="2617427" y="3348592"/>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1724" name="Text Box 268">
            <a:extLst>
              <a:ext uri="{FF2B5EF4-FFF2-40B4-BE49-F238E27FC236}">
                <a16:creationId xmlns:a16="http://schemas.microsoft.com/office/drawing/2014/main" id="{A7152216-F306-2145-A071-3585EECA6638}"/>
              </a:ext>
            </a:extLst>
          </p:cNvPr>
          <p:cNvSpPr txBox="1">
            <a:spLocks noChangeArrowheads="1"/>
          </p:cNvSpPr>
          <p:nvPr/>
        </p:nvSpPr>
        <p:spPr bwMode="auto">
          <a:xfrm>
            <a:off x="2617427" y="3059270"/>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1725" name="Text Box 269">
            <a:extLst>
              <a:ext uri="{FF2B5EF4-FFF2-40B4-BE49-F238E27FC236}">
                <a16:creationId xmlns:a16="http://schemas.microsoft.com/office/drawing/2014/main" id="{A7DA8CE9-951C-5848-8C77-A014BB230A3B}"/>
              </a:ext>
            </a:extLst>
          </p:cNvPr>
          <p:cNvSpPr txBox="1">
            <a:spLocks noChangeArrowheads="1"/>
          </p:cNvSpPr>
          <p:nvPr/>
        </p:nvSpPr>
        <p:spPr bwMode="auto">
          <a:xfrm>
            <a:off x="2617427" y="277947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1726" name="Text Box 270">
            <a:extLst>
              <a:ext uri="{FF2B5EF4-FFF2-40B4-BE49-F238E27FC236}">
                <a16:creationId xmlns:a16="http://schemas.microsoft.com/office/drawing/2014/main" id="{9EE741FB-5795-8F49-9AA9-4530BAFF5FF7}"/>
              </a:ext>
            </a:extLst>
          </p:cNvPr>
          <p:cNvSpPr txBox="1">
            <a:spLocks noChangeArrowheads="1"/>
          </p:cNvSpPr>
          <p:nvPr/>
        </p:nvSpPr>
        <p:spPr bwMode="auto">
          <a:xfrm>
            <a:off x="2518606" y="2499676"/>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1727" name="Text Box 271">
            <a:extLst>
              <a:ext uri="{FF2B5EF4-FFF2-40B4-BE49-F238E27FC236}">
                <a16:creationId xmlns:a16="http://schemas.microsoft.com/office/drawing/2014/main" id="{C594FA95-A74D-8942-B81B-EA50BFB8F53E}"/>
              </a:ext>
            </a:extLst>
          </p:cNvPr>
          <p:cNvSpPr txBox="1">
            <a:spLocks noChangeArrowheads="1"/>
          </p:cNvSpPr>
          <p:nvPr/>
        </p:nvSpPr>
        <p:spPr bwMode="auto">
          <a:xfrm>
            <a:off x="2518606" y="1929367"/>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1728" name="Text Box 272">
            <a:extLst>
              <a:ext uri="{FF2B5EF4-FFF2-40B4-BE49-F238E27FC236}">
                <a16:creationId xmlns:a16="http://schemas.microsoft.com/office/drawing/2014/main" id="{F31BA9F1-A369-1E43-94CD-3BBAD37A991E}"/>
              </a:ext>
            </a:extLst>
          </p:cNvPr>
          <p:cNvSpPr txBox="1">
            <a:spLocks noChangeArrowheads="1"/>
          </p:cNvSpPr>
          <p:nvPr/>
        </p:nvSpPr>
        <p:spPr bwMode="auto">
          <a:xfrm>
            <a:off x="2518606" y="1640045"/>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24</a:t>
            </a:r>
          </a:p>
        </p:txBody>
      </p:sp>
      <p:sp>
        <p:nvSpPr>
          <p:cNvPr id="531729" name="Oval 273">
            <a:extLst>
              <a:ext uri="{FF2B5EF4-FFF2-40B4-BE49-F238E27FC236}">
                <a16:creationId xmlns:a16="http://schemas.microsoft.com/office/drawing/2014/main" id="{2505B210-FD24-3943-BEE1-52D98D05C750}"/>
              </a:ext>
            </a:extLst>
          </p:cNvPr>
          <p:cNvSpPr>
            <a:spLocks noChangeArrowheads="1"/>
          </p:cNvSpPr>
          <p:nvPr/>
        </p:nvSpPr>
        <p:spPr bwMode="auto">
          <a:xfrm>
            <a:off x="3397288" y="2897345"/>
            <a:ext cx="7739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30" name="Oval 274">
            <a:extLst>
              <a:ext uri="{FF2B5EF4-FFF2-40B4-BE49-F238E27FC236}">
                <a16:creationId xmlns:a16="http://schemas.microsoft.com/office/drawing/2014/main" id="{97AE9909-F666-E541-ABCA-F671F748E44B}"/>
              </a:ext>
            </a:extLst>
          </p:cNvPr>
          <p:cNvSpPr>
            <a:spLocks noChangeArrowheads="1"/>
          </p:cNvSpPr>
          <p:nvPr/>
        </p:nvSpPr>
        <p:spPr bwMode="auto">
          <a:xfrm>
            <a:off x="3200834" y="3186667"/>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31" name="Oval 275">
            <a:extLst>
              <a:ext uri="{FF2B5EF4-FFF2-40B4-BE49-F238E27FC236}">
                <a16:creationId xmlns:a16="http://schemas.microsoft.com/office/drawing/2014/main" id="{EA964797-E0D0-B941-8D6C-2A594F14535F}"/>
              </a:ext>
            </a:extLst>
          </p:cNvPr>
          <p:cNvSpPr>
            <a:spLocks noChangeArrowheads="1"/>
          </p:cNvSpPr>
          <p:nvPr/>
        </p:nvSpPr>
        <p:spPr bwMode="auto">
          <a:xfrm>
            <a:off x="2815071" y="3374786"/>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32" name="Oval 276">
            <a:extLst>
              <a:ext uri="{FF2B5EF4-FFF2-40B4-BE49-F238E27FC236}">
                <a16:creationId xmlns:a16="http://schemas.microsoft.com/office/drawing/2014/main" id="{71B19644-359A-6340-ADF4-527C53669525}"/>
              </a:ext>
            </a:extLst>
          </p:cNvPr>
          <p:cNvSpPr>
            <a:spLocks noChangeArrowheads="1"/>
          </p:cNvSpPr>
          <p:nvPr/>
        </p:nvSpPr>
        <p:spPr bwMode="auto">
          <a:xfrm>
            <a:off x="2994856" y="3324780"/>
            <a:ext cx="7739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33" name="Oval 277">
            <a:extLst>
              <a:ext uri="{FF2B5EF4-FFF2-40B4-BE49-F238E27FC236}">
                <a16:creationId xmlns:a16="http://schemas.microsoft.com/office/drawing/2014/main" id="{5A823B51-410E-884B-8A3D-EDCB0752B7ED}"/>
              </a:ext>
            </a:extLst>
          </p:cNvPr>
          <p:cNvSpPr>
            <a:spLocks noChangeArrowheads="1"/>
          </p:cNvSpPr>
          <p:nvPr/>
        </p:nvSpPr>
        <p:spPr bwMode="auto">
          <a:xfrm>
            <a:off x="3594931" y="231513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34" name="Oval 278">
            <a:extLst>
              <a:ext uri="{FF2B5EF4-FFF2-40B4-BE49-F238E27FC236}">
                <a16:creationId xmlns:a16="http://schemas.microsoft.com/office/drawing/2014/main" id="{AEE1E055-033B-FC43-B176-E33B0A7F65A0}"/>
              </a:ext>
            </a:extLst>
          </p:cNvPr>
          <p:cNvSpPr>
            <a:spLocks noChangeArrowheads="1"/>
          </p:cNvSpPr>
          <p:nvPr/>
        </p:nvSpPr>
        <p:spPr bwMode="auto">
          <a:xfrm>
            <a:off x="3792575" y="2238929"/>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35" name="Oval 279">
            <a:extLst>
              <a:ext uri="{FF2B5EF4-FFF2-40B4-BE49-F238E27FC236}">
                <a16:creationId xmlns:a16="http://schemas.microsoft.com/office/drawing/2014/main" id="{14A2F50A-5DDA-E64A-8A6C-0FD629EC7F7F}"/>
              </a:ext>
            </a:extLst>
          </p:cNvPr>
          <p:cNvSpPr>
            <a:spLocks noChangeArrowheads="1"/>
          </p:cNvSpPr>
          <p:nvPr/>
        </p:nvSpPr>
        <p:spPr bwMode="auto">
          <a:xfrm>
            <a:off x="3989027" y="2169874"/>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36" name="Oval 280">
            <a:extLst>
              <a:ext uri="{FF2B5EF4-FFF2-40B4-BE49-F238E27FC236}">
                <a16:creationId xmlns:a16="http://schemas.microsoft.com/office/drawing/2014/main" id="{91A6E18F-5C7B-BC4D-A58A-D369283ABD86}"/>
              </a:ext>
            </a:extLst>
          </p:cNvPr>
          <p:cNvSpPr>
            <a:spLocks noChangeArrowheads="1"/>
          </p:cNvSpPr>
          <p:nvPr/>
        </p:nvSpPr>
        <p:spPr bwMode="auto">
          <a:xfrm>
            <a:off x="4387887" y="2024617"/>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37" name="Oval 281">
            <a:extLst>
              <a:ext uri="{FF2B5EF4-FFF2-40B4-BE49-F238E27FC236}">
                <a16:creationId xmlns:a16="http://schemas.microsoft.com/office/drawing/2014/main" id="{485CF862-123D-0347-B91D-04B2F569E747}"/>
              </a:ext>
            </a:extLst>
          </p:cNvPr>
          <p:cNvSpPr>
            <a:spLocks noChangeArrowheads="1"/>
          </p:cNvSpPr>
          <p:nvPr/>
        </p:nvSpPr>
        <p:spPr bwMode="auto">
          <a:xfrm>
            <a:off x="4186671" y="2097245"/>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38" name="Oval 282">
            <a:extLst>
              <a:ext uri="{FF2B5EF4-FFF2-40B4-BE49-F238E27FC236}">
                <a16:creationId xmlns:a16="http://schemas.microsoft.com/office/drawing/2014/main" id="{95284C47-22D9-E24F-ABF9-ECEBF9E3FA8F}"/>
              </a:ext>
            </a:extLst>
          </p:cNvPr>
          <p:cNvSpPr>
            <a:spLocks noChangeArrowheads="1"/>
          </p:cNvSpPr>
          <p:nvPr/>
        </p:nvSpPr>
        <p:spPr bwMode="auto">
          <a:xfrm>
            <a:off x="4584340" y="1951988"/>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39" name="Oval 283">
            <a:extLst>
              <a:ext uri="{FF2B5EF4-FFF2-40B4-BE49-F238E27FC236}">
                <a16:creationId xmlns:a16="http://schemas.microsoft.com/office/drawing/2014/main" id="{C0AB85DE-0577-5045-8711-6064D879E6AD}"/>
              </a:ext>
            </a:extLst>
          </p:cNvPr>
          <p:cNvSpPr>
            <a:spLocks noChangeArrowheads="1"/>
          </p:cNvSpPr>
          <p:nvPr/>
        </p:nvSpPr>
        <p:spPr bwMode="auto">
          <a:xfrm>
            <a:off x="4778412" y="1884123"/>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40" name="Oval 284">
            <a:extLst>
              <a:ext uri="{FF2B5EF4-FFF2-40B4-BE49-F238E27FC236}">
                <a16:creationId xmlns:a16="http://schemas.microsoft.com/office/drawing/2014/main" id="{3E472374-8A3A-3847-815F-8E9A16B26BFE}"/>
              </a:ext>
            </a:extLst>
          </p:cNvPr>
          <p:cNvSpPr>
            <a:spLocks noChangeArrowheads="1"/>
          </p:cNvSpPr>
          <p:nvPr/>
        </p:nvSpPr>
        <p:spPr bwMode="auto">
          <a:xfrm>
            <a:off x="5167746" y="1728151"/>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41" name="Oval 285">
            <a:extLst>
              <a:ext uri="{FF2B5EF4-FFF2-40B4-BE49-F238E27FC236}">
                <a16:creationId xmlns:a16="http://schemas.microsoft.com/office/drawing/2014/main" id="{C7CF7359-24F1-B946-A437-D132072F1BDB}"/>
              </a:ext>
            </a:extLst>
          </p:cNvPr>
          <p:cNvSpPr>
            <a:spLocks noChangeArrowheads="1"/>
          </p:cNvSpPr>
          <p:nvPr/>
        </p:nvSpPr>
        <p:spPr bwMode="auto">
          <a:xfrm>
            <a:off x="4974865" y="1800779"/>
            <a:ext cx="77391"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42" name="Oval 286">
            <a:extLst>
              <a:ext uri="{FF2B5EF4-FFF2-40B4-BE49-F238E27FC236}">
                <a16:creationId xmlns:a16="http://schemas.microsoft.com/office/drawing/2014/main" id="{017BEC51-63F9-FB49-A2EA-FDFB78506A1A}"/>
              </a:ext>
            </a:extLst>
          </p:cNvPr>
          <p:cNvSpPr>
            <a:spLocks noChangeArrowheads="1"/>
          </p:cNvSpPr>
          <p:nvPr/>
        </p:nvSpPr>
        <p:spPr bwMode="auto">
          <a:xfrm>
            <a:off x="6166681" y="2600879"/>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43" name="Oval 287">
            <a:extLst>
              <a:ext uri="{FF2B5EF4-FFF2-40B4-BE49-F238E27FC236}">
                <a16:creationId xmlns:a16="http://schemas.microsoft.com/office/drawing/2014/main" id="{2B11C48A-4266-304C-B7F1-E1E72504CB2F}"/>
              </a:ext>
            </a:extLst>
          </p:cNvPr>
          <p:cNvSpPr>
            <a:spLocks noChangeArrowheads="1"/>
          </p:cNvSpPr>
          <p:nvPr/>
        </p:nvSpPr>
        <p:spPr bwMode="auto">
          <a:xfrm>
            <a:off x="5566606" y="3317636"/>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44" name="Oval 288">
            <a:extLst>
              <a:ext uri="{FF2B5EF4-FFF2-40B4-BE49-F238E27FC236}">
                <a16:creationId xmlns:a16="http://schemas.microsoft.com/office/drawing/2014/main" id="{A59068B6-E39A-194C-97D9-57932AD36B6C}"/>
              </a:ext>
            </a:extLst>
          </p:cNvPr>
          <p:cNvSpPr>
            <a:spLocks noChangeArrowheads="1"/>
          </p:cNvSpPr>
          <p:nvPr/>
        </p:nvSpPr>
        <p:spPr bwMode="auto">
          <a:xfrm>
            <a:off x="5767821" y="3175951"/>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45" name="Oval 289">
            <a:extLst>
              <a:ext uri="{FF2B5EF4-FFF2-40B4-BE49-F238E27FC236}">
                <a16:creationId xmlns:a16="http://schemas.microsoft.com/office/drawing/2014/main" id="{C2AC07AF-2E10-3C45-824D-6A8A37B11B63}"/>
              </a:ext>
            </a:extLst>
          </p:cNvPr>
          <p:cNvSpPr>
            <a:spLocks noChangeArrowheads="1"/>
          </p:cNvSpPr>
          <p:nvPr/>
        </p:nvSpPr>
        <p:spPr bwMode="auto">
          <a:xfrm>
            <a:off x="5365390" y="3374786"/>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46" name="Oval 290">
            <a:extLst>
              <a:ext uri="{FF2B5EF4-FFF2-40B4-BE49-F238E27FC236}">
                <a16:creationId xmlns:a16="http://schemas.microsoft.com/office/drawing/2014/main" id="{E351AEBD-31DB-5740-8ECC-217C5A8AFA63}"/>
              </a:ext>
            </a:extLst>
          </p:cNvPr>
          <p:cNvSpPr>
            <a:spLocks noChangeArrowheads="1"/>
          </p:cNvSpPr>
          <p:nvPr/>
        </p:nvSpPr>
        <p:spPr bwMode="auto">
          <a:xfrm>
            <a:off x="5957131" y="2890201"/>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47" name="Oval 291">
            <a:extLst>
              <a:ext uri="{FF2B5EF4-FFF2-40B4-BE49-F238E27FC236}">
                <a16:creationId xmlns:a16="http://schemas.microsoft.com/office/drawing/2014/main" id="{F12E495C-A308-634D-8940-9A2C64905E5B}"/>
              </a:ext>
            </a:extLst>
          </p:cNvPr>
          <p:cNvSpPr>
            <a:spLocks noChangeArrowheads="1"/>
          </p:cNvSpPr>
          <p:nvPr/>
        </p:nvSpPr>
        <p:spPr bwMode="auto">
          <a:xfrm>
            <a:off x="6359562" y="252468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48" name="Oval 292">
            <a:extLst>
              <a:ext uri="{FF2B5EF4-FFF2-40B4-BE49-F238E27FC236}">
                <a16:creationId xmlns:a16="http://schemas.microsoft.com/office/drawing/2014/main" id="{0E80D93C-6E4A-8D49-9D93-D08514E348B8}"/>
              </a:ext>
            </a:extLst>
          </p:cNvPr>
          <p:cNvSpPr>
            <a:spLocks noChangeArrowheads="1"/>
          </p:cNvSpPr>
          <p:nvPr/>
        </p:nvSpPr>
        <p:spPr bwMode="auto">
          <a:xfrm>
            <a:off x="6946540" y="2306795"/>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49" name="Oval 293">
            <a:extLst>
              <a:ext uri="{FF2B5EF4-FFF2-40B4-BE49-F238E27FC236}">
                <a16:creationId xmlns:a16="http://schemas.microsoft.com/office/drawing/2014/main" id="{2864B0BD-84C4-8D45-A34F-E6B046396624}"/>
              </a:ext>
            </a:extLst>
          </p:cNvPr>
          <p:cNvSpPr>
            <a:spLocks noChangeArrowheads="1"/>
          </p:cNvSpPr>
          <p:nvPr/>
        </p:nvSpPr>
        <p:spPr bwMode="auto">
          <a:xfrm>
            <a:off x="6552443" y="244848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50" name="Oval 294">
            <a:extLst>
              <a:ext uri="{FF2B5EF4-FFF2-40B4-BE49-F238E27FC236}">
                <a16:creationId xmlns:a16="http://schemas.microsoft.com/office/drawing/2014/main" id="{F284E85A-C4B2-9243-9A24-6CE35F3F6019}"/>
              </a:ext>
            </a:extLst>
          </p:cNvPr>
          <p:cNvSpPr>
            <a:spLocks noChangeArrowheads="1"/>
          </p:cNvSpPr>
          <p:nvPr/>
        </p:nvSpPr>
        <p:spPr bwMode="auto">
          <a:xfrm>
            <a:off x="6748896" y="2379424"/>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52" name="Text Box 296">
            <a:extLst>
              <a:ext uri="{FF2B5EF4-FFF2-40B4-BE49-F238E27FC236}">
                <a16:creationId xmlns:a16="http://schemas.microsoft.com/office/drawing/2014/main" id="{D683972D-58E3-8741-A840-77C0A3701F1D}"/>
              </a:ext>
            </a:extLst>
          </p:cNvPr>
          <p:cNvSpPr txBox="1">
            <a:spLocks noChangeArrowheads="1"/>
          </p:cNvSpPr>
          <p:nvPr/>
        </p:nvSpPr>
        <p:spPr bwMode="auto">
          <a:xfrm>
            <a:off x="2031640" y="1264998"/>
            <a:ext cx="1329210"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拥塞窗口 </a:t>
            </a:r>
            <a:r>
              <a:rPr kumimoji="1" lang="en-US" altLang="zh-CN" sz="1350">
                <a:solidFill>
                  <a:schemeClr val="folHlink"/>
                </a:solidFill>
                <a:latin typeface="Arial" panose="020B0604020202020204" pitchFamily="34" charset="0"/>
              </a:rPr>
              <a:t>cwnd</a:t>
            </a:r>
          </a:p>
        </p:txBody>
      </p:sp>
      <p:sp>
        <p:nvSpPr>
          <p:cNvPr id="531753" name="Text Box 297">
            <a:extLst>
              <a:ext uri="{FF2B5EF4-FFF2-40B4-BE49-F238E27FC236}">
                <a16:creationId xmlns:a16="http://schemas.microsoft.com/office/drawing/2014/main" id="{1AC17F89-02D0-7A46-A0DF-AE717BC0657C}"/>
              </a:ext>
            </a:extLst>
          </p:cNvPr>
          <p:cNvSpPr txBox="1">
            <a:spLocks noChangeArrowheads="1"/>
          </p:cNvSpPr>
          <p:nvPr/>
        </p:nvSpPr>
        <p:spPr bwMode="auto">
          <a:xfrm>
            <a:off x="1263687" y="2459194"/>
            <a:ext cx="145424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新的 </a:t>
            </a: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值</a:t>
            </a:r>
          </a:p>
        </p:txBody>
      </p:sp>
      <p:sp>
        <p:nvSpPr>
          <p:cNvPr id="531754" name="Text Box 298">
            <a:extLst>
              <a:ext uri="{FF2B5EF4-FFF2-40B4-BE49-F238E27FC236}">
                <a16:creationId xmlns:a16="http://schemas.microsoft.com/office/drawing/2014/main" id="{11F7731A-EA11-B348-B65C-9AEF444DFA0C}"/>
              </a:ext>
            </a:extLst>
          </p:cNvPr>
          <p:cNvSpPr txBox="1">
            <a:spLocks noChangeArrowheads="1"/>
          </p:cNvSpPr>
          <p:nvPr/>
        </p:nvSpPr>
        <p:spPr bwMode="auto">
          <a:xfrm>
            <a:off x="5410634" y="1363819"/>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网络拥塞</a:t>
            </a:r>
          </a:p>
        </p:txBody>
      </p:sp>
      <p:sp>
        <p:nvSpPr>
          <p:cNvPr id="531755" name="Line 299">
            <a:extLst>
              <a:ext uri="{FF2B5EF4-FFF2-40B4-BE49-F238E27FC236}">
                <a16:creationId xmlns:a16="http://schemas.microsoft.com/office/drawing/2014/main" id="{4069F038-7D76-7642-AB7B-08F524442EDA}"/>
              </a:ext>
            </a:extLst>
          </p:cNvPr>
          <p:cNvSpPr>
            <a:spLocks noChangeShapeType="1"/>
          </p:cNvSpPr>
          <p:nvPr/>
        </p:nvSpPr>
        <p:spPr bwMode="auto">
          <a:xfrm flipH="1">
            <a:off x="5212990" y="1548367"/>
            <a:ext cx="259556" cy="219075"/>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1756" name="Text Box 300">
            <a:extLst>
              <a:ext uri="{FF2B5EF4-FFF2-40B4-BE49-F238E27FC236}">
                <a16:creationId xmlns:a16="http://schemas.microsoft.com/office/drawing/2014/main" id="{DE5F352A-FE43-D34B-8E4B-41653E903A2A}"/>
              </a:ext>
            </a:extLst>
          </p:cNvPr>
          <p:cNvSpPr txBox="1">
            <a:spLocks noChangeArrowheads="1"/>
          </p:cNvSpPr>
          <p:nvPr/>
        </p:nvSpPr>
        <p:spPr bwMode="auto">
          <a:xfrm>
            <a:off x="3767571" y="3022360"/>
            <a:ext cx="1223412"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指数规律增长</a:t>
            </a:r>
          </a:p>
        </p:txBody>
      </p:sp>
      <p:sp>
        <p:nvSpPr>
          <p:cNvPr id="531757" name="Line 301">
            <a:extLst>
              <a:ext uri="{FF2B5EF4-FFF2-40B4-BE49-F238E27FC236}">
                <a16:creationId xmlns:a16="http://schemas.microsoft.com/office/drawing/2014/main" id="{302249EB-B4B2-BE4A-9573-FBA7531D4801}"/>
              </a:ext>
            </a:extLst>
          </p:cNvPr>
          <p:cNvSpPr>
            <a:spLocks noChangeShapeType="1"/>
          </p:cNvSpPr>
          <p:nvPr/>
        </p:nvSpPr>
        <p:spPr bwMode="auto">
          <a:xfrm flipH="1" flipV="1">
            <a:off x="3307990" y="3099751"/>
            <a:ext cx="525066" cy="5834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1758" name="Rectangle 302">
            <a:extLst>
              <a:ext uri="{FF2B5EF4-FFF2-40B4-BE49-F238E27FC236}">
                <a16:creationId xmlns:a16="http://schemas.microsoft.com/office/drawing/2014/main" id="{4DCC734C-81E4-9B45-A92E-E171D50A4FF2}"/>
              </a:ext>
            </a:extLst>
          </p:cNvPr>
          <p:cNvSpPr>
            <a:spLocks noChangeArrowheads="1"/>
          </p:cNvSpPr>
          <p:nvPr/>
        </p:nvSpPr>
        <p:spPr bwMode="auto">
          <a:xfrm>
            <a:off x="2912703" y="1710292"/>
            <a:ext cx="164306" cy="154424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1759" name="Line 303">
            <a:extLst>
              <a:ext uri="{FF2B5EF4-FFF2-40B4-BE49-F238E27FC236}">
                <a16:creationId xmlns:a16="http://schemas.microsoft.com/office/drawing/2014/main" id="{FC03B6F1-CD3D-2C49-9DCF-6367B04DE013}"/>
              </a:ext>
            </a:extLst>
          </p:cNvPr>
          <p:cNvSpPr>
            <a:spLocks noChangeShapeType="1"/>
          </p:cNvSpPr>
          <p:nvPr/>
        </p:nvSpPr>
        <p:spPr bwMode="auto">
          <a:xfrm>
            <a:off x="2912703" y="2347276"/>
            <a:ext cx="722710"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60" name="Rectangle 304">
            <a:extLst>
              <a:ext uri="{FF2B5EF4-FFF2-40B4-BE49-F238E27FC236}">
                <a16:creationId xmlns:a16="http://schemas.microsoft.com/office/drawing/2014/main" id="{58E6D3E8-B9D3-C24F-8D36-4263A5BF2EFF}"/>
              </a:ext>
            </a:extLst>
          </p:cNvPr>
          <p:cNvSpPr>
            <a:spLocks noChangeArrowheads="1"/>
          </p:cNvSpPr>
          <p:nvPr/>
        </p:nvSpPr>
        <p:spPr bwMode="auto">
          <a:xfrm>
            <a:off x="3175831" y="3331924"/>
            <a:ext cx="210264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1761" name="Rectangle 305">
            <a:extLst>
              <a:ext uri="{FF2B5EF4-FFF2-40B4-BE49-F238E27FC236}">
                <a16:creationId xmlns:a16="http://schemas.microsoft.com/office/drawing/2014/main" id="{B430F9A0-8A6C-5547-BDEE-467479EA5948}"/>
              </a:ext>
            </a:extLst>
          </p:cNvPr>
          <p:cNvSpPr>
            <a:spLocks noChangeArrowheads="1"/>
          </p:cNvSpPr>
          <p:nvPr/>
        </p:nvSpPr>
        <p:spPr bwMode="auto">
          <a:xfrm>
            <a:off x="5739246" y="3331924"/>
            <a:ext cx="151090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1762" name="Text Box 306">
            <a:extLst>
              <a:ext uri="{FF2B5EF4-FFF2-40B4-BE49-F238E27FC236}">
                <a16:creationId xmlns:a16="http://schemas.microsoft.com/office/drawing/2014/main" id="{37F74FF3-781B-A04F-B7DB-487E1BE8BE44}"/>
              </a:ext>
            </a:extLst>
          </p:cNvPr>
          <p:cNvSpPr txBox="1">
            <a:spLocks noChangeArrowheads="1"/>
          </p:cNvSpPr>
          <p:nvPr/>
        </p:nvSpPr>
        <p:spPr bwMode="auto">
          <a:xfrm>
            <a:off x="1114605" y="2203210"/>
            <a:ext cx="1579278"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的初始值</a:t>
            </a:r>
          </a:p>
        </p:txBody>
      </p:sp>
      <p:sp>
        <p:nvSpPr>
          <p:cNvPr id="531765" name="Text Box 309">
            <a:extLst>
              <a:ext uri="{FF2B5EF4-FFF2-40B4-BE49-F238E27FC236}">
                <a16:creationId xmlns:a16="http://schemas.microsoft.com/office/drawing/2014/main" id="{C6E5FABD-0C7D-244B-8214-397686183B5C}"/>
              </a:ext>
            </a:extLst>
          </p:cNvPr>
          <p:cNvSpPr txBox="1">
            <a:spLocks noChangeArrowheads="1"/>
          </p:cNvSpPr>
          <p:nvPr/>
        </p:nvSpPr>
        <p:spPr bwMode="auto">
          <a:xfrm>
            <a:off x="2931752" y="3791504"/>
            <a:ext cx="739379"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1766" name="Text Box 310">
            <a:extLst>
              <a:ext uri="{FF2B5EF4-FFF2-40B4-BE49-F238E27FC236}">
                <a16:creationId xmlns:a16="http://schemas.microsoft.com/office/drawing/2014/main" id="{3DDEF6ED-641B-1242-A9AE-BE6119AE65FD}"/>
              </a:ext>
            </a:extLst>
          </p:cNvPr>
          <p:cNvSpPr txBox="1">
            <a:spLocks noChangeArrowheads="1"/>
          </p:cNvSpPr>
          <p:nvPr/>
        </p:nvSpPr>
        <p:spPr bwMode="auto">
          <a:xfrm>
            <a:off x="5478500" y="3809363"/>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1767" name="Text Box 311">
            <a:extLst>
              <a:ext uri="{FF2B5EF4-FFF2-40B4-BE49-F238E27FC236}">
                <a16:creationId xmlns:a16="http://schemas.microsoft.com/office/drawing/2014/main" id="{70B4015A-E53C-D240-8391-A24D30CEB591}"/>
              </a:ext>
            </a:extLst>
          </p:cNvPr>
          <p:cNvSpPr txBox="1">
            <a:spLocks noChangeArrowheads="1"/>
          </p:cNvSpPr>
          <p:nvPr/>
        </p:nvSpPr>
        <p:spPr bwMode="auto">
          <a:xfrm>
            <a:off x="3765465" y="1328101"/>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1768" name="Text Box 312">
            <a:extLst>
              <a:ext uri="{FF2B5EF4-FFF2-40B4-BE49-F238E27FC236}">
                <a16:creationId xmlns:a16="http://schemas.microsoft.com/office/drawing/2014/main" id="{F8C631CE-300F-FE45-9BF7-76264DA3D0F5}"/>
              </a:ext>
            </a:extLst>
          </p:cNvPr>
          <p:cNvSpPr txBox="1">
            <a:spLocks noChangeArrowheads="1"/>
          </p:cNvSpPr>
          <p:nvPr/>
        </p:nvSpPr>
        <p:spPr bwMode="auto">
          <a:xfrm>
            <a:off x="6137190" y="1632901"/>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1769" name="Line 313">
            <a:extLst>
              <a:ext uri="{FF2B5EF4-FFF2-40B4-BE49-F238E27FC236}">
                <a16:creationId xmlns:a16="http://schemas.microsoft.com/office/drawing/2014/main" id="{64C30822-F2CC-6B49-A87D-22BAB1A23842}"/>
              </a:ext>
            </a:extLst>
          </p:cNvPr>
          <p:cNvSpPr>
            <a:spLocks noChangeShapeType="1"/>
          </p:cNvSpPr>
          <p:nvPr/>
        </p:nvSpPr>
        <p:spPr bwMode="auto">
          <a:xfrm rot="10800000">
            <a:off x="2912703" y="2636598"/>
            <a:ext cx="3483769"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70" name="Line 314">
            <a:extLst>
              <a:ext uri="{FF2B5EF4-FFF2-40B4-BE49-F238E27FC236}">
                <a16:creationId xmlns:a16="http://schemas.microsoft.com/office/drawing/2014/main" id="{DB8CD289-04C6-B74A-A63A-E6FEF6BFF9D5}"/>
              </a:ext>
            </a:extLst>
          </p:cNvPr>
          <p:cNvSpPr>
            <a:spLocks noChangeShapeType="1"/>
          </p:cNvSpPr>
          <p:nvPr/>
        </p:nvSpPr>
        <p:spPr bwMode="auto">
          <a:xfrm flipV="1">
            <a:off x="2912703" y="1766251"/>
            <a:ext cx="3145631" cy="1191"/>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1771" name="Freeform 315">
            <a:extLst>
              <a:ext uri="{FF2B5EF4-FFF2-40B4-BE49-F238E27FC236}">
                <a16:creationId xmlns:a16="http://schemas.microsoft.com/office/drawing/2014/main" id="{87E97F36-425D-7D44-91C6-954339267A0E}"/>
              </a:ext>
            </a:extLst>
          </p:cNvPr>
          <p:cNvSpPr>
            <a:spLocks/>
          </p:cNvSpPr>
          <p:nvPr/>
        </p:nvSpPr>
        <p:spPr bwMode="auto">
          <a:xfrm>
            <a:off x="2781733" y="1767442"/>
            <a:ext cx="4329113" cy="1653778"/>
          </a:xfrm>
          <a:custGeom>
            <a:avLst/>
            <a:gdLst>
              <a:gd name="T0" fmla="*/ 5772150 w 3162"/>
              <a:gd name="T1" fmla="*/ 704968 h 1370"/>
              <a:gd name="T2" fmla="*/ 4556384 w 3162"/>
              <a:gd name="T3" fmla="*/ 1158852 h 1370"/>
              <a:gd name="T4" fmla="*/ 4293516 w 3162"/>
              <a:gd name="T5" fmla="*/ 1535478 h 1370"/>
              <a:gd name="T6" fmla="*/ 4025171 w 3162"/>
              <a:gd name="T7" fmla="*/ 1931419 h 1370"/>
              <a:gd name="T8" fmla="*/ 3762303 w 3162"/>
              <a:gd name="T9" fmla="*/ 2124561 h 1370"/>
              <a:gd name="T10" fmla="*/ 3499434 w 3162"/>
              <a:gd name="T11" fmla="*/ 2201818 h 1370"/>
              <a:gd name="T12" fmla="*/ 3406335 w 3162"/>
              <a:gd name="T13" fmla="*/ 1506507 h 1370"/>
              <a:gd name="T14" fmla="*/ 3236566 w 3162"/>
              <a:gd name="T15" fmla="*/ 0 h 1370"/>
              <a:gd name="T16" fmla="*/ 1128143 w 3162"/>
              <a:gd name="T17" fmla="*/ 783834 h 1370"/>
              <a:gd name="T18" fmla="*/ 876228 w 3162"/>
              <a:gd name="T19" fmla="*/ 1546745 h 1370"/>
              <a:gd name="T20" fmla="*/ 604232 w 3162"/>
              <a:gd name="T21" fmla="*/ 1933029 h 1370"/>
              <a:gd name="T22" fmla="*/ 341364 w 3162"/>
              <a:gd name="T23" fmla="*/ 2126171 h 1370"/>
              <a:gd name="T24" fmla="*/ 100401 w 3162"/>
              <a:gd name="T25" fmla="*/ 2203427 h 13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162" h="1370">
                <a:moveTo>
                  <a:pt x="3162" y="438"/>
                </a:moveTo>
                <a:lnTo>
                  <a:pt x="2496" y="720"/>
                </a:lnTo>
                <a:lnTo>
                  <a:pt x="2352" y="954"/>
                </a:lnTo>
                <a:lnTo>
                  <a:pt x="2205" y="1200"/>
                </a:lnTo>
                <a:lnTo>
                  <a:pt x="2061" y="1320"/>
                </a:lnTo>
                <a:lnTo>
                  <a:pt x="1917" y="1368"/>
                </a:lnTo>
                <a:lnTo>
                  <a:pt x="1866" y="936"/>
                </a:lnTo>
                <a:lnTo>
                  <a:pt x="1773" y="0"/>
                </a:ln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p:spPr>
        <p:txBody>
          <a:bodyPr wrap="none" anchor="ctr"/>
          <a:lstStyle/>
          <a:p>
            <a:pPr>
              <a:defRPr/>
            </a:pPr>
            <a:endParaRPr lang="zh-CN" altLang="en-US"/>
          </a:p>
        </p:txBody>
      </p:sp>
      <p:sp>
        <p:nvSpPr>
          <p:cNvPr id="531751" name="Text Box 295">
            <a:extLst>
              <a:ext uri="{FF2B5EF4-FFF2-40B4-BE49-F238E27FC236}">
                <a16:creationId xmlns:a16="http://schemas.microsoft.com/office/drawing/2014/main" id="{76931CA7-55D1-E246-A8EF-2CA172121F9F}"/>
              </a:ext>
            </a:extLst>
          </p:cNvPr>
          <p:cNvSpPr txBox="1">
            <a:spLocks noChangeArrowheads="1"/>
          </p:cNvSpPr>
          <p:nvPr/>
        </p:nvSpPr>
        <p:spPr bwMode="auto">
          <a:xfrm>
            <a:off x="7150138" y="3216432"/>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传输轮次</a:t>
            </a:r>
          </a:p>
        </p:txBody>
      </p:sp>
    </p:spTree>
    <p:extLst>
      <p:ext uri="{BB962C8B-B14F-4D97-AF65-F5344CB8AC3E}">
        <p14:creationId xmlns:p14="http://schemas.microsoft.com/office/powerpoint/2010/main" val="20622068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531673"/>
                                        </p:tgtEl>
                                        <p:attrNameLst>
                                          <p:attrName>style.visibility</p:attrName>
                                        </p:attrNameLst>
                                      </p:cBhvr>
                                      <p:to>
                                        <p:strVal val="visible"/>
                                      </p:to>
                                    </p:set>
                                    <p:animEffect transition="in" filter="wipe(left)">
                                      <p:cBhvr>
                                        <p:cTn id="7" dur="1000"/>
                                        <p:tgtEl>
                                          <p:spTgt spid="5316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a:extLst>
              <a:ext uri="{FF2B5EF4-FFF2-40B4-BE49-F238E27FC236}">
                <a16:creationId xmlns:a16="http://schemas.microsoft.com/office/drawing/2014/main" id="{4F17A0C2-0E45-9144-8EF1-2B4DB324A4C3}"/>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E9C9120-B1B8-B541-86D6-F8B674186473}" type="slidenum">
              <a:rPr lang="en-US" altLang="zh-CN" sz="1050"/>
              <a:pPr>
                <a:defRPr/>
              </a:pPr>
              <a:t>97</a:t>
            </a:fld>
            <a:endParaRPr lang="en-US" altLang="zh-CN" sz="1050"/>
          </a:p>
        </p:txBody>
      </p:sp>
      <p:sp>
        <p:nvSpPr>
          <p:cNvPr id="532482" name="Rectangle 2">
            <a:extLst>
              <a:ext uri="{FF2B5EF4-FFF2-40B4-BE49-F238E27FC236}">
                <a16:creationId xmlns:a16="http://schemas.microsoft.com/office/drawing/2014/main" id="{52318FE6-F9A3-9E41-B1C2-9BAC2492FE51}"/>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慢开始和拥塞避免算法的实现举例 </a:t>
            </a:r>
          </a:p>
        </p:txBody>
      </p:sp>
      <p:sp>
        <p:nvSpPr>
          <p:cNvPr id="532596" name="Line 116">
            <a:extLst>
              <a:ext uri="{FF2B5EF4-FFF2-40B4-BE49-F238E27FC236}">
                <a16:creationId xmlns:a16="http://schemas.microsoft.com/office/drawing/2014/main" id="{0AC758BA-F9DD-954E-849F-3F16A5B8CF75}"/>
              </a:ext>
            </a:extLst>
          </p:cNvPr>
          <p:cNvSpPr>
            <a:spLocks noChangeShapeType="1"/>
          </p:cNvSpPr>
          <p:nvPr/>
        </p:nvSpPr>
        <p:spPr bwMode="auto">
          <a:xfrm>
            <a:off x="2463944" y="2776776"/>
            <a:ext cx="485775" cy="323850"/>
          </a:xfrm>
          <a:prstGeom prst="line">
            <a:avLst/>
          </a:prstGeom>
          <a:noFill/>
          <a:ln w="76200">
            <a:solidFill>
              <a:schemeClr val="hlink"/>
            </a:solidFill>
            <a:round/>
            <a:headEnd/>
            <a:tailEnd type="triangle" w="med" len="med"/>
          </a:ln>
          <a:effectLst/>
        </p:spPr>
        <p:txBody>
          <a:bodyPr/>
          <a:lstStyle/>
          <a:p>
            <a:pPr eaLnBrk="1" hangingPunct="1">
              <a:defRPr/>
            </a:pPr>
            <a:endParaRPr lang="zh-CN" altLang="en-US">
              <a:latin typeface="Tahoma" charset="0"/>
              <a:ea typeface="宋体" charset="-122"/>
              <a:cs typeface="+mn-cs"/>
            </a:endParaRPr>
          </a:p>
        </p:txBody>
      </p:sp>
      <p:sp>
        <p:nvSpPr>
          <p:cNvPr id="532484" name="Text Box 4">
            <a:extLst>
              <a:ext uri="{FF2B5EF4-FFF2-40B4-BE49-F238E27FC236}">
                <a16:creationId xmlns:a16="http://schemas.microsoft.com/office/drawing/2014/main" id="{28D071C1-842B-CD4E-82FA-89AE0CF08F90}"/>
              </a:ext>
            </a:extLst>
          </p:cNvPr>
          <p:cNvSpPr txBox="1">
            <a:spLocks noChangeArrowheads="1"/>
          </p:cNvSpPr>
          <p:nvPr/>
        </p:nvSpPr>
        <p:spPr bwMode="auto">
          <a:xfrm>
            <a:off x="135296" y="4043124"/>
            <a:ext cx="8804952" cy="738664"/>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发送端每收到一个确认 ，就把 </a:t>
            </a:r>
            <a:r>
              <a:rPr lang="en-US" altLang="zh-CN" sz="2100" dirty="0" err="1">
                <a:solidFill>
                  <a:srgbClr val="333399"/>
                </a:solidFill>
                <a:latin typeface="Arial" panose="020B0604020202020204" pitchFamily="34" charset="0"/>
              </a:rPr>
              <a:t>cwnd</a:t>
            </a:r>
            <a:r>
              <a:rPr lang="en-US" altLang="zh-CN" sz="2100" dirty="0">
                <a:solidFill>
                  <a:srgbClr val="333399"/>
                </a:solidFill>
                <a:latin typeface="Arial" panose="020B0604020202020204" pitchFamily="34" charset="0"/>
              </a:rPr>
              <a:t> </a:t>
            </a:r>
            <a:r>
              <a:rPr lang="zh-CN" altLang="en-US" sz="2100" dirty="0">
                <a:solidFill>
                  <a:srgbClr val="333399"/>
                </a:solidFill>
                <a:latin typeface="Arial" panose="020B0604020202020204" pitchFamily="34" charset="0"/>
              </a:rPr>
              <a:t>加 </a:t>
            </a:r>
            <a:r>
              <a:rPr lang="en-US" altLang="zh-CN" sz="2100" dirty="0">
                <a:solidFill>
                  <a:srgbClr val="333399"/>
                </a:solidFill>
                <a:latin typeface="Arial" panose="020B0604020202020204" pitchFamily="34" charset="0"/>
              </a:rPr>
              <a:t>1</a:t>
            </a:r>
            <a:r>
              <a:rPr lang="zh-CN" altLang="en-US" sz="2100" dirty="0">
                <a:solidFill>
                  <a:srgbClr val="333399"/>
                </a:solidFill>
                <a:latin typeface="Arial" panose="020B0604020202020204" pitchFamily="34" charset="0"/>
              </a:rPr>
              <a:t>。于是发送端可以接着发送 </a:t>
            </a:r>
            <a:r>
              <a:rPr lang="en-US" altLang="zh-CN" sz="2100" dirty="0">
                <a:solidFill>
                  <a:srgbClr val="333399"/>
                </a:solidFill>
                <a:latin typeface="Arial" panose="020B0604020202020204" pitchFamily="34" charset="0"/>
              </a:rPr>
              <a:t>M</a:t>
            </a:r>
            <a:r>
              <a:rPr lang="en-US" altLang="zh-CN" sz="2100" baseline="-25000" dirty="0">
                <a:solidFill>
                  <a:srgbClr val="333399"/>
                </a:solidFill>
                <a:latin typeface="Arial" panose="020B0604020202020204" pitchFamily="34" charset="0"/>
              </a:rPr>
              <a:t>1 </a:t>
            </a:r>
            <a:r>
              <a:rPr lang="zh-CN" altLang="en-US" sz="2100" dirty="0">
                <a:solidFill>
                  <a:srgbClr val="333399"/>
                </a:solidFill>
                <a:latin typeface="Arial" panose="020B0604020202020204" pitchFamily="34" charset="0"/>
              </a:rPr>
              <a:t>和 </a:t>
            </a:r>
            <a:r>
              <a:rPr lang="en-US" altLang="zh-CN" sz="2100" dirty="0">
                <a:solidFill>
                  <a:srgbClr val="333399"/>
                </a:solidFill>
                <a:latin typeface="Arial" panose="020B0604020202020204" pitchFamily="34" charset="0"/>
              </a:rPr>
              <a:t>M</a:t>
            </a:r>
            <a:r>
              <a:rPr lang="en-US" altLang="zh-CN" sz="2100" baseline="-25000" dirty="0">
                <a:solidFill>
                  <a:srgbClr val="333399"/>
                </a:solidFill>
                <a:latin typeface="Arial" panose="020B0604020202020204" pitchFamily="34" charset="0"/>
              </a:rPr>
              <a:t>2 </a:t>
            </a:r>
            <a:r>
              <a:rPr lang="zh-CN" altLang="en-US" sz="2100" dirty="0">
                <a:solidFill>
                  <a:srgbClr val="333399"/>
                </a:solidFill>
                <a:latin typeface="Arial" panose="020B0604020202020204" pitchFamily="34" charset="0"/>
              </a:rPr>
              <a:t>两个报文段。 </a:t>
            </a:r>
          </a:p>
        </p:txBody>
      </p:sp>
      <p:sp>
        <p:nvSpPr>
          <p:cNvPr id="532597" name="Line 117">
            <a:extLst>
              <a:ext uri="{FF2B5EF4-FFF2-40B4-BE49-F238E27FC236}">
                <a16:creationId xmlns:a16="http://schemas.microsoft.com/office/drawing/2014/main" id="{6EDF5EEF-318E-CB42-BC9D-5BD73A29E7B9}"/>
              </a:ext>
            </a:extLst>
          </p:cNvPr>
          <p:cNvSpPr>
            <a:spLocks noChangeShapeType="1"/>
          </p:cNvSpPr>
          <p:nvPr/>
        </p:nvSpPr>
        <p:spPr bwMode="auto">
          <a:xfrm>
            <a:off x="2805653" y="1248014"/>
            <a:ext cx="0" cy="2027635"/>
          </a:xfrm>
          <a:prstGeom prst="line">
            <a:avLst/>
          </a:prstGeom>
          <a:noFill/>
          <a:ln w="9525">
            <a:solidFill>
              <a:schemeClr val="folHlink"/>
            </a:solidFill>
            <a:round/>
            <a:headEnd type="triangle" w="sm" len="lg"/>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598" name="Text Box 118">
            <a:extLst>
              <a:ext uri="{FF2B5EF4-FFF2-40B4-BE49-F238E27FC236}">
                <a16:creationId xmlns:a16="http://schemas.microsoft.com/office/drawing/2014/main" id="{DD557066-A1FE-9444-8F6E-31FE5BAE208C}"/>
              </a:ext>
            </a:extLst>
          </p:cNvPr>
          <p:cNvSpPr txBox="1">
            <a:spLocks noChangeArrowheads="1"/>
          </p:cNvSpPr>
          <p:nvPr/>
        </p:nvSpPr>
        <p:spPr bwMode="auto">
          <a:xfrm>
            <a:off x="6978794" y="3292318"/>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22</a:t>
            </a:r>
          </a:p>
        </p:txBody>
      </p:sp>
      <p:sp>
        <p:nvSpPr>
          <p:cNvPr id="532599" name="Text Box 119">
            <a:extLst>
              <a:ext uri="{FF2B5EF4-FFF2-40B4-BE49-F238E27FC236}">
                <a16:creationId xmlns:a16="http://schemas.microsoft.com/office/drawing/2014/main" id="{6B9BCDA9-7C29-274B-9BF4-9A3ACD584F88}"/>
              </a:ext>
            </a:extLst>
          </p:cNvPr>
          <p:cNvSpPr txBox="1">
            <a:spLocks noChangeArrowheads="1"/>
          </p:cNvSpPr>
          <p:nvPr/>
        </p:nvSpPr>
        <p:spPr bwMode="auto">
          <a:xfrm>
            <a:off x="2477041" y="1988583"/>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2600" name="Line 120">
            <a:extLst>
              <a:ext uri="{FF2B5EF4-FFF2-40B4-BE49-F238E27FC236}">
                <a16:creationId xmlns:a16="http://schemas.microsoft.com/office/drawing/2014/main" id="{647A2970-3594-5D4C-8731-468F2528372A}"/>
              </a:ext>
            </a:extLst>
          </p:cNvPr>
          <p:cNvSpPr>
            <a:spLocks noChangeShapeType="1"/>
          </p:cNvSpPr>
          <p:nvPr/>
        </p:nvSpPr>
        <p:spPr bwMode="auto">
          <a:xfrm>
            <a:off x="5706016" y="1544480"/>
            <a:ext cx="0" cy="869156"/>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532601" name="Text Box 121">
            <a:extLst>
              <a:ext uri="{FF2B5EF4-FFF2-40B4-BE49-F238E27FC236}">
                <a16:creationId xmlns:a16="http://schemas.microsoft.com/office/drawing/2014/main" id="{0B93CB81-35A3-8646-A5E5-C4227EDFAA3B}"/>
              </a:ext>
            </a:extLst>
          </p:cNvPr>
          <p:cNvSpPr txBox="1">
            <a:spLocks noChangeArrowheads="1"/>
          </p:cNvSpPr>
          <p:nvPr/>
        </p:nvSpPr>
        <p:spPr bwMode="auto">
          <a:xfrm>
            <a:off x="5169043" y="1805226"/>
            <a:ext cx="1033463" cy="300082"/>
          </a:xfrm>
          <a:prstGeom prst="rect">
            <a:avLst/>
          </a:prstGeom>
          <a:solidFill>
            <a:schemeClr val="bg1"/>
          </a:solid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乘法减小”</a:t>
            </a:r>
          </a:p>
        </p:txBody>
      </p:sp>
      <p:sp>
        <p:nvSpPr>
          <p:cNvPr id="532602" name="Rectangle 122">
            <a:extLst>
              <a:ext uri="{FF2B5EF4-FFF2-40B4-BE49-F238E27FC236}">
                <a16:creationId xmlns:a16="http://schemas.microsoft.com/office/drawing/2014/main" id="{B1559A00-F2BB-6B4B-B630-6679F72B06F0}"/>
              </a:ext>
            </a:extLst>
          </p:cNvPr>
          <p:cNvSpPr>
            <a:spLocks noChangeArrowheads="1"/>
          </p:cNvSpPr>
          <p:nvPr/>
        </p:nvSpPr>
        <p:spPr bwMode="auto">
          <a:xfrm>
            <a:off x="6150119" y="1334930"/>
            <a:ext cx="1169194" cy="113942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2603" name="Rectangle 123">
            <a:extLst>
              <a:ext uri="{FF2B5EF4-FFF2-40B4-BE49-F238E27FC236}">
                <a16:creationId xmlns:a16="http://schemas.microsoft.com/office/drawing/2014/main" id="{5B9305F2-23E2-0E47-BA91-74DF47FDF515}"/>
              </a:ext>
            </a:extLst>
          </p:cNvPr>
          <p:cNvSpPr>
            <a:spLocks noChangeArrowheads="1"/>
          </p:cNvSpPr>
          <p:nvPr/>
        </p:nvSpPr>
        <p:spPr bwMode="auto">
          <a:xfrm>
            <a:off x="3577179" y="1122998"/>
            <a:ext cx="1631156" cy="113823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2604" name="Rectangle 124">
            <a:extLst>
              <a:ext uri="{FF2B5EF4-FFF2-40B4-BE49-F238E27FC236}">
                <a16:creationId xmlns:a16="http://schemas.microsoft.com/office/drawing/2014/main" id="{851EB992-4109-D54B-A148-D4667A9481D1}"/>
              </a:ext>
            </a:extLst>
          </p:cNvPr>
          <p:cNvSpPr>
            <a:spLocks noChangeArrowheads="1"/>
          </p:cNvSpPr>
          <p:nvPr/>
        </p:nvSpPr>
        <p:spPr bwMode="auto">
          <a:xfrm>
            <a:off x="5371450" y="3288745"/>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2605" name="Rectangle 125">
            <a:extLst>
              <a:ext uri="{FF2B5EF4-FFF2-40B4-BE49-F238E27FC236}">
                <a16:creationId xmlns:a16="http://schemas.microsoft.com/office/drawing/2014/main" id="{D8B05051-EBE0-B546-8718-88E41F9CCFB9}"/>
              </a:ext>
            </a:extLst>
          </p:cNvPr>
          <p:cNvSpPr>
            <a:spLocks noChangeArrowheads="1"/>
          </p:cNvSpPr>
          <p:nvPr/>
        </p:nvSpPr>
        <p:spPr bwMode="auto">
          <a:xfrm>
            <a:off x="2811606" y="3281602"/>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2606" name="Line 126">
            <a:extLst>
              <a:ext uri="{FF2B5EF4-FFF2-40B4-BE49-F238E27FC236}">
                <a16:creationId xmlns:a16="http://schemas.microsoft.com/office/drawing/2014/main" id="{41A0B2CF-B22B-FC4A-9BCE-5E4ABB584B0E}"/>
              </a:ext>
            </a:extLst>
          </p:cNvPr>
          <p:cNvSpPr>
            <a:spLocks noChangeShapeType="1"/>
          </p:cNvSpPr>
          <p:nvPr/>
        </p:nvSpPr>
        <p:spPr bwMode="auto">
          <a:xfrm>
            <a:off x="2805653" y="3275648"/>
            <a:ext cx="4666059" cy="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2607" name="Line 127">
            <a:extLst>
              <a:ext uri="{FF2B5EF4-FFF2-40B4-BE49-F238E27FC236}">
                <a16:creationId xmlns:a16="http://schemas.microsoft.com/office/drawing/2014/main" id="{075339FC-ECEA-6041-8468-E58801E2C5D5}"/>
              </a:ext>
            </a:extLst>
          </p:cNvPr>
          <p:cNvSpPr>
            <a:spLocks noChangeShapeType="1"/>
          </p:cNvSpPr>
          <p:nvPr/>
        </p:nvSpPr>
        <p:spPr bwMode="auto">
          <a:xfrm>
            <a:off x="3003297" y="3217307"/>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08" name="Line 128">
            <a:extLst>
              <a:ext uri="{FF2B5EF4-FFF2-40B4-BE49-F238E27FC236}">
                <a16:creationId xmlns:a16="http://schemas.microsoft.com/office/drawing/2014/main" id="{CB848DB7-E839-0F43-BCE6-0A42A17EF8F3}"/>
              </a:ext>
            </a:extLst>
          </p:cNvPr>
          <p:cNvSpPr>
            <a:spLocks noChangeShapeType="1"/>
          </p:cNvSpPr>
          <p:nvPr/>
        </p:nvSpPr>
        <p:spPr bwMode="auto">
          <a:xfrm>
            <a:off x="3199750"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09" name="Line 129">
            <a:extLst>
              <a:ext uri="{FF2B5EF4-FFF2-40B4-BE49-F238E27FC236}">
                <a16:creationId xmlns:a16="http://schemas.microsoft.com/office/drawing/2014/main" id="{18E66221-61BF-D749-986E-54B48C2A35DA}"/>
              </a:ext>
            </a:extLst>
          </p:cNvPr>
          <p:cNvSpPr>
            <a:spLocks noChangeShapeType="1"/>
          </p:cNvSpPr>
          <p:nvPr/>
        </p:nvSpPr>
        <p:spPr bwMode="auto">
          <a:xfrm>
            <a:off x="3397394"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10" name="Line 130">
            <a:extLst>
              <a:ext uri="{FF2B5EF4-FFF2-40B4-BE49-F238E27FC236}">
                <a16:creationId xmlns:a16="http://schemas.microsoft.com/office/drawing/2014/main" id="{6D462425-2251-2C4D-8E8D-C8D53696FC6A}"/>
              </a:ext>
            </a:extLst>
          </p:cNvPr>
          <p:cNvSpPr>
            <a:spLocks noChangeShapeType="1"/>
          </p:cNvSpPr>
          <p:nvPr/>
        </p:nvSpPr>
        <p:spPr bwMode="auto">
          <a:xfrm>
            <a:off x="3593847"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11" name="Line 131">
            <a:extLst>
              <a:ext uri="{FF2B5EF4-FFF2-40B4-BE49-F238E27FC236}">
                <a16:creationId xmlns:a16="http://schemas.microsoft.com/office/drawing/2014/main" id="{DC31E5A6-C9C3-BA46-9568-DC2742CDEEC2}"/>
              </a:ext>
            </a:extLst>
          </p:cNvPr>
          <p:cNvSpPr>
            <a:spLocks noChangeShapeType="1"/>
          </p:cNvSpPr>
          <p:nvPr/>
        </p:nvSpPr>
        <p:spPr bwMode="auto">
          <a:xfrm>
            <a:off x="3791491"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12" name="Line 132">
            <a:extLst>
              <a:ext uri="{FF2B5EF4-FFF2-40B4-BE49-F238E27FC236}">
                <a16:creationId xmlns:a16="http://schemas.microsoft.com/office/drawing/2014/main" id="{79E6614C-CBF3-EC43-875B-3A85BDAA45B5}"/>
              </a:ext>
            </a:extLst>
          </p:cNvPr>
          <p:cNvSpPr>
            <a:spLocks noChangeShapeType="1"/>
          </p:cNvSpPr>
          <p:nvPr/>
        </p:nvSpPr>
        <p:spPr bwMode="auto">
          <a:xfrm>
            <a:off x="3989135"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13" name="Line 133">
            <a:extLst>
              <a:ext uri="{FF2B5EF4-FFF2-40B4-BE49-F238E27FC236}">
                <a16:creationId xmlns:a16="http://schemas.microsoft.com/office/drawing/2014/main" id="{B62BBBE5-1252-B24A-A419-9F37E127FF87}"/>
              </a:ext>
            </a:extLst>
          </p:cNvPr>
          <p:cNvSpPr>
            <a:spLocks noChangeShapeType="1"/>
          </p:cNvSpPr>
          <p:nvPr/>
        </p:nvSpPr>
        <p:spPr bwMode="auto">
          <a:xfrm>
            <a:off x="4185587"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14" name="Line 134">
            <a:extLst>
              <a:ext uri="{FF2B5EF4-FFF2-40B4-BE49-F238E27FC236}">
                <a16:creationId xmlns:a16="http://schemas.microsoft.com/office/drawing/2014/main" id="{91FAFDA9-003F-0E4B-A0A9-8FE36C84210A}"/>
              </a:ext>
            </a:extLst>
          </p:cNvPr>
          <p:cNvSpPr>
            <a:spLocks noChangeShapeType="1"/>
          </p:cNvSpPr>
          <p:nvPr/>
        </p:nvSpPr>
        <p:spPr bwMode="auto">
          <a:xfrm>
            <a:off x="4383231"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15" name="Line 135">
            <a:extLst>
              <a:ext uri="{FF2B5EF4-FFF2-40B4-BE49-F238E27FC236}">
                <a16:creationId xmlns:a16="http://schemas.microsoft.com/office/drawing/2014/main" id="{72DA7224-0020-A147-8440-55AFF98A2BFE}"/>
              </a:ext>
            </a:extLst>
          </p:cNvPr>
          <p:cNvSpPr>
            <a:spLocks noChangeShapeType="1"/>
          </p:cNvSpPr>
          <p:nvPr/>
        </p:nvSpPr>
        <p:spPr bwMode="auto">
          <a:xfrm>
            <a:off x="4579685"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16" name="Line 136">
            <a:extLst>
              <a:ext uri="{FF2B5EF4-FFF2-40B4-BE49-F238E27FC236}">
                <a16:creationId xmlns:a16="http://schemas.microsoft.com/office/drawing/2014/main" id="{F25B5021-E283-B048-BD53-1575EB363A47}"/>
              </a:ext>
            </a:extLst>
          </p:cNvPr>
          <p:cNvSpPr>
            <a:spLocks noChangeShapeType="1"/>
          </p:cNvSpPr>
          <p:nvPr/>
        </p:nvSpPr>
        <p:spPr bwMode="auto">
          <a:xfrm>
            <a:off x="4777328"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17" name="Line 137">
            <a:extLst>
              <a:ext uri="{FF2B5EF4-FFF2-40B4-BE49-F238E27FC236}">
                <a16:creationId xmlns:a16="http://schemas.microsoft.com/office/drawing/2014/main" id="{96F56B68-E693-8343-8DB5-81A1E4A58C73}"/>
              </a:ext>
            </a:extLst>
          </p:cNvPr>
          <p:cNvSpPr>
            <a:spLocks noChangeShapeType="1"/>
          </p:cNvSpPr>
          <p:nvPr/>
        </p:nvSpPr>
        <p:spPr bwMode="auto">
          <a:xfrm>
            <a:off x="4974972"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18" name="Line 138">
            <a:extLst>
              <a:ext uri="{FF2B5EF4-FFF2-40B4-BE49-F238E27FC236}">
                <a16:creationId xmlns:a16="http://schemas.microsoft.com/office/drawing/2014/main" id="{DBEE5ACE-9A71-D04B-94B3-502CE76F3525}"/>
              </a:ext>
            </a:extLst>
          </p:cNvPr>
          <p:cNvSpPr>
            <a:spLocks noChangeShapeType="1"/>
          </p:cNvSpPr>
          <p:nvPr/>
        </p:nvSpPr>
        <p:spPr bwMode="auto">
          <a:xfrm>
            <a:off x="5171425"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19" name="Line 139">
            <a:extLst>
              <a:ext uri="{FF2B5EF4-FFF2-40B4-BE49-F238E27FC236}">
                <a16:creationId xmlns:a16="http://schemas.microsoft.com/office/drawing/2014/main" id="{1475F82C-BC63-8B4B-9C75-7B74C07CE1E6}"/>
              </a:ext>
            </a:extLst>
          </p:cNvPr>
          <p:cNvSpPr>
            <a:spLocks noChangeShapeType="1"/>
          </p:cNvSpPr>
          <p:nvPr/>
        </p:nvSpPr>
        <p:spPr bwMode="auto">
          <a:xfrm>
            <a:off x="5369069"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20" name="Line 140">
            <a:extLst>
              <a:ext uri="{FF2B5EF4-FFF2-40B4-BE49-F238E27FC236}">
                <a16:creationId xmlns:a16="http://schemas.microsoft.com/office/drawing/2014/main" id="{AECDA0E1-5AEF-C546-AB07-61A77D32BA24}"/>
              </a:ext>
            </a:extLst>
          </p:cNvPr>
          <p:cNvSpPr>
            <a:spLocks noChangeShapeType="1"/>
          </p:cNvSpPr>
          <p:nvPr/>
        </p:nvSpPr>
        <p:spPr bwMode="auto">
          <a:xfrm>
            <a:off x="5565522" y="3217307"/>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21" name="Line 141">
            <a:extLst>
              <a:ext uri="{FF2B5EF4-FFF2-40B4-BE49-F238E27FC236}">
                <a16:creationId xmlns:a16="http://schemas.microsoft.com/office/drawing/2014/main" id="{1B209366-5FA6-7147-AE67-151DFD3DA4FF}"/>
              </a:ext>
            </a:extLst>
          </p:cNvPr>
          <p:cNvSpPr>
            <a:spLocks noChangeShapeType="1"/>
          </p:cNvSpPr>
          <p:nvPr/>
        </p:nvSpPr>
        <p:spPr bwMode="auto">
          <a:xfrm>
            <a:off x="5763166"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22" name="Line 142">
            <a:extLst>
              <a:ext uri="{FF2B5EF4-FFF2-40B4-BE49-F238E27FC236}">
                <a16:creationId xmlns:a16="http://schemas.microsoft.com/office/drawing/2014/main" id="{6B959FD3-3C16-3449-BA53-91ACF92710B3}"/>
              </a:ext>
            </a:extLst>
          </p:cNvPr>
          <p:cNvSpPr>
            <a:spLocks noChangeShapeType="1"/>
          </p:cNvSpPr>
          <p:nvPr/>
        </p:nvSpPr>
        <p:spPr bwMode="auto">
          <a:xfrm>
            <a:off x="5960810"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23" name="Line 143">
            <a:extLst>
              <a:ext uri="{FF2B5EF4-FFF2-40B4-BE49-F238E27FC236}">
                <a16:creationId xmlns:a16="http://schemas.microsoft.com/office/drawing/2014/main" id="{4ABBE481-FA4F-A744-9C6C-75362C219E43}"/>
              </a:ext>
            </a:extLst>
          </p:cNvPr>
          <p:cNvSpPr>
            <a:spLocks noChangeShapeType="1"/>
          </p:cNvSpPr>
          <p:nvPr/>
        </p:nvSpPr>
        <p:spPr bwMode="auto">
          <a:xfrm>
            <a:off x="6157262"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24" name="Line 144">
            <a:extLst>
              <a:ext uri="{FF2B5EF4-FFF2-40B4-BE49-F238E27FC236}">
                <a16:creationId xmlns:a16="http://schemas.microsoft.com/office/drawing/2014/main" id="{F52B065F-E22D-AF42-BE32-1ECCC83F4141}"/>
              </a:ext>
            </a:extLst>
          </p:cNvPr>
          <p:cNvSpPr>
            <a:spLocks noChangeShapeType="1"/>
          </p:cNvSpPr>
          <p:nvPr/>
        </p:nvSpPr>
        <p:spPr bwMode="auto">
          <a:xfrm>
            <a:off x="6354906"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25" name="Line 145">
            <a:extLst>
              <a:ext uri="{FF2B5EF4-FFF2-40B4-BE49-F238E27FC236}">
                <a16:creationId xmlns:a16="http://schemas.microsoft.com/office/drawing/2014/main" id="{D438D50D-42DB-2549-8D40-E12729D24DE7}"/>
              </a:ext>
            </a:extLst>
          </p:cNvPr>
          <p:cNvSpPr>
            <a:spLocks noChangeShapeType="1"/>
          </p:cNvSpPr>
          <p:nvPr/>
        </p:nvSpPr>
        <p:spPr bwMode="auto">
          <a:xfrm>
            <a:off x="6551360"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26" name="Line 146">
            <a:extLst>
              <a:ext uri="{FF2B5EF4-FFF2-40B4-BE49-F238E27FC236}">
                <a16:creationId xmlns:a16="http://schemas.microsoft.com/office/drawing/2014/main" id="{307FDF5A-7079-A449-A79F-78FB26EAD5A2}"/>
              </a:ext>
            </a:extLst>
          </p:cNvPr>
          <p:cNvSpPr>
            <a:spLocks noChangeShapeType="1"/>
          </p:cNvSpPr>
          <p:nvPr/>
        </p:nvSpPr>
        <p:spPr bwMode="auto">
          <a:xfrm>
            <a:off x="6749003"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27" name="Line 147">
            <a:extLst>
              <a:ext uri="{FF2B5EF4-FFF2-40B4-BE49-F238E27FC236}">
                <a16:creationId xmlns:a16="http://schemas.microsoft.com/office/drawing/2014/main" id="{D9DC0A9D-EB03-5047-91D1-688D4564BD44}"/>
              </a:ext>
            </a:extLst>
          </p:cNvPr>
          <p:cNvSpPr>
            <a:spLocks noChangeShapeType="1"/>
          </p:cNvSpPr>
          <p:nvPr/>
        </p:nvSpPr>
        <p:spPr bwMode="auto">
          <a:xfrm>
            <a:off x="6946647"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28" name="Line 148">
            <a:extLst>
              <a:ext uri="{FF2B5EF4-FFF2-40B4-BE49-F238E27FC236}">
                <a16:creationId xmlns:a16="http://schemas.microsoft.com/office/drawing/2014/main" id="{75916D35-EB72-EA4C-B679-A47EB4C85557}"/>
              </a:ext>
            </a:extLst>
          </p:cNvPr>
          <p:cNvSpPr>
            <a:spLocks noChangeShapeType="1"/>
          </p:cNvSpPr>
          <p:nvPr/>
        </p:nvSpPr>
        <p:spPr bwMode="auto">
          <a:xfrm>
            <a:off x="7143100" y="3160157"/>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29" name="Line 149">
            <a:extLst>
              <a:ext uri="{FF2B5EF4-FFF2-40B4-BE49-F238E27FC236}">
                <a16:creationId xmlns:a16="http://schemas.microsoft.com/office/drawing/2014/main" id="{35DA951A-7244-A34C-85B8-39C497B69F1B}"/>
              </a:ext>
            </a:extLst>
          </p:cNvPr>
          <p:cNvSpPr>
            <a:spLocks noChangeShapeType="1"/>
          </p:cNvSpPr>
          <p:nvPr/>
        </p:nvSpPr>
        <p:spPr bwMode="auto">
          <a:xfrm>
            <a:off x="2805654" y="2986326"/>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30" name="Line 150">
            <a:extLst>
              <a:ext uri="{FF2B5EF4-FFF2-40B4-BE49-F238E27FC236}">
                <a16:creationId xmlns:a16="http://schemas.microsoft.com/office/drawing/2014/main" id="{6CBE49A2-CEC1-A547-B597-1949BCF4DB30}"/>
              </a:ext>
            </a:extLst>
          </p:cNvPr>
          <p:cNvSpPr>
            <a:spLocks noChangeShapeType="1"/>
          </p:cNvSpPr>
          <p:nvPr/>
        </p:nvSpPr>
        <p:spPr bwMode="auto">
          <a:xfrm>
            <a:off x="2805654" y="2695814"/>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31" name="Line 151">
            <a:extLst>
              <a:ext uri="{FF2B5EF4-FFF2-40B4-BE49-F238E27FC236}">
                <a16:creationId xmlns:a16="http://schemas.microsoft.com/office/drawing/2014/main" id="{37C4D392-FB7E-2343-92FD-36CCD7A5E434}"/>
              </a:ext>
            </a:extLst>
          </p:cNvPr>
          <p:cNvSpPr>
            <a:spLocks noChangeShapeType="1"/>
          </p:cNvSpPr>
          <p:nvPr/>
        </p:nvSpPr>
        <p:spPr bwMode="auto">
          <a:xfrm>
            <a:off x="2805654" y="2406492"/>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32" name="Line 152">
            <a:extLst>
              <a:ext uri="{FF2B5EF4-FFF2-40B4-BE49-F238E27FC236}">
                <a16:creationId xmlns:a16="http://schemas.microsoft.com/office/drawing/2014/main" id="{2AFB1C4D-6E9B-7243-961B-8221A290A528}"/>
              </a:ext>
            </a:extLst>
          </p:cNvPr>
          <p:cNvSpPr>
            <a:spLocks noChangeShapeType="1"/>
          </p:cNvSpPr>
          <p:nvPr/>
        </p:nvSpPr>
        <p:spPr bwMode="auto">
          <a:xfrm>
            <a:off x="2805654" y="2117170"/>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33" name="Line 153">
            <a:extLst>
              <a:ext uri="{FF2B5EF4-FFF2-40B4-BE49-F238E27FC236}">
                <a16:creationId xmlns:a16="http://schemas.microsoft.com/office/drawing/2014/main" id="{0D94895C-6161-DE47-96FA-1E22A1ABA299}"/>
              </a:ext>
            </a:extLst>
          </p:cNvPr>
          <p:cNvSpPr>
            <a:spLocks noChangeShapeType="1"/>
          </p:cNvSpPr>
          <p:nvPr/>
        </p:nvSpPr>
        <p:spPr bwMode="auto">
          <a:xfrm>
            <a:off x="2805654" y="1827848"/>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34" name="Line 154">
            <a:extLst>
              <a:ext uri="{FF2B5EF4-FFF2-40B4-BE49-F238E27FC236}">
                <a16:creationId xmlns:a16="http://schemas.microsoft.com/office/drawing/2014/main" id="{1275AF45-698F-D443-AC58-09327C42980A}"/>
              </a:ext>
            </a:extLst>
          </p:cNvPr>
          <p:cNvSpPr>
            <a:spLocks noChangeShapeType="1"/>
          </p:cNvSpPr>
          <p:nvPr/>
        </p:nvSpPr>
        <p:spPr bwMode="auto">
          <a:xfrm>
            <a:off x="2805654" y="1537336"/>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35" name="Text Box 155">
            <a:extLst>
              <a:ext uri="{FF2B5EF4-FFF2-40B4-BE49-F238E27FC236}">
                <a16:creationId xmlns:a16="http://schemas.microsoft.com/office/drawing/2014/main" id="{902C55AD-246E-BA43-9D48-FAB5D89BD460}"/>
              </a:ext>
            </a:extLst>
          </p:cNvPr>
          <p:cNvSpPr txBox="1">
            <a:spLocks noChangeArrowheads="1"/>
          </p:cNvSpPr>
          <p:nvPr/>
        </p:nvSpPr>
        <p:spPr bwMode="auto">
          <a:xfrm>
            <a:off x="3068781" y="3292318"/>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a:t>
            </a:r>
          </a:p>
        </p:txBody>
      </p:sp>
      <p:sp>
        <p:nvSpPr>
          <p:cNvPr id="532636" name="Text Box 156">
            <a:extLst>
              <a:ext uri="{FF2B5EF4-FFF2-40B4-BE49-F238E27FC236}">
                <a16:creationId xmlns:a16="http://schemas.microsoft.com/office/drawing/2014/main" id="{0CC5E3A2-FBC8-C540-AF6F-52F4438F0699}"/>
              </a:ext>
            </a:extLst>
          </p:cNvPr>
          <p:cNvSpPr txBox="1">
            <a:spLocks noChangeArrowheads="1"/>
          </p:cNvSpPr>
          <p:nvPr/>
        </p:nvSpPr>
        <p:spPr bwMode="auto">
          <a:xfrm>
            <a:off x="3462878" y="3292318"/>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2637" name="Text Box 157">
            <a:extLst>
              <a:ext uri="{FF2B5EF4-FFF2-40B4-BE49-F238E27FC236}">
                <a16:creationId xmlns:a16="http://schemas.microsoft.com/office/drawing/2014/main" id="{B486D5C0-75DB-BF46-B941-B153E94A5FFC}"/>
              </a:ext>
            </a:extLst>
          </p:cNvPr>
          <p:cNvSpPr txBox="1">
            <a:spLocks noChangeArrowheads="1"/>
          </p:cNvSpPr>
          <p:nvPr/>
        </p:nvSpPr>
        <p:spPr bwMode="auto">
          <a:xfrm>
            <a:off x="3856975" y="3292318"/>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6</a:t>
            </a:r>
          </a:p>
        </p:txBody>
      </p:sp>
      <p:sp>
        <p:nvSpPr>
          <p:cNvPr id="532638" name="Text Box 158">
            <a:extLst>
              <a:ext uri="{FF2B5EF4-FFF2-40B4-BE49-F238E27FC236}">
                <a16:creationId xmlns:a16="http://schemas.microsoft.com/office/drawing/2014/main" id="{267FB6BF-8A6F-0241-AA9F-FBD8096C586A}"/>
              </a:ext>
            </a:extLst>
          </p:cNvPr>
          <p:cNvSpPr txBox="1">
            <a:spLocks noChangeArrowheads="1"/>
          </p:cNvSpPr>
          <p:nvPr/>
        </p:nvSpPr>
        <p:spPr bwMode="auto">
          <a:xfrm>
            <a:off x="4262978" y="3292318"/>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2639" name="Text Box 159">
            <a:extLst>
              <a:ext uri="{FF2B5EF4-FFF2-40B4-BE49-F238E27FC236}">
                <a16:creationId xmlns:a16="http://schemas.microsoft.com/office/drawing/2014/main" id="{5DBF1265-A817-3B48-87BC-F3417275E769}"/>
              </a:ext>
            </a:extLst>
          </p:cNvPr>
          <p:cNvSpPr txBox="1">
            <a:spLocks noChangeArrowheads="1"/>
          </p:cNvSpPr>
          <p:nvPr/>
        </p:nvSpPr>
        <p:spPr bwMode="auto">
          <a:xfrm>
            <a:off x="4591591" y="3292318"/>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10</a:t>
            </a:r>
          </a:p>
        </p:txBody>
      </p:sp>
      <p:sp>
        <p:nvSpPr>
          <p:cNvPr id="532640" name="Text Box 160">
            <a:extLst>
              <a:ext uri="{FF2B5EF4-FFF2-40B4-BE49-F238E27FC236}">
                <a16:creationId xmlns:a16="http://schemas.microsoft.com/office/drawing/2014/main" id="{144E5AD5-F921-6740-B3C6-C84221651592}"/>
              </a:ext>
            </a:extLst>
          </p:cNvPr>
          <p:cNvSpPr txBox="1">
            <a:spLocks noChangeArrowheads="1"/>
          </p:cNvSpPr>
          <p:nvPr/>
        </p:nvSpPr>
        <p:spPr bwMode="auto">
          <a:xfrm>
            <a:off x="5017835" y="3292318"/>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2641" name="Text Box 161">
            <a:extLst>
              <a:ext uri="{FF2B5EF4-FFF2-40B4-BE49-F238E27FC236}">
                <a16:creationId xmlns:a16="http://schemas.microsoft.com/office/drawing/2014/main" id="{BD596CE2-3BDA-134D-89D3-6B01452D58D6}"/>
              </a:ext>
            </a:extLst>
          </p:cNvPr>
          <p:cNvSpPr txBox="1">
            <a:spLocks noChangeArrowheads="1"/>
          </p:cNvSpPr>
          <p:nvPr/>
        </p:nvSpPr>
        <p:spPr bwMode="auto">
          <a:xfrm>
            <a:off x="5390500" y="3292318"/>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14</a:t>
            </a:r>
          </a:p>
        </p:txBody>
      </p:sp>
      <p:sp>
        <p:nvSpPr>
          <p:cNvPr id="532642" name="Text Box 162">
            <a:extLst>
              <a:ext uri="{FF2B5EF4-FFF2-40B4-BE49-F238E27FC236}">
                <a16:creationId xmlns:a16="http://schemas.microsoft.com/office/drawing/2014/main" id="{101F0793-05E8-314A-A1C0-F387E18E6695}"/>
              </a:ext>
            </a:extLst>
          </p:cNvPr>
          <p:cNvSpPr txBox="1">
            <a:spLocks noChangeArrowheads="1"/>
          </p:cNvSpPr>
          <p:nvPr/>
        </p:nvSpPr>
        <p:spPr bwMode="auto">
          <a:xfrm>
            <a:off x="5784597" y="3292318"/>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2643" name="Text Box 163">
            <a:extLst>
              <a:ext uri="{FF2B5EF4-FFF2-40B4-BE49-F238E27FC236}">
                <a16:creationId xmlns:a16="http://schemas.microsoft.com/office/drawing/2014/main" id="{9BEB2751-A0BF-394A-811D-D60884D59BAE}"/>
              </a:ext>
            </a:extLst>
          </p:cNvPr>
          <p:cNvSpPr txBox="1">
            <a:spLocks noChangeArrowheads="1"/>
          </p:cNvSpPr>
          <p:nvPr/>
        </p:nvSpPr>
        <p:spPr bwMode="auto">
          <a:xfrm>
            <a:off x="6201316" y="3292318"/>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18</a:t>
            </a:r>
          </a:p>
        </p:txBody>
      </p:sp>
      <p:sp>
        <p:nvSpPr>
          <p:cNvPr id="532644" name="Text Box 164">
            <a:extLst>
              <a:ext uri="{FF2B5EF4-FFF2-40B4-BE49-F238E27FC236}">
                <a16:creationId xmlns:a16="http://schemas.microsoft.com/office/drawing/2014/main" id="{A78275FA-44E7-3149-8F09-4CF386353D25}"/>
              </a:ext>
            </a:extLst>
          </p:cNvPr>
          <p:cNvSpPr txBox="1">
            <a:spLocks noChangeArrowheads="1"/>
          </p:cNvSpPr>
          <p:nvPr/>
        </p:nvSpPr>
        <p:spPr bwMode="auto">
          <a:xfrm>
            <a:off x="6595412" y="3292318"/>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2645" name="Text Box 165">
            <a:extLst>
              <a:ext uri="{FF2B5EF4-FFF2-40B4-BE49-F238E27FC236}">
                <a16:creationId xmlns:a16="http://schemas.microsoft.com/office/drawing/2014/main" id="{03FEC412-CAEC-E146-8006-40B0442A6DBA}"/>
              </a:ext>
            </a:extLst>
          </p:cNvPr>
          <p:cNvSpPr txBox="1">
            <a:spLocks noChangeArrowheads="1"/>
          </p:cNvSpPr>
          <p:nvPr/>
        </p:nvSpPr>
        <p:spPr bwMode="auto">
          <a:xfrm>
            <a:off x="2706831" y="3292318"/>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2646" name="Text Box 166">
            <a:extLst>
              <a:ext uri="{FF2B5EF4-FFF2-40B4-BE49-F238E27FC236}">
                <a16:creationId xmlns:a16="http://schemas.microsoft.com/office/drawing/2014/main" id="{B7932B10-EE20-CD4F-9216-75076AF039C6}"/>
              </a:ext>
            </a:extLst>
          </p:cNvPr>
          <p:cNvSpPr txBox="1">
            <a:spLocks noChangeArrowheads="1"/>
          </p:cNvSpPr>
          <p:nvPr/>
        </p:nvSpPr>
        <p:spPr bwMode="auto">
          <a:xfrm>
            <a:off x="2575862" y="3118486"/>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2647" name="Text Box 167">
            <a:extLst>
              <a:ext uri="{FF2B5EF4-FFF2-40B4-BE49-F238E27FC236}">
                <a16:creationId xmlns:a16="http://schemas.microsoft.com/office/drawing/2014/main" id="{EB552E28-870F-BA40-AB3D-06422BCC79CD}"/>
              </a:ext>
            </a:extLst>
          </p:cNvPr>
          <p:cNvSpPr txBox="1">
            <a:spLocks noChangeArrowheads="1"/>
          </p:cNvSpPr>
          <p:nvPr/>
        </p:nvSpPr>
        <p:spPr bwMode="auto">
          <a:xfrm>
            <a:off x="2575862" y="282916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2648" name="Text Box 168">
            <a:extLst>
              <a:ext uri="{FF2B5EF4-FFF2-40B4-BE49-F238E27FC236}">
                <a16:creationId xmlns:a16="http://schemas.microsoft.com/office/drawing/2014/main" id="{0CDDA8A7-A076-8844-BB6F-6846BC939A91}"/>
              </a:ext>
            </a:extLst>
          </p:cNvPr>
          <p:cNvSpPr txBox="1">
            <a:spLocks noChangeArrowheads="1"/>
          </p:cNvSpPr>
          <p:nvPr/>
        </p:nvSpPr>
        <p:spPr bwMode="auto">
          <a:xfrm>
            <a:off x="2575862" y="2549368"/>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2649" name="Text Box 169">
            <a:extLst>
              <a:ext uri="{FF2B5EF4-FFF2-40B4-BE49-F238E27FC236}">
                <a16:creationId xmlns:a16="http://schemas.microsoft.com/office/drawing/2014/main" id="{7599BA11-7B0F-C84E-8148-1A8467B5EDBA}"/>
              </a:ext>
            </a:extLst>
          </p:cNvPr>
          <p:cNvSpPr txBox="1">
            <a:spLocks noChangeArrowheads="1"/>
          </p:cNvSpPr>
          <p:nvPr/>
        </p:nvSpPr>
        <p:spPr bwMode="auto">
          <a:xfrm>
            <a:off x="2477041" y="2269570"/>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2650" name="Text Box 170">
            <a:extLst>
              <a:ext uri="{FF2B5EF4-FFF2-40B4-BE49-F238E27FC236}">
                <a16:creationId xmlns:a16="http://schemas.microsoft.com/office/drawing/2014/main" id="{C128DF6D-BBFB-3349-890E-F7A1756EC126}"/>
              </a:ext>
            </a:extLst>
          </p:cNvPr>
          <p:cNvSpPr txBox="1">
            <a:spLocks noChangeArrowheads="1"/>
          </p:cNvSpPr>
          <p:nvPr/>
        </p:nvSpPr>
        <p:spPr bwMode="auto">
          <a:xfrm>
            <a:off x="2477041" y="1699261"/>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2651" name="Text Box 171">
            <a:extLst>
              <a:ext uri="{FF2B5EF4-FFF2-40B4-BE49-F238E27FC236}">
                <a16:creationId xmlns:a16="http://schemas.microsoft.com/office/drawing/2014/main" id="{AAB3D0D0-2DE3-D842-9E9E-9FA0C0D342F1}"/>
              </a:ext>
            </a:extLst>
          </p:cNvPr>
          <p:cNvSpPr txBox="1">
            <a:spLocks noChangeArrowheads="1"/>
          </p:cNvSpPr>
          <p:nvPr/>
        </p:nvSpPr>
        <p:spPr bwMode="auto">
          <a:xfrm>
            <a:off x="2477041" y="140993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24</a:t>
            </a:r>
          </a:p>
        </p:txBody>
      </p:sp>
      <p:sp>
        <p:nvSpPr>
          <p:cNvPr id="532652" name="Oval 172">
            <a:extLst>
              <a:ext uri="{FF2B5EF4-FFF2-40B4-BE49-F238E27FC236}">
                <a16:creationId xmlns:a16="http://schemas.microsoft.com/office/drawing/2014/main" id="{97CC21D7-CDC5-D649-88D7-1D091B1092C7}"/>
              </a:ext>
            </a:extLst>
          </p:cNvPr>
          <p:cNvSpPr>
            <a:spLocks noChangeArrowheads="1"/>
          </p:cNvSpPr>
          <p:nvPr/>
        </p:nvSpPr>
        <p:spPr bwMode="auto">
          <a:xfrm>
            <a:off x="3355723" y="2667239"/>
            <a:ext cx="7739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53" name="Oval 173">
            <a:extLst>
              <a:ext uri="{FF2B5EF4-FFF2-40B4-BE49-F238E27FC236}">
                <a16:creationId xmlns:a16="http://schemas.microsoft.com/office/drawing/2014/main" id="{655E2DFD-45EE-8A46-A7EA-7A9049E1646B}"/>
              </a:ext>
            </a:extLst>
          </p:cNvPr>
          <p:cNvSpPr>
            <a:spLocks noChangeArrowheads="1"/>
          </p:cNvSpPr>
          <p:nvPr/>
        </p:nvSpPr>
        <p:spPr bwMode="auto">
          <a:xfrm>
            <a:off x="3159269" y="2956561"/>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54" name="Oval 174">
            <a:extLst>
              <a:ext uri="{FF2B5EF4-FFF2-40B4-BE49-F238E27FC236}">
                <a16:creationId xmlns:a16="http://schemas.microsoft.com/office/drawing/2014/main" id="{EEA0FA27-3104-104F-9C00-3BF8E4EFD66B}"/>
              </a:ext>
            </a:extLst>
          </p:cNvPr>
          <p:cNvSpPr>
            <a:spLocks noChangeArrowheads="1"/>
          </p:cNvSpPr>
          <p:nvPr/>
        </p:nvSpPr>
        <p:spPr bwMode="auto">
          <a:xfrm>
            <a:off x="2773506" y="314468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55" name="Oval 175">
            <a:extLst>
              <a:ext uri="{FF2B5EF4-FFF2-40B4-BE49-F238E27FC236}">
                <a16:creationId xmlns:a16="http://schemas.microsoft.com/office/drawing/2014/main" id="{59CBEAAA-77BF-0943-A0D3-AFE3147F28E4}"/>
              </a:ext>
            </a:extLst>
          </p:cNvPr>
          <p:cNvSpPr>
            <a:spLocks noChangeArrowheads="1"/>
          </p:cNvSpPr>
          <p:nvPr/>
        </p:nvSpPr>
        <p:spPr bwMode="auto">
          <a:xfrm>
            <a:off x="2953291" y="3094674"/>
            <a:ext cx="7739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56" name="Oval 176">
            <a:extLst>
              <a:ext uri="{FF2B5EF4-FFF2-40B4-BE49-F238E27FC236}">
                <a16:creationId xmlns:a16="http://schemas.microsoft.com/office/drawing/2014/main" id="{FDB4AC5B-CB45-5E41-98CC-932C7E0D77C2}"/>
              </a:ext>
            </a:extLst>
          </p:cNvPr>
          <p:cNvSpPr>
            <a:spLocks noChangeArrowheads="1"/>
          </p:cNvSpPr>
          <p:nvPr/>
        </p:nvSpPr>
        <p:spPr bwMode="auto">
          <a:xfrm>
            <a:off x="3553366" y="2085024"/>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57" name="Oval 177">
            <a:extLst>
              <a:ext uri="{FF2B5EF4-FFF2-40B4-BE49-F238E27FC236}">
                <a16:creationId xmlns:a16="http://schemas.microsoft.com/office/drawing/2014/main" id="{48808B55-2610-3441-AA81-42BD2EF29454}"/>
              </a:ext>
            </a:extLst>
          </p:cNvPr>
          <p:cNvSpPr>
            <a:spLocks noChangeArrowheads="1"/>
          </p:cNvSpPr>
          <p:nvPr/>
        </p:nvSpPr>
        <p:spPr bwMode="auto">
          <a:xfrm>
            <a:off x="3751010" y="2008823"/>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58" name="Oval 178">
            <a:extLst>
              <a:ext uri="{FF2B5EF4-FFF2-40B4-BE49-F238E27FC236}">
                <a16:creationId xmlns:a16="http://schemas.microsoft.com/office/drawing/2014/main" id="{2CB56E56-7156-514C-B3AF-D6AD69E1E77A}"/>
              </a:ext>
            </a:extLst>
          </p:cNvPr>
          <p:cNvSpPr>
            <a:spLocks noChangeArrowheads="1"/>
          </p:cNvSpPr>
          <p:nvPr/>
        </p:nvSpPr>
        <p:spPr bwMode="auto">
          <a:xfrm>
            <a:off x="3947462" y="1939768"/>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59" name="Oval 179">
            <a:extLst>
              <a:ext uri="{FF2B5EF4-FFF2-40B4-BE49-F238E27FC236}">
                <a16:creationId xmlns:a16="http://schemas.microsoft.com/office/drawing/2014/main" id="{367938A4-0F37-2F47-9088-52CA4BAE8AC1}"/>
              </a:ext>
            </a:extLst>
          </p:cNvPr>
          <p:cNvSpPr>
            <a:spLocks noChangeArrowheads="1"/>
          </p:cNvSpPr>
          <p:nvPr/>
        </p:nvSpPr>
        <p:spPr bwMode="auto">
          <a:xfrm>
            <a:off x="4346322" y="1794511"/>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60" name="Oval 180">
            <a:extLst>
              <a:ext uri="{FF2B5EF4-FFF2-40B4-BE49-F238E27FC236}">
                <a16:creationId xmlns:a16="http://schemas.microsoft.com/office/drawing/2014/main" id="{7787340F-6C26-6A41-893A-B56BA3F6134B}"/>
              </a:ext>
            </a:extLst>
          </p:cNvPr>
          <p:cNvSpPr>
            <a:spLocks noChangeArrowheads="1"/>
          </p:cNvSpPr>
          <p:nvPr/>
        </p:nvSpPr>
        <p:spPr bwMode="auto">
          <a:xfrm>
            <a:off x="4145106" y="1867139"/>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61" name="Oval 181">
            <a:extLst>
              <a:ext uri="{FF2B5EF4-FFF2-40B4-BE49-F238E27FC236}">
                <a16:creationId xmlns:a16="http://schemas.microsoft.com/office/drawing/2014/main" id="{6620CD93-4EF4-B44A-9F61-8A8005D8EBD2}"/>
              </a:ext>
            </a:extLst>
          </p:cNvPr>
          <p:cNvSpPr>
            <a:spLocks noChangeArrowheads="1"/>
          </p:cNvSpPr>
          <p:nvPr/>
        </p:nvSpPr>
        <p:spPr bwMode="auto">
          <a:xfrm>
            <a:off x="4542775" y="1721882"/>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62" name="Oval 182">
            <a:extLst>
              <a:ext uri="{FF2B5EF4-FFF2-40B4-BE49-F238E27FC236}">
                <a16:creationId xmlns:a16="http://schemas.microsoft.com/office/drawing/2014/main" id="{24D4F14D-1E44-8548-9DA5-AA1072715769}"/>
              </a:ext>
            </a:extLst>
          </p:cNvPr>
          <p:cNvSpPr>
            <a:spLocks noChangeArrowheads="1"/>
          </p:cNvSpPr>
          <p:nvPr/>
        </p:nvSpPr>
        <p:spPr bwMode="auto">
          <a:xfrm>
            <a:off x="4736847" y="1654017"/>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63" name="Oval 183">
            <a:extLst>
              <a:ext uri="{FF2B5EF4-FFF2-40B4-BE49-F238E27FC236}">
                <a16:creationId xmlns:a16="http://schemas.microsoft.com/office/drawing/2014/main" id="{13974A9D-8495-244D-A827-6A0B923D67CB}"/>
              </a:ext>
            </a:extLst>
          </p:cNvPr>
          <p:cNvSpPr>
            <a:spLocks noChangeArrowheads="1"/>
          </p:cNvSpPr>
          <p:nvPr/>
        </p:nvSpPr>
        <p:spPr bwMode="auto">
          <a:xfrm>
            <a:off x="5126181" y="1498045"/>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64" name="Oval 184">
            <a:extLst>
              <a:ext uri="{FF2B5EF4-FFF2-40B4-BE49-F238E27FC236}">
                <a16:creationId xmlns:a16="http://schemas.microsoft.com/office/drawing/2014/main" id="{3C8508DB-F882-2A47-991E-A7AB6458AABE}"/>
              </a:ext>
            </a:extLst>
          </p:cNvPr>
          <p:cNvSpPr>
            <a:spLocks noChangeArrowheads="1"/>
          </p:cNvSpPr>
          <p:nvPr/>
        </p:nvSpPr>
        <p:spPr bwMode="auto">
          <a:xfrm>
            <a:off x="4933300" y="1570673"/>
            <a:ext cx="77391"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65" name="Oval 185">
            <a:extLst>
              <a:ext uri="{FF2B5EF4-FFF2-40B4-BE49-F238E27FC236}">
                <a16:creationId xmlns:a16="http://schemas.microsoft.com/office/drawing/2014/main" id="{70803856-743D-724C-AC26-2C9993BB8AA1}"/>
              </a:ext>
            </a:extLst>
          </p:cNvPr>
          <p:cNvSpPr>
            <a:spLocks noChangeArrowheads="1"/>
          </p:cNvSpPr>
          <p:nvPr/>
        </p:nvSpPr>
        <p:spPr bwMode="auto">
          <a:xfrm>
            <a:off x="6125116" y="2370773"/>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66" name="Oval 186">
            <a:extLst>
              <a:ext uri="{FF2B5EF4-FFF2-40B4-BE49-F238E27FC236}">
                <a16:creationId xmlns:a16="http://schemas.microsoft.com/office/drawing/2014/main" id="{7E2F5F3F-80AC-7048-B7ED-04453C0B0491}"/>
              </a:ext>
            </a:extLst>
          </p:cNvPr>
          <p:cNvSpPr>
            <a:spLocks noChangeArrowheads="1"/>
          </p:cNvSpPr>
          <p:nvPr/>
        </p:nvSpPr>
        <p:spPr bwMode="auto">
          <a:xfrm>
            <a:off x="5525041" y="3087530"/>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67" name="Oval 187">
            <a:extLst>
              <a:ext uri="{FF2B5EF4-FFF2-40B4-BE49-F238E27FC236}">
                <a16:creationId xmlns:a16="http://schemas.microsoft.com/office/drawing/2014/main" id="{4C172D60-07AA-3247-91D6-7EB7349FDE22}"/>
              </a:ext>
            </a:extLst>
          </p:cNvPr>
          <p:cNvSpPr>
            <a:spLocks noChangeArrowheads="1"/>
          </p:cNvSpPr>
          <p:nvPr/>
        </p:nvSpPr>
        <p:spPr bwMode="auto">
          <a:xfrm>
            <a:off x="5726256" y="2945845"/>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68" name="Oval 188">
            <a:extLst>
              <a:ext uri="{FF2B5EF4-FFF2-40B4-BE49-F238E27FC236}">
                <a16:creationId xmlns:a16="http://schemas.microsoft.com/office/drawing/2014/main" id="{2F343D3A-BBB7-804D-AC12-6BC37D819882}"/>
              </a:ext>
            </a:extLst>
          </p:cNvPr>
          <p:cNvSpPr>
            <a:spLocks noChangeArrowheads="1"/>
          </p:cNvSpPr>
          <p:nvPr/>
        </p:nvSpPr>
        <p:spPr bwMode="auto">
          <a:xfrm>
            <a:off x="5323825" y="314468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69" name="Oval 189">
            <a:extLst>
              <a:ext uri="{FF2B5EF4-FFF2-40B4-BE49-F238E27FC236}">
                <a16:creationId xmlns:a16="http://schemas.microsoft.com/office/drawing/2014/main" id="{88B16FE9-2056-2249-9AC9-44256320527F}"/>
              </a:ext>
            </a:extLst>
          </p:cNvPr>
          <p:cNvSpPr>
            <a:spLocks noChangeArrowheads="1"/>
          </p:cNvSpPr>
          <p:nvPr/>
        </p:nvSpPr>
        <p:spPr bwMode="auto">
          <a:xfrm>
            <a:off x="5915566" y="2660095"/>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70" name="Oval 190">
            <a:extLst>
              <a:ext uri="{FF2B5EF4-FFF2-40B4-BE49-F238E27FC236}">
                <a16:creationId xmlns:a16="http://schemas.microsoft.com/office/drawing/2014/main" id="{E78D6948-5B1C-AD42-B08A-5F4B7B059D70}"/>
              </a:ext>
            </a:extLst>
          </p:cNvPr>
          <p:cNvSpPr>
            <a:spLocks noChangeArrowheads="1"/>
          </p:cNvSpPr>
          <p:nvPr/>
        </p:nvSpPr>
        <p:spPr bwMode="auto">
          <a:xfrm>
            <a:off x="6317997" y="2294574"/>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71" name="Oval 191">
            <a:extLst>
              <a:ext uri="{FF2B5EF4-FFF2-40B4-BE49-F238E27FC236}">
                <a16:creationId xmlns:a16="http://schemas.microsoft.com/office/drawing/2014/main" id="{AA8D34F4-78F5-C542-9210-F958FAC5DCF9}"/>
              </a:ext>
            </a:extLst>
          </p:cNvPr>
          <p:cNvSpPr>
            <a:spLocks noChangeArrowheads="1"/>
          </p:cNvSpPr>
          <p:nvPr/>
        </p:nvSpPr>
        <p:spPr bwMode="auto">
          <a:xfrm>
            <a:off x="6904975" y="2076689"/>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72" name="Oval 192">
            <a:extLst>
              <a:ext uri="{FF2B5EF4-FFF2-40B4-BE49-F238E27FC236}">
                <a16:creationId xmlns:a16="http://schemas.microsoft.com/office/drawing/2014/main" id="{62F7887D-E896-3741-9914-D91224568E77}"/>
              </a:ext>
            </a:extLst>
          </p:cNvPr>
          <p:cNvSpPr>
            <a:spLocks noChangeArrowheads="1"/>
          </p:cNvSpPr>
          <p:nvPr/>
        </p:nvSpPr>
        <p:spPr bwMode="auto">
          <a:xfrm>
            <a:off x="6510878" y="2218374"/>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73" name="Oval 193">
            <a:extLst>
              <a:ext uri="{FF2B5EF4-FFF2-40B4-BE49-F238E27FC236}">
                <a16:creationId xmlns:a16="http://schemas.microsoft.com/office/drawing/2014/main" id="{BA010B9A-715F-8648-9AAC-D374E4D426CD}"/>
              </a:ext>
            </a:extLst>
          </p:cNvPr>
          <p:cNvSpPr>
            <a:spLocks noChangeArrowheads="1"/>
          </p:cNvSpPr>
          <p:nvPr/>
        </p:nvSpPr>
        <p:spPr bwMode="auto">
          <a:xfrm>
            <a:off x="6707331" y="2149318"/>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75" name="Text Box 195">
            <a:extLst>
              <a:ext uri="{FF2B5EF4-FFF2-40B4-BE49-F238E27FC236}">
                <a16:creationId xmlns:a16="http://schemas.microsoft.com/office/drawing/2014/main" id="{35D471AF-D491-FE4A-8948-72E3299A9DDC}"/>
              </a:ext>
            </a:extLst>
          </p:cNvPr>
          <p:cNvSpPr txBox="1">
            <a:spLocks noChangeArrowheads="1"/>
          </p:cNvSpPr>
          <p:nvPr/>
        </p:nvSpPr>
        <p:spPr bwMode="auto">
          <a:xfrm>
            <a:off x="1990075" y="1034892"/>
            <a:ext cx="1329210"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拥塞窗口 </a:t>
            </a:r>
            <a:r>
              <a:rPr kumimoji="1" lang="en-US" altLang="zh-CN" sz="1350">
                <a:solidFill>
                  <a:schemeClr val="folHlink"/>
                </a:solidFill>
                <a:latin typeface="Arial" panose="020B0604020202020204" pitchFamily="34" charset="0"/>
              </a:rPr>
              <a:t>cwnd</a:t>
            </a:r>
          </a:p>
        </p:txBody>
      </p:sp>
      <p:sp>
        <p:nvSpPr>
          <p:cNvPr id="532676" name="Text Box 196">
            <a:extLst>
              <a:ext uri="{FF2B5EF4-FFF2-40B4-BE49-F238E27FC236}">
                <a16:creationId xmlns:a16="http://schemas.microsoft.com/office/drawing/2014/main" id="{4CC397AC-4C37-B246-9D37-91F156004A9B}"/>
              </a:ext>
            </a:extLst>
          </p:cNvPr>
          <p:cNvSpPr txBox="1">
            <a:spLocks noChangeArrowheads="1"/>
          </p:cNvSpPr>
          <p:nvPr/>
        </p:nvSpPr>
        <p:spPr bwMode="auto">
          <a:xfrm>
            <a:off x="1222122" y="2229088"/>
            <a:ext cx="145424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新的 </a:t>
            </a: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值</a:t>
            </a:r>
          </a:p>
        </p:txBody>
      </p:sp>
      <p:sp>
        <p:nvSpPr>
          <p:cNvPr id="532677" name="Text Box 197">
            <a:extLst>
              <a:ext uri="{FF2B5EF4-FFF2-40B4-BE49-F238E27FC236}">
                <a16:creationId xmlns:a16="http://schemas.microsoft.com/office/drawing/2014/main" id="{6D6B2B25-B0BF-EE4B-9F36-A0DC135ADBAA}"/>
              </a:ext>
            </a:extLst>
          </p:cNvPr>
          <p:cNvSpPr txBox="1">
            <a:spLocks noChangeArrowheads="1"/>
          </p:cNvSpPr>
          <p:nvPr/>
        </p:nvSpPr>
        <p:spPr bwMode="auto">
          <a:xfrm>
            <a:off x="5369069" y="1133713"/>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网络拥塞</a:t>
            </a:r>
          </a:p>
        </p:txBody>
      </p:sp>
      <p:sp>
        <p:nvSpPr>
          <p:cNvPr id="532678" name="Line 198">
            <a:extLst>
              <a:ext uri="{FF2B5EF4-FFF2-40B4-BE49-F238E27FC236}">
                <a16:creationId xmlns:a16="http://schemas.microsoft.com/office/drawing/2014/main" id="{5C44290B-76AD-4148-8864-F06716B8278F}"/>
              </a:ext>
            </a:extLst>
          </p:cNvPr>
          <p:cNvSpPr>
            <a:spLocks noChangeShapeType="1"/>
          </p:cNvSpPr>
          <p:nvPr/>
        </p:nvSpPr>
        <p:spPr bwMode="auto">
          <a:xfrm flipH="1">
            <a:off x="5171425" y="1318261"/>
            <a:ext cx="259556" cy="219075"/>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2679" name="Text Box 199">
            <a:extLst>
              <a:ext uri="{FF2B5EF4-FFF2-40B4-BE49-F238E27FC236}">
                <a16:creationId xmlns:a16="http://schemas.microsoft.com/office/drawing/2014/main" id="{0BDF5376-CA3B-974E-A9D2-CD89C29B1C3A}"/>
              </a:ext>
            </a:extLst>
          </p:cNvPr>
          <p:cNvSpPr txBox="1">
            <a:spLocks noChangeArrowheads="1"/>
          </p:cNvSpPr>
          <p:nvPr/>
        </p:nvSpPr>
        <p:spPr bwMode="auto">
          <a:xfrm>
            <a:off x="3726006" y="2792254"/>
            <a:ext cx="1223412"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指数规律增长</a:t>
            </a:r>
          </a:p>
        </p:txBody>
      </p:sp>
      <p:sp>
        <p:nvSpPr>
          <p:cNvPr id="532680" name="Line 200">
            <a:extLst>
              <a:ext uri="{FF2B5EF4-FFF2-40B4-BE49-F238E27FC236}">
                <a16:creationId xmlns:a16="http://schemas.microsoft.com/office/drawing/2014/main" id="{3C00AE68-A8E9-BE48-ACFD-C636075C5440}"/>
              </a:ext>
            </a:extLst>
          </p:cNvPr>
          <p:cNvSpPr>
            <a:spLocks noChangeShapeType="1"/>
          </p:cNvSpPr>
          <p:nvPr/>
        </p:nvSpPr>
        <p:spPr bwMode="auto">
          <a:xfrm flipH="1" flipV="1">
            <a:off x="3266425" y="2869645"/>
            <a:ext cx="525066" cy="5834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2681" name="Rectangle 201">
            <a:extLst>
              <a:ext uri="{FF2B5EF4-FFF2-40B4-BE49-F238E27FC236}">
                <a16:creationId xmlns:a16="http://schemas.microsoft.com/office/drawing/2014/main" id="{FD7FC20F-8417-0D47-AD86-93F64E14167E}"/>
              </a:ext>
            </a:extLst>
          </p:cNvPr>
          <p:cNvSpPr>
            <a:spLocks noChangeArrowheads="1"/>
          </p:cNvSpPr>
          <p:nvPr/>
        </p:nvSpPr>
        <p:spPr bwMode="auto">
          <a:xfrm>
            <a:off x="2871138" y="1480186"/>
            <a:ext cx="164306" cy="154424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2682" name="Line 202">
            <a:extLst>
              <a:ext uri="{FF2B5EF4-FFF2-40B4-BE49-F238E27FC236}">
                <a16:creationId xmlns:a16="http://schemas.microsoft.com/office/drawing/2014/main" id="{44437540-F28E-5448-9933-3D6F967B2B25}"/>
              </a:ext>
            </a:extLst>
          </p:cNvPr>
          <p:cNvSpPr>
            <a:spLocks noChangeShapeType="1"/>
          </p:cNvSpPr>
          <p:nvPr/>
        </p:nvSpPr>
        <p:spPr bwMode="auto">
          <a:xfrm>
            <a:off x="2871138" y="2117170"/>
            <a:ext cx="722710"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83" name="Rectangle 203">
            <a:extLst>
              <a:ext uri="{FF2B5EF4-FFF2-40B4-BE49-F238E27FC236}">
                <a16:creationId xmlns:a16="http://schemas.microsoft.com/office/drawing/2014/main" id="{5571F0BB-2747-7A4C-A197-2EFF901364E4}"/>
              </a:ext>
            </a:extLst>
          </p:cNvPr>
          <p:cNvSpPr>
            <a:spLocks noChangeArrowheads="1"/>
          </p:cNvSpPr>
          <p:nvPr/>
        </p:nvSpPr>
        <p:spPr bwMode="auto">
          <a:xfrm>
            <a:off x="3134266" y="3101818"/>
            <a:ext cx="210264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2684" name="Rectangle 204">
            <a:extLst>
              <a:ext uri="{FF2B5EF4-FFF2-40B4-BE49-F238E27FC236}">
                <a16:creationId xmlns:a16="http://schemas.microsoft.com/office/drawing/2014/main" id="{2C0D0AFF-6E21-0E47-81C9-8FE51757DC2D}"/>
              </a:ext>
            </a:extLst>
          </p:cNvPr>
          <p:cNvSpPr>
            <a:spLocks noChangeArrowheads="1"/>
          </p:cNvSpPr>
          <p:nvPr/>
        </p:nvSpPr>
        <p:spPr bwMode="auto">
          <a:xfrm>
            <a:off x="5697681" y="3101818"/>
            <a:ext cx="151090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2685" name="Text Box 205">
            <a:extLst>
              <a:ext uri="{FF2B5EF4-FFF2-40B4-BE49-F238E27FC236}">
                <a16:creationId xmlns:a16="http://schemas.microsoft.com/office/drawing/2014/main" id="{992F8A46-EB9C-1F4A-AEDE-A1009688D414}"/>
              </a:ext>
            </a:extLst>
          </p:cNvPr>
          <p:cNvSpPr txBox="1">
            <a:spLocks noChangeArrowheads="1"/>
          </p:cNvSpPr>
          <p:nvPr/>
        </p:nvSpPr>
        <p:spPr bwMode="auto">
          <a:xfrm>
            <a:off x="1073040" y="1973104"/>
            <a:ext cx="1579278"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的初始值</a:t>
            </a:r>
          </a:p>
        </p:txBody>
      </p:sp>
      <p:sp>
        <p:nvSpPr>
          <p:cNvPr id="532686" name="Text Box 206">
            <a:extLst>
              <a:ext uri="{FF2B5EF4-FFF2-40B4-BE49-F238E27FC236}">
                <a16:creationId xmlns:a16="http://schemas.microsoft.com/office/drawing/2014/main" id="{846CA894-2322-B24D-B61D-1D2F90E9ACD0}"/>
              </a:ext>
            </a:extLst>
          </p:cNvPr>
          <p:cNvSpPr txBox="1">
            <a:spLocks noChangeArrowheads="1"/>
          </p:cNvSpPr>
          <p:nvPr/>
        </p:nvSpPr>
        <p:spPr bwMode="auto">
          <a:xfrm>
            <a:off x="1672179" y="2892267"/>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2687" name="Line 207">
            <a:extLst>
              <a:ext uri="{FF2B5EF4-FFF2-40B4-BE49-F238E27FC236}">
                <a16:creationId xmlns:a16="http://schemas.microsoft.com/office/drawing/2014/main" id="{F3EACA84-894D-B541-8BD3-DA97E211F22E}"/>
              </a:ext>
            </a:extLst>
          </p:cNvPr>
          <p:cNvSpPr>
            <a:spLocks noChangeShapeType="1"/>
          </p:cNvSpPr>
          <p:nvPr/>
        </p:nvSpPr>
        <p:spPr bwMode="auto">
          <a:xfrm>
            <a:off x="2312734" y="3057764"/>
            <a:ext cx="460772" cy="11668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2688" name="Text Box 208">
            <a:extLst>
              <a:ext uri="{FF2B5EF4-FFF2-40B4-BE49-F238E27FC236}">
                <a16:creationId xmlns:a16="http://schemas.microsoft.com/office/drawing/2014/main" id="{93A222A3-611C-D54F-AE7B-A503FF0B6F25}"/>
              </a:ext>
            </a:extLst>
          </p:cNvPr>
          <p:cNvSpPr txBox="1">
            <a:spLocks noChangeArrowheads="1"/>
          </p:cNvSpPr>
          <p:nvPr/>
        </p:nvSpPr>
        <p:spPr bwMode="auto">
          <a:xfrm>
            <a:off x="2890187" y="3561398"/>
            <a:ext cx="739379"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2689" name="Text Box 209">
            <a:extLst>
              <a:ext uri="{FF2B5EF4-FFF2-40B4-BE49-F238E27FC236}">
                <a16:creationId xmlns:a16="http://schemas.microsoft.com/office/drawing/2014/main" id="{47804213-8220-4147-85B3-4BFAA7C2AC26}"/>
              </a:ext>
            </a:extLst>
          </p:cNvPr>
          <p:cNvSpPr txBox="1">
            <a:spLocks noChangeArrowheads="1"/>
          </p:cNvSpPr>
          <p:nvPr/>
        </p:nvSpPr>
        <p:spPr bwMode="auto">
          <a:xfrm>
            <a:off x="5436935" y="3579257"/>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2690" name="Text Box 210">
            <a:extLst>
              <a:ext uri="{FF2B5EF4-FFF2-40B4-BE49-F238E27FC236}">
                <a16:creationId xmlns:a16="http://schemas.microsoft.com/office/drawing/2014/main" id="{665C60B9-4370-E641-8D90-F196F6CFEFB6}"/>
              </a:ext>
            </a:extLst>
          </p:cNvPr>
          <p:cNvSpPr txBox="1">
            <a:spLocks noChangeArrowheads="1"/>
          </p:cNvSpPr>
          <p:nvPr/>
        </p:nvSpPr>
        <p:spPr bwMode="auto">
          <a:xfrm>
            <a:off x="3723900" y="1097995"/>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2691" name="Text Box 211">
            <a:extLst>
              <a:ext uri="{FF2B5EF4-FFF2-40B4-BE49-F238E27FC236}">
                <a16:creationId xmlns:a16="http://schemas.microsoft.com/office/drawing/2014/main" id="{DF29E6BB-EA33-3845-BCB0-995D50BF1776}"/>
              </a:ext>
            </a:extLst>
          </p:cNvPr>
          <p:cNvSpPr txBox="1">
            <a:spLocks noChangeArrowheads="1"/>
          </p:cNvSpPr>
          <p:nvPr/>
        </p:nvSpPr>
        <p:spPr bwMode="auto">
          <a:xfrm>
            <a:off x="6095625" y="1402795"/>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2692" name="Line 212">
            <a:extLst>
              <a:ext uri="{FF2B5EF4-FFF2-40B4-BE49-F238E27FC236}">
                <a16:creationId xmlns:a16="http://schemas.microsoft.com/office/drawing/2014/main" id="{D39A1063-BF92-C94E-A3B3-AA110F4CE98A}"/>
              </a:ext>
            </a:extLst>
          </p:cNvPr>
          <p:cNvSpPr>
            <a:spLocks noChangeShapeType="1"/>
          </p:cNvSpPr>
          <p:nvPr/>
        </p:nvSpPr>
        <p:spPr bwMode="auto">
          <a:xfrm rot="10800000">
            <a:off x="2871138" y="2406492"/>
            <a:ext cx="3483769"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93" name="Line 213">
            <a:extLst>
              <a:ext uri="{FF2B5EF4-FFF2-40B4-BE49-F238E27FC236}">
                <a16:creationId xmlns:a16="http://schemas.microsoft.com/office/drawing/2014/main" id="{838EB343-0736-614B-9C2B-8E05ED043EF8}"/>
              </a:ext>
            </a:extLst>
          </p:cNvPr>
          <p:cNvSpPr>
            <a:spLocks noChangeShapeType="1"/>
          </p:cNvSpPr>
          <p:nvPr/>
        </p:nvSpPr>
        <p:spPr bwMode="auto">
          <a:xfrm flipV="1">
            <a:off x="2871138" y="1536145"/>
            <a:ext cx="3145631" cy="1191"/>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2694" name="Freeform 214">
            <a:extLst>
              <a:ext uri="{FF2B5EF4-FFF2-40B4-BE49-F238E27FC236}">
                <a16:creationId xmlns:a16="http://schemas.microsoft.com/office/drawing/2014/main" id="{9C5D29BE-C0A2-D646-A4B6-38C6215C0FED}"/>
              </a:ext>
            </a:extLst>
          </p:cNvPr>
          <p:cNvSpPr>
            <a:spLocks/>
          </p:cNvSpPr>
          <p:nvPr/>
        </p:nvSpPr>
        <p:spPr bwMode="auto">
          <a:xfrm>
            <a:off x="2740168" y="1537336"/>
            <a:ext cx="4329113" cy="1653778"/>
          </a:xfrm>
          <a:custGeom>
            <a:avLst/>
            <a:gdLst>
              <a:gd name="T0" fmla="*/ 5772150 w 3162"/>
              <a:gd name="T1" fmla="*/ 704968 h 1370"/>
              <a:gd name="T2" fmla="*/ 4556384 w 3162"/>
              <a:gd name="T3" fmla="*/ 1158852 h 1370"/>
              <a:gd name="T4" fmla="*/ 4293516 w 3162"/>
              <a:gd name="T5" fmla="*/ 1535478 h 1370"/>
              <a:gd name="T6" fmla="*/ 4025171 w 3162"/>
              <a:gd name="T7" fmla="*/ 1931419 h 1370"/>
              <a:gd name="T8" fmla="*/ 3762303 w 3162"/>
              <a:gd name="T9" fmla="*/ 2124561 h 1370"/>
              <a:gd name="T10" fmla="*/ 3499434 w 3162"/>
              <a:gd name="T11" fmla="*/ 2201818 h 1370"/>
              <a:gd name="T12" fmla="*/ 3406335 w 3162"/>
              <a:gd name="T13" fmla="*/ 1506507 h 1370"/>
              <a:gd name="T14" fmla="*/ 3236566 w 3162"/>
              <a:gd name="T15" fmla="*/ 0 h 1370"/>
              <a:gd name="T16" fmla="*/ 1128143 w 3162"/>
              <a:gd name="T17" fmla="*/ 783834 h 1370"/>
              <a:gd name="T18" fmla="*/ 876228 w 3162"/>
              <a:gd name="T19" fmla="*/ 1546745 h 1370"/>
              <a:gd name="T20" fmla="*/ 604232 w 3162"/>
              <a:gd name="T21" fmla="*/ 1933029 h 1370"/>
              <a:gd name="T22" fmla="*/ 341364 w 3162"/>
              <a:gd name="T23" fmla="*/ 2126171 h 1370"/>
              <a:gd name="T24" fmla="*/ 100401 w 3162"/>
              <a:gd name="T25" fmla="*/ 2203427 h 13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162" h="1370">
                <a:moveTo>
                  <a:pt x="3162" y="438"/>
                </a:moveTo>
                <a:lnTo>
                  <a:pt x="2496" y="720"/>
                </a:lnTo>
                <a:lnTo>
                  <a:pt x="2352" y="954"/>
                </a:lnTo>
                <a:lnTo>
                  <a:pt x="2205" y="1200"/>
                </a:lnTo>
                <a:lnTo>
                  <a:pt x="2061" y="1320"/>
                </a:lnTo>
                <a:lnTo>
                  <a:pt x="1917" y="1368"/>
                </a:lnTo>
                <a:lnTo>
                  <a:pt x="1866" y="936"/>
                </a:lnTo>
                <a:lnTo>
                  <a:pt x="1773" y="0"/>
                </a:ln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p:spPr>
        <p:txBody>
          <a:bodyPr wrap="none" anchor="ctr"/>
          <a:lstStyle/>
          <a:p>
            <a:pPr>
              <a:defRPr/>
            </a:pPr>
            <a:endParaRPr lang="zh-CN" altLang="en-US"/>
          </a:p>
        </p:txBody>
      </p:sp>
      <p:sp>
        <p:nvSpPr>
          <p:cNvPr id="532674" name="Text Box 194">
            <a:extLst>
              <a:ext uri="{FF2B5EF4-FFF2-40B4-BE49-F238E27FC236}">
                <a16:creationId xmlns:a16="http://schemas.microsoft.com/office/drawing/2014/main" id="{7F3C59B9-A5AF-8B49-984E-60EF0F7ABEC7}"/>
              </a:ext>
            </a:extLst>
          </p:cNvPr>
          <p:cNvSpPr txBox="1">
            <a:spLocks noChangeArrowheads="1"/>
          </p:cNvSpPr>
          <p:nvPr/>
        </p:nvSpPr>
        <p:spPr bwMode="auto">
          <a:xfrm>
            <a:off x="7108573" y="2986326"/>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传输轮次</a:t>
            </a:r>
          </a:p>
        </p:txBody>
      </p:sp>
    </p:spTree>
    <p:extLst>
      <p:ext uri="{BB962C8B-B14F-4D97-AF65-F5344CB8AC3E}">
        <p14:creationId xmlns:p14="http://schemas.microsoft.com/office/powerpoint/2010/main" val="13575246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532596"/>
                                        </p:tgtEl>
                                        <p:attrNameLst>
                                          <p:attrName>style.visibility</p:attrName>
                                        </p:attrNameLst>
                                      </p:cBhvr>
                                      <p:to>
                                        <p:strVal val="visible"/>
                                      </p:to>
                                    </p:set>
                                    <p:animEffect transition="in" filter="wipe(left)">
                                      <p:cBhvr>
                                        <p:cTn id="7" dur="1000"/>
                                        <p:tgtEl>
                                          <p:spTgt spid="5325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a:extLst>
              <a:ext uri="{FF2B5EF4-FFF2-40B4-BE49-F238E27FC236}">
                <a16:creationId xmlns:a16="http://schemas.microsoft.com/office/drawing/2014/main" id="{B98AB50F-7FB4-1C45-8FA5-EF58C2CE56E7}"/>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EE76978-4FDA-0347-A574-4D866EB9F052}" type="slidenum">
              <a:rPr lang="en-US" altLang="zh-CN" sz="1050"/>
              <a:pPr>
                <a:defRPr/>
              </a:pPr>
              <a:t>98</a:t>
            </a:fld>
            <a:endParaRPr lang="en-US" altLang="zh-CN" sz="1050"/>
          </a:p>
        </p:txBody>
      </p:sp>
      <p:sp>
        <p:nvSpPr>
          <p:cNvPr id="533506" name="Rectangle 2">
            <a:extLst>
              <a:ext uri="{FF2B5EF4-FFF2-40B4-BE49-F238E27FC236}">
                <a16:creationId xmlns:a16="http://schemas.microsoft.com/office/drawing/2014/main" id="{DA2D66EA-2885-DA4D-801D-08AF376D5217}"/>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慢开始和拥塞避免算法的实现举例 </a:t>
            </a:r>
          </a:p>
        </p:txBody>
      </p:sp>
      <p:sp>
        <p:nvSpPr>
          <p:cNvPr id="533508" name="Text Box 4">
            <a:extLst>
              <a:ext uri="{FF2B5EF4-FFF2-40B4-BE49-F238E27FC236}">
                <a16:creationId xmlns:a16="http://schemas.microsoft.com/office/drawing/2014/main" id="{E3C3BBA8-3346-794F-B377-A10998B7C1FA}"/>
              </a:ext>
            </a:extLst>
          </p:cNvPr>
          <p:cNvSpPr txBox="1">
            <a:spLocks noChangeArrowheads="1"/>
          </p:cNvSpPr>
          <p:nvPr/>
        </p:nvSpPr>
        <p:spPr bwMode="auto">
          <a:xfrm>
            <a:off x="91133" y="4095774"/>
            <a:ext cx="9010436" cy="738664"/>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接收端共发回两个确认。发送端每收到一个对新报文段的确认，就把发送端的 </a:t>
            </a:r>
            <a:r>
              <a:rPr lang="en-US" altLang="zh-CN" sz="2100" dirty="0" err="1">
                <a:solidFill>
                  <a:srgbClr val="333399"/>
                </a:solidFill>
                <a:latin typeface="Arial" panose="020B0604020202020204" pitchFamily="34" charset="0"/>
              </a:rPr>
              <a:t>cwnd</a:t>
            </a:r>
            <a:r>
              <a:rPr lang="en-US" altLang="zh-CN" sz="2100" dirty="0">
                <a:solidFill>
                  <a:srgbClr val="333399"/>
                </a:solidFill>
                <a:latin typeface="Arial" panose="020B0604020202020204" pitchFamily="34" charset="0"/>
              </a:rPr>
              <a:t> </a:t>
            </a:r>
            <a:r>
              <a:rPr lang="zh-CN" altLang="en-US" sz="2100" dirty="0">
                <a:solidFill>
                  <a:srgbClr val="333399"/>
                </a:solidFill>
                <a:latin typeface="Arial" panose="020B0604020202020204" pitchFamily="34" charset="0"/>
              </a:rPr>
              <a:t>加 </a:t>
            </a:r>
            <a:r>
              <a:rPr lang="en-US" altLang="zh-CN" sz="2100" dirty="0">
                <a:solidFill>
                  <a:srgbClr val="333399"/>
                </a:solidFill>
                <a:latin typeface="Arial" panose="020B0604020202020204" pitchFamily="34" charset="0"/>
              </a:rPr>
              <a:t>1</a:t>
            </a:r>
            <a:r>
              <a:rPr lang="zh-CN" altLang="en-US" sz="2100" dirty="0">
                <a:solidFill>
                  <a:srgbClr val="333399"/>
                </a:solidFill>
                <a:latin typeface="Arial" panose="020B0604020202020204" pitchFamily="34" charset="0"/>
              </a:rPr>
              <a:t>。现在 </a:t>
            </a:r>
            <a:r>
              <a:rPr lang="en-US" altLang="zh-CN" sz="2100" dirty="0" err="1">
                <a:solidFill>
                  <a:srgbClr val="333399"/>
                </a:solidFill>
                <a:latin typeface="Arial" panose="020B0604020202020204" pitchFamily="34" charset="0"/>
              </a:rPr>
              <a:t>cwnd</a:t>
            </a:r>
            <a:r>
              <a:rPr lang="en-US" altLang="zh-CN" sz="2100" dirty="0">
                <a:solidFill>
                  <a:srgbClr val="333399"/>
                </a:solidFill>
                <a:latin typeface="Arial" panose="020B0604020202020204" pitchFamily="34" charset="0"/>
              </a:rPr>
              <a:t> </a:t>
            </a:r>
            <a:r>
              <a:rPr lang="zh-CN" altLang="en-US" sz="2100" dirty="0">
                <a:solidFill>
                  <a:srgbClr val="333399"/>
                </a:solidFill>
                <a:latin typeface="Arial" panose="020B0604020202020204" pitchFamily="34" charset="0"/>
              </a:rPr>
              <a:t>从 </a:t>
            </a:r>
            <a:r>
              <a:rPr lang="en-US" altLang="zh-CN" sz="2100" dirty="0">
                <a:solidFill>
                  <a:srgbClr val="333399"/>
                </a:solidFill>
                <a:latin typeface="Arial" panose="020B0604020202020204" pitchFamily="34" charset="0"/>
              </a:rPr>
              <a:t>2 </a:t>
            </a:r>
            <a:r>
              <a:rPr lang="zh-CN" altLang="en-US" sz="2100" dirty="0">
                <a:solidFill>
                  <a:srgbClr val="333399"/>
                </a:solidFill>
                <a:latin typeface="Arial" panose="020B0604020202020204" pitchFamily="34" charset="0"/>
              </a:rPr>
              <a:t>增大到 </a:t>
            </a:r>
            <a:r>
              <a:rPr lang="en-US" altLang="zh-CN" sz="2100" dirty="0">
                <a:solidFill>
                  <a:srgbClr val="333399"/>
                </a:solidFill>
                <a:latin typeface="Arial" panose="020B0604020202020204" pitchFamily="34" charset="0"/>
              </a:rPr>
              <a:t>4</a:t>
            </a:r>
            <a:r>
              <a:rPr lang="zh-CN" altLang="en-US" sz="2100" dirty="0">
                <a:solidFill>
                  <a:srgbClr val="333399"/>
                </a:solidFill>
                <a:latin typeface="Arial" panose="020B0604020202020204" pitchFamily="34" charset="0"/>
              </a:rPr>
              <a:t>，并可接着发送后面的 </a:t>
            </a:r>
            <a:r>
              <a:rPr lang="en-US" altLang="zh-CN" sz="2100" dirty="0">
                <a:solidFill>
                  <a:srgbClr val="333399"/>
                </a:solidFill>
                <a:latin typeface="Arial" panose="020B0604020202020204" pitchFamily="34" charset="0"/>
              </a:rPr>
              <a:t>4 </a:t>
            </a:r>
            <a:r>
              <a:rPr lang="zh-CN" altLang="en-US" sz="2100" dirty="0">
                <a:solidFill>
                  <a:srgbClr val="333399"/>
                </a:solidFill>
                <a:latin typeface="Arial" panose="020B0604020202020204" pitchFamily="34" charset="0"/>
              </a:rPr>
              <a:t>个报文段。 </a:t>
            </a:r>
          </a:p>
        </p:txBody>
      </p:sp>
      <p:sp>
        <p:nvSpPr>
          <p:cNvPr id="533622" name="Line 118">
            <a:extLst>
              <a:ext uri="{FF2B5EF4-FFF2-40B4-BE49-F238E27FC236}">
                <a16:creationId xmlns:a16="http://schemas.microsoft.com/office/drawing/2014/main" id="{0B27B5E9-35B3-3A41-B7E2-AC7ECE93287C}"/>
              </a:ext>
            </a:extLst>
          </p:cNvPr>
          <p:cNvSpPr>
            <a:spLocks noChangeShapeType="1"/>
          </p:cNvSpPr>
          <p:nvPr/>
        </p:nvSpPr>
        <p:spPr bwMode="auto">
          <a:xfrm>
            <a:off x="2861072" y="1274339"/>
            <a:ext cx="0" cy="2027634"/>
          </a:xfrm>
          <a:prstGeom prst="line">
            <a:avLst/>
          </a:prstGeom>
          <a:noFill/>
          <a:ln w="9525">
            <a:solidFill>
              <a:schemeClr val="folHlink"/>
            </a:solidFill>
            <a:round/>
            <a:headEnd type="triangle" w="sm" len="lg"/>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23" name="Text Box 119">
            <a:extLst>
              <a:ext uri="{FF2B5EF4-FFF2-40B4-BE49-F238E27FC236}">
                <a16:creationId xmlns:a16="http://schemas.microsoft.com/office/drawing/2014/main" id="{2CBD7E2A-1931-DE4F-A604-03EFF61E34F6}"/>
              </a:ext>
            </a:extLst>
          </p:cNvPr>
          <p:cNvSpPr txBox="1">
            <a:spLocks noChangeArrowheads="1"/>
          </p:cNvSpPr>
          <p:nvPr/>
        </p:nvSpPr>
        <p:spPr bwMode="auto">
          <a:xfrm>
            <a:off x="7034213" y="3318642"/>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22</a:t>
            </a:r>
          </a:p>
        </p:txBody>
      </p:sp>
      <p:sp>
        <p:nvSpPr>
          <p:cNvPr id="533624" name="Text Box 120">
            <a:extLst>
              <a:ext uri="{FF2B5EF4-FFF2-40B4-BE49-F238E27FC236}">
                <a16:creationId xmlns:a16="http://schemas.microsoft.com/office/drawing/2014/main" id="{64778A02-C9D4-3B4D-B26E-95B6595D6EC4}"/>
              </a:ext>
            </a:extLst>
          </p:cNvPr>
          <p:cNvSpPr txBox="1">
            <a:spLocks noChangeArrowheads="1"/>
          </p:cNvSpPr>
          <p:nvPr/>
        </p:nvSpPr>
        <p:spPr bwMode="auto">
          <a:xfrm>
            <a:off x="2532460" y="2014908"/>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3625" name="Line 121">
            <a:extLst>
              <a:ext uri="{FF2B5EF4-FFF2-40B4-BE49-F238E27FC236}">
                <a16:creationId xmlns:a16="http://schemas.microsoft.com/office/drawing/2014/main" id="{7957232E-26FF-C545-B0AE-3D935CAC159F}"/>
              </a:ext>
            </a:extLst>
          </p:cNvPr>
          <p:cNvSpPr>
            <a:spLocks noChangeShapeType="1"/>
          </p:cNvSpPr>
          <p:nvPr/>
        </p:nvSpPr>
        <p:spPr bwMode="auto">
          <a:xfrm>
            <a:off x="5761435" y="1570805"/>
            <a:ext cx="0" cy="869156"/>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533626" name="Text Box 122">
            <a:extLst>
              <a:ext uri="{FF2B5EF4-FFF2-40B4-BE49-F238E27FC236}">
                <a16:creationId xmlns:a16="http://schemas.microsoft.com/office/drawing/2014/main" id="{D16A8059-9DA7-F24C-B9D1-C085F7E6FAAD}"/>
              </a:ext>
            </a:extLst>
          </p:cNvPr>
          <p:cNvSpPr txBox="1">
            <a:spLocks noChangeArrowheads="1"/>
          </p:cNvSpPr>
          <p:nvPr/>
        </p:nvSpPr>
        <p:spPr bwMode="auto">
          <a:xfrm>
            <a:off x="5224462" y="1831551"/>
            <a:ext cx="1033463" cy="300082"/>
          </a:xfrm>
          <a:prstGeom prst="rect">
            <a:avLst/>
          </a:prstGeom>
          <a:solidFill>
            <a:schemeClr val="bg1"/>
          </a:solid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乘法减小”</a:t>
            </a:r>
          </a:p>
        </p:txBody>
      </p:sp>
      <p:sp>
        <p:nvSpPr>
          <p:cNvPr id="533627" name="Rectangle 123">
            <a:extLst>
              <a:ext uri="{FF2B5EF4-FFF2-40B4-BE49-F238E27FC236}">
                <a16:creationId xmlns:a16="http://schemas.microsoft.com/office/drawing/2014/main" id="{CF596CD3-AA22-6541-9513-F869EDB5EDD6}"/>
              </a:ext>
            </a:extLst>
          </p:cNvPr>
          <p:cNvSpPr>
            <a:spLocks noChangeArrowheads="1"/>
          </p:cNvSpPr>
          <p:nvPr/>
        </p:nvSpPr>
        <p:spPr bwMode="auto">
          <a:xfrm>
            <a:off x="6205538" y="1361254"/>
            <a:ext cx="1169194" cy="1139429"/>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3628" name="Rectangle 124">
            <a:extLst>
              <a:ext uri="{FF2B5EF4-FFF2-40B4-BE49-F238E27FC236}">
                <a16:creationId xmlns:a16="http://schemas.microsoft.com/office/drawing/2014/main" id="{580F4494-235A-6C4C-822D-7666646AEDA5}"/>
              </a:ext>
            </a:extLst>
          </p:cNvPr>
          <p:cNvSpPr>
            <a:spLocks noChangeArrowheads="1"/>
          </p:cNvSpPr>
          <p:nvPr/>
        </p:nvSpPr>
        <p:spPr bwMode="auto">
          <a:xfrm>
            <a:off x="3632598" y="1149323"/>
            <a:ext cx="1631156" cy="113823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3629" name="Rectangle 125">
            <a:extLst>
              <a:ext uri="{FF2B5EF4-FFF2-40B4-BE49-F238E27FC236}">
                <a16:creationId xmlns:a16="http://schemas.microsoft.com/office/drawing/2014/main" id="{134A6B19-C62B-5F41-9C83-47B6B8011147}"/>
              </a:ext>
            </a:extLst>
          </p:cNvPr>
          <p:cNvSpPr>
            <a:spLocks noChangeArrowheads="1"/>
          </p:cNvSpPr>
          <p:nvPr/>
        </p:nvSpPr>
        <p:spPr bwMode="auto">
          <a:xfrm>
            <a:off x="5426869" y="3315071"/>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3630" name="Rectangle 126">
            <a:extLst>
              <a:ext uri="{FF2B5EF4-FFF2-40B4-BE49-F238E27FC236}">
                <a16:creationId xmlns:a16="http://schemas.microsoft.com/office/drawing/2014/main" id="{01F03DD6-DA02-E243-8A88-7E2A891373EC}"/>
              </a:ext>
            </a:extLst>
          </p:cNvPr>
          <p:cNvSpPr>
            <a:spLocks noChangeArrowheads="1"/>
          </p:cNvSpPr>
          <p:nvPr/>
        </p:nvSpPr>
        <p:spPr bwMode="auto">
          <a:xfrm>
            <a:off x="2867025" y="3307927"/>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3631" name="Line 127">
            <a:extLst>
              <a:ext uri="{FF2B5EF4-FFF2-40B4-BE49-F238E27FC236}">
                <a16:creationId xmlns:a16="http://schemas.microsoft.com/office/drawing/2014/main" id="{2E77D338-83CC-4A41-BF35-4948CAFA47B4}"/>
              </a:ext>
            </a:extLst>
          </p:cNvPr>
          <p:cNvSpPr>
            <a:spLocks noChangeShapeType="1"/>
          </p:cNvSpPr>
          <p:nvPr/>
        </p:nvSpPr>
        <p:spPr bwMode="auto">
          <a:xfrm>
            <a:off x="2861072" y="3301973"/>
            <a:ext cx="4666059" cy="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3632" name="Line 128">
            <a:extLst>
              <a:ext uri="{FF2B5EF4-FFF2-40B4-BE49-F238E27FC236}">
                <a16:creationId xmlns:a16="http://schemas.microsoft.com/office/drawing/2014/main" id="{19B065CF-2C0C-D24B-A60E-0F414814C585}"/>
              </a:ext>
            </a:extLst>
          </p:cNvPr>
          <p:cNvSpPr>
            <a:spLocks noChangeShapeType="1"/>
          </p:cNvSpPr>
          <p:nvPr/>
        </p:nvSpPr>
        <p:spPr bwMode="auto">
          <a:xfrm>
            <a:off x="3058716" y="3243633"/>
            <a:ext cx="0" cy="5834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33" name="Line 129">
            <a:extLst>
              <a:ext uri="{FF2B5EF4-FFF2-40B4-BE49-F238E27FC236}">
                <a16:creationId xmlns:a16="http://schemas.microsoft.com/office/drawing/2014/main" id="{9CD53DB7-838A-514D-A003-B311A23B6F56}"/>
              </a:ext>
            </a:extLst>
          </p:cNvPr>
          <p:cNvSpPr>
            <a:spLocks noChangeShapeType="1"/>
          </p:cNvSpPr>
          <p:nvPr/>
        </p:nvSpPr>
        <p:spPr bwMode="auto">
          <a:xfrm>
            <a:off x="3255169"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34" name="Line 130">
            <a:extLst>
              <a:ext uri="{FF2B5EF4-FFF2-40B4-BE49-F238E27FC236}">
                <a16:creationId xmlns:a16="http://schemas.microsoft.com/office/drawing/2014/main" id="{4C803C98-2E86-A444-AD79-061284CF7E69}"/>
              </a:ext>
            </a:extLst>
          </p:cNvPr>
          <p:cNvSpPr>
            <a:spLocks noChangeShapeType="1"/>
          </p:cNvSpPr>
          <p:nvPr/>
        </p:nvSpPr>
        <p:spPr bwMode="auto">
          <a:xfrm>
            <a:off x="3452813"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35" name="Line 131">
            <a:extLst>
              <a:ext uri="{FF2B5EF4-FFF2-40B4-BE49-F238E27FC236}">
                <a16:creationId xmlns:a16="http://schemas.microsoft.com/office/drawing/2014/main" id="{84C5D06D-B2F6-EA45-832E-9F5EF18A48DC}"/>
              </a:ext>
            </a:extLst>
          </p:cNvPr>
          <p:cNvSpPr>
            <a:spLocks noChangeShapeType="1"/>
          </p:cNvSpPr>
          <p:nvPr/>
        </p:nvSpPr>
        <p:spPr bwMode="auto">
          <a:xfrm>
            <a:off x="3649266"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36" name="Line 132">
            <a:extLst>
              <a:ext uri="{FF2B5EF4-FFF2-40B4-BE49-F238E27FC236}">
                <a16:creationId xmlns:a16="http://schemas.microsoft.com/office/drawing/2014/main" id="{94954529-39B3-E548-9D54-3812060D70D7}"/>
              </a:ext>
            </a:extLst>
          </p:cNvPr>
          <p:cNvSpPr>
            <a:spLocks noChangeShapeType="1"/>
          </p:cNvSpPr>
          <p:nvPr/>
        </p:nvSpPr>
        <p:spPr bwMode="auto">
          <a:xfrm>
            <a:off x="3846910"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37" name="Line 133">
            <a:extLst>
              <a:ext uri="{FF2B5EF4-FFF2-40B4-BE49-F238E27FC236}">
                <a16:creationId xmlns:a16="http://schemas.microsoft.com/office/drawing/2014/main" id="{6B20B3E1-5805-7043-B417-DC20EE2FA0E2}"/>
              </a:ext>
            </a:extLst>
          </p:cNvPr>
          <p:cNvSpPr>
            <a:spLocks noChangeShapeType="1"/>
          </p:cNvSpPr>
          <p:nvPr/>
        </p:nvSpPr>
        <p:spPr bwMode="auto">
          <a:xfrm>
            <a:off x="4044554"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38" name="Line 134">
            <a:extLst>
              <a:ext uri="{FF2B5EF4-FFF2-40B4-BE49-F238E27FC236}">
                <a16:creationId xmlns:a16="http://schemas.microsoft.com/office/drawing/2014/main" id="{CCF968EB-0DAA-F646-A7CE-C5816F4B074C}"/>
              </a:ext>
            </a:extLst>
          </p:cNvPr>
          <p:cNvSpPr>
            <a:spLocks noChangeShapeType="1"/>
          </p:cNvSpPr>
          <p:nvPr/>
        </p:nvSpPr>
        <p:spPr bwMode="auto">
          <a:xfrm>
            <a:off x="4241006"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39" name="Line 135">
            <a:extLst>
              <a:ext uri="{FF2B5EF4-FFF2-40B4-BE49-F238E27FC236}">
                <a16:creationId xmlns:a16="http://schemas.microsoft.com/office/drawing/2014/main" id="{5D592236-C005-C94C-819A-B7626CC1CA58}"/>
              </a:ext>
            </a:extLst>
          </p:cNvPr>
          <p:cNvSpPr>
            <a:spLocks noChangeShapeType="1"/>
          </p:cNvSpPr>
          <p:nvPr/>
        </p:nvSpPr>
        <p:spPr bwMode="auto">
          <a:xfrm>
            <a:off x="4438650"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40" name="Line 136">
            <a:extLst>
              <a:ext uri="{FF2B5EF4-FFF2-40B4-BE49-F238E27FC236}">
                <a16:creationId xmlns:a16="http://schemas.microsoft.com/office/drawing/2014/main" id="{B52EB302-1B2D-C246-B48E-71D070E6E7EE}"/>
              </a:ext>
            </a:extLst>
          </p:cNvPr>
          <p:cNvSpPr>
            <a:spLocks noChangeShapeType="1"/>
          </p:cNvSpPr>
          <p:nvPr/>
        </p:nvSpPr>
        <p:spPr bwMode="auto">
          <a:xfrm>
            <a:off x="4635104"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41" name="Line 137">
            <a:extLst>
              <a:ext uri="{FF2B5EF4-FFF2-40B4-BE49-F238E27FC236}">
                <a16:creationId xmlns:a16="http://schemas.microsoft.com/office/drawing/2014/main" id="{7A108C4A-3809-0E42-88F3-5AF096D41CDF}"/>
              </a:ext>
            </a:extLst>
          </p:cNvPr>
          <p:cNvSpPr>
            <a:spLocks noChangeShapeType="1"/>
          </p:cNvSpPr>
          <p:nvPr/>
        </p:nvSpPr>
        <p:spPr bwMode="auto">
          <a:xfrm>
            <a:off x="4832747"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42" name="Line 138">
            <a:extLst>
              <a:ext uri="{FF2B5EF4-FFF2-40B4-BE49-F238E27FC236}">
                <a16:creationId xmlns:a16="http://schemas.microsoft.com/office/drawing/2014/main" id="{9C19856A-9D0A-F848-B5D8-E1E84209C0C6}"/>
              </a:ext>
            </a:extLst>
          </p:cNvPr>
          <p:cNvSpPr>
            <a:spLocks noChangeShapeType="1"/>
          </p:cNvSpPr>
          <p:nvPr/>
        </p:nvSpPr>
        <p:spPr bwMode="auto">
          <a:xfrm>
            <a:off x="5030391"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43" name="Line 139">
            <a:extLst>
              <a:ext uri="{FF2B5EF4-FFF2-40B4-BE49-F238E27FC236}">
                <a16:creationId xmlns:a16="http://schemas.microsoft.com/office/drawing/2014/main" id="{161BE2AE-629C-F346-899D-4561B048E3C9}"/>
              </a:ext>
            </a:extLst>
          </p:cNvPr>
          <p:cNvSpPr>
            <a:spLocks noChangeShapeType="1"/>
          </p:cNvSpPr>
          <p:nvPr/>
        </p:nvSpPr>
        <p:spPr bwMode="auto">
          <a:xfrm>
            <a:off x="5226844"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44" name="Line 140">
            <a:extLst>
              <a:ext uri="{FF2B5EF4-FFF2-40B4-BE49-F238E27FC236}">
                <a16:creationId xmlns:a16="http://schemas.microsoft.com/office/drawing/2014/main" id="{E52528D5-6E5A-1440-B6BF-E2C6A782EA8F}"/>
              </a:ext>
            </a:extLst>
          </p:cNvPr>
          <p:cNvSpPr>
            <a:spLocks noChangeShapeType="1"/>
          </p:cNvSpPr>
          <p:nvPr/>
        </p:nvSpPr>
        <p:spPr bwMode="auto">
          <a:xfrm>
            <a:off x="5424488"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45" name="Line 141">
            <a:extLst>
              <a:ext uri="{FF2B5EF4-FFF2-40B4-BE49-F238E27FC236}">
                <a16:creationId xmlns:a16="http://schemas.microsoft.com/office/drawing/2014/main" id="{FAEAD14B-266F-084F-8002-C731CD0AD442}"/>
              </a:ext>
            </a:extLst>
          </p:cNvPr>
          <p:cNvSpPr>
            <a:spLocks noChangeShapeType="1"/>
          </p:cNvSpPr>
          <p:nvPr/>
        </p:nvSpPr>
        <p:spPr bwMode="auto">
          <a:xfrm>
            <a:off x="5620941" y="3243633"/>
            <a:ext cx="0" cy="5834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46" name="Line 142">
            <a:extLst>
              <a:ext uri="{FF2B5EF4-FFF2-40B4-BE49-F238E27FC236}">
                <a16:creationId xmlns:a16="http://schemas.microsoft.com/office/drawing/2014/main" id="{F0B13269-4C87-1248-8DBF-C2FBE1961583}"/>
              </a:ext>
            </a:extLst>
          </p:cNvPr>
          <p:cNvSpPr>
            <a:spLocks noChangeShapeType="1"/>
          </p:cNvSpPr>
          <p:nvPr/>
        </p:nvSpPr>
        <p:spPr bwMode="auto">
          <a:xfrm>
            <a:off x="5818585"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47" name="Line 143">
            <a:extLst>
              <a:ext uri="{FF2B5EF4-FFF2-40B4-BE49-F238E27FC236}">
                <a16:creationId xmlns:a16="http://schemas.microsoft.com/office/drawing/2014/main" id="{DC98E77A-3B95-274E-AE6D-6DE1CD9DD4E6}"/>
              </a:ext>
            </a:extLst>
          </p:cNvPr>
          <p:cNvSpPr>
            <a:spLocks noChangeShapeType="1"/>
          </p:cNvSpPr>
          <p:nvPr/>
        </p:nvSpPr>
        <p:spPr bwMode="auto">
          <a:xfrm>
            <a:off x="6016229"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48" name="Line 144">
            <a:extLst>
              <a:ext uri="{FF2B5EF4-FFF2-40B4-BE49-F238E27FC236}">
                <a16:creationId xmlns:a16="http://schemas.microsoft.com/office/drawing/2014/main" id="{8215D60E-9003-F64E-9EF1-6063BB21A1BC}"/>
              </a:ext>
            </a:extLst>
          </p:cNvPr>
          <p:cNvSpPr>
            <a:spLocks noChangeShapeType="1"/>
          </p:cNvSpPr>
          <p:nvPr/>
        </p:nvSpPr>
        <p:spPr bwMode="auto">
          <a:xfrm>
            <a:off x="6212681"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49" name="Line 145">
            <a:extLst>
              <a:ext uri="{FF2B5EF4-FFF2-40B4-BE49-F238E27FC236}">
                <a16:creationId xmlns:a16="http://schemas.microsoft.com/office/drawing/2014/main" id="{DE923EAF-9185-BF46-83E7-1CCEFC4C77BC}"/>
              </a:ext>
            </a:extLst>
          </p:cNvPr>
          <p:cNvSpPr>
            <a:spLocks noChangeShapeType="1"/>
          </p:cNvSpPr>
          <p:nvPr/>
        </p:nvSpPr>
        <p:spPr bwMode="auto">
          <a:xfrm>
            <a:off x="6410325"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50" name="Line 146">
            <a:extLst>
              <a:ext uri="{FF2B5EF4-FFF2-40B4-BE49-F238E27FC236}">
                <a16:creationId xmlns:a16="http://schemas.microsoft.com/office/drawing/2014/main" id="{40117FA5-5324-DC48-86D3-B338C1771B14}"/>
              </a:ext>
            </a:extLst>
          </p:cNvPr>
          <p:cNvSpPr>
            <a:spLocks noChangeShapeType="1"/>
          </p:cNvSpPr>
          <p:nvPr/>
        </p:nvSpPr>
        <p:spPr bwMode="auto">
          <a:xfrm>
            <a:off x="6606779"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51" name="Line 147">
            <a:extLst>
              <a:ext uri="{FF2B5EF4-FFF2-40B4-BE49-F238E27FC236}">
                <a16:creationId xmlns:a16="http://schemas.microsoft.com/office/drawing/2014/main" id="{8E659AFA-5A0F-9C4F-844A-8D5D54E25404}"/>
              </a:ext>
            </a:extLst>
          </p:cNvPr>
          <p:cNvSpPr>
            <a:spLocks noChangeShapeType="1"/>
          </p:cNvSpPr>
          <p:nvPr/>
        </p:nvSpPr>
        <p:spPr bwMode="auto">
          <a:xfrm>
            <a:off x="6804422"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52" name="Line 148">
            <a:extLst>
              <a:ext uri="{FF2B5EF4-FFF2-40B4-BE49-F238E27FC236}">
                <a16:creationId xmlns:a16="http://schemas.microsoft.com/office/drawing/2014/main" id="{3F660510-6E9F-5B45-8805-E6994D6AAB9E}"/>
              </a:ext>
            </a:extLst>
          </p:cNvPr>
          <p:cNvSpPr>
            <a:spLocks noChangeShapeType="1"/>
          </p:cNvSpPr>
          <p:nvPr/>
        </p:nvSpPr>
        <p:spPr bwMode="auto">
          <a:xfrm>
            <a:off x="7002066"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53" name="Line 149">
            <a:extLst>
              <a:ext uri="{FF2B5EF4-FFF2-40B4-BE49-F238E27FC236}">
                <a16:creationId xmlns:a16="http://schemas.microsoft.com/office/drawing/2014/main" id="{DE46AAD7-B5ED-9844-860E-62BB8EBCF9DE}"/>
              </a:ext>
            </a:extLst>
          </p:cNvPr>
          <p:cNvSpPr>
            <a:spLocks noChangeShapeType="1"/>
          </p:cNvSpPr>
          <p:nvPr/>
        </p:nvSpPr>
        <p:spPr bwMode="auto">
          <a:xfrm>
            <a:off x="7198519" y="3186483"/>
            <a:ext cx="0" cy="11549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54" name="Line 150">
            <a:extLst>
              <a:ext uri="{FF2B5EF4-FFF2-40B4-BE49-F238E27FC236}">
                <a16:creationId xmlns:a16="http://schemas.microsoft.com/office/drawing/2014/main" id="{D6240DC0-060F-A045-B05B-1BC8B04D7EE2}"/>
              </a:ext>
            </a:extLst>
          </p:cNvPr>
          <p:cNvSpPr>
            <a:spLocks noChangeShapeType="1"/>
          </p:cNvSpPr>
          <p:nvPr/>
        </p:nvSpPr>
        <p:spPr bwMode="auto">
          <a:xfrm>
            <a:off x="2861073" y="3012651"/>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55" name="Line 151">
            <a:extLst>
              <a:ext uri="{FF2B5EF4-FFF2-40B4-BE49-F238E27FC236}">
                <a16:creationId xmlns:a16="http://schemas.microsoft.com/office/drawing/2014/main" id="{0C11AD27-877D-4644-89C2-D9FE7F991E49}"/>
              </a:ext>
            </a:extLst>
          </p:cNvPr>
          <p:cNvSpPr>
            <a:spLocks noChangeShapeType="1"/>
          </p:cNvSpPr>
          <p:nvPr/>
        </p:nvSpPr>
        <p:spPr bwMode="auto">
          <a:xfrm>
            <a:off x="2861073" y="2722139"/>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56" name="Line 152">
            <a:extLst>
              <a:ext uri="{FF2B5EF4-FFF2-40B4-BE49-F238E27FC236}">
                <a16:creationId xmlns:a16="http://schemas.microsoft.com/office/drawing/2014/main" id="{D26F32BE-6C4F-FF44-BCF1-A111D8D5D0E5}"/>
              </a:ext>
            </a:extLst>
          </p:cNvPr>
          <p:cNvSpPr>
            <a:spLocks noChangeShapeType="1"/>
          </p:cNvSpPr>
          <p:nvPr/>
        </p:nvSpPr>
        <p:spPr bwMode="auto">
          <a:xfrm>
            <a:off x="2861073" y="2432817"/>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57" name="Line 153">
            <a:extLst>
              <a:ext uri="{FF2B5EF4-FFF2-40B4-BE49-F238E27FC236}">
                <a16:creationId xmlns:a16="http://schemas.microsoft.com/office/drawing/2014/main" id="{A03EA072-2FDE-8741-8F5C-050194B6D367}"/>
              </a:ext>
            </a:extLst>
          </p:cNvPr>
          <p:cNvSpPr>
            <a:spLocks noChangeShapeType="1"/>
          </p:cNvSpPr>
          <p:nvPr/>
        </p:nvSpPr>
        <p:spPr bwMode="auto">
          <a:xfrm>
            <a:off x="2861073" y="2143495"/>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58" name="Line 154">
            <a:extLst>
              <a:ext uri="{FF2B5EF4-FFF2-40B4-BE49-F238E27FC236}">
                <a16:creationId xmlns:a16="http://schemas.microsoft.com/office/drawing/2014/main" id="{35A76EF7-3113-9C4A-A280-C5930178DA45}"/>
              </a:ext>
            </a:extLst>
          </p:cNvPr>
          <p:cNvSpPr>
            <a:spLocks noChangeShapeType="1"/>
          </p:cNvSpPr>
          <p:nvPr/>
        </p:nvSpPr>
        <p:spPr bwMode="auto">
          <a:xfrm>
            <a:off x="2861073" y="1854173"/>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59" name="Line 155">
            <a:extLst>
              <a:ext uri="{FF2B5EF4-FFF2-40B4-BE49-F238E27FC236}">
                <a16:creationId xmlns:a16="http://schemas.microsoft.com/office/drawing/2014/main" id="{46612E6C-FCEE-8342-B775-3D166ABCFEB3}"/>
              </a:ext>
            </a:extLst>
          </p:cNvPr>
          <p:cNvSpPr>
            <a:spLocks noChangeShapeType="1"/>
          </p:cNvSpPr>
          <p:nvPr/>
        </p:nvSpPr>
        <p:spPr bwMode="auto">
          <a:xfrm>
            <a:off x="2861073" y="1563660"/>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60" name="Text Box 156">
            <a:extLst>
              <a:ext uri="{FF2B5EF4-FFF2-40B4-BE49-F238E27FC236}">
                <a16:creationId xmlns:a16="http://schemas.microsoft.com/office/drawing/2014/main" id="{D10CC3A4-A1FE-0E40-8026-8D583EC3FB1E}"/>
              </a:ext>
            </a:extLst>
          </p:cNvPr>
          <p:cNvSpPr txBox="1">
            <a:spLocks noChangeArrowheads="1"/>
          </p:cNvSpPr>
          <p:nvPr/>
        </p:nvSpPr>
        <p:spPr bwMode="auto">
          <a:xfrm>
            <a:off x="3124200" y="3318642"/>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a:t>
            </a:r>
          </a:p>
        </p:txBody>
      </p:sp>
      <p:sp>
        <p:nvSpPr>
          <p:cNvPr id="533661" name="Text Box 157">
            <a:extLst>
              <a:ext uri="{FF2B5EF4-FFF2-40B4-BE49-F238E27FC236}">
                <a16:creationId xmlns:a16="http://schemas.microsoft.com/office/drawing/2014/main" id="{D48E15BE-C274-2C4A-B7ED-C9CDBA0CFC4A}"/>
              </a:ext>
            </a:extLst>
          </p:cNvPr>
          <p:cNvSpPr txBox="1">
            <a:spLocks noChangeArrowheads="1"/>
          </p:cNvSpPr>
          <p:nvPr/>
        </p:nvSpPr>
        <p:spPr bwMode="auto">
          <a:xfrm>
            <a:off x="3518297" y="3318642"/>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3662" name="Text Box 158">
            <a:extLst>
              <a:ext uri="{FF2B5EF4-FFF2-40B4-BE49-F238E27FC236}">
                <a16:creationId xmlns:a16="http://schemas.microsoft.com/office/drawing/2014/main" id="{0CEDAF62-0AAF-B24C-931D-4DC97149D26E}"/>
              </a:ext>
            </a:extLst>
          </p:cNvPr>
          <p:cNvSpPr txBox="1">
            <a:spLocks noChangeArrowheads="1"/>
          </p:cNvSpPr>
          <p:nvPr/>
        </p:nvSpPr>
        <p:spPr bwMode="auto">
          <a:xfrm>
            <a:off x="3912394" y="3318642"/>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6</a:t>
            </a:r>
          </a:p>
        </p:txBody>
      </p:sp>
      <p:sp>
        <p:nvSpPr>
          <p:cNvPr id="533663" name="Text Box 159">
            <a:extLst>
              <a:ext uri="{FF2B5EF4-FFF2-40B4-BE49-F238E27FC236}">
                <a16:creationId xmlns:a16="http://schemas.microsoft.com/office/drawing/2014/main" id="{D654FEA0-47D1-F846-A7D1-1ABF89FA7EE0}"/>
              </a:ext>
            </a:extLst>
          </p:cNvPr>
          <p:cNvSpPr txBox="1">
            <a:spLocks noChangeArrowheads="1"/>
          </p:cNvSpPr>
          <p:nvPr/>
        </p:nvSpPr>
        <p:spPr bwMode="auto">
          <a:xfrm>
            <a:off x="4318397" y="3318642"/>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3664" name="Text Box 160">
            <a:extLst>
              <a:ext uri="{FF2B5EF4-FFF2-40B4-BE49-F238E27FC236}">
                <a16:creationId xmlns:a16="http://schemas.microsoft.com/office/drawing/2014/main" id="{01619D41-480C-1047-B4DA-8BBAB56ADE14}"/>
              </a:ext>
            </a:extLst>
          </p:cNvPr>
          <p:cNvSpPr txBox="1">
            <a:spLocks noChangeArrowheads="1"/>
          </p:cNvSpPr>
          <p:nvPr/>
        </p:nvSpPr>
        <p:spPr bwMode="auto">
          <a:xfrm>
            <a:off x="4647010" y="3318642"/>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10</a:t>
            </a:r>
          </a:p>
        </p:txBody>
      </p:sp>
      <p:sp>
        <p:nvSpPr>
          <p:cNvPr id="533665" name="Text Box 161">
            <a:extLst>
              <a:ext uri="{FF2B5EF4-FFF2-40B4-BE49-F238E27FC236}">
                <a16:creationId xmlns:a16="http://schemas.microsoft.com/office/drawing/2014/main" id="{94F6112A-82FB-7149-ACA5-A71BEA0BEBCA}"/>
              </a:ext>
            </a:extLst>
          </p:cNvPr>
          <p:cNvSpPr txBox="1">
            <a:spLocks noChangeArrowheads="1"/>
          </p:cNvSpPr>
          <p:nvPr/>
        </p:nvSpPr>
        <p:spPr bwMode="auto">
          <a:xfrm>
            <a:off x="5073254" y="3318642"/>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3666" name="Text Box 162">
            <a:extLst>
              <a:ext uri="{FF2B5EF4-FFF2-40B4-BE49-F238E27FC236}">
                <a16:creationId xmlns:a16="http://schemas.microsoft.com/office/drawing/2014/main" id="{E7BF9DDB-51C8-9043-AC2C-1CB3137EBE67}"/>
              </a:ext>
            </a:extLst>
          </p:cNvPr>
          <p:cNvSpPr txBox="1">
            <a:spLocks noChangeArrowheads="1"/>
          </p:cNvSpPr>
          <p:nvPr/>
        </p:nvSpPr>
        <p:spPr bwMode="auto">
          <a:xfrm>
            <a:off x="5445919" y="3318642"/>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14</a:t>
            </a:r>
          </a:p>
        </p:txBody>
      </p:sp>
      <p:sp>
        <p:nvSpPr>
          <p:cNvPr id="533667" name="Text Box 163">
            <a:extLst>
              <a:ext uri="{FF2B5EF4-FFF2-40B4-BE49-F238E27FC236}">
                <a16:creationId xmlns:a16="http://schemas.microsoft.com/office/drawing/2014/main" id="{5A973B28-5E29-FB49-83BC-28AFFA2602B1}"/>
              </a:ext>
            </a:extLst>
          </p:cNvPr>
          <p:cNvSpPr txBox="1">
            <a:spLocks noChangeArrowheads="1"/>
          </p:cNvSpPr>
          <p:nvPr/>
        </p:nvSpPr>
        <p:spPr bwMode="auto">
          <a:xfrm>
            <a:off x="5840016" y="3318642"/>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3668" name="Text Box 164">
            <a:extLst>
              <a:ext uri="{FF2B5EF4-FFF2-40B4-BE49-F238E27FC236}">
                <a16:creationId xmlns:a16="http://schemas.microsoft.com/office/drawing/2014/main" id="{59DB9412-7207-8649-BD4F-AB9BDF0A310C}"/>
              </a:ext>
            </a:extLst>
          </p:cNvPr>
          <p:cNvSpPr txBox="1">
            <a:spLocks noChangeArrowheads="1"/>
          </p:cNvSpPr>
          <p:nvPr/>
        </p:nvSpPr>
        <p:spPr bwMode="auto">
          <a:xfrm>
            <a:off x="6256735" y="3318642"/>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18</a:t>
            </a:r>
          </a:p>
        </p:txBody>
      </p:sp>
      <p:sp>
        <p:nvSpPr>
          <p:cNvPr id="533669" name="Text Box 165">
            <a:extLst>
              <a:ext uri="{FF2B5EF4-FFF2-40B4-BE49-F238E27FC236}">
                <a16:creationId xmlns:a16="http://schemas.microsoft.com/office/drawing/2014/main" id="{7D388674-AB7C-1549-AE5A-65EE57EF044F}"/>
              </a:ext>
            </a:extLst>
          </p:cNvPr>
          <p:cNvSpPr txBox="1">
            <a:spLocks noChangeArrowheads="1"/>
          </p:cNvSpPr>
          <p:nvPr/>
        </p:nvSpPr>
        <p:spPr bwMode="auto">
          <a:xfrm>
            <a:off x="6650831" y="3318642"/>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3670" name="Text Box 166">
            <a:extLst>
              <a:ext uri="{FF2B5EF4-FFF2-40B4-BE49-F238E27FC236}">
                <a16:creationId xmlns:a16="http://schemas.microsoft.com/office/drawing/2014/main" id="{ED812B20-8365-C943-9749-1055583D397D}"/>
              </a:ext>
            </a:extLst>
          </p:cNvPr>
          <p:cNvSpPr txBox="1">
            <a:spLocks noChangeArrowheads="1"/>
          </p:cNvSpPr>
          <p:nvPr/>
        </p:nvSpPr>
        <p:spPr bwMode="auto">
          <a:xfrm>
            <a:off x="2762250" y="3318642"/>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3671" name="Text Box 167">
            <a:extLst>
              <a:ext uri="{FF2B5EF4-FFF2-40B4-BE49-F238E27FC236}">
                <a16:creationId xmlns:a16="http://schemas.microsoft.com/office/drawing/2014/main" id="{1DA5D992-4924-E444-B299-11882DCA13E2}"/>
              </a:ext>
            </a:extLst>
          </p:cNvPr>
          <p:cNvSpPr txBox="1">
            <a:spLocks noChangeArrowheads="1"/>
          </p:cNvSpPr>
          <p:nvPr/>
        </p:nvSpPr>
        <p:spPr bwMode="auto">
          <a:xfrm>
            <a:off x="2631281" y="3144811"/>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3672" name="Text Box 168">
            <a:extLst>
              <a:ext uri="{FF2B5EF4-FFF2-40B4-BE49-F238E27FC236}">
                <a16:creationId xmlns:a16="http://schemas.microsoft.com/office/drawing/2014/main" id="{D53BA7AA-C70E-774F-B96D-D08A87BCBBB9}"/>
              </a:ext>
            </a:extLst>
          </p:cNvPr>
          <p:cNvSpPr txBox="1">
            <a:spLocks noChangeArrowheads="1"/>
          </p:cNvSpPr>
          <p:nvPr/>
        </p:nvSpPr>
        <p:spPr bwMode="auto">
          <a:xfrm>
            <a:off x="2631281" y="2855489"/>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3673" name="Text Box 169">
            <a:extLst>
              <a:ext uri="{FF2B5EF4-FFF2-40B4-BE49-F238E27FC236}">
                <a16:creationId xmlns:a16="http://schemas.microsoft.com/office/drawing/2014/main" id="{F4C0382A-1BE9-AE4F-A658-4750B3370243}"/>
              </a:ext>
            </a:extLst>
          </p:cNvPr>
          <p:cNvSpPr txBox="1">
            <a:spLocks noChangeArrowheads="1"/>
          </p:cNvSpPr>
          <p:nvPr/>
        </p:nvSpPr>
        <p:spPr bwMode="auto">
          <a:xfrm>
            <a:off x="2631281" y="2575692"/>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3674" name="Text Box 170">
            <a:extLst>
              <a:ext uri="{FF2B5EF4-FFF2-40B4-BE49-F238E27FC236}">
                <a16:creationId xmlns:a16="http://schemas.microsoft.com/office/drawing/2014/main" id="{E5F8FD42-E99E-3642-9BE8-C63790C7C4C9}"/>
              </a:ext>
            </a:extLst>
          </p:cNvPr>
          <p:cNvSpPr txBox="1">
            <a:spLocks noChangeArrowheads="1"/>
          </p:cNvSpPr>
          <p:nvPr/>
        </p:nvSpPr>
        <p:spPr bwMode="auto">
          <a:xfrm>
            <a:off x="2532460" y="2295896"/>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3675" name="Text Box 171">
            <a:extLst>
              <a:ext uri="{FF2B5EF4-FFF2-40B4-BE49-F238E27FC236}">
                <a16:creationId xmlns:a16="http://schemas.microsoft.com/office/drawing/2014/main" id="{FA32D486-8AB8-5748-B465-F355992170A9}"/>
              </a:ext>
            </a:extLst>
          </p:cNvPr>
          <p:cNvSpPr txBox="1">
            <a:spLocks noChangeArrowheads="1"/>
          </p:cNvSpPr>
          <p:nvPr/>
        </p:nvSpPr>
        <p:spPr bwMode="auto">
          <a:xfrm>
            <a:off x="2532460" y="1725586"/>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3676" name="Text Box 172">
            <a:extLst>
              <a:ext uri="{FF2B5EF4-FFF2-40B4-BE49-F238E27FC236}">
                <a16:creationId xmlns:a16="http://schemas.microsoft.com/office/drawing/2014/main" id="{844A9BBE-EBCF-3D42-AD1D-F95E92AFAD0B}"/>
              </a:ext>
            </a:extLst>
          </p:cNvPr>
          <p:cNvSpPr txBox="1">
            <a:spLocks noChangeArrowheads="1"/>
          </p:cNvSpPr>
          <p:nvPr/>
        </p:nvSpPr>
        <p:spPr bwMode="auto">
          <a:xfrm>
            <a:off x="2532460" y="143626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24</a:t>
            </a:r>
          </a:p>
        </p:txBody>
      </p:sp>
      <p:sp>
        <p:nvSpPr>
          <p:cNvPr id="533677" name="Oval 173">
            <a:extLst>
              <a:ext uri="{FF2B5EF4-FFF2-40B4-BE49-F238E27FC236}">
                <a16:creationId xmlns:a16="http://schemas.microsoft.com/office/drawing/2014/main" id="{89277DE9-D05C-0547-93AC-D5B0E1070CA5}"/>
              </a:ext>
            </a:extLst>
          </p:cNvPr>
          <p:cNvSpPr>
            <a:spLocks noChangeArrowheads="1"/>
          </p:cNvSpPr>
          <p:nvPr/>
        </p:nvSpPr>
        <p:spPr bwMode="auto">
          <a:xfrm>
            <a:off x="3411142" y="2693564"/>
            <a:ext cx="7739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78" name="Oval 174">
            <a:extLst>
              <a:ext uri="{FF2B5EF4-FFF2-40B4-BE49-F238E27FC236}">
                <a16:creationId xmlns:a16="http://schemas.microsoft.com/office/drawing/2014/main" id="{5C6F33F0-DD94-D441-9942-463356F8282F}"/>
              </a:ext>
            </a:extLst>
          </p:cNvPr>
          <p:cNvSpPr>
            <a:spLocks noChangeArrowheads="1"/>
          </p:cNvSpPr>
          <p:nvPr/>
        </p:nvSpPr>
        <p:spPr bwMode="auto">
          <a:xfrm>
            <a:off x="3214688" y="2982885"/>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79" name="Oval 175">
            <a:extLst>
              <a:ext uri="{FF2B5EF4-FFF2-40B4-BE49-F238E27FC236}">
                <a16:creationId xmlns:a16="http://schemas.microsoft.com/office/drawing/2014/main" id="{1D2FE559-30CE-DA4A-BFD0-A622F3DB1A5F}"/>
              </a:ext>
            </a:extLst>
          </p:cNvPr>
          <p:cNvSpPr>
            <a:spLocks noChangeArrowheads="1"/>
          </p:cNvSpPr>
          <p:nvPr/>
        </p:nvSpPr>
        <p:spPr bwMode="auto">
          <a:xfrm>
            <a:off x="2828925" y="3171004"/>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80" name="Oval 176">
            <a:extLst>
              <a:ext uri="{FF2B5EF4-FFF2-40B4-BE49-F238E27FC236}">
                <a16:creationId xmlns:a16="http://schemas.microsoft.com/office/drawing/2014/main" id="{16CE060E-B3DA-8244-AA8B-9F76C1902AA5}"/>
              </a:ext>
            </a:extLst>
          </p:cNvPr>
          <p:cNvSpPr>
            <a:spLocks noChangeArrowheads="1"/>
          </p:cNvSpPr>
          <p:nvPr/>
        </p:nvSpPr>
        <p:spPr bwMode="auto">
          <a:xfrm>
            <a:off x="3008710" y="3120998"/>
            <a:ext cx="7739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81" name="Oval 177">
            <a:extLst>
              <a:ext uri="{FF2B5EF4-FFF2-40B4-BE49-F238E27FC236}">
                <a16:creationId xmlns:a16="http://schemas.microsoft.com/office/drawing/2014/main" id="{DB6D41AA-9E87-1040-BC63-1F13C9C29A6D}"/>
              </a:ext>
            </a:extLst>
          </p:cNvPr>
          <p:cNvSpPr>
            <a:spLocks noChangeArrowheads="1"/>
          </p:cNvSpPr>
          <p:nvPr/>
        </p:nvSpPr>
        <p:spPr bwMode="auto">
          <a:xfrm>
            <a:off x="3608785" y="2111348"/>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82" name="Oval 178">
            <a:extLst>
              <a:ext uri="{FF2B5EF4-FFF2-40B4-BE49-F238E27FC236}">
                <a16:creationId xmlns:a16="http://schemas.microsoft.com/office/drawing/2014/main" id="{16396CB9-4040-A94C-B467-4D0660BF02CD}"/>
              </a:ext>
            </a:extLst>
          </p:cNvPr>
          <p:cNvSpPr>
            <a:spLocks noChangeArrowheads="1"/>
          </p:cNvSpPr>
          <p:nvPr/>
        </p:nvSpPr>
        <p:spPr bwMode="auto">
          <a:xfrm>
            <a:off x="3806429" y="2035148"/>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83" name="Oval 179">
            <a:extLst>
              <a:ext uri="{FF2B5EF4-FFF2-40B4-BE49-F238E27FC236}">
                <a16:creationId xmlns:a16="http://schemas.microsoft.com/office/drawing/2014/main" id="{5D954EC9-250F-4043-B928-4E3F490807EB}"/>
              </a:ext>
            </a:extLst>
          </p:cNvPr>
          <p:cNvSpPr>
            <a:spLocks noChangeArrowheads="1"/>
          </p:cNvSpPr>
          <p:nvPr/>
        </p:nvSpPr>
        <p:spPr bwMode="auto">
          <a:xfrm>
            <a:off x="4002881" y="1966092"/>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84" name="Oval 180">
            <a:extLst>
              <a:ext uri="{FF2B5EF4-FFF2-40B4-BE49-F238E27FC236}">
                <a16:creationId xmlns:a16="http://schemas.microsoft.com/office/drawing/2014/main" id="{7FD6743D-1C0A-B44C-9DF5-F15517290717}"/>
              </a:ext>
            </a:extLst>
          </p:cNvPr>
          <p:cNvSpPr>
            <a:spLocks noChangeArrowheads="1"/>
          </p:cNvSpPr>
          <p:nvPr/>
        </p:nvSpPr>
        <p:spPr bwMode="auto">
          <a:xfrm>
            <a:off x="4401741" y="1820835"/>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85" name="Oval 181">
            <a:extLst>
              <a:ext uri="{FF2B5EF4-FFF2-40B4-BE49-F238E27FC236}">
                <a16:creationId xmlns:a16="http://schemas.microsoft.com/office/drawing/2014/main" id="{236F4604-F65F-B443-8CFA-3A07F03F85BE}"/>
              </a:ext>
            </a:extLst>
          </p:cNvPr>
          <p:cNvSpPr>
            <a:spLocks noChangeArrowheads="1"/>
          </p:cNvSpPr>
          <p:nvPr/>
        </p:nvSpPr>
        <p:spPr bwMode="auto">
          <a:xfrm>
            <a:off x="4200525" y="1893464"/>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86" name="Oval 182">
            <a:extLst>
              <a:ext uri="{FF2B5EF4-FFF2-40B4-BE49-F238E27FC236}">
                <a16:creationId xmlns:a16="http://schemas.microsoft.com/office/drawing/2014/main" id="{20E162F3-472E-9F40-A203-19372C1192E9}"/>
              </a:ext>
            </a:extLst>
          </p:cNvPr>
          <p:cNvSpPr>
            <a:spLocks noChangeArrowheads="1"/>
          </p:cNvSpPr>
          <p:nvPr/>
        </p:nvSpPr>
        <p:spPr bwMode="auto">
          <a:xfrm>
            <a:off x="4598194" y="1748208"/>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87" name="Oval 183">
            <a:extLst>
              <a:ext uri="{FF2B5EF4-FFF2-40B4-BE49-F238E27FC236}">
                <a16:creationId xmlns:a16="http://schemas.microsoft.com/office/drawing/2014/main" id="{B336313C-F3B1-4847-ADC3-F07D2116917D}"/>
              </a:ext>
            </a:extLst>
          </p:cNvPr>
          <p:cNvSpPr>
            <a:spLocks noChangeArrowheads="1"/>
          </p:cNvSpPr>
          <p:nvPr/>
        </p:nvSpPr>
        <p:spPr bwMode="auto">
          <a:xfrm>
            <a:off x="4792266" y="1680342"/>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88" name="Oval 184">
            <a:extLst>
              <a:ext uri="{FF2B5EF4-FFF2-40B4-BE49-F238E27FC236}">
                <a16:creationId xmlns:a16="http://schemas.microsoft.com/office/drawing/2014/main" id="{32D35676-66BC-B942-9A4F-DF0583382C01}"/>
              </a:ext>
            </a:extLst>
          </p:cNvPr>
          <p:cNvSpPr>
            <a:spLocks noChangeArrowheads="1"/>
          </p:cNvSpPr>
          <p:nvPr/>
        </p:nvSpPr>
        <p:spPr bwMode="auto">
          <a:xfrm>
            <a:off x="5181600" y="1524371"/>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89" name="Oval 185">
            <a:extLst>
              <a:ext uri="{FF2B5EF4-FFF2-40B4-BE49-F238E27FC236}">
                <a16:creationId xmlns:a16="http://schemas.microsoft.com/office/drawing/2014/main" id="{48E237BB-475B-BD4B-B97A-A5E0A267FD2F}"/>
              </a:ext>
            </a:extLst>
          </p:cNvPr>
          <p:cNvSpPr>
            <a:spLocks noChangeArrowheads="1"/>
          </p:cNvSpPr>
          <p:nvPr/>
        </p:nvSpPr>
        <p:spPr bwMode="auto">
          <a:xfrm>
            <a:off x="4988719" y="1596998"/>
            <a:ext cx="77391"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90" name="Oval 186">
            <a:extLst>
              <a:ext uri="{FF2B5EF4-FFF2-40B4-BE49-F238E27FC236}">
                <a16:creationId xmlns:a16="http://schemas.microsoft.com/office/drawing/2014/main" id="{A82E73F8-EED5-D941-9E62-E642D8213EB9}"/>
              </a:ext>
            </a:extLst>
          </p:cNvPr>
          <p:cNvSpPr>
            <a:spLocks noChangeArrowheads="1"/>
          </p:cNvSpPr>
          <p:nvPr/>
        </p:nvSpPr>
        <p:spPr bwMode="auto">
          <a:xfrm>
            <a:off x="6180535" y="2397098"/>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91" name="Oval 187">
            <a:extLst>
              <a:ext uri="{FF2B5EF4-FFF2-40B4-BE49-F238E27FC236}">
                <a16:creationId xmlns:a16="http://schemas.microsoft.com/office/drawing/2014/main" id="{9355B865-80B4-0344-8603-B05B92F11571}"/>
              </a:ext>
            </a:extLst>
          </p:cNvPr>
          <p:cNvSpPr>
            <a:spLocks noChangeArrowheads="1"/>
          </p:cNvSpPr>
          <p:nvPr/>
        </p:nvSpPr>
        <p:spPr bwMode="auto">
          <a:xfrm>
            <a:off x="5580460" y="3113854"/>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92" name="Oval 188">
            <a:extLst>
              <a:ext uri="{FF2B5EF4-FFF2-40B4-BE49-F238E27FC236}">
                <a16:creationId xmlns:a16="http://schemas.microsoft.com/office/drawing/2014/main" id="{65974DEF-3A83-5046-8F85-5203D70A0718}"/>
              </a:ext>
            </a:extLst>
          </p:cNvPr>
          <p:cNvSpPr>
            <a:spLocks noChangeArrowheads="1"/>
          </p:cNvSpPr>
          <p:nvPr/>
        </p:nvSpPr>
        <p:spPr bwMode="auto">
          <a:xfrm>
            <a:off x="5781675" y="2972171"/>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93" name="Oval 189">
            <a:extLst>
              <a:ext uri="{FF2B5EF4-FFF2-40B4-BE49-F238E27FC236}">
                <a16:creationId xmlns:a16="http://schemas.microsoft.com/office/drawing/2014/main" id="{C0BF3CA4-5275-424D-BD76-7F4560328034}"/>
              </a:ext>
            </a:extLst>
          </p:cNvPr>
          <p:cNvSpPr>
            <a:spLocks noChangeArrowheads="1"/>
          </p:cNvSpPr>
          <p:nvPr/>
        </p:nvSpPr>
        <p:spPr bwMode="auto">
          <a:xfrm>
            <a:off x="5379244" y="3171004"/>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94" name="Oval 190">
            <a:extLst>
              <a:ext uri="{FF2B5EF4-FFF2-40B4-BE49-F238E27FC236}">
                <a16:creationId xmlns:a16="http://schemas.microsoft.com/office/drawing/2014/main" id="{B0B00435-9388-2442-BC66-86A8A378671E}"/>
              </a:ext>
            </a:extLst>
          </p:cNvPr>
          <p:cNvSpPr>
            <a:spLocks noChangeArrowheads="1"/>
          </p:cNvSpPr>
          <p:nvPr/>
        </p:nvSpPr>
        <p:spPr bwMode="auto">
          <a:xfrm>
            <a:off x="5970985" y="2686421"/>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95" name="Oval 191">
            <a:extLst>
              <a:ext uri="{FF2B5EF4-FFF2-40B4-BE49-F238E27FC236}">
                <a16:creationId xmlns:a16="http://schemas.microsoft.com/office/drawing/2014/main" id="{79796A51-1CF7-8548-AF5B-3033932F78BE}"/>
              </a:ext>
            </a:extLst>
          </p:cNvPr>
          <p:cNvSpPr>
            <a:spLocks noChangeArrowheads="1"/>
          </p:cNvSpPr>
          <p:nvPr/>
        </p:nvSpPr>
        <p:spPr bwMode="auto">
          <a:xfrm>
            <a:off x="6373416" y="2320898"/>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96" name="Oval 192">
            <a:extLst>
              <a:ext uri="{FF2B5EF4-FFF2-40B4-BE49-F238E27FC236}">
                <a16:creationId xmlns:a16="http://schemas.microsoft.com/office/drawing/2014/main" id="{C590319C-0D55-614E-A73C-D3941E0AB3B9}"/>
              </a:ext>
            </a:extLst>
          </p:cNvPr>
          <p:cNvSpPr>
            <a:spLocks noChangeArrowheads="1"/>
          </p:cNvSpPr>
          <p:nvPr/>
        </p:nvSpPr>
        <p:spPr bwMode="auto">
          <a:xfrm>
            <a:off x="6960394" y="2103014"/>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97" name="Oval 193">
            <a:extLst>
              <a:ext uri="{FF2B5EF4-FFF2-40B4-BE49-F238E27FC236}">
                <a16:creationId xmlns:a16="http://schemas.microsoft.com/office/drawing/2014/main" id="{F146D862-1B0F-7540-9B60-B2A7F917DF5C}"/>
              </a:ext>
            </a:extLst>
          </p:cNvPr>
          <p:cNvSpPr>
            <a:spLocks noChangeArrowheads="1"/>
          </p:cNvSpPr>
          <p:nvPr/>
        </p:nvSpPr>
        <p:spPr bwMode="auto">
          <a:xfrm>
            <a:off x="6566297" y="2244698"/>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698" name="Oval 194">
            <a:extLst>
              <a:ext uri="{FF2B5EF4-FFF2-40B4-BE49-F238E27FC236}">
                <a16:creationId xmlns:a16="http://schemas.microsoft.com/office/drawing/2014/main" id="{A9BED17D-DF9B-1E47-8BD5-54F4D30D0CD3}"/>
              </a:ext>
            </a:extLst>
          </p:cNvPr>
          <p:cNvSpPr>
            <a:spLocks noChangeArrowheads="1"/>
          </p:cNvSpPr>
          <p:nvPr/>
        </p:nvSpPr>
        <p:spPr bwMode="auto">
          <a:xfrm>
            <a:off x="6762750" y="2175642"/>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700" name="Text Box 196">
            <a:extLst>
              <a:ext uri="{FF2B5EF4-FFF2-40B4-BE49-F238E27FC236}">
                <a16:creationId xmlns:a16="http://schemas.microsoft.com/office/drawing/2014/main" id="{99D4500B-361E-C04F-BEBD-667B12473E9D}"/>
              </a:ext>
            </a:extLst>
          </p:cNvPr>
          <p:cNvSpPr txBox="1">
            <a:spLocks noChangeArrowheads="1"/>
          </p:cNvSpPr>
          <p:nvPr/>
        </p:nvSpPr>
        <p:spPr bwMode="auto">
          <a:xfrm>
            <a:off x="2045494" y="1061216"/>
            <a:ext cx="1329210"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拥塞窗口 </a:t>
            </a:r>
            <a:r>
              <a:rPr kumimoji="1" lang="en-US" altLang="zh-CN" sz="1350">
                <a:solidFill>
                  <a:schemeClr val="folHlink"/>
                </a:solidFill>
                <a:latin typeface="Arial" panose="020B0604020202020204" pitchFamily="34" charset="0"/>
              </a:rPr>
              <a:t>cwnd</a:t>
            </a:r>
          </a:p>
        </p:txBody>
      </p:sp>
      <p:sp>
        <p:nvSpPr>
          <p:cNvPr id="533701" name="Text Box 197">
            <a:extLst>
              <a:ext uri="{FF2B5EF4-FFF2-40B4-BE49-F238E27FC236}">
                <a16:creationId xmlns:a16="http://schemas.microsoft.com/office/drawing/2014/main" id="{2D470C9C-B202-9C4F-9A52-50647E7E18D0}"/>
              </a:ext>
            </a:extLst>
          </p:cNvPr>
          <p:cNvSpPr txBox="1">
            <a:spLocks noChangeArrowheads="1"/>
          </p:cNvSpPr>
          <p:nvPr/>
        </p:nvSpPr>
        <p:spPr bwMode="auto">
          <a:xfrm>
            <a:off x="1277541" y="2255414"/>
            <a:ext cx="145424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新的 </a:t>
            </a: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值</a:t>
            </a:r>
          </a:p>
        </p:txBody>
      </p:sp>
      <p:sp>
        <p:nvSpPr>
          <p:cNvPr id="533702" name="Text Box 198">
            <a:extLst>
              <a:ext uri="{FF2B5EF4-FFF2-40B4-BE49-F238E27FC236}">
                <a16:creationId xmlns:a16="http://schemas.microsoft.com/office/drawing/2014/main" id="{6991A144-F41F-D14D-8972-B0D5522DB797}"/>
              </a:ext>
            </a:extLst>
          </p:cNvPr>
          <p:cNvSpPr txBox="1">
            <a:spLocks noChangeArrowheads="1"/>
          </p:cNvSpPr>
          <p:nvPr/>
        </p:nvSpPr>
        <p:spPr bwMode="auto">
          <a:xfrm>
            <a:off x="5424488" y="1160039"/>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网络拥塞</a:t>
            </a:r>
          </a:p>
        </p:txBody>
      </p:sp>
      <p:sp>
        <p:nvSpPr>
          <p:cNvPr id="533703" name="Line 199">
            <a:extLst>
              <a:ext uri="{FF2B5EF4-FFF2-40B4-BE49-F238E27FC236}">
                <a16:creationId xmlns:a16="http://schemas.microsoft.com/office/drawing/2014/main" id="{E4699121-2E4B-E74A-8710-03D9E6E5465A}"/>
              </a:ext>
            </a:extLst>
          </p:cNvPr>
          <p:cNvSpPr>
            <a:spLocks noChangeShapeType="1"/>
          </p:cNvSpPr>
          <p:nvPr/>
        </p:nvSpPr>
        <p:spPr bwMode="auto">
          <a:xfrm flipH="1">
            <a:off x="5226844" y="1344585"/>
            <a:ext cx="259556" cy="219075"/>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3704" name="Text Box 200">
            <a:extLst>
              <a:ext uri="{FF2B5EF4-FFF2-40B4-BE49-F238E27FC236}">
                <a16:creationId xmlns:a16="http://schemas.microsoft.com/office/drawing/2014/main" id="{38F121C4-2DF3-0943-8B6A-22892EABA4A2}"/>
              </a:ext>
            </a:extLst>
          </p:cNvPr>
          <p:cNvSpPr txBox="1">
            <a:spLocks noChangeArrowheads="1"/>
          </p:cNvSpPr>
          <p:nvPr/>
        </p:nvSpPr>
        <p:spPr bwMode="auto">
          <a:xfrm>
            <a:off x="3781425" y="2818579"/>
            <a:ext cx="1223412"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指数规律增长</a:t>
            </a:r>
          </a:p>
        </p:txBody>
      </p:sp>
      <p:sp>
        <p:nvSpPr>
          <p:cNvPr id="533705" name="Line 201">
            <a:extLst>
              <a:ext uri="{FF2B5EF4-FFF2-40B4-BE49-F238E27FC236}">
                <a16:creationId xmlns:a16="http://schemas.microsoft.com/office/drawing/2014/main" id="{E61033A3-5B9A-3A49-9B97-EC68A340DD78}"/>
              </a:ext>
            </a:extLst>
          </p:cNvPr>
          <p:cNvSpPr>
            <a:spLocks noChangeShapeType="1"/>
          </p:cNvSpPr>
          <p:nvPr/>
        </p:nvSpPr>
        <p:spPr bwMode="auto">
          <a:xfrm flipH="1" flipV="1">
            <a:off x="3321844" y="2895971"/>
            <a:ext cx="525066" cy="5834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3706" name="Rectangle 202">
            <a:extLst>
              <a:ext uri="{FF2B5EF4-FFF2-40B4-BE49-F238E27FC236}">
                <a16:creationId xmlns:a16="http://schemas.microsoft.com/office/drawing/2014/main" id="{B093A55D-145A-2A42-A010-FEF3580E1A8D}"/>
              </a:ext>
            </a:extLst>
          </p:cNvPr>
          <p:cNvSpPr>
            <a:spLocks noChangeArrowheads="1"/>
          </p:cNvSpPr>
          <p:nvPr/>
        </p:nvSpPr>
        <p:spPr bwMode="auto">
          <a:xfrm>
            <a:off x="2926557" y="1506510"/>
            <a:ext cx="164306" cy="1544241"/>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3707" name="Line 203">
            <a:extLst>
              <a:ext uri="{FF2B5EF4-FFF2-40B4-BE49-F238E27FC236}">
                <a16:creationId xmlns:a16="http://schemas.microsoft.com/office/drawing/2014/main" id="{D70383F2-8155-1242-BD6A-202CFD05BBEA}"/>
              </a:ext>
            </a:extLst>
          </p:cNvPr>
          <p:cNvSpPr>
            <a:spLocks noChangeShapeType="1"/>
          </p:cNvSpPr>
          <p:nvPr/>
        </p:nvSpPr>
        <p:spPr bwMode="auto">
          <a:xfrm>
            <a:off x="2926557" y="2143495"/>
            <a:ext cx="722710"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708" name="Rectangle 204">
            <a:extLst>
              <a:ext uri="{FF2B5EF4-FFF2-40B4-BE49-F238E27FC236}">
                <a16:creationId xmlns:a16="http://schemas.microsoft.com/office/drawing/2014/main" id="{F4330A88-265A-F94C-8160-0857F8CF7720}"/>
              </a:ext>
            </a:extLst>
          </p:cNvPr>
          <p:cNvSpPr>
            <a:spLocks noChangeArrowheads="1"/>
          </p:cNvSpPr>
          <p:nvPr/>
        </p:nvSpPr>
        <p:spPr bwMode="auto">
          <a:xfrm>
            <a:off x="3189685" y="3128142"/>
            <a:ext cx="2102644" cy="115491"/>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3709" name="Rectangle 205">
            <a:extLst>
              <a:ext uri="{FF2B5EF4-FFF2-40B4-BE49-F238E27FC236}">
                <a16:creationId xmlns:a16="http://schemas.microsoft.com/office/drawing/2014/main" id="{346F6F89-BE08-7149-BC48-C34DBF94E25B}"/>
              </a:ext>
            </a:extLst>
          </p:cNvPr>
          <p:cNvSpPr>
            <a:spLocks noChangeArrowheads="1"/>
          </p:cNvSpPr>
          <p:nvPr/>
        </p:nvSpPr>
        <p:spPr bwMode="auto">
          <a:xfrm>
            <a:off x="5753100" y="3128142"/>
            <a:ext cx="1510904" cy="115491"/>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3710" name="Text Box 206">
            <a:extLst>
              <a:ext uri="{FF2B5EF4-FFF2-40B4-BE49-F238E27FC236}">
                <a16:creationId xmlns:a16="http://schemas.microsoft.com/office/drawing/2014/main" id="{0AB27624-9EB2-FE4E-B8B3-486090ED73D9}"/>
              </a:ext>
            </a:extLst>
          </p:cNvPr>
          <p:cNvSpPr txBox="1">
            <a:spLocks noChangeArrowheads="1"/>
          </p:cNvSpPr>
          <p:nvPr/>
        </p:nvSpPr>
        <p:spPr bwMode="auto">
          <a:xfrm>
            <a:off x="1128459" y="1999429"/>
            <a:ext cx="1579278"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的初始值</a:t>
            </a:r>
          </a:p>
        </p:txBody>
      </p:sp>
      <p:sp>
        <p:nvSpPr>
          <p:cNvPr id="533711" name="Text Box 207">
            <a:extLst>
              <a:ext uri="{FF2B5EF4-FFF2-40B4-BE49-F238E27FC236}">
                <a16:creationId xmlns:a16="http://schemas.microsoft.com/office/drawing/2014/main" id="{4E841DC5-CE40-3745-9281-0FC98727C8F7}"/>
              </a:ext>
            </a:extLst>
          </p:cNvPr>
          <p:cNvSpPr txBox="1">
            <a:spLocks noChangeArrowheads="1"/>
          </p:cNvSpPr>
          <p:nvPr/>
        </p:nvSpPr>
        <p:spPr bwMode="auto">
          <a:xfrm>
            <a:off x="1727598" y="2918591"/>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3712" name="Line 208">
            <a:extLst>
              <a:ext uri="{FF2B5EF4-FFF2-40B4-BE49-F238E27FC236}">
                <a16:creationId xmlns:a16="http://schemas.microsoft.com/office/drawing/2014/main" id="{FBD65987-E5DC-0945-A4B8-E557043C0B76}"/>
              </a:ext>
            </a:extLst>
          </p:cNvPr>
          <p:cNvSpPr>
            <a:spLocks noChangeShapeType="1"/>
          </p:cNvSpPr>
          <p:nvPr/>
        </p:nvSpPr>
        <p:spPr bwMode="auto">
          <a:xfrm>
            <a:off x="2368153" y="3084089"/>
            <a:ext cx="460772" cy="11668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3713" name="Text Box 209">
            <a:extLst>
              <a:ext uri="{FF2B5EF4-FFF2-40B4-BE49-F238E27FC236}">
                <a16:creationId xmlns:a16="http://schemas.microsoft.com/office/drawing/2014/main" id="{DF5D262E-83FD-BF4E-9F79-03EB30CCB181}"/>
              </a:ext>
            </a:extLst>
          </p:cNvPr>
          <p:cNvSpPr txBox="1">
            <a:spLocks noChangeArrowheads="1"/>
          </p:cNvSpPr>
          <p:nvPr/>
        </p:nvSpPr>
        <p:spPr bwMode="auto">
          <a:xfrm>
            <a:off x="2945606" y="3587723"/>
            <a:ext cx="739379"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3714" name="Text Box 210">
            <a:extLst>
              <a:ext uri="{FF2B5EF4-FFF2-40B4-BE49-F238E27FC236}">
                <a16:creationId xmlns:a16="http://schemas.microsoft.com/office/drawing/2014/main" id="{0C646DC4-CBBF-DC4B-B0E9-3E3CCA0F4FBF}"/>
              </a:ext>
            </a:extLst>
          </p:cNvPr>
          <p:cNvSpPr txBox="1">
            <a:spLocks noChangeArrowheads="1"/>
          </p:cNvSpPr>
          <p:nvPr/>
        </p:nvSpPr>
        <p:spPr bwMode="auto">
          <a:xfrm>
            <a:off x="5492354" y="3605582"/>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3715" name="Text Box 211">
            <a:extLst>
              <a:ext uri="{FF2B5EF4-FFF2-40B4-BE49-F238E27FC236}">
                <a16:creationId xmlns:a16="http://schemas.microsoft.com/office/drawing/2014/main" id="{4903086C-5506-BD40-BCF5-77C9807F3F4D}"/>
              </a:ext>
            </a:extLst>
          </p:cNvPr>
          <p:cNvSpPr txBox="1">
            <a:spLocks noChangeArrowheads="1"/>
          </p:cNvSpPr>
          <p:nvPr/>
        </p:nvSpPr>
        <p:spPr bwMode="auto">
          <a:xfrm>
            <a:off x="3779319" y="1124321"/>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3716" name="Text Box 212">
            <a:extLst>
              <a:ext uri="{FF2B5EF4-FFF2-40B4-BE49-F238E27FC236}">
                <a16:creationId xmlns:a16="http://schemas.microsoft.com/office/drawing/2014/main" id="{6766D4CC-7104-2D4D-91A1-4A368A372C8D}"/>
              </a:ext>
            </a:extLst>
          </p:cNvPr>
          <p:cNvSpPr txBox="1">
            <a:spLocks noChangeArrowheads="1"/>
          </p:cNvSpPr>
          <p:nvPr/>
        </p:nvSpPr>
        <p:spPr bwMode="auto">
          <a:xfrm>
            <a:off x="6151044" y="1429121"/>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3717" name="Line 213">
            <a:extLst>
              <a:ext uri="{FF2B5EF4-FFF2-40B4-BE49-F238E27FC236}">
                <a16:creationId xmlns:a16="http://schemas.microsoft.com/office/drawing/2014/main" id="{F5DE15D8-CF16-C04D-8909-927D067B6EFA}"/>
              </a:ext>
            </a:extLst>
          </p:cNvPr>
          <p:cNvSpPr>
            <a:spLocks noChangeShapeType="1"/>
          </p:cNvSpPr>
          <p:nvPr/>
        </p:nvSpPr>
        <p:spPr bwMode="auto">
          <a:xfrm rot="10800000">
            <a:off x="2926557" y="2432817"/>
            <a:ext cx="3483769"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718" name="Line 214">
            <a:extLst>
              <a:ext uri="{FF2B5EF4-FFF2-40B4-BE49-F238E27FC236}">
                <a16:creationId xmlns:a16="http://schemas.microsoft.com/office/drawing/2014/main" id="{C35D9915-712F-084D-AC70-FAA5471FEFC8}"/>
              </a:ext>
            </a:extLst>
          </p:cNvPr>
          <p:cNvSpPr>
            <a:spLocks noChangeShapeType="1"/>
          </p:cNvSpPr>
          <p:nvPr/>
        </p:nvSpPr>
        <p:spPr bwMode="auto">
          <a:xfrm flipV="1">
            <a:off x="2926557" y="1562471"/>
            <a:ext cx="3145631" cy="119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3719" name="Freeform 215">
            <a:extLst>
              <a:ext uri="{FF2B5EF4-FFF2-40B4-BE49-F238E27FC236}">
                <a16:creationId xmlns:a16="http://schemas.microsoft.com/office/drawing/2014/main" id="{36C736EE-9261-E74E-A8CF-B446A9953012}"/>
              </a:ext>
            </a:extLst>
          </p:cNvPr>
          <p:cNvSpPr>
            <a:spLocks/>
          </p:cNvSpPr>
          <p:nvPr/>
        </p:nvSpPr>
        <p:spPr bwMode="auto">
          <a:xfrm>
            <a:off x="2795587" y="1563660"/>
            <a:ext cx="4329113" cy="1653779"/>
          </a:xfrm>
          <a:custGeom>
            <a:avLst/>
            <a:gdLst>
              <a:gd name="T0" fmla="*/ 5772150 w 3162"/>
              <a:gd name="T1" fmla="*/ 704968 h 1370"/>
              <a:gd name="T2" fmla="*/ 4556384 w 3162"/>
              <a:gd name="T3" fmla="*/ 1158852 h 1370"/>
              <a:gd name="T4" fmla="*/ 4293516 w 3162"/>
              <a:gd name="T5" fmla="*/ 1535479 h 1370"/>
              <a:gd name="T6" fmla="*/ 4025171 w 3162"/>
              <a:gd name="T7" fmla="*/ 1931420 h 1370"/>
              <a:gd name="T8" fmla="*/ 3762303 w 3162"/>
              <a:gd name="T9" fmla="*/ 2124562 h 1370"/>
              <a:gd name="T10" fmla="*/ 3499434 w 3162"/>
              <a:gd name="T11" fmla="*/ 2201819 h 1370"/>
              <a:gd name="T12" fmla="*/ 3406335 w 3162"/>
              <a:gd name="T13" fmla="*/ 1506508 h 1370"/>
              <a:gd name="T14" fmla="*/ 3236566 w 3162"/>
              <a:gd name="T15" fmla="*/ 0 h 1370"/>
              <a:gd name="T16" fmla="*/ 1128143 w 3162"/>
              <a:gd name="T17" fmla="*/ 783835 h 1370"/>
              <a:gd name="T18" fmla="*/ 876228 w 3162"/>
              <a:gd name="T19" fmla="*/ 1546746 h 1370"/>
              <a:gd name="T20" fmla="*/ 604232 w 3162"/>
              <a:gd name="T21" fmla="*/ 1933030 h 1370"/>
              <a:gd name="T22" fmla="*/ 341364 w 3162"/>
              <a:gd name="T23" fmla="*/ 2126172 h 1370"/>
              <a:gd name="T24" fmla="*/ 100401 w 3162"/>
              <a:gd name="T25" fmla="*/ 2203428 h 13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162" h="1370">
                <a:moveTo>
                  <a:pt x="3162" y="438"/>
                </a:moveTo>
                <a:lnTo>
                  <a:pt x="2496" y="720"/>
                </a:lnTo>
                <a:lnTo>
                  <a:pt x="2352" y="954"/>
                </a:lnTo>
                <a:lnTo>
                  <a:pt x="2205" y="1200"/>
                </a:lnTo>
                <a:lnTo>
                  <a:pt x="2061" y="1320"/>
                </a:lnTo>
                <a:lnTo>
                  <a:pt x="1917" y="1368"/>
                </a:lnTo>
                <a:lnTo>
                  <a:pt x="1866" y="936"/>
                </a:lnTo>
                <a:lnTo>
                  <a:pt x="1773" y="0"/>
                </a:ln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p:spPr>
        <p:txBody>
          <a:bodyPr wrap="none" anchor="ctr"/>
          <a:lstStyle/>
          <a:p>
            <a:pPr>
              <a:defRPr/>
            </a:pPr>
            <a:endParaRPr lang="zh-CN" altLang="en-US"/>
          </a:p>
        </p:txBody>
      </p:sp>
      <p:sp>
        <p:nvSpPr>
          <p:cNvPr id="533620" name="Line 116">
            <a:extLst>
              <a:ext uri="{FF2B5EF4-FFF2-40B4-BE49-F238E27FC236}">
                <a16:creationId xmlns:a16="http://schemas.microsoft.com/office/drawing/2014/main" id="{E237ED91-7226-A345-9489-A4A2AFF5AD94}"/>
              </a:ext>
            </a:extLst>
          </p:cNvPr>
          <p:cNvSpPr>
            <a:spLocks noChangeShapeType="1"/>
          </p:cNvSpPr>
          <p:nvPr/>
        </p:nvSpPr>
        <p:spPr bwMode="auto">
          <a:xfrm>
            <a:off x="2717006" y="2647129"/>
            <a:ext cx="485775" cy="323850"/>
          </a:xfrm>
          <a:prstGeom prst="line">
            <a:avLst/>
          </a:prstGeom>
          <a:noFill/>
          <a:ln w="76200">
            <a:solidFill>
              <a:schemeClr val="hlink"/>
            </a:solidFill>
            <a:round/>
            <a:headEnd/>
            <a:tailEnd type="triangle" w="med" len="med"/>
          </a:ln>
          <a:effectLst/>
        </p:spPr>
        <p:txBody>
          <a:bodyPr/>
          <a:lstStyle/>
          <a:p>
            <a:pPr eaLnBrk="1" hangingPunct="1">
              <a:defRPr/>
            </a:pPr>
            <a:endParaRPr lang="zh-CN" altLang="en-US">
              <a:latin typeface="Tahoma" charset="0"/>
              <a:ea typeface="宋体" charset="-122"/>
              <a:cs typeface="+mn-cs"/>
            </a:endParaRPr>
          </a:p>
        </p:txBody>
      </p:sp>
      <p:sp>
        <p:nvSpPr>
          <p:cNvPr id="533699" name="Text Box 195">
            <a:extLst>
              <a:ext uri="{FF2B5EF4-FFF2-40B4-BE49-F238E27FC236}">
                <a16:creationId xmlns:a16="http://schemas.microsoft.com/office/drawing/2014/main" id="{7B1F96A0-58BD-B240-A16C-D9352C729A94}"/>
              </a:ext>
            </a:extLst>
          </p:cNvPr>
          <p:cNvSpPr txBox="1">
            <a:spLocks noChangeArrowheads="1"/>
          </p:cNvSpPr>
          <p:nvPr/>
        </p:nvSpPr>
        <p:spPr bwMode="auto">
          <a:xfrm>
            <a:off x="7163992" y="3012651"/>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传输轮次</a:t>
            </a:r>
          </a:p>
        </p:txBody>
      </p:sp>
    </p:spTree>
    <p:extLst>
      <p:ext uri="{BB962C8B-B14F-4D97-AF65-F5344CB8AC3E}">
        <p14:creationId xmlns:p14="http://schemas.microsoft.com/office/powerpoint/2010/main" val="12695965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533620"/>
                                        </p:tgtEl>
                                        <p:attrNameLst>
                                          <p:attrName>style.visibility</p:attrName>
                                        </p:attrNameLst>
                                      </p:cBhvr>
                                      <p:to>
                                        <p:strVal val="visible"/>
                                      </p:to>
                                    </p:set>
                                    <p:animEffect transition="in" filter="wipe(left)">
                                      <p:cBhvr>
                                        <p:cTn id="7" dur="1000"/>
                                        <p:tgtEl>
                                          <p:spTgt spid="5336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a:extLst>
              <a:ext uri="{FF2B5EF4-FFF2-40B4-BE49-F238E27FC236}">
                <a16:creationId xmlns:a16="http://schemas.microsoft.com/office/drawing/2014/main" id="{4DDF673B-9F51-6B42-BCD6-1339F0DA46BB}"/>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DB3D7B1-3FF1-AF48-815A-CDD73B7CF2B7}" type="slidenum">
              <a:rPr lang="en-US" altLang="zh-CN" sz="1050"/>
              <a:pPr>
                <a:defRPr/>
              </a:pPr>
              <a:t>99</a:t>
            </a:fld>
            <a:endParaRPr lang="en-US" altLang="zh-CN" sz="1050"/>
          </a:p>
        </p:txBody>
      </p:sp>
      <p:sp>
        <p:nvSpPr>
          <p:cNvPr id="534530" name="Rectangle 2">
            <a:extLst>
              <a:ext uri="{FF2B5EF4-FFF2-40B4-BE49-F238E27FC236}">
                <a16:creationId xmlns:a16="http://schemas.microsoft.com/office/drawing/2014/main" id="{00BAFEB3-E9F8-104E-9EAB-214687268C20}"/>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慢开始和拥塞避免算法的实现举例 </a:t>
            </a:r>
          </a:p>
        </p:txBody>
      </p:sp>
      <p:sp>
        <p:nvSpPr>
          <p:cNvPr id="534532" name="Text Box 4">
            <a:extLst>
              <a:ext uri="{FF2B5EF4-FFF2-40B4-BE49-F238E27FC236}">
                <a16:creationId xmlns:a16="http://schemas.microsoft.com/office/drawing/2014/main" id="{161DC8BE-A1D5-0841-9DF2-102BD760BEED}"/>
              </a:ext>
            </a:extLst>
          </p:cNvPr>
          <p:cNvSpPr txBox="1">
            <a:spLocks noChangeArrowheads="1"/>
          </p:cNvSpPr>
          <p:nvPr/>
        </p:nvSpPr>
        <p:spPr bwMode="auto">
          <a:xfrm>
            <a:off x="121549" y="4012406"/>
            <a:ext cx="8804952" cy="738664"/>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发送端每收到一个对新报文段的确认，就把发送端的拥塞窗口加 </a:t>
            </a:r>
            <a:r>
              <a:rPr lang="en-US" altLang="zh-CN" sz="2100" dirty="0">
                <a:solidFill>
                  <a:srgbClr val="333399"/>
                </a:solidFill>
                <a:latin typeface="Arial" panose="020B0604020202020204" pitchFamily="34" charset="0"/>
              </a:rPr>
              <a:t>1</a:t>
            </a:r>
            <a:r>
              <a:rPr lang="zh-CN" altLang="en-US" sz="2100" dirty="0">
                <a:solidFill>
                  <a:srgbClr val="333399"/>
                </a:solidFill>
                <a:latin typeface="Arial" panose="020B0604020202020204" pitchFamily="34" charset="0"/>
              </a:rPr>
              <a:t>，因此拥塞窗口 </a:t>
            </a:r>
            <a:r>
              <a:rPr lang="en-US" altLang="zh-CN" sz="2100" dirty="0" err="1">
                <a:solidFill>
                  <a:srgbClr val="333399"/>
                </a:solidFill>
                <a:latin typeface="Arial" panose="020B0604020202020204" pitchFamily="34" charset="0"/>
              </a:rPr>
              <a:t>cwnd</a:t>
            </a:r>
            <a:r>
              <a:rPr lang="en-US" altLang="zh-CN" sz="2100" dirty="0">
                <a:solidFill>
                  <a:srgbClr val="333399"/>
                </a:solidFill>
                <a:latin typeface="Arial" panose="020B0604020202020204" pitchFamily="34" charset="0"/>
              </a:rPr>
              <a:t> </a:t>
            </a:r>
            <a:r>
              <a:rPr lang="zh-CN" altLang="en-US" sz="2100" dirty="0">
                <a:solidFill>
                  <a:srgbClr val="333399"/>
                </a:solidFill>
                <a:latin typeface="Arial" panose="020B0604020202020204" pitchFamily="34" charset="0"/>
              </a:rPr>
              <a:t>随着传输轮次按指数规律增长。 </a:t>
            </a:r>
          </a:p>
        </p:txBody>
      </p:sp>
      <p:sp>
        <p:nvSpPr>
          <p:cNvPr id="534646" name="Line 118">
            <a:extLst>
              <a:ext uri="{FF2B5EF4-FFF2-40B4-BE49-F238E27FC236}">
                <a16:creationId xmlns:a16="http://schemas.microsoft.com/office/drawing/2014/main" id="{337C9DBE-E142-DC47-9AEF-EAF1175D58F9}"/>
              </a:ext>
            </a:extLst>
          </p:cNvPr>
          <p:cNvSpPr>
            <a:spLocks noChangeShapeType="1"/>
          </p:cNvSpPr>
          <p:nvPr/>
        </p:nvSpPr>
        <p:spPr bwMode="auto">
          <a:xfrm>
            <a:off x="2874926" y="1350169"/>
            <a:ext cx="0" cy="2027635"/>
          </a:xfrm>
          <a:prstGeom prst="line">
            <a:avLst/>
          </a:prstGeom>
          <a:noFill/>
          <a:ln w="9525">
            <a:solidFill>
              <a:schemeClr val="folHlink"/>
            </a:solidFill>
            <a:round/>
            <a:headEnd type="triangle" w="sm" len="lg"/>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47" name="Text Box 119">
            <a:extLst>
              <a:ext uri="{FF2B5EF4-FFF2-40B4-BE49-F238E27FC236}">
                <a16:creationId xmlns:a16="http://schemas.microsoft.com/office/drawing/2014/main" id="{ED79687E-2535-EA46-B795-C7934CC623AE}"/>
              </a:ext>
            </a:extLst>
          </p:cNvPr>
          <p:cNvSpPr txBox="1">
            <a:spLocks noChangeArrowheads="1"/>
          </p:cNvSpPr>
          <p:nvPr/>
        </p:nvSpPr>
        <p:spPr bwMode="auto">
          <a:xfrm>
            <a:off x="7048067" y="3394473"/>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22</a:t>
            </a:r>
          </a:p>
        </p:txBody>
      </p:sp>
      <p:sp>
        <p:nvSpPr>
          <p:cNvPr id="534648" name="Text Box 120">
            <a:extLst>
              <a:ext uri="{FF2B5EF4-FFF2-40B4-BE49-F238E27FC236}">
                <a16:creationId xmlns:a16="http://schemas.microsoft.com/office/drawing/2014/main" id="{C56CFF06-D04E-4C49-86F2-8FC69AD3FD65}"/>
              </a:ext>
            </a:extLst>
          </p:cNvPr>
          <p:cNvSpPr txBox="1">
            <a:spLocks noChangeArrowheads="1"/>
          </p:cNvSpPr>
          <p:nvPr/>
        </p:nvSpPr>
        <p:spPr bwMode="auto">
          <a:xfrm>
            <a:off x="2546314" y="2090738"/>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4649" name="Line 121">
            <a:extLst>
              <a:ext uri="{FF2B5EF4-FFF2-40B4-BE49-F238E27FC236}">
                <a16:creationId xmlns:a16="http://schemas.microsoft.com/office/drawing/2014/main" id="{C429DD8B-7CFE-4E44-BD35-5F8A7A7CA47A}"/>
              </a:ext>
            </a:extLst>
          </p:cNvPr>
          <p:cNvSpPr>
            <a:spLocks noChangeShapeType="1"/>
          </p:cNvSpPr>
          <p:nvPr/>
        </p:nvSpPr>
        <p:spPr bwMode="auto">
          <a:xfrm>
            <a:off x="5775289" y="1646635"/>
            <a:ext cx="0" cy="869156"/>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534650" name="Text Box 122">
            <a:extLst>
              <a:ext uri="{FF2B5EF4-FFF2-40B4-BE49-F238E27FC236}">
                <a16:creationId xmlns:a16="http://schemas.microsoft.com/office/drawing/2014/main" id="{1FFBAABF-7470-B245-8589-98C46A246C19}"/>
              </a:ext>
            </a:extLst>
          </p:cNvPr>
          <p:cNvSpPr txBox="1">
            <a:spLocks noChangeArrowheads="1"/>
          </p:cNvSpPr>
          <p:nvPr/>
        </p:nvSpPr>
        <p:spPr bwMode="auto">
          <a:xfrm>
            <a:off x="5238316" y="1907381"/>
            <a:ext cx="1033463" cy="300082"/>
          </a:xfrm>
          <a:prstGeom prst="rect">
            <a:avLst/>
          </a:prstGeom>
          <a:solidFill>
            <a:schemeClr val="bg1"/>
          </a:solid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乘法减小”</a:t>
            </a:r>
          </a:p>
        </p:txBody>
      </p:sp>
      <p:sp>
        <p:nvSpPr>
          <p:cNvPr id="534651" name="Rectangle 123">
            <a:extLst>
              <a:ext uri="{FF2B5EF4-FFF2-40B4-BE49-F238E27FC236}">
                <a16:creationId xmlns:a16="http://schemas.microsoft.com/office/drawing/2014/main" id="{6CA98327-8524-4B47-83FA-1F8B8A9009B4}"/>
              </a:ext>
            </a:extLst>
          </p:cNvPr>
          <p:cNvSpPr>
            <a:spLocks noChangeArrowheads="1"/>
          </p:cNvSpPr>
          <p:nvPr/>
        </p:nvSpPr>
        <p:spPr bwMode="auto">
          <a:xfrm>
            <a:off x="6219392" y="1437085"/>
            <a:ext cx="1169194" cy="113942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4652" name="Rectangle 124">
            <a:extLst>
              <a:ext uri="{FF2B5EF4-FFF2-40B4-BE49-F238E27FC236}">
                <a16:creationId xmlns:a16="http://schemas.microsoft.com/office/drawing/2014/main" id="{BD728071-5C1E-EB4A-9086-2250EA7DA70C}"/>
              </a:ext>
            </a:extLst>
          </p:cNvPr>
          <p:cNvSpPr>
            <a:spLocks noChangeArrowheads="1"/>
          </p:cNvSpPr>
          <p:nvPr/>
        </p:nvSpPr>
        <p:spPr bwMode="auto">
          <a:xfrm>
            <a:off x="3646452" y="1225153"/>
            <a:ext cx="1631156" cy="113823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4653" name="Rectangle 125">
            <a:extLst>
              <a:ext uri="{FF2B5EF4-FFF2-40B4-BE49-F238E27FC236}">
                <a16:creationId xmlns:a16="http://schemas.microsoft.com/office/drawing/2014/main" id="{8E883054-90D1-1B42-865A-2EDD59501D41}"/>
              </a:ext>
            </a:extLst>
          </p:cNvPr>
          <p:cNvSpPr>
            <a:spLocks noChangeArrowheads="1"/>
          </p:cNvSpPr>
          <p:nvPr/>
        </p:nvSpPr>
        <p:spPr bwMode="auto">
          <a:xfrm>
            <a:off x="5440723" y="3390900"/>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4654" name="Rectangle 126">
            <a:extLst>
              <a:ext uri="{FF2B5EF4-FFF2-40B4-BE49-F238E27FC236}">
                <a16:creationId xmlns:a16="http://schemas.microsoft.com/office/drawing/2014/main" id="{187684EE-6972-404C-B020-E371682897F2}"/>
              </a:ext>
            </a:extLst>
          </p:cNvPr>
          <p:cNvSpPr>
            <a:spLocks noChangeArrowheads="1"/>
          </p:cNvSpPr>
          <p:nvPr/>
        </p:nvSpPr>
        <p:spPr bwMode="auto">
          <a:xfrm>
            <a:off x="2880879" y="3383757"/>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4655" name="Line 127">
            <a:extLst>
              <a:ext uri="{FF2B5EF4-FFF2-40B4-BE49-F238E27FC236}">
                <a16:creationId xmlns:a16="http://schemas.microsoft.com/office/drawing/2014/main" id="{EDE0A530-636C-CC49-99A2-6E7C3ADFEF14}"/>
              </a:ext>
            </a:extLst>
          </p:cNvPr>
          <p:cNvSpPr>
            <a:spLocks noChangeShapeType="1"/>
          </p:cNvSpPr>
          <p:nvPr/>
        </p:nvSpPr>
        <p:spPr bwMode="auto">
          <a:xfrm>
            <a:off x="2874926" y="3377803"/>
            <a:ext cx="4666059" cy="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4656" name="Line 128">
            <a:extLst>
              <a:ext uri="{FF2B5EF4-FFF2-40B4-BE49-F238E27FC236}">
                <a16:creationId xmlns:a16="http://schemas.microsoft.com/office/drawing/2014/main" id="{0A7B7098-88CA-9B45-AAD4-1F6BF2EB3C38}"/>
              </a:ext>
            </a:extLst>
          </p:cNvPr>
          <p:cNvSpPr>
            <a:spLocks noChangeShapeType="1"/>
          </p:cNvSpPr>
          <p:nvPr/>
        </p:nvSpPr>
        <p:spPr bwMode="auto">
          <a:xfrm>
            <a:off x="3072570" y="3319462"/>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57" name="Line 129">
            <a:extLst>
              <a:ext uri="{FF2B5EF4-FFF2-40B4-BE49-F238E27FC236}">
                <a16:creationId xmlns:a16="http://schemas.microsoft.com/office/drawing/2014/main" id="{26078A78-8833-E648-AB21-B2BE7F2A41F7}"/>
              </a:ext>
            </a:extLst>
          </p:cNvPr>
          <p:cNvSpPr>
            <a:spLocks noChangeShapeType="1"/>
          </p:cNvSpPr>
          <p:nvPr/>
        </p:nvSpPr>
        <p:spPr bwMode="auto">
          <a:xfrm>
            <a:off x="3269023"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58" name="Line 130">
            <a:extLst>
              <a:ext uri="{FF2B5EF4-FFF2-40B4-BE49-F238E27FC236}">
                <a16:creationId xmlns:a16="http://schemas.microsoft.com/office/drawing/2014/main" id="{CFCF4B3D-64C1-5A46-B8D4-38D09C14F3BE}"/>
              </a:ext>
            </a:extLst>
          </p:cNvPr>
          <p:cNvSpPr>
            <a:spLocks noChangeShapeType="1"/>
          </p:cNvSpPr>
          <p:nvPr/>
        </p:nvSpPr>
        <p:spPr bwMode="auto">
          <a:xfrm>
            <a:off x="3466667"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59" name="Line 131">
            <a:extLst>
              <a:ext uri="{FF2B5EF4-FFF2-40B4-BE49-F238E27FC236}">
                <a16:creationId xmlns:a16="http://schemas.microsoft.com/office/drawing/2014/main" id="{F5F80C3A-E39D-7D44-88FC-3D9ACB30F607}"/>
              </a:ext>
            </a:extLst>
          </p:cNvPr>
          <p:cNvSpPr>
            <a:spLocks noChangeShapeType="1"/>
          </p:cNvSpPr>
          <p:nvPr/>
        </p:nvSpPr>
        <p:spPr bwMode="auto">
          <a:xfrm>
            <a:off x="3663120"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60" name="Line 132">
            <a:extLst>
              <a:ext uri="{FF2B5EF4-FFF2-40B4-BE49-F238E27FC236}">
                <a16:creationId xmlns:a16="http://schemas.microsoft.com/office/drawing/2014/main" id="{F0206B2C-7659-F945-B63B-E5E6036762B8}"/>
              </a:ext>
            </a:extLst>
          </p:cNvPr>
          <p:cNvSpPr>
            <a:spLocks noChangeShapeType="1"/>
          </p:cNvSpPr>
          <p:nvPr/>
        </p:nvSpPr>
        <p:spPr bwMode="auto">
          <a:xfrm>
            <a:off x="3860764"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61" name="Line 133">
            <a:extLst>
              <a:ext uri="{FF2B5EF4-FFF2-40B4-BE49-F238E27FC236}">
                <a16:creationId xmlns:a16="http://schemas.microsoft.com/office/drawing/2014/main" id="{C3C7FA78-84FD-964D-A5E2-75067A192306}"/>
              </a:ext>
            </a:extLst>
          </p:cNvPr>
          <p:cNvSpPr>
            <a:spLocks noChangeShapeType="1"/>
          </p:cNvSpPr>
          <p:nvPr/>
        </p:nvSpPr>
        <p:spPr bwMode="auto">
          <a:xfrm>
            <a:off x="4058408"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62" name="Line 134">
            <a:extLst>
              <a:ext uri="{FF2B5EF4-FFF2-40B4-BE49-F238E27FC236}">
                <a16:creationId xmlns:a16="http://schemas.microsoft.com/office/drawing/2014/main" id="{65A7AE11-8A31-7D45-9A79-9A0112938162}"/>
              </a:ext>
            </a:extLst>
          </p:cNvPr>
          <p:cNvSpPr>
            <a:spLocks noChangeShapeType="1"/>
          </p:cNvSpPr>
          <p:nvPr/>
        </p:nvSpPr>
        <p:spPr bwMode="auto">
          <a:xfrm>
            <a:off x="4254860"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63" name="Line 135">
            <a:extLst>
              <a:ext uri="{FF2B5EF4-FFF2-40B4-BE49-F238E27FC236}">
                <a16:creationId xmlns:a16="http://schemas.microsoft.com/office/drawing/2014/main" id="{D2A7BC56-BAB9-5B45-BE50-89B59BFD2363}"/>
              </a:ext>
            </a:extLst>
          </p:cNvPr>
          <p:cNvSpPr>
            <a:spLocks noChangeShapeType="1"/>
          </p:cNvSpPr>
          <p:nvPr/>
        </p:nvSpPr>
        <p:spPr bwMode="auto">
          <a:xfrm>
            <a:off x="4452504"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64" name="Line 136">
            <a:extLst>
              <a:ext uri="{FF2B5EF4-FFF2-40B4-BE49-F238E27FC236}">
                <a16:creationId xmlns:a16="http://schemas.microsoft.com/office/drawing/2014/main" id="{F9953CE2-6EBE-044C-951C-D261C4B1E2DA}"/>
              </a:ext>
            </a:extLst>
          </p:cNvPr>
          <p:cNvSpPr>
            <a:spLocks noChangeShapeType="1"/>
          </p:cNvSpPr>
          <p:nvPr/>
        </p:nvSpPr>
        <p:spPr bwMode="auto">
          <a:xfrm>
            <a:off x="4648958"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65" name="Line 137">
            <a:extLst>
              <a:ext uri="{FF2B5EF4-FFF2-40B4-BE49-F238E27FC236}">
                <a16:creationId xmlns:a16="http://schemas.microsoft.com/office/drawing/2014/main" id="{A24DA495-A064-1A40-A13D-56E8EDB811E4}"/>
              </a:ext>
            </a:extLst>
          </p:cNvPr>
          <p:cNvSpPr>
            <a:spLocks noChangeShapeType="1"/>
          </p:cNvSpPr>
          <p:nvPr/>
        </p:nvSpPr>
        <p:spPr bwMode="auto">
          <a:xfrm>
            <a:off x="4846601"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66" name="Line 138">
            <a:extLst>
              <a:ext uri="{FF2B5EF4-FFF2-40B4-BE49-F238E27FC236}">
                <a16:creationId xmlns:a16="http://schemas.microsoft.com/office/drawing/2014/main" id="{217EE523-70D9-A643-AB27-0A54C452A614}"/>
              </a:ext>
            </a:extLst>
          </p:cNvPr>
          <p:cNvSpPr>
            <a:spLocks noChangeShapeType="1"/>
          </p:cNvSpPr>
          <p:nvPr/>
        </p:nvSpPr>
        <p:spPr bwMode="auto">
          <a:xfrm>
            <a:off x="5044245"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67" name="Line 139">
            <a:extLst>
              <a:ext uri="{FF2B5EF4-FFF2-40B4-BE49-F238E27FC236}">
                <a16:creationId xmlns:a16="http://schemas.microsoft.com/office/drawing/2014/main" id="{188BAC96-FE25-424B-9E74-1453F886C489}"/>
              </a:ext>
            </a:extLst>
          </p:cNvPr>
          <p:cNvSpPr>
            <a:spLocks noChangeShapeType="1"/>
          </p:cNvSpPr>
          <p:nvPr/>
        </p:nvSpPr>
        <p:spPr bwMode="auto">
          <a:xfrm>
            <a:off x="5240698"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68" name="Line 140">
            <a:extLst>
              <a:ext uri="{FF2B5EF4-FFF2-40B4-BE49-F238E27FC236}">
                <a16:creationId xmlns:a16="http://schemas.microsoft.com/office/drawing/2014/main" id="{AD4DBF83-BAD1-4740-AAA1-ACB0CC0B06CF}"/>
              </a:ext>
            </a:extLst>
          </p:cNvPr>
          <p:cNvSpPr>
            <a:spLocks noChangeShapeType="1"/>
          </p:cNvSpPr>
          <p:nvPr/>
        </p:nvSpPr>
        <p:spPr bwMode="auto">
          <a:xfrm>
            <a:off x="5438342"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69" name="Line 141">
            <a:extLst>
              <a:ext uri="{FF2B5EF4-FFF2-40B4-BE49-F238E27FC236}">
                <a16:creationId xmlns:a16="http://schemas.microsoft.com/office/drawing/2014/main" id="{A1AE1E65-70BD-9A4C-A799-A80BA7FE26EE}"/>
              </a:ext>
            </a:extLst>
          </p:cNvPr>
          <p:cNvSpPr>
            <a:spLocks noChangeShapeType="1"/>
          </p:cNvSpPr>
          <p:nvPr/>
        </p:nvSpPr>
        <p:spPr bwMode="auto">
          <a:xfrm>
            <a:off x="5634795" y="3319462"/>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70" name="Line 142">
            <a:extLst>
              <a:ext uri="{FF2B5EF4-FFF2-40B4-BE49-F238E27FC236}">
                <a16:creationId xmlns:a16="http://schemas.microsoft.com/office/drawing/2014/main" id="{A1BE438C-25FE-B143-815A-864ACB9B82A2}"/>
              </a:ext>
            </a:extLst>
          </p:cNvPr>
          <p:cNvSpPr>
            <a:spLocks noChangeShapeType="1"/>
          </p:cNvSpPr>
          <p:nvPr/>
        </p:nvSpPr>
        <p:spPr bwMode="auto">
          <a:xfrm>
            <a:off x="5832439"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71" name="Line 143">
            <a:extLst>
              <a:ext uri="{FF2B5EF4-FFF2-40B4-BE49-F238E27FC236}">
                <a16:creationId xmlns:a16="http://schemas.microsoft.com/office/drawing/2014/main" id="{6A56FC60-2255-FC4A-8FA0-AA6FF46BA9EC}"/>
              </a:ext>
            </a:extLst>
          </p:cNvPr>
          <p:cNvSpPr>
            <a:spLocks noChangeShapeType="1"/>
          </p:cNvSpPr>
          <p:nvPr/>
        </p:nvSpPr>
        <p:spPr bwMode="auto">
          <a:xfrm>
            <a:off x="6030083"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72" name="Line 144">
            <a:extLst>
              <a:ext uri="{FF2B5EF4-FFF2-40B4-BE49-F238E27FC236}">
                <a16:creationId xmlns:a16="http://schemas.microsoft.com/office/drawing/2014/main" id="{8B1590D6-0760-8B4B-880F-88D0165756F8}"/>
              </a:ext>
            </a:extLst>
          </p:cNvPr>
          <p:cNvSpPr>
            <a:spLocks noChangeShapeType="1"/>
          </p:cNvSpPr>
          <p:nvPr/>
        </p:nvSpPr>
        <p:spPr bwMode="auto">
          <a:xfrm>
            <a:off x="6226535"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73" name="Line 145">
            <a:extLst>
              <a:ext uri="{FF2B5EF4-FFF2-40B4-BE49-F238E27FC236}">
                <a16:creationId xmlns:a16="http://schemas.microsoft.com/office/drawing/2014/main" id="{BC0B51A4-A052-EC4C-86A7-6456D52EE499}"/>
              </a:ext>
            </a:extLst>
          </p:cNvPr>
          <p:cNvSpPr>
            <a:spLocks noChangeShapeType="1"/>
          </p:cNvSpPr>
          <p:nvPr/>
        </p:nvSpPr>
        <p:spPr bwMode="auto">
          <a:xfrm>
            <a:off x="6424179"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74" name="Line 146">
            <a:extLst>
              <a:ext uri="{FF2B5EF4-FFF2-40B4-BE49-F238E27FC236}">
                <a16:creationId xmlns:a16="http://schemas.microsoft.com/office/drawing/2014/main" id="{C9E265F2-947A-F640-9DA3-72EA39EE1FA5}"/>
              </a:ext>
            </a:extLst>
          </p:cNvPr>
          <p:cNvSpPr>
            <a:spLocks noChangeShapeType="1"/>
          </p:cNvSpPr>
          <p:nvPr/>
        </p:nvSpPr>
        <p:spPr bwMode="auto">
          <a:xfrm>
            <a:off x="6620633"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75" name="Line 147">
            <a:extLst>
              <a:ext uri="{FF2B5EF4-FFF2-40B4-BE49-F238E27FC236}">
                <a16:creationId xmlns:a16="http://schemas.microsoft.com/office/drawing/2014/main" id="{56770F01-3B88-D84D-98E6-052FE00BB4F2}"/>
              </a:ext>
            </a:extLst>
          </p:cNvPr>
          <p:cNvSpPr>
            <a:spLocks noChangeShapeType="1"/>
          </p:cNvSpPr>
          <p:nvPr/>
        </p:nvSpPr>
        <p:spPr bwMode="auto">
          <a:xfrm>
            <a:off x="6818276"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76" name="Line 148">
            <a:extLst>
              <a:ext uri="{FF2B5EF4-FFF2-40B4-BE49-F238E27FC236}">
                <a16:creationId xmlns:a16="http://schemas.microsoft.com/office/drawing/2014/main" id="{37DFE1F3-9E1E-BC45-850B-4C57DEAA3E4F}"/>
              </a:ext>
            </a:extLst>
          </p:cNvPr>
          <p:cNvSpPr>
            <a:spLocks noChangeShapeType="1"/>
          </p:cNvSpPr>
          <p:nvPr/>
        </p:nvSpPr>
        <p:spPr bwMode="auto">
          <a:xfrm>
            <a:off x="7015920"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77" name="Line 149">
            <a:extLst>
              <a:ext uri="{FF2B5EF4-FFF2-40B4-BE49-F238E27FC236}">
                <a16:creationId xmlns:a16="http://schemas.microsoft.com/office/drawing/2014/main" id="{E50DBE74-E406-7D4A-957F-9CEB6E31C424}"/>
              </a:ext>
            </a:extLst>
          </p:cNvPr>
          <p:cNvSpPr>
            <a:spLocks noChangeShapeType="1"/>
          </p:cNvSpPr>
          <p:nvPr/>
        </p:nvSpPr>
        <p:spPr bwMode="auto">
          <a:xfrm>
            <a:off x="7212373" y="3262312"/>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78" name="Line 150">
            <a:extLst>
              <a:ext uri="{FF2B5EF4-FFF2-40B4-BE49-F238E27FC236}">
                <a16:creationId xmlns:a16="http://schemas.microsoft.com/office/drawing/2014/main" id="{EEEDFD8C-2A64-3947-A899-68CC71175D88}"/>
              </a:ext>
            </a:extLst>
          </p:cNvPr>
          <p:cNvSpPr>
            <a:spLocks noChangeShapeType="1"/>
          </p:cNvSpPr>
          <p:nvPr/>
        </p:nvSpPr>
        <p:spPr bwMode="auto">
          <a:xfrm>
            <a:off x="2874927" y="3088481"/>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79" name="Line 151">
            <a:extLst>
              <a:ext uri="{FF2B5EF4-FFF2-40B4-BE49-F238E27FC236}">
                <a16:creationId xmlns:a16="http://schemas.microsoft.com/office/drawing/2014/main" id="{8A661DFD-5D35-9649-88A5-640A5F795F59}"/>
              </a:ext>
            </a:extLst>
          </p:cNvPr>
          <p:cNvSpPr>
            <a:spLocks noChangeShapeType="1"/>
          </p:cNvSpPr>
          <p:nvPr/>
        </p:nvSpPr>
        <p:spPr bwMode="auto">
          <a:xfrm>
            <a:off x="2874927" y="2797969"/>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80" name="Line 152">
            <a:extLst>
              <a:ext uri="{FF2B5EF4-FFF2-40B4-BE49-F238E27FC236}">
                <a16:creationId xmlns:a16="http://schemas.microsoft.com/office/drawing/2014/main" id="{4CECBE8C-3E66-EF47-BC7B-3B3C65418ADF}"/>
              </a:ext>
            </a:extLst>
          </p:cNvPr>
          <p:cNvSpPr>
            <a:spLocks noChangeShapeType="1"/>
          </p:cNvSpPr>
          <p:nvPr/>
        </p:nvSpPr>
        <p:spPr bwMode="auto">
          <a:xfrm>
            <a:off x="2874927" y="2508647"/>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81" name="Line 153">
            <a:extLst>
              <a:ext uri="{FF2B5EF4-FFF2-40B4-BE49-F238E27FC236}">
                <a16:creationId xmlns:a16="http://schemas.microsoft.com/office/drawing/2014/main" id="{E5238A3D-B841-B14E-A7B7-C4B3786ECAC8}"/>
              </a:ext>
            </a:extLst>
          </p:cNvPr>
          <p:cNvSpPr>
            <a:spLocks noChangeShapeType="1"/>
          </p:cNvSpPr>
          <p:nvPr/>
        </p:nvSpPr>
        <p:spPr bwMode="auto">
          <a:xfrm>
            <a:off x="2874927" y="2219325"/>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82" name="Line 154">
            <a:extLst>
              <a:ext uri="{FF2B5EF4-FFF2-40B4-BE49-F238E27FC236}">
                <a16:creationId xmlns:a16="http://schemas.microsoft.com/office/drawing/2014/main" id="{549C473B-FFE7-C847-83D9-B1592F6AC692}"/>
              </a:ext>
            </a:extLst>
          </p:cNvPr>
          <p:cNvSpPr>
            <a:spLocks noChangeShapeType="1"/>
          </p:cNvSpPr>
          <p:nvPr/>
        </p:nvSpPr>
        <p:spPr bwMode="auto">
          <a:xfrm>
            <a:off x="2874927" y="1930003"/>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83" name="Line 155">
            <a:extLst>
              <a:ext uri="{FF2B5EF4-FFF2-40B4-BE49-F238E27FC236}">
                <a16:creationId xmlns:a16="http://schemas.microsoft.com/office/drawing/2014/main" id="{801E2936-8AF1-0441-8746-C3737DA65DC8}"/>
              </a:ext>
            </a:extLst>
          </p:cNvPr>
          <p:cNvSpPr>
            <a:spLocks noChangeShapeType="1"/>
          </p:cNvSpPr>
          <p:nvPr/>
        </p:nvSpPr>
        <p:spPr bwMode="auto">
          <a:xfrm>
            <a:off x="2874927" y="1639491"/>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684" name="Text Box 156">
            <a:extLst>
              <a:ext uri="{FF2B5EF4-FFF2-40B4-BE49-F238E27FC236}">
                <a16:creationId xmlns:a16="http://schemas.microsoft.com/office/drawing/2014/main" id="{A2715878-7C50-C741-9AFC-20413E2471BA}"/>
              </a:ext>
            </a:extLst>
          </p:cNvPr>
          <p:cNvSpPr txBox="1">
            <a:spLocks noChangeArrowheads="1"/>
          </p:cNvSpPr>
          <p:nvPr/>
        </p:nvSpPr>
        <p:spPr bwMode="auto">
          <a:xfrm>
            <a:off x="3138054" y="3394473"/>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a:t>
            </a:r>
          </a:p>
        </p:txBody>
      </p:sp>
      <p:sp>
        <p:nvSpPr>
          <p:cNvPr id="534685" name="Text Box 157">
            <a:extLst>
              <a:ext uri="{FF2B5EF4-FFF2-40B4-BE49-F238E27FC236}">
                <a16:creationId xmlns:a16="http://schemas.microsoft.com/office/drawing/2014/main" id="{D9821FAD-3828-1D46-97A0-5E3F32444EE8}"/>
              </a:ext>
            </a:extLst>
          </p:cNvPr>
          <p:cNvSpPr txBox="1">
            <a:spLocks noChangeArrowheads="1"/>
          </p:cNvSpPr>
          <p:nvPr/>
        </p:nvSpPr>
        <p:spPr bwMode="auto">
          <a:xfrm>
            <a:off x="3532151" y="3394473"/>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4686" name="Text Box 158">
            <a:extLst>
              <a:ext uri="{FF2B5EF4-FFF2-40B4-BE49-F238E27FC236}">
                <a16:creationId xmlns:a16="http://schemas.microsoft.com/office/drawing/2014/main" id="{6775B0C3-BADB-0847-96D4-8FEDE22A50A7}"/>
              </a:ext>
            </a:extLst>
          </p:cNvPr>
          <p:cNvSpPr txBox="1">
            <a:spLocks noChangeArrowheads="1"/>
          </p:cNvSpPr>
          <p:nvPr/>
        </p:nvSpPr>
        <p:spPr bwMode="auto">
          <a:xfrm>
            <a:off x="3926248" y="3394473"/>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6</a:t>
            </a:r>
          </a:p>
        </p:txBody>
      </p:sp>
      <p:sp>
        <p:nvSpPr>
          <p:cNvPr id="534687" name="Text Box 159">
            <a:extLst>
              <a:ext uri="{FF2B5EF4-FFF2-40B4-BE49-F238E27FC236}">
                <a16:creationId xmlns:a16="http://schemas.microsoft.com/office/drawing/2014/main" id="{BA7C8A42-1D0D-6643-8494-51283710DC5A}"/>
              </a:ext>
            </a:extLst>
          </p:cNvPr>
          <p:cNvSpPr txBox="1">
            <a:spLocks noChangeArrowheads="1"/>
          </p:cNvSpPr>
          <p:nvPr/>
        </p:nvSpPr>
        <p:spPr bwMode="auto">
          <a:xfrm>
            <a:off x="4332251" y="3394473"/>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4688" name="Text Box 160">
            <a:extLst>
              <a:ext uri="{FF2B5EF4-FFF2-40B4-BE49-F238E27FC236}">
                <a16:creationId xmlns:a16="http://schemas.microsoft.com/office/drawing/2014/main" id="{D8C77929-13D2-2444-AA8C-5D4CE37E2D52}"/>
              </a:ext>
            </a:extLst>
          </p:cNvPr>
          <p:cNvSpPr txBox="1">
            <a:spLocks noChangeArrowheads="1"/>
          </p:cNvSpPr>
          <p:nvPr/>
        </p:nvSpPr>
        <p:spPr bwMode="auto">
          <a:xfrm>
            <a:off x="4660864" y="3394473"/>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10</a:t>
            </a:r>
          </a:p>
        </p:txBody>
      </p:sp>
      <p:sp>
        <p:nvSpPr>
          <p:cNvPr id="534689" name="Text Box 161">
            <a:extLst>
              <a:ext uri="{FF2B5EF4-FFF2-40B4-BE49-F238E27FC236}">
                <a16:creationId xmlns:a16="http://schemas.microsoft.com/office/drawing/2014/main" id="{CE7B8111-85B7-0347-AC37-6F11217834F3}"/>
              </a:ext>
            </a:extLst>
          </p:cNvPr>
          <p:cNvSpPr txBox="1">
            <a:spLocks noChangeArrowheads="1"/>
          </p:cNvSpPr>
          <p:nvPr/>
        </p:nvSpPr>
        <p:spPr bwMode="auto">
          <a:xfrm>
            <a:off x="5087108" y="3394473"/>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4690" name="Text Box 162">
            <a:extLst>
              <a:ext uri="{FF2B5EF4-FFF2-40B4-BE49-F238E27FC236}">
                <a16:creationId xmlns:a16="http://schemas.microsoft.com/office/drawing/2014/main" id="{CC06285E-2902-504D-9036-E0884D2E459E}"/>
              </a:ext>
            </a:extLst>
          </p:cNvPr>
          <p:cNvSpPr txBox="1">
            <a:spLocks noChangeArrowheads="1"/>
          </p:cNvSpPr>
          <p:nvPr/>
        </p:nvSpPr>
        <p:spPr bwMode="auto">
          <a:xfrm>
            <a:off x="5459773" y="3394473"/>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14</a:t>
            </a:r>
          </a:p>
        </p:txBody>
      </p:sp>
      <p:sp>
        <p:nvSpPr>
          <p:cNvPr id="534691" name="Text Box 163">
            <a:extLst>
              <a:ext uri="{FF2B5EF4-FFF2-40B4-BE49-F238E27FC236}">
                <a16:creationId xmlns:a16="http://schemas.microsoft.com/office/drawing/2014/main" id="{E45AF83A-E4C2-024B-AE50-230A3277D6F7}"/>
              </a:ext>
            </a:extLst>
          </p:cNvPr>
          <p:cNvSpPr txBox="1">
            <a:spLocks noChangeArrowheads="1"/>
          </p:cNvSpPr>
          <p:nvPr/>
        </p:nvSpPr>
        <p:spPr bwMode="auto">
          <a:xfrm>
            <a:off x="5853870" y="3394473"/>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4692" name="Text Box 164">
            <a:extLst>
              <a:ext uri="{FF2B5EF4-FFF2-40B4-BE49-F238E27FC236}">
                <a16:creationId xmlns:a16="http://schemas.microsoft.com/office/drawing/2014/main" id="{F2DE35AD-F720-F741-97A0-5C9930029753}"/>
              </a:ext>
            </a:extLst>
          </p:cNvPr>
          <p:cNvSpPr txBox="1">
            <a:spLocks noChangeArrowheads="1"/>
          </p:cNvSpPr>
          <p:nvPr/>
        </p:nvSpPr>
        <p:spPr bwMode="auto">
          <a:xfrm>
            <a:off x="6270589" y="3394473"/>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18</a:t>
            </a:r>
          </a:p>
        </p:txBody>
      </p:sp>
      <p:sp>
        <p:nvSpPr>
          <p:cNvPr id="534693" name="Text Box 165">
            <a:extLst>
              <a:ext uri="{FF2B5EF4-FFF2-40B4-BE49-F238E27FC236}">
                <a16:creationId xmlns:a16="http://schemas.microsoft.com/office/drawing/2014/main" id="{FAA9EAE6-67C3-1248-8C08-1A1B11219141}"/>
              </a:ext>
            </a:extLst>
          </p:cNvPr>
          <p:cNvSpPr txBox="1">
            <a:spLocks noChangeArrowheads="1"/>
          </p:cNvSpPr>
          <p:nvPr/>
        </p:nvSpPr>
        <p:spPr bwMode="auto">
          <a:xfrm>
            <a:off x="6664685" y="3394473"/>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4694" name="Text Box 166">
            <a:extLst>
              <a:ext uri="{FF2B5EF4-FFF2-40B4-BE49-F238E27FC236}">
                <a16:creationId xmlns:a16="http://schemas.microsoft.com/office/drawing/2014/main" id="{7788A3D9-4DBC-5841-ACE7-B1989CDA23A9}"/>
              </a:ext>
            </a:extLst>
          </p:cNvPr>
          <p:cNvSpPr txBox="1">
            <a:spLocks noChangeArrowheads="1"/>
          </p:cNvSpPr>
          <p:nvPr/>
        </p:nvSpPr>
        <p:spPr bwMode="auto">
          <a:xfrm>
            <a:off x="2776104" y="3394473"/>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4695" name="Text Box 167">
            <a:extLst>
              <a:ext uri="{FF2B5EF4-FFF2-40B4-BE49-F238E27FC236}">
                <a16:creationId xmlns:a16="http://schemas.microsoft.com/office/drawing/2014/main" id="{44134D05-E4A1-BE4F-9B42-4063AFA118D2}"/>
              </a:ext>
            </a:extLst>
          </p:cNvPr>
          <p:cNvSpPr txBox="1">
            <a:spLocks noChangeArrowheads="1"/>
          </p:cNvSpPr>
          <p:nvPr/>
        </p:nvSpPr>
        <p:spPr bwMode="auto">
          <a:xfrm>
            <a:off x="2645135" y="3220641"/>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4696" name="Text Box 168">
            <a:extLst>
              <a:ext uri="{FF2B5EF4-FFF2-40B4-BE49-F238E27FC236}">
                <a16:creationId xmlns:a16="http://schemas.microsoft.com/office/drawing/2014/main" id="{51261B94-1306-8145-909D-0580F3EB8B7D}"/>
              </a:ext>
            </a:extLst>
          </p:cNvPr>
          <p:cNvSpPr txBox="1">
            <a:spLocks noChangeArrowheads="1"/>
          </p:cNvSpPr>
          <p:nvPr/>
        </p:nvSpPr>
        <p:spPr bwMode="auto">
          <a:xfrm>
            <a:off x="2645135" y="2931319"/>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4697" name="Text Box 169">
            <a:extLst>
              <a:ext uri="{FF2B5EF4-FFF2-40B4-BE49-F238E27FC236}">
                <a16:creationId xmlns:a16="http://schemas.microsoft.com/office/drawing/2014/main" id="{D95C43F5-3FF9-D849-BE6A-BF020CCCCA4A}"/>
              </a:ext>
            </a:extLst>
          </p:cNvPr>
          <p:cNvSpPr txBox="1">
            <a:spLocks noChangeArrowheads="1"/>
          </p:cNvSpPr>
          <p:nvPr/>
        </p:nvSpPr>
        <p:spPr bwMode="auto">
          <a:xfrm>
            <a:off x="2645135" y="2651523"/>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4698" name="Text Box 170">
            <a:extLst>
              <a:ext uri="{FF2B5EF4-FFF2-40B4-BE49-F238E27FC236}">
                <a16:creationId xmlns:a16="http://schemas.microsoft.com/office/drawing/2014/main" id="{96EA7A72-30A5-7745-89F6-01A9C00A1385}"/>
              </a:ext>
            </a:extLst>
          </p:cNvPr>
          <p:cNvSpPr txBox="1">
            <a:spLocks noChangeArrowheads="1"/>
          </p:cNvSpPr>
          <p:nvPr/>
        </p:nvSpPr>
        <p:spPr bwMode="auto">
          <a:xfrm>
            <a:off x="2546314" y="2371725"/>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4699" name="Text Box 171">
            <a:extLst>
              <a:ext uri="{FF2B5EF4-FFF2-40B4-BE49-F238E27FC236}">
                <a16:creationId xmlns:a16="http://schemas.microsoft.com/office/drawing/2014/main" id="{9C687E2C-DCD9-184A-881C-BAF82A665C61}"/>
              </a:ext>
            </a:extLst>
          </p:cNvPr>
          <p:cNvSpPr txBox="1">
            <a:spLocks noChangeArrowheads="1"/>
          </p:cNvSpPr>
          <p:nvPr/>
        </p:nvSpPr>
        <p:spPr bwMode="auto">
          <a:xfrm>
            <a:off x="2546314" y="1801416"/>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4700" name="Text Box 172">
            <a:extLst>
              <a:ext uri="{FF2B5EF4-FFF2-40B4-BE49-F238E27FC236}">
                <a16:creationId xmlns:a16="http://schemas.microsoft.com/office/drawing/2014/main" id="{202A36A9-4F7F-B14D-9F2B-677F76F04FB0}"/>
              </a:ext>
            </a:extLst>
          </p:cNvPr>
          <p:cNvSpPr txBox="1">
            <a:spLocks noChangeArrowheads="1"/>
          </p:cNvSpPr>
          <p:nvPr/>
        </p:nvSpPr>
        <p:spPr bwMode="auto">
          <a:xfrm>
            <a:off x="2546314" y="151209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24</a:t>
            </a:r>
          </a:p>
        </p:txBody>
      </p:sp>
      <p:sp>
        <p:nvSpPr>
          <p:cNvPr id="534701" name="Oval 173">
            <a:extLst>
              <a:ext uri="{FF2B5EF4-FFF2-40B4-BE49-F238E27FC236}">
                <a16:creationId xmlns:a16="http://schemas.microsoft.com/office/drawing/2014/main" id="{929CB6EE-F90F-0A40-9083-41B3C45F27A2}"/>
              </a:ext>
            </a:extLst>
          </p:cNvPr>
          <p:cNvSpPr>
            <a:spLocks noChangeArrowheads="1"/>
          </p:cNvSpPr>
          <p:nvPr/>
        </p:nvSpPr>
        <p:spPr bwMode="auto">
          <a:xfrm>
            <a:off x="3424996" y="2769394"/>
            <a:ext cx="7739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02" name="Oval 174">
            <a:extLst>
              <a:ext uri="{FF2B5EF4-FFF2-40B4-BE49-F238E27FC236}">
                <a16:creationId xmlns:a16="http://schemas.microsoft.com/office/drawing/2014/main" id="{46D5131A-E5E2-0B40-9266-EA2EC2EC7096}"/>
              </a:ext>
            </a:extLst>
          </p:cNvPr>
          <p:cNvSpPr>
            <a:spLocks noChangeArrowheads="1"/>
          </p:cNvSpPr>
          <p:nvPr/>
        </p:nvSpPr>
        <p:spPr bwMode="auto">
          <a:xfrm>
            <a:off x="3228542" y="3058716"/>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03" name="Oval 175">
            <a:extLst>
              <a:ext uri="{FF2B5EF4-FFF2-40B4-BE49-F238E27FC236}">
                <a16:creationId xmlns:a16="http://schemas.microsoft.com/office/drawing/2014/main" id="{71F57E2A-2731-D642-A613-67722405CF17}"/>
              </a:ext>
            </a:extLst>
          </p:cNvPr>
          <p:cNvSpPr>
            <a:spLocks noChangeArrowheads="1"/>
          </p:cNvSpPr>
          <p:nvPr/>
        </p:nvSpPr>
        <p:spPr bwMode="auto">
          <a:xfrm>
            <a:off x="2842779" y="3246835"/>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04" name="Oval 176">
            <a:extLst>
              <a:ext uri="{FF2B5EF4-FFF2-40B4-BE49-F238E27FC236}">
                <a16:creationId xmlns:a16="http://schemas.microsoft.com/office/drawing/2014/main" id="{1DEDE1DA-2084-864B-BE6B-2A9B79EBC6B3}"/>
              </a:ext>
            </a:extLst>
          </p:cNvPr>
          <p:cNvSpPr>
            <a:spLocks noChangeArrowheads="1"/>
          </p:cNvSpPr>
          <p:nvPr/>
        </p:nvSpPr>
        <p:spPr bwMode="auto">
          <a:xfrm>
            <a:off x="3022564" y="3196829"/>
            <a:ext cx="7739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05" name="Oval 177">
            <a:extLst>
              <a:ext uri="{FF2B5EF4-FFF2-40B4-BE49-F238E27FC236}">
                <a16:creationId xmlns:a16="http://schemas.microsoft.com/office/drawing/2014/main" id="{50C6F689-2159-1445-951F-3BE5EE1DE1DA}"/>
              </a:ext>
            </a:extLst>
          </p:cNvPr>
          <p:cNvSpPr>
            <a:spLocks noChangeArrowheads="1"/>
          </p:cNvSpPr>
          <p:nvPr/>
        </p:nvSpPr>
        <p:spPr bwMode="auto">
          <a:xfrm>
            <a:off x="3622639" y="2187179"/>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06" name="Oval 178">
            <a:extLst>
              <a:ext uri="{FF2B5EF4-FFF2-40B4-BE49-F238E27FC236}">
                <a16:creationId xmlns:a16="http://schemas.microsoft.com/office/drawing/2014/main" id="{477F1471-842F-BE4F-8ADC-6142F33DDEC1}"/>
              </a:ext>
            </a:extLst>
          </p:cNvPr>
          <p:cNvSpPr>
            <a:spLocks noChangeArrowheads="1"/>
          </p:cNvSpPr>
          <p:nvPr/>
        </p:nvSpPr>
        <p:spPr bwMode="auto">
          <a:xfrm>
            <a:off x="3820283" y="2110978"/>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07" name="Oval 179">
            <a:extLst>
              <a:ext uri="{FF2B5EF4-FFF2-40B4-BE49-F238E27FC236}">
                <a16:creationId xmlns:a16="http://schemas.microsoft.com/office/drawing/2014/main" id="{28DEF096-9A3B-964A-A362-55FC80DB22F4}"/>
              </a:ext>
            </a:extLst>
          </p:cNvPr>
          <p:cNvSpPr>
            <a:spLocks noChangeArrowheads="1"/>
          </p:cNvSpPr>
          <p:nvPr/>
        </p:nvSpPr>
        <p:spPr bwMode="auto">
          <a:xfrm>
            <a:off x="4016735" y="2041923"/>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08" name="Oval 180">
            <a:extLst>
              <a:ext uri="{FF2B5EF4-FFF2-40B4-BE49-F238E27FC236}">
                <a16:creationId xmlns:a16="http://schemas.microsoft.com/office/drawing/2014/main" id="{C53CDC08-9637-9242-BB3B-F3218751E60F}"/>
              </a:ext>
            </a:extLst>
          </p:cNvPr>
          <p:cNvSpPr>
            <a:spLocks noChangeArrowheads="1"/>
          </p:cNvSpPr>
          <p:nvPr/>
        </p:nvSpPr>
        <p:spPr bwMode="auto">
          <a:xfrm>
            <a:off x="4415595" y="1896666"/>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09" name="Oval 181">
            <a:extLst>
              <a:ext uri="{FF2B5EF4-FFF2-40B4-BE49-F238E27FC236}">
                <a16:creationId xmlns:a16="http://schemas.microsoft.com/office/drawing/2014/main" id="{49E62A76-72CC-954E-81B9-03D7039E242B}"/>
              </a:ext>
            </a:extLst>
          </p:cNvPr>
          <p:cNvSpPr>
            <a:spLocks noChangeArrowheads="1"/>
          </p:cNvSpPr>
          <p:nvPr/>
        </p:nvSpPr>
        <p:spPr bwMode="auto">
          <a:xfrm>
            <a:off x="4214379" y="1969294"/>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10" name="Oval 182">
            <a:extLst>
              <a:ext uri="{FF2B5EF4-FFF2-40B4-BE49-F238E27FC236}">
                <a16:creationId xmlns:a16="http://schemas.microsoft.com/office/drawing/2014/main" id="{3022E4CC-8C9C-D54E-AF83-B791A7B6FA41}"/>
              </a:ext>
            </a:extLst>
          </p:cNvPr>
          <p:cNvSpPr>
            <a:spLocks noChangeArrowheads="1"/>
          </p:cNvSpPr>
          <p:nvPr/>
        </p:nvSpPr>
        <p:spPr bwMode="auto">
          <a:xfrm>
            <a:off x="4612048" y="1824037"/>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11" name="Oval 183">
            <a:extLst>
              <a:ext uri="{FF2B5EF4-FFF2-40B4-BE49-F238E27FC236}">
                <a16:creationId xmlns:a16="http://schemas.microsoft.com/office/drawing/2014/main" id="{97363F91-6F72-714F-8E92-7343CF4AF4CF}"/>
              </a:ext>
            </a:extLst>
          </p:cNvPr>
          <p:cNvSpPr>
            <a:spLocks noChangeArrowheads="1"/>
          </p:cNvSpPr>
          <p:nvPr/>
        </p:nvSpPr>
        <p:spPr bwMode="auto">
          <a:xfrm>
            <a:off x="4806120" y="1756172"/>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12" name="Oval 184">
            <a:extLst>
              <a:ext uri="{FF2B5EF4-FFF2-40B4-BE49-F238E27FC236}">
                <a16:creationId xmlns:a16="http://schemas.microsoft.com/office/drawing/2014/main" id="{1D281BAD-D7A2-864A-A318-BBF46AA769EE}"/>
              </a:ext>
            </a:extLst>
          </p:cNvPr>
          <p:cNvSpPr>
            <a:spLocks noChangeArrowheads="1"/>
          </p:cNvSpPr>
          <p:nvPr/>
        </p:nvSpPr>
        <p:spPr bwMode="auto">
          <a:xfrm>
            <a:off x="5195454" y="1600200"/>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13" name="Oval 185">
            <a:extLst>
              <a:ext uri="{FF2B5EF4-FFF2-40B4-BE49-F238E27FC236}">
                <a16:creationId xmlns:a16="http://schemas.microsoft.com/office/drawing/2014/main" id="{0A7BFCA0-C1B8-D94E-8C1C-4FBFDA28C667}"/>
              </a:ext>
            </a:extLst>
          </p:cNvPr>
          <p:cNvSpPr>
            <a:spLocks noChangeArrowheads="1"/>
          </p:cNvSpPr>
          <p:nvPr/>
        </p:nvSpPr>
        <p:spPr bwMode="auto">
          <a:xfrm>
            <a:off x="5002573" y="1672828"/>
            <a:ext cx="77391"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14" name="Oval 186">
            <a:extLst>
              <a:ext uri="{FF2B5EF4-FFF2-40B4-BE49-F238E27FC236}">
                <a16:creationId xmlns:a16="http://schemas.microsoft.com/office/drawing/2014/main" id="{1C2FF445-94BB-D545-BFF1-557B77E2DDF1}"/>
              </a:ext>
            </a:extLst>
          </p:cNvPr>
          <p:cNvSpPr>
            <a:spLocks noChangeArrowheads="1"/>
          </p:cNvSpPr>
          <p:nvPr/>
        </p:nvSpPr>
        <p:spPr bwMode="auto">
          <a:xfrm>
            <a:off x="6194389" y="2472928"/>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15" name="Oval 187">
            <a:extLst>
              <a:ext uri="{FF2B5EF4-FFF2-40B4-BE49-F238E27FC236}">
                <a16:creationId xmlns:a16="http://schemas.microsoft.com/office/drawing/2014/main" id="{2AEFA3DC-C7AA-934F-B936-78E063ACC55E}"/>
              </a:ext>
            </a:extLst>
          </p:cNvPr>
          <p:cNvSpPr>
            <a:spLocks noChangeArrowheads="1"/>
          </p:cNvSpPr>
          <p:nvPr/>
        </p:nvSpPr>
        <p:spPr bwMode="auto">
          <a:xfrm>
            <a:off x="5594314" y="3189685"/>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16" name="Oval 188">
            <a:extLst>
              <a:ext uri="{FF2B5EF4-FFF2-40B4-BE49-F238E27FC236}">
                <a16:creationId xmlns:a16="http://schemas.microsoft.com/office/drawing/2014/main" id="{48762996-E761-E848-A055-3DDD8B046E83}"/>
              </a:ext>
            </a:extLst>
          </p:cNvPr>
          <p:cNvSpPr>
            <a:spLocks noChangeArrowheads="1"/>
          </p:cNvSpPr>
          <p:nvPr/>
        </p:nvSpPr>
        <p:spPr bwMode="auto">
          <a:xfrm>
            <a:off x="5795529" y="3048000"/>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17" name="Oval 189">
            <a:extLst>
              <a:ext uri="{FF2B5EF4-FFF2-40B4-BE49-F238E27FC236}">
                <a16:creationId xmlns:a16="http://schemas.microsoft.com/office/drawing/2014/main" id="{C3860972-9C15-C84D-89E2-CDF684E7E34A}"/>
              </a:ext>
            </a:extLst>
          </p:cNvPr>
          <p:cNvSpPr>
            <a:spLocks noChangeArrowheads="1"/>
          </p:cNvSpPr>
          <p:nvPr/>
        </p:nvSpPr>
        <p:spPr bwMode="auto">
          <a:xfrm>
            <a:off x="5393098" y="3246835"/>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18" name="Oval 190">
            <a:extLst>
              <a:ext uri="{FF2B5EF4-FFF2-40B4-BE49-F238E27FC236}">
                <a16:creationId xmlns:a16="http://schemas.microsoft.com/office/drawing/2014/main" id="{9D12BE74-6474-DA4E-818D-025B9FBE7F4C}"/>
              </a:ext>
            </a:extLst>
          </p:cNvPr>
          <p:cNvSpPr>
            <a:spLocks noChangeArrowheads="1"/>
          </p:cNvSpPr>
          <p:nvPr/>
        </p:nvSpPr>
        <p:spPr bwMode="auto">
          <a:xfrm>
            <a:off x="5984839" y="2762250"/>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19" name="Oval 191">
            <a:extLst>
              <a:ext uri="{FF2B5EF4-FFF2-40B4-BE49-F238E27FC236}">
                <a16:creationId xmlns:a16="http://schemas.microsoft.com/office/drawing/2014/main" id="{E1B300B2-46A0-8147-9D64-EA0A8881A952}"/>
              </a:ext>
            </a:extLst>
          </p:cNvPr>
          <p:cNvSpPr>
            <a:spLocks noChangeArrowheads="1"/>
          </p:cNvSpPr>
          <p:nvPr/>
        </p:nvSpPr>
        <p:spPr bwMode="auto">
          <a:xfrm>
            <a:off x="6387270" y="2396729"/>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20" name="Oval 192">
            <a:extLst>
              <a:ext uri="{FF2B5EF4-FFF2-40B4-BE49-F238E27FC236}">
                <a16:creationId xmlns:a16="http://schemas.microsoft.com/office/drawing/2014/main" id="{422228B0-873B-3F4F-B4ED-3F93500CB6C6}"/>
              </a:ext>
            </a:extLst>
          </p:cNvPr>
          <p:cNvSpPr>
            <a:spLocks noChangeArrowheads="1"/>
          </p:cNvSpPr>
          <p:nvPr/>
        </p:nvSpPr>
        <p:spPr bwMode="auto">
          <a:xfrm>
            <a:off x="6974248" y="2178844"/>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21" name="Oval 193">
            <a:extLst>
              <a:ext uri="{FF2B5EF4-FFF2-40B4-BE49-F238E27FC236}">
                <a16:creationId xmlns:a16="http://schemas.microsoft.com/office/drawing/2014/main" id="{AA8DDB02-6886-B64C-B2F6-1CFD4FC29C3E}"/>
              </a:ext>
            </a:extLst>
          </p:cNvPr>
          <p:cNvSpPr>
            <a:spLocks noChangeArrowheads="1"/>
          </p:cNvSpPr>
          <p:nvPr/>
        </p:nvSpPr>
        <p:spPr bwMode="auto">
          <a:xfrm>
            <a:off x="6580151" y="2320529"/>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22" name="Oval 194">
            <a:extLst>
              <a:ext uri="{FF2B5EF4-FFF2-40B4-BE49-F238E27FC236}">
                <a16:creationId xmlns:a16="http://schemas.microsoft.com/office/drawing/2014/main" id="{D3837B7C-D134-6948-9EEB-179B8121707B}"/>
              </a:ext>
            </a:extLst>
          </p:cNvPr>
          <p:cNvSpPr>
            <a:spLocks noChangeArrowheads="1"/>
          </p:cNvSpPr>
          <p:nvPr/>
        </p:nvSpPr>
        <p:spPr bwMode="auto">
          <a:xfrm>
            <a:off x="6776604" y="2251473"/>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24" name="Text Box 196">
            <a:extLst>
              <a:ext uri="{FF2B5EF4-FFF2-40B4-BE49-F238E27FC236}">
                <a16:creationId xmlns:a16="http://schemas.microsoft.com/office/drawing/2014/main" id="{9573F132-9B18-1A4A-9CF4-3EB6CB794416}"/>
              </a:ext>
            </a:extLst>
          </p:cNvPr>
          <p:cNvSpPr txBox="1">
            <a:spLocks noChangeArrowheads="1"/>
          </p:cNvSpPr>
          <p:nvPr/>
        </p:nvSpPr>
        <p:spPr bwMode="auto">
          <a:xfrm>
            <a:off x="2059348" y="1137047"/>
            <a:ext cx="1329210"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拥塞窗口 </a:t>
            </a:r>
            <a:r>
              <a:rPr kumimoji="1" lang="en-US" altLang="zh-CN" sz="1350">
                <a:solidFill>
                  <a:schemeClr val="folHlink"/>
                </a:solidFill>
                <a:latin typeface="Arial" panose="020B0604020202020204" pitchFamily="34" charset="0"/>
              </a:rPr>
              <a:t>cwnd</a:t>
            </a:r>
          </a:p>
        </p:txBody>
      </p:sp>
      <p:sp>
        <p:nvSpPr>
          <p:cNvPr id="534725" name="Text Box 197">
            <a:extLst>
              <a:ext uri="{FF2B5EF4-FFF2-40B4-BE49-F238E27FC236}">
                <a16:creationId xmlns:a16="http://schemas.microsoft.com/office/drawing/2014/main" id="{47EECC6C-8063-F145-A5ED-D13902EBDB69}"/>
              </a:ext>
            </a:extLst>
          </p:cNvPr>
          <p:cNvSpPr txBox="1">
            <a:spLocks noChangeArrowheads="1"/>
          </p:cNvSpPr>
          <p:nvPr/>
        </p:nvSpPr>
        <p:spPr bwMode="auto">
          <a:xfrm>
            <a:off x="1291395" y="2331243"/>
            <a:ext cx="145424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新的 </a:t>
            </a: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值</a:t>
            </a:r>
          </a:p>
        </p:txBody>
      </p:sp>
      <p:sp>
        <p:nvSpPr>
          <p:cNvPr id="534726" name="Text Box 198">
            <a:extLst>
              <a:ext uri="{FF2B5EF4-FFF2-40B4-BE49-F238E27FC236}">
                <a16:creationId xmlns:a16="http://schemas.microsoft.com/office/drawing/2014/main" id="{F94C550A-82D8-DD47-B998-F8FC75410456}"/>
              </a:ext>
            </a:extLst>
          </p:cNvPr>
          <p:cNvSpPr txBox="1">
            <a:spLocks noChangeArrowheads="1"/>
          </p:cNvSpPr>
          <p:nvPr/>
        </p:nvSpPr>
        <p:spPr bwMode="auto">
          <a:xfrm>
            <a:off x="5438342" y="1235868"/>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网络拥塞</a:t>
            </a:r>
          </a:p>
        </p:txBody>
      </p:sp>
      <p:sp>
        <p:nvSpPr>
          <p:cNvPr id="534727" name="Line 199">
            <a:extLst>
              <a:ext uri="{FF2B5EF4-FFF2-40B4-BE49-F238E27FC236}">
                <a16:creationId xmlns:a16="http://schemas.microsoft.com/office/drawing/2014/main" id="{D72A6909-9571-4744-808D-FA36F940694F}"/>
              </a:ext>
            </a:extLst>
          </p:cNvPr>
          <p:cNvSpPr>
            <a:spLocks noChangeShapeType="1"/>
          </p:cNvSpPr>
          <p:nvPr/>
        </p:nvSpPr>
        <p:spPr bwMode="auto">
          <a:xfrm flipH="1">
            <a:off x="5240698" y="1420416"/>
            <a:ext cx="259556" cy="219075"/>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4728" name="Text Box 200">
            <a:extLst>
              <a:ext uri="{FF2B5EF4-FFF2-40B4-BE49-F238E27FC236}">
                <a16:creationId xmlns:a16="http://schemas.microsoft.com/office/drawing/2014/main" id="{7922E3AA-E435-2948-8AC5-02507A526533}"/>
              </a:ext>
            </a:extLst>
          </p:cNvPr>
          <p:cNvSpPr txBox="1">
            <a:spLocks noChangeArrowheads="1"/>
          </p:cNvSpPr>
          <p:nvPr/>
        </p:nvSpPr>
        <p:spPr bwMode="auto">
          <a:xfrm>
            <a:off x="3795279" y="2894409"/>
            <a:ext cx="1223412"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指数规律增长</a:t>
            </a:r>
          </a:p>
        </p:txBody>
      </p:sp>
      <p:sp>
        <p:nvSpPr>
          <p:cNvPr id="534729" name="Line 201">
            <a:extLst>
              <a:ext uri="{FF2B5EF4-FFF2-40B4-BE49-F238E27FC236}">
                <a16:creationId xmlns:a16="http://schemas.microsoft.com/office/drawing/2014/main" id="{03FF630A-17B6-AF4C-A107-A751D3DCCE0A}"/>
              </a:ext>
            </a:extLst>
          </p:cNvPr>
          <p:cNvSpPr>
            <a:spLocks noChangeShapeType="1"/>
          </p:cNvSpPr>
          <p:nvPr/>
        </p:nvSpPr>
        <p:spPr bwMode="auto">
          <a:xfrm flipH="1" flipV="1">
            <a:off x="3335698" y="2971800"/>
            <a:ext cx="525066" cy="5834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4730" name="Rectangle 202">
            <a:extLst>
              <a:ext uri="{FF2B5EF4-FFF2-40B4-BE49-F238E27FC236}">
                <a16:creationId xmlns:a16="http://schemas.microsoft.com/office/drawing/2014/main" id="{AF562B69-5252-EE40-9419-718DC3A9CE7E}"/>
              </a:ext>
            </a:extLst>
          </p:cNvPr>
          <p:cNvSpPr>
            <a:spLocks noChangeArrowheads="1"/>
          </p:cNvSpPr>
          <p:nvPr/>
        </p:nvSpPr>
        <p:spPr bwMode="auto">
          <a:xfrm>
            <a:off x="2940411" y="1582341"/>
            <a:ext cx="164306" cy="154424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4731" name="Line 203">
            <a:extLst>
              <a:ext uri="{FF2B5EF4-FFF2-40B4-BE49-F238E27FC236}">
                <a16:creationId xmlns:a16="http://schemas.microsoft.com/office/drawing/2014/main" id="{38817C3A-7814-6D4B-9B60-008DB3A0005E}"/>
              </a:ext>
            </a:extLst>
          </p:cNvPr>
          <p:cNvSpPr>
            <a:spLocks noChangeShapeType="1"/>
          </p:cNvSpPr>
          <p:nvPr/>
        </p:nvSpPr>
        <p:spPr bwMode="auto">
          <a:xfrm>
            <a:off x="2940411" y="2219325"/>
            <a:ext cx="722710"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32" name="Rectangle 204">
            <a:extLst>
              <a:ext uri="{FF2B5EF4-FFF2-40B4-BE49-F238E27FC236}">
                <a16:creationId xmlns:a16="http://schemas.microsoft.com/office/drawing/2014/main" id="{2B7FD02B-1630-5343-8B63-C1DF05D1A4CB}"/>
              </a:ext>
            </a:extLst>
          </p:cNvPr>
          <p:cNvSpPr>
            <a:spLocks noChangeArrowheads="1"/>
          </p:cNvSpPr>
          <p:nvPr/>
        </p:nvSpPr>
        <p:spPr bwMode="auto">
          <a:xfrm>
            <a:off x="3203539" y="3203973"/>
            <a:ext cx="210264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4733" name="Rectangle 205">
            <a:extLst>
              <a:ext uri="{FF2B5EF4-FFF2-40B4-BE49-F238E27FC236}">
                <a16:creationId xmlns:a16="http://schemas.microsoft.com/office/drawing/2014/main" id="{7724CAF7-1131-A046-AE7A-9CAC15148A80}"/>
              </a:ext>
            </a:extLst>
          </p:cNvPr>
          <p:cNvSpPr>
            <a:spLocks noChangeArrowheads="1"/>
          </p:cNvSpPr>
          <p:nvPr/>
        </p:nvSpPr>
        <p:spPr bwMode="auto">
          <a:xfrm>
            <a:off x="5766954" y="3203973"/>
            <a:ext cx="151090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4734" name="Text Box 206">
            <a:extLst>
              <a:ext uri="{FF2B5EF4-FFF2-40B4-BE49-F238E27FC236}">
                <a16:creationId xmlns:a16="http://schemas.microsoft.com/office/drawing/2014/main" id="{B68CFDAB-AADB-514D-98B8-267885FA3FA5}"/>
              </a:ext>
            </a:extLst>
          </p:cNvPr>
          <p:cNvSpPr txBox="1">
            <a:spLocks noChangeArrowheads="1"/>
          </p:cNvSpPr>
          <p:nvPr/>
        </p:nvSpPr>
        <p:spPr bwMode="auto">
          <a:xfrm>
            <a:off x="1142313" y="2075259"/>
            <a:ext cx="1579278"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的初始值</a:t>
            </a:r>
          </a:p>
        </p:txBody>
      </p:sp>
      <p:sp>
        <p:nvSpPr>
          <p:cNvPr id="534735" name="Text Box 207">
            <a:extLst>
              <a:ext uri="{FF2B5EF4-FFF2-40B4-BE49-F238E27FC236}">
                <a16:creationId xmlns:a16="http://schemas.microsoft.com/office/drawing/2014/main" id="{F301C157-39A8-214D-B7BA-C069BAB56220}"/>
              </a:ext>
            </a:extLst>
          </p:cNvPr>
          <p:cNvSpPr txBox="1">
            <a:spLocks noChangeArrowheads="1"/>
          </p:cNvSpPr>
          <p:nvPr/>
        </p:nvSpPr>
        <p:spPr bwMode="auto">
          <a:xfrm>
            <a:off x="1741452" y="2994422"/>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4736" name="Line 208">
            <a:extLst>
              <a:ext uri="{FF2B5EF4-FFF2-40B4-BE49-F238E27FC236}">
                <a16:creationId xmlns:a16="http://schemas.microsoft.com/office/drawing/2014/main" id="{2E99B2D3-A188-254B-B7E8-D12FCEF58584}"/>
              </a:ext>
            </a:extLst>
          </p:cNvPr>
          <p:cNvSpPr>
            <a:spLocks noChangeShapeType="1"/>
          </p:cNvSpPr>
          <p:nvPr/>
        </p:nvSpPr>
        <p:spPr bwMode="auto">
          <a:xfrm>
            <a:off x="2382007" y="3159919"/>
            <a:ext cx="460772" cy="11668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4737" name="Text Box 209">
            <a:extLst>
              <a:ext uri="{FF2B5EF4-FFF2-40B4-BE49-F238E27FC236}">
                <a16:creationId xmlns:a16="http://schemas.microsoft.com/office/drawing/2014/main" id="{07CA7386-A6AD-E047-B86C-8A10AD1564DC}"/>
              </a:ext>
            </a:extLst>
          </p:cNvPr>
          <p:cNvSpPr txBox="1">
            <a:spLocks noChangeArrowheads="1"/>
          </p:cNvSpPr>
          <p:nvPr/>
        </p:nvSpPr>
        <p:spPr bwMode="auto">
          <a:xfrm>
            <a:off x="2959460" y="3663553"/>
            <a:ext cx="739379"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4738" name="Text Box 210">
            <a:extLst>
              <a:ext uri="{FF2B5EF4-FFF2-40B4-BE49-F238E27FC236}">
                <a16:creationId xmlns:a16="http://schemas.microsoft.com/office/drawing/2014/main" id="{31E51B2B-E606-A24E-A541-482C34E88857}"/>
              </a:ext>
            </a:extLst>
          </p:cNvPr>
          <p:cNvSpPr txBox="1">
            <a:spLocks noChangeArrowheads="1"/>
          </p:cNvSpPr>
          <p:nvPr/>
        </p:nvSpPr>
        <p:spPr bwMode="auto">
          <a:xfrm>
            <a:off x="5506208" y="3681412"/>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4739" name="Text Box 211">
            <a:extLst>
              <a:ext uri="{FF2B5EF4-FFF2-40B4-BE49-F238E27FC236}">
                <a16:creationId xmlns:a16="http://schemas.microsoft.com/office/drawing/2014/main" id="{0C4A603D-CA57-AB40-A5E9-AD0CA428E592}"/>
              </a:ext>
            </a:extLst>
          </p:cNvPr>
          <p:cNvSpPr txBox="1">
            <a:spLocks noChangeArrowheads="1"/>
          </p:cNvSpPr>
          <p:nvPr/>
        </p:nvSpPr>
        <p:spPr bwMode="auto">
          <a:xfrm>
            <a:off x="3793173" y="1200150"/>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4740" name="Text Box 212">
            <a:extLst>
              <a:ext uri="{FF2B5EF4-FFF2-40B4-BE49-F238E27FC236}">
                <a16:creationId xmlns:a16="http://schemas.microsoft.com/office/drawing/2014/main" id="{282D50AB-52C1-0A44-B6BB-EA9F7DDABB60}"/>
              </a:ext>
            </a:extLst>
          </p:cNvPr>
          <p:cNvSpPr txBox="1">
            <a:spLocks noChangeArrowheads="1"/>
          </p:cNvSpPr>
          <p:nvPr/>
        </p:nvSpPr>
        <p:spPr bwMode="auto">
          <a:xfrm>
            <a:off x="6164898" y="1504950"/>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4741" name="Line 213">
            <a:extLst>
              <a:ext uri="{FF2B5EF4-FFF2-40B4-BE49-F238E27FC236}">
                <a16:creationId xmlns:a16="http://schemas.microsoft.com/office/drawing/2014/main" id="{E91DED66-0380-FF4B-ABF1-0BF85C5DF565}"/>
              </a:ext>
            </a:extLst>
          </p:cNvPr>
          <p:cNvSpPr>
            <a:spLocks noChangeShapeType="1"/>
          </p:cNvSpPr>
          <p:nvPr/>
        </p:nvSpPr>
        <p:spPr bwMode="auto">
          <a:xfrm rot="10800000">
            <a:off x="2940411" y="2508647"/>
            <a:ext cx="3483769"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42" name="Line 214">
            <a:extLst>
              <a:ext uri="{FF2B5EF4-FFF2-40B4-BE49-F238E27FC236}">
                <a16:creationId xmlns:a16="http://schemas.microsoft.com/office/drawing/2014/main" id="{CCD5AC39-47DE-F94E-A6C6-DEF296BD2926}"/>
              </a:ext>
            </a:extLst>
          </p:cNvPr>
          <p:cNvSpPr>
            <a:spLocks noChangeShapeType="1"/>
          </p:cNvSpPr>
          <p:nvPr/>
        </p:nvSpPr>
        <p:spPr bwMode="auto">
          <a:xfrm flipV="1">
            <a:off x="2940411" y="1638300"/>
            <a:ext cx="3145631" cy="1191"/>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4743" name="Freeform 215">
            <a:extLst>
              <a:ext uri="{FF2B5EF4-FFF2-40B4-BE49-F238E27FC236}">
                <a16:creationId xmlns:a16="http://schemas.microsoft.com/office/drawing/2014/main" id="{15996A38-EBFB-3241-A0A3-BC1D586D46A0}"/>
              </a:ext>
            </a:extLst>
          </p:cNvPr>
          <p:cNvSpPr>
            <a:spLocks/>
          </p:cNvSpPr>
          <p:nvPr/>
        </p:nvSpPr>
        <p:spPr bwMode="auto">
          <a:xfrm>
            <a:off x="2809441" y="1639491"/>
            <a:ext cx="4329113" cy="1653778"/>
          </a:xfrm>
          <a:custGeom>
            <a:avLst/>
            <a:gdLst>
              <a:gd name="T0" fmla="*/ 5772150 w 3162"/>
              <a:gd name="T1" fmla="*/ 704968 h 1370"/>
              <a:gd name="T2" fmla="*/ 4556384 w 3162"/>
              <a:gd name="T3" fmla="*/ 1158852 h 1370"/>
              <a:gd name="T4" fmla="*/ 4293516 w 3162"/>
              <a:gd name="T5" fmla="*/ 1535478 h 1370"/>
              <a:gd name="T6" fmla="*/ 4025171 w 3162"/>
              <a:gd name="T7" fmla="*/ 1931419 h 1370"/>
              <a:gd name="T8" fmla="*/ 3762303 w 3162"/>
              <a:gd name="T9" fmla="*/ 2124561 h 1370"/>
              <a:gd name="T10" fmla="*/ 3499434 w 3162"/>
              <a:gd name="T11" fmla="*/ 2201818 h 1370"/>
              <a:gd name="T12" fmla="*/ 3406335 w 3162"/>
              <a:gd name="T13" fmla="*/ 1506507 h 1370"/>
              <a:gd name="T14" fmla="*/ 3236566 w 3162"/>
              <a:gd name="T15" fmla="*/ 0 h 1370"/>
              <a:gd name="T16" fmla="*/ 1128143 w 3162"/>
              <a:gd name="T17" fmla="*/ 783834 h 1370"/>
              <a:gd name="T18" fmla="*/ 876228 w 3162"/>
              <a:gd name="T19" fmla="*/ 1546745 h 1370"/>
              <a:gd name="T20" fmla="*/ 604232 w 3162"/>
              <a:gd name="T21" fmla="*/ 1933029 h 1370"/>
              <a:gd name="T22" fmla="*/ 341364 w 3162"/>
              <a:gd name="T23" fmla="*/ 2126171 h 1370"/>
              <a:gd name="T24" fmla="*/ 100401 w 3162"/>
              <a:gd name="T25" fmla="*/ 2203427 h 13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162" h="1370">
                <a:moveTo>
                  <a:pt x="3162" y="438"/>
                </a:moveTo>
                <a:lnTo>
                  <a:pt x="2496" y="720"/>
                </a:lnTo>
                <a:lnTo>
                  <a:pt x="2352" y="954"/>
                </a:lnTo>
                <a:lnTo>
                  <a:pt x="2205" y="1200"/>
                </a:lnTo>
                <a:lnTo>
                  <a:pt x="2061" y="1320"/>
                </a:lnTo>
                <a:lnTo>
                  <a:pt x="1917" y="1368"/>
                </a:lnTo>
                <a:lnTo>
                  <a:pt x="1866" y="936"/>
                </a:lnTo>
                <a:lnTo>
                  <a:pt x="1773" y="0"/>
                </a:ln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p:spPr>
        <p:txBody>
          <a:bodyPr wrap="none" anchor="ctr"/>
          <a:lstStyle/>
          <a:p>
            <a:pPr>
              <a:defRPr/>
            </a:pPr>
            <a:endParaRPr lang="zh-CN" altLang="en-US"/>
          </a:p>
        </p:txBody>
      </p:sp>
      <p:sp>
        <p:nvSpPr>
          <p:cNvPr id="534644" name="Line 116">
            <a:extLst>
              <a:ext uri="{FF2B5EF4-FFF2-40B4-BE49-F238E27FC236}">
                <a16:creationId xmlns:a16="http://schemas.microsoft.com/office/drawing/2014/main" id="{D410C9D7-2997-3C4A-8A09-AA588726A17E}"/>
              </a:ext>
            </a:extLst>
          </p:cNvPr>
          <p:cNvSpPr>
            <a:spLocks noChangeShapeType="1"/>
          </p:cNvSpPr>
          <p:nvPr/>
        </p:nvSpPr>
        <p:spPr bwMode="auto">
          <a:xfrm>
            <a:off x="2911835" y="2446735"/>
            <a:ext cx="485775" cy="323850"/>
          </a:xfrm>
          <a:prstGeom prst="line">
            <a:avLst/>
          </a:prstGeom>
          <a:noFill/>
          <a:ln w="76200">
            <a:solidFill>
              <a:schemeClr val="hlink"/>
            </a:solidFill>
            <a:round/>
            <a:headEnd/>
            <a:tailEnd type="triangle" w="med" len="med"/>
          </a:ln>
          <a:effectLst/>
        </p:spPr>
        <p:txBody>
          <a:bodyPr/>
          <a:lstStyle/>
          <a:p>
            <a:pPr eaLnBrk="1" hangingPunct="1">
              <a:defRPr/>
            </a:pPr>
            <a:endParaRPr lang="zh-CN" altLang="en-US">
              <a:latin typeface="Tahoma" charset="0"/>
              <a:ea typeface="宋体" charset="-122"/>
              <a:cs typeface="+mn-cs"/>
            </a:endParaRPr>
          </a:p>
        </p:txBody>
      </p:sp>
      <p:sp>
        <p:nvSpPr>
          <p:cNvPr id="534723" name="Text Box 195">
            <a:extLst>
              <a:ext uri="{FF2B5EF4-FFF2-40B4-BE49-F238E27FC236}">
                <a16:creationId xmlns:a16="http://schemas.microsoft.com/office/drawing/2014/main" id="{FB558C90-8823-4741-82B5-9808E37B56AC}"/>
              </a:ext>
            </a:extLst>
          </p:cNvPr>
          <p:cNvSpPr txBox="1">
            <a:spLocks noChangeArrowheads="1"/>
          </p:cNvSpPr>
          <p:nvPr/>
        </p:nvSpPr>
        <p:spPr bwMode="auto">
          <a:xfrm>
            <a:off x="7177846" y="3088481"/>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传输轮次</a:t>
            </a:r>
          </a:p>
        </p:txBody>
      </p:sp>
    </p:spTree>
    <p:extLst>
      <p:ext uri="{BB962C8B-B14F-4D97-AF65-F5344CB8AC3E}">
        <p14:creationId xmlns:p14="http://schemas.microsoft.com/office/powerpoint/2010/main" val="1486181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534644"/>
                                        </p:tgtEl>
                                        <p:attrNameLst>
                                          <p:attrName>style.visibility</p:attrName>
                                        </p:attrNameLst>
                                      </p:cBhvr>
                                      <p:to>
                                        <p:strVal val="visible"/>
                                      </p:to>
                                    </p:set>
                                    <p:animEffect transition="in" filter="wipe(left)">
                                      <p:cBhvr>
                                        <p:cTn id="7" dur="1000"/>
                                        <p:tgtEl>
                                          <p:spTgt spid="5346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编号占位符 1">
            <a:extLst>
              <a:ext uri="{FF2B5EF4-FFF2-40B4-BE49-F238E27FC236}">
                <a16:creationId xmlns:a16="http://schemas.microsoft.com/office/drawing/2014/main" id="{C1E4A0D7-7C51-1047-B421-A40B5F5380DA}"/>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AB6E1BA8-DC23-D44E-B971-5A0654491C3E}" type="slidenum">
              <a:rPr lang="en-US" altLang="zh-CN" sz="1050"/>
              <a:pPr>
                <a:defRPr/>
              </a:pPr>
              <a:t>100</a:t>
            </a:fld>
            <a:endParaRPr lang="en-US" altLang="zh-CN" sz="1050"/>
          </a:p>
        </p:txBody>
      </p:sp>
      <p:sp>
        <p:nvSpPr>
          <p:cNvPr id="535554" name="Rectangle 2">
            <a:extLst>
              <a:ext uri="{FF2B5EF4-FFF2-40B4-BE49-F238E27FC236}">
                <a16:creationId xmlns:a16="http://schemas.microsoft.com/office/drawing/2014/main" id="{AFC6FE5F-6E29-2741-B104-BEB2DBE0739D}"/>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慢开始和拥塞避免算法的实现举例 </a:t>
            </a:r>
          </a:p>
        </p:txBody>
      </p:sp>
      <p:sp>
        <p:nvSpPr>
          <p:cNvPr id="535556" name="Text Box 4">
            <a:extLst>
              <a:ext uri="{FF2B5EF4-FFF2-40B4-BE49-F238E27FC236}">
                <a16:creationId xmlns:a16="http://schemas.microsoft.com/office/drawing/2014/main" id="{80EEB000-A2A0-B248-AFF5-832AC170A25E}"/>
              </a:ext>
            </a:extLst>
          </p:cNvPr>
          <p:cNvSpPr txBox="1">
            <a:spLocks noChangeArrowheads="1"/>
          </p:cNvSpPr>
          <p:nvPr/>
        </p:nvSpPr>
        <p:spPr bwMode="auto">
          <a:xfrm>
            <a:off x="133563" y="4107656"/>
            <a:ext cx="8804953" cy="738664"/>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当拥塞窗口 </a:t>
            </a:r>
            <a:r>
              <a:rPr lang="en-US" altLang="zh-CN" sz="2100" dirty="0" err="1">
                <a:solidFill>
                  <a:srgbClr val="333399"/>
                </a:solidFill>
                <a:latin typeface="Arial" panose="020B0604020202020204" pitchFamily="34" charset="0"/>
              </a:rPr>
              <a:t>cwnd</a:t>
            </a:r>
            <a:r>
              <a:rPr lang="en-US" altLang="zh-CN" sz="2100" dirty="0">
                <a:solidFill>
                  <a:srgbClr val="333399"/>
                </a:solidFill>
                <a:latin typeface="Arial" panose="020B0604020202020204" pitchFamily="34" charset="0"/>
              </a:rPr>
              <a:t> </a:t>
            </a:r>
            <a:r>
              <a:rPr lang="zh-CN" altLang="en-US" sz="2100" dirty="0">
                <a:solidFill>
                  <a:srgbClr val="333399"/>
                </a:solidFill>
                <a:latin typeface="Arial" panose="020B0604020202020204" pitchFamily="34" charset="0"/>
              </a:rPr>
              <a:t>增长到慢开始门限值 </a:t>
            </a:r>
            <a:r>
              <a:rPr lang="en-US" altLang="zh-CN" sz="2100" dirty="0" err="1">
                <a:solidFill>
                  <a:srgbClr val="333399"/>
                </a:solidFill>
                <a:latin typeface="Arial" panose="020B0604020202020204" pitchFamily="34" charset="0"/>
              </a:rPr>
              <a:t>ssthresh</a:t>
            </a:r>
            <a:r>
              <a:rPr lang="en-US" altLang="zh-CN" sz="2100" dirty="0">
                <a:solidFill>
                  <a:srgbClr val="333399"/>
                </a:solidFill>
                <a:latin typeface="Arial" panose="020B0604020202020204" pitchFamily="34" charset="0"/>
              </a:rPr>
              <a:t> </a:t>
            </a:r>
            <a:r>
              <a:rPr lang="zh-CN" altLang="en-US" sz="2100" dirty="0">
                <a:solidFill>
                  <a:srgbClr val="333399"/>
                </a:solidFill>
                <a:latin typeface="Arial" panose="020B0604020202020204" pitchFamily="34" charset="0"/>
              </a:rPr>
              <a:t>时（即当 </a:t>
            </a:r>
            <a:r>
              <a:rPr lang="en-US" altLang="zh-CN" sz="2100" dirty="0" err="1">
                <a:solidFill>
                  <a:srgbClr val="333399"/>
                </a:solidFill>
                <a:latin typeface="Arial" panose="020B0604020202020204" pitchFamily="34" charset="0"/>
              </a:rPr>
              <a:t>cwnd</a:t>
            </a:r>
            <a:r>
              <a:rPr lang="en-US" altLang="zh-CN" sz="2100" dirty="0">
                <a:solidFill>
                  <a:srgbClr val="333399"/>
                </a:solidFill>
                <a:latin typeface="Arial" panose="020B0604020202020204" pitchFamily="34" charset="0"/>
              </a:rPr>
              <a:t> = 16 </a:t>
            </a:r>
            <a:r>
              <a:rPr lang="zh-CN" altLang="en-US" sz="2100" dirty="0">
                <a:solidFill>
                  <a:srgbClr val="333399"/>
                </a:solidFill>
                <a:latin typeface="Arial" panose="020B0604020202020204" pitchFamily="34" charset="0"/>
              </a:rPr>
              <a:t>时），就改为执行拥塞避免算法，拥塞窗口按线性规律增长。 </a:t>
            </a:r>
          </a:p>
        </p:txBody>
      </p:sp>
      <p:sp>
        <p:nvSpPr>
          <p:cNvPr id="535668" name="Line 116">
            <a:extLst>
              <a:ext uri="{FF2B5EF4-FFF2-40B4-BE49-F238E27FC236}">
                <a16:creationId xmlns:a16="http://schemas.microsoft.com/office/drawing/2014/main" id="{1CC2C9DF-ED20-AB44-B82A-B0BDEDB9FA9E}"/>
              </a:ext>
            </a:extLst>
          </p:cNvPr>
          <p:cNvSpPr>
            <a:spLocks noChangeShapeType="1"/>
          </p:cNvSpPr>
          <p:nvPr/>
        </p:nvSpPr>
        <p:spPr bwMode="auto">
          <a:xfrm>
            <a:off x="3237309" y="1782723"/>
            <a:ext cx="485775" cy="323850"/>
          </a:xfrm>
          <a:prstGeom prst="line">
            <a:avLst/>
          </a:prstGeom>
          <a:noFill/>
          <a:ln w="76200">
            <a:solidFill>
              <a:schemeClr val="hlink"/>
            </a:solidFill>
            <a:round/>
            <a:headEnd/>
            <a:tailEnd type="triangle" w="med" len="med"/>
          </a:ln>
          <a:effectLst/>
        </p:spPr>
        <p:txBody>
          <a:bodyPr/>
          <a:lstStyle/>
          <a:p>
            <a:pPr eaLnBrk="1" hangingPunct="1">
              <a:defRPr/>
            </a:pPr>
            <a:endParaRPr lang="zh-CN" altLang="en-US">
              <a:latin typeface="Tahoma" charset="0"/>
              <a:ea typeface="宋体" charset="-122"/>
              <a:cs typeface="+mn-cs"/>
            </a:endParaRPr>
          </a:p>
        </p:txBody>
      </p:sp>
      <p:sp>
        <p:nvSpPr>
          <p:cNvPr id="535671" name="Line 119">
            <a:extLst>
              <a:ext uri="{FF2B5EF4-FFF2-40B4-BE49-F238E27FC236}">
                <a16:creationId xmlns:a16="http://schemas.microsoft.com/office/drawing/2014/main" id="{7E376A15-4FF2-9749-A30A-246BFD013CEF}"/>
              </a:ext>
            </a:extLst>
          </p:cNvPr>
          <p:cNvSpPr>
            <a:spLocks noChangeShapeType="1"/>
          </p:cNvSpPr>
          <p:nvPr/>
        </p:nvSpPr>
        <p:spPr bwMode="auto">
          <a:xfrm>
            <a:off x="2984896" y="1280280"/>
            <a:ext cx="0" cy="2027635"/>
          </a:xfrm>
          <a:prstGeom prst="line">
            <a:avLst/>
          </a:prstGeom>
          <a:noFill/>
          <a:ln w="9525">
            <a:solidFill>
              <a:schemeClr val="folHlink"/>
            </a:solidFill>
            <a:round/>
            <a:headEnd type="triangle" w="sm" len="lg"/>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72" name="Text Box 120">
            <a:extLst>
              <a:ext uri="{FF2B5EF4-FFF2-40B4-BE49-F238E27FC236}">
                <a16:creationId xmlns:a16="http://schemas.microsoft.com/office/drawing/2014/main" id="{6A22AD35-7801-0D45-8CE6-8C7B31653B14}"/>
              </a:ext>
            </a:extLst>
          </p:cNvPr>
          <p:cNvSpPr txBox="1">
            <a:spLocks noChangeArrowheads="1"/>
          </p:cNvSpPr>
          <p:nvPr/>
        </p:nvSpPr>
        <p:spPr bwMode="auto">
          <a:xfrm>
            <a:off x="7158037" y="332458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22</a:t>
            </a:r>
          </a:p>
        </p:txBody>
      </p:sp>
      <p:sp>
        <p:nvSpPr>
          <p:cNvPr id="535673" name="Text Box 121">
            <a:extLst>
              <a:ext uri="{FF2B5EF4-FFF2-40B4-BE49-F238E27FC236}">
                <a16:creationId xmlns:a16="http://schemas.microsoft.com/office/drawing/2014/main" id="{C0376FF0-211C-554D-90EF-22AF19A028A6}"/>
              </a:ext>
            </a:extLst>
          </p:cNvPr>
          <p:cNvSpPr txBox="1">
            <a:spLocks noChangeArrowheads="1"/>
          </p:cNvSpPr>
          <p:nvPr/>
        </p:nvSpPr>
        <p:spPr bwMode="auto">
          <a:xfrm>
            <a:off x="2656284" y="202084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5674" name="Line 122">
            <a:extLst>
              <a:ext uri="{FF2B5EF4-FFF2-40B4-BE49-F238E27FC236}">
                <a16:creationId xmlns:a16="http://schemas.microsoft.com/office/drawing/2014/main" id="{75E70D1A-CEBE-104A-A969-6BAEB7588F43}"/>
              </a:ext>
            </a:extLst>
          </p:cNvPr>
          <p:cNvSpPr>
            <a:spLocks noChangeShapeType="1"/>
          </p:cNvSpPr>
          <p:nvPr/>
        </p:nvSpPr>
        <p:spPr bwMode="auto">
          <a:xfrm>
            <a:off x="5885259" y="1576746"/>
            <a:ext cx="0" cy="869156"/>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535675" name="Text Box 123">
            <a:extLst>
              <a:ext uri="{FF2B5EF4-FFF2-40B4-BE49-F238E27FC236}">
                <a16:creationId xmlns:a16="http://schemas.microsoft.com/office/drawing/2014/main" id="{B68E256B-234D-404D-9DE1-CEF22E2C9255}"/>
              </a:ext>
            </a:extLst>
          </p:cNvPr>
          <p:cNvSpPr txBox="1">
            <a:spLocks noChangeArrowheads="1"/>
          </p:cNvSpPr>
          <p:nvPr/>
        </p:nvSpPr>
        <p:spPr bwMode="auto">
          <a:xfrm>
            <a:off x="5348286" y="1837492"/>
            <a:ext cx="1033463" cy="300082"/>
          </a:xfrm>
          <a:prstGeom prst="rect">
            <a:avLst/>
          </a:prstGeom>
          <a:solidFill>
            <a:schemeClr val="bg1"/>
          </a:solid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乘法减小”</a:t>
            </a:r>
          </a:p>
        </p:txBody>
      </p:sp>
      <p:sp>
        <p:nvSpPr>
          <p:cNvPr id="535676" name="Rectangle 124">
            <a:extLst>
              <a:ext uri="{FF2B5EF4-FFF2-40B4-BE49-F238E27FC236}">
                <a16:creationId xmlns:a16="http://schemas.microsoft.com/office/drawing/2014/main" id="{89168D70-DEAA-F948-868D-FB55EC8CCE2A}"/>
              </a:ext>
            </a:extLst>
          </p:cNvPr>
          <p:cNvSpPr>
            <a:spLocks noChangeArrowheads="1"/>
          </p:cNvSpPr>
          <p:nvPr/>
        </p:nvSpPr>
        <p:spPr bwMode="auto">
          <a:xfrm>
            <a:off x="6329362" y="1367196"/>
            <a:ext cx="1169194" cy="113942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5677" name="Rectangle 125">
            <a:extLst>
              <a:ext uri="{FF2B5EF4-FFF2-40B4-BE49-F238E27FC236}">
                <a16:creationId xmlns:a16="http://schemas.microsoft.com/office/drawing/2014/main" id="{1C1C816F-52F8-D740-98B7-8E21EC5BEB1F}"/>
              </a:ext>
            </a:extLst>
          </p:cNvPr>
          <p:cNvSpPr>
            <a:spLocks noChangeArrowheads="1"/>
          </p:cNvSpPr>
          <p:nvPr/>
        </p:nvSpPr>
        <p:spPr bwMode="auto">
          <a:xfrm>
            <a:off x="3756422" y="1155264"/>
            <a:ext cx="1631156" cy="113823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5678" name="Rectangle 126">
            <a:extLst>
              <a:ext uri="{FF2B5EF4-FFF2-40B4-BE49-F238E27FC236}">
                <a16:creationId xmlns:a16="http://schemas.microsoft.com/office/drawing/2014/main" id="{C7C2C310-1E07-D54F-B29C-C3779C1D4F03}"/>
              </a:ext>
            </a:extLst>
          </p:cNvPr>
          <p:cNvSpPr>
            <a:spLocks noChangeArrowheads="1"/>
          </p:cNvSpPr>
          <p:nvPr/>
        </p:nvSpPr>
        <p:spPr bwMode="auto">
          <a:xfrm>
            <a:off x="5550693" y="3321011"/>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5679" name="Rectangle 127">
            <a:extLst>
              <a:ext uri="{FF2B5EF4-FFF2-40B4-BE49-F238E27FC236}">
                <a16:creationId xmlns:a16="http://schemas.microsoft.com/office/drawing/2014/main" id="{2BCC4030-3568-C242-A568-065831F4AC76}"/>
              </a:ext>
            </a:extLst>
          </p:cNvPr>
          <p:cNvSpPr>
            <a:spLocks noChangeArrowheads="1"/>
          </p:cNvSpPr>
          <p:nvPr/>
        </p:nvSpPr>
        <p:spPr bwMode="auto">
          <a:xfrm>
            <a:off x="2990849" y="3313868"/>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5680" name="Line 128">
            <a:extLst>
              <a:ext uri="{FF2B5EF4-FFF2-40B4-BE49-F238E27FC236}">
                <a16:creationId xmlns:a16="http://schemas.microsoft.com/office/drawing/2014/main" id="{6F128114-8616-284C-9492-681B294D976F}"/>
              </a:ext>
            </a:extLst>
          </p:cNvPr>
          <p:cNvSpPr>
            <a:spLocks noChangeShapeType="1"/>
          </p:cNvSpPr>
          <p:nvPr/>
        </p:nvSpPr>
        <p:spPr bwMode="auto">
          <a:xfrm>
            <a:off x="2984896" y="3307914"/>
            <a:ext cx="4666059" cy="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5681" name="Line 129">
            <a:extLst>
              <a:ext uri="{FF2B5EF4-FFF2-40B4-BE49-F238E27FC236}">
                <a16:creationId xmlns:a16="http://schemas.microsoft.com/office/drawing/2014/main" id="{1239616C-0BB6-704C-B317-6DCB482AF6E0}"/>
              </a:ext>
            </a:extLst>
          </p:cNvPr>
          <p:cNvSpPr>
            <a:spLocks noChangeShapeType="1"/>
          </p:cNvSpPr>
          <p:nvPr/>
        </p:nvSpPr>
        <p:spPr bwMode="auto">
          <a:xfrm>
            <a:off x="3182540" y="3249573"/>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82" name="Line 130">
            <a:extLst>
              <a:ext uri="{FF2B5EF4-FFF2-40B4-BE49-F238E27FC236}">
                <a16:creationId xmlns:a16="http://schemas.microsoft.com/office/drawing/2014/main" id="{B0C969D1-F22D-E54C-87FE-6397A5B38B23}"/>
              </a:ext>
            </a:extLst>
          </p:cNvPr>
          <p:cNvSpPr>
            <a:spLocks noChangeShapeType="1"/>
          </p:cNvSpPr>
          <p:nvPr/>
        </p:nvSpPr>
        <p:spPr bwMode="auto">
          <a:xfrm>
            <a:off x="3378993"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83" name="Line 131">
            <a:extLst>
              <a:ext uri="{FF2B5EF4-FFF2-40B4-BE49-F238E27FC236}">
                <a16:creationId xmlns:a16="http://schemas.microsoft.com/office/drawing/2014/main" id="{436679DF-0659-7441-A5B5-4F23F42D5A34}"/>
              </a:ext>
            </a:extLst>
          </p:cNvPr>
          <p:cNvSpPr>
            <a:spLocks noChangeShapeType="1"/>
          </p:cNvSpPr>
          <p:nvPr/>
        </p:nvSpPr>
        <p:spPr bwMode="auto">
          <a:xfrm>
            <a:off x="3576637"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84" name="Line 132">
            <a:extLst>
              <a:ext uri="{FF2B5EF4-FFF2-40B4-BE49-F238E27FC236}">
                <a16:creationId xmlns:a16="http://schemas.microsoft.com/office/drawing/2014/main" id="{0CCB52D4-FA69-5543-B847-800B3970F02B}"/>
              </a:ext>
            </a:extLst>
          </p:cNvPr>
          <p:cNvSpPr>
            <a:spLocks noChangeShapeType="1"/>
          </p:cNvSpPr>
          <p:nvPr/>
        </p:nvSpPr>
        <p:spPr bwMode="auto">
          <a:xfrm>
            <a:off x="3773090"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85" name="Line 133">
            <a:extLst>
              <a:ext uri="{FF2B5EF4-FFF2-40B4-BE49-F238E27FC236}">
                <a16:creationId xmlns:a16="http://schemas.microsoft.com/office/drawing/2014/main" id="{0A269E15-1CB5-D343-9B29-AC93B140F092}"/>
              </a:ext>
            </a:extLst>
          </p:cNvPr>
          <p:cNvSpPr>
            <a:spLocks noChangeShapeType="1"/>
          </p:cNvSpPr>
          <p:nvPr/>
        </p:nvSpPr>
        <p:spPr bwMode="auto">
          <a:xfrm>
            <a:off x="3970734"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86" name="Line 134">
            <a:extLst>
              <a:ext uri="{FF2B5EF4-FFF2-40B4-BE49-F238E27FC236}">
                <a16:creationId xmlns:a16="http://schemas.microsoft.com/office/drawing/2014/main" id="{52FA3D55-AF06-7240-96F5-7F832E034E52}"/>
              </a:ext>
            </a:extLst>
          </p:cNvPr>
          <p:cNvSpPr>
            <a:spLocks noChangeShapeType="1"/>
          </p:cNvSpPr>
          <p:nvPr/>
        </p:nvSpPr>
        <p:spPr bwMode="auto">
          <a:xfrm>
            <a:off x="4168378"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87" name="Line 135">
            <a:extLst>
              <a:ext uri="{FF2B5EF4-FFF2-40B4-BE49-F238E27FC236}">
                <a16:creationId xmlns:a16="http://schemas.microsoft.com/office/drawing/2014/main" id="{EBA0DCA2-0180-754F-8CD6-3E822441D4D9}"/>
              </a:ext>
            </a:extLst>
          </p:cNvPr>
          <p:cNvSpPr>
            <a:spLocks noChangeShapeType="1"/>
          </p:cNvSpPr>
          <p:nvPr/>
        </p:nvSpPr>
        <p:spPr bwMode="auto">
          <a:xfrm>
            <a:off x="4364830"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88" name="Line 136">
            <a:extLst>
              <a:ext uri="{FF2B5EF4-FFF2-40B4-BE49-F238E27FC236}">
                <a16:creationId xmlns:a16="http://schemas.microsoft.com/office/drawing/2014/main" id="{51107A76-1796-A340-A0BD-F790A507DA5C}"/>
              </a:ext>
            </a:extLst>
          </p:cNvPr>
          <p:cNvSpPr>
            <a:spLocks noChangeShapeType="1"/>
          </p:cNvSpPr>
          <p:nvPr/>
        </p:nvSpPr>
        <p:spPr bwMode="auto">
          <a:xfrm>
            <a:off x="4562474"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89" name="Line 137">
            <a:extLst>
              <a:ext uri="{FF2B5EF4-FFF2-40B4-BE49-F238E27FC236}">
                <a16:creationId xmlns:a16="http://schemas.microsoft.com/office/drawing/2014/main" id="{9EDBFEBE-5D4D-5749-BF94-9A0E3AFF5EB2}"/>
              </a:ext>
            </a:extLst>
          </p:cNvPr>
          <p:cNvSpPr>
            <a:spLocks noChangeShapeType="1"/>
          </p:cNvSpPr>
          <p:nvPr/>
        </p:nvSpPr>
        <p:spPr bwMode="auto">
          <a:xfrm>
            <a:off x="4758928"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90" name="Line 138">
            <a:extLst>
              <a:ext uri="{FF2B5EF4-FFF2-40B4-BE49-F238E27FC236}">
                <a16:creationId xmlns:a16="http://schemas.microsoft.com/office/drawing/2014/main" id="{5E526AB5-448D-4841-88D2-AADF6A74CE7B}"/>
              </a:ext>
            </a:extLst>
          </p:cNvPr>
          <p:cNvSpPr>
            <a:spLocks noChangeShapeType="1"/>
          </p:cNvSpPr>
          <p:nvPr/>
        </p:nvSpPr>
        <p:spPr bwMode="auto">
          <a:xfrm>
            <a:off x="4956571"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91" name="Line 139">
            <a:extLst>
              <a:ext uri="{FF2B5EF4-FFF2-40B4-BE49-F238E27FC236}">
                <a16:creationId xmlns:a16="http://schemas.microsoft.com/office/drawing/2014/main" id="{9BFB1226-87DF-0C47-88B5-9A9A82E49639}"/>
              </a:ext>
            </a:extLst>
          </p:cNvPr>
          <p:cNvSpPr>
            <a:spLocks noChangeShapeType="1"/>
          </p:cNvSpPr>
          <p:nvPr/>
        </p:nvSpPr>
        <p:spPr bwMode="auto">
          <a:xfrm>
            <a:off x="5154215"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92" name="Line 140">
            <a:extLst>
              <a:ext uri="{FF2B5EF4-FFF2-40B4-BE49-F238E27FC236}">
                <a16:creationId xmlns:a16="http://schemas.microsoft.com/office/drawing/2014/main" id="{84D7C2E1-243F-814C-8B14-B1EF8FB1AD64}"/>
              </a:ext>
            </a:extLst>
          </p:cNvPr>
          <p:cNvSpPr>
            <a:spLocks noChangeShapeType="1"/>
          </p:cNvSpPr>
          <p:nvPr/>
        </p:nvSpPr>
        <p:spPr bwMode="auto">
          <a:xfrm>
            <a:off x="5350668"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93" name="Line 141">
            <a:extLst>
              <a:ext uri="{FF2B5EF4-FFF2-40B4-BE49-F238E27FC236}">
                <a16:creationId xmlns:a16="http://schemas.microsoft.com/office/drawing/2014/main" id="{15794498-2D29-4446-9ECA-E1164FBFB67D}"/>
              </a:ext>
            </a:extLst>
          </p:cNvPr>
          <p:cNvSpPr>
            <a:spLocks noChangeShapeType="1"/>
          </p:cNvSpPr>
          <p:nvPr/>
        </p:nvSpPr>
        <p:spPr bwMode="auto">
          <a:xfrm>
            <a:off x="5548312"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94" name="Line 142">
            <a:extLst>
              <a:ext uri="{FF2B5EF4-FFF2-40B4-BE49-F238E27FC236}">
                <a16:creationId xmlns:a16="http://schemas.microsoft.com/office/drawing/2014/main" id="{28ADB1A2-6738-AF4D-B204-5C35F0A9308E}"/>
              </a:ext>
            </a:extLst>
          </p:cNvPr>
          <p:cNvSpPr>
            <a:spLocks noChangeShapeType="1"/>
          </p:cNvSpPr>
          <p:nvPr/>
        </p:nvSpPr>
        <p:spPr bwMode="auto">
          <a:xfrm>
            <a:off x="5744765" y="3249573"/>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95" name="Line 143">
            <a:extLst>
              <a:ext uri="{FF2B5EF4-FFF2-40B4-BE49-F238E27FC236}">
                <a16:creationId xmlns:a16="http://schemas.microsoft.com/office/drawing/2014/main" id="{6FED5D8D-6706-CE4C-ABE7-19DBBA9C22FE}"/>
              </a:ext>
            </a:extLst>
          </p:cNvPr>
          <p:cNvSpPr>
            <a:spLocks noChangeShapeType="1"/>
          </p:cNvSpPr>
          <p:nvPr/>
        </p:nvSpPr>
        <p:spPr bwMode="auto">
          <a:xfrm>
            <a:off x="5942409"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96" name="Line 144">
            <a:extLst>
              <a:ext uri="{FF2B5EF4-FFF2-40B4-BE49-F238E27FC236}">
                <a16:creationId xmlns:a16="http://schemas.microsoft.com/office/drawing/2014/main" id="{2B901DB1-D81A-EE45-B3C3-B24BD99A7D4C}"/>
              </a:ext>
            </a:extLst>
          </p:cNvPr>
          <p:cNvSpPr>
            <a:spLocks noChangeShapeType="1"/>
          </p:cNvSpPr>
          <p:nvPr/>
        </p:nvSpPr>
        <p:spPr bwMode="auto">
          <a:xfrm>
            <a:off x="6140053"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97" name="Line 145">
            <a:extLst>
              <a:ext uri="{FF2B5EF4-FFF2-40B4-BE49-F238E27FC236}">
                <a16:creationId xmlns:a16="http://schemas.microsoft.com/office/drawing/2014/main" id="{95A20A9E-EEE6-E74B-8D4D-95DC12DF5F6A}"/>
              </a:ext>
            </a:extLst>
          </p:cNvPr>
          <p:cNvSpPr>
            <a:spLocks noChangeShapeType="1"/>
          </p:cNvSpPr>
          <p:nvPr/>
        </p:nvSpPr>
        <p:spPr bwMode="auto">
          <a:xfrm>
            <a:off x="6336505"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98" name="Line 146">
            <a:extLst>
              <a:ext uri="{FF2B5EF4-FFF2-40B4-BE49-F238E27FC236}">
                <a16:creationId xmlns:a16="http://schemas.microsoft.com/office/drawing/2014/main" id="{CFD36634-94EA-EC4C-8ABB-69C2825DD241}"/>
              </a:ext>
            </a:extLst>
          </p:cNvPr>
          <p:cNvSpPr>
            <a:spLocks noChangeShapeType="1"/>
          </p:cNvSpPr>
          <p:nvPr/>
        </p:nvSpPr>
        <p:spPr bwMode="auto">
          <a:xfrm>
            <a:off x="6534149"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699" name="Line 147">
            <a:extLst>
              <a:ext uri="{FF2B5EF4-FFF2-40B4-BE49-F238E27FC236}">
                <a16:creationId xmlns:a16="http://schemas.microsoft.com/office/drawing/2014/main" id="{9C99E981-B2C9-3A44-8C89-6F44F7FF3BB4}"/>
              </a:ext>
            </a:extLst>
          </p:cNvPr>
          <p:cNvSpPr>
            <a:spLocks noChangeShapeType="1"/>
          </p:cNvSpPr>
          <p:nvPr/>
        </p:nvSpPr>
        <p:spPr bwMode="auto">
          <a:xfrm>
            <a:off x="6730603"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00" name="Line 148">
            <a:extLst>
              <a:ext uri="{FF2B5EF4-FFF2-40B4-BE49-F238E27FC236}">
                <a16:creationId xmlns:a16="http://schemas.microsoft.com/office/drawing/2014/main" id="{DA83E806-94C7-C04F-BBDE-94219CD6DF20}"/>
              </a:ext>
            </a:extLst>
          </p:cNvPr>
          <p:cNvSpPr>
            <a:spLocks noChangeShapeType="1"/>
          </p:cNvSpPr>
          <p:nvPr/>
        </p:nvSpPr>
        <p:spPr bwMode="auto">
          <a:xfrm>
            <a:off x="6928246"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01" name="Line 149">
            <a:extLst>
              <a:ext uri="{FF2B5EF4-FFF2-40B4-BE49-F238E27FC236}">
                <a16:creationId xmlns:a16="http://schemas.microsoft.com/office/drawing/2014/main" id="{117A9432-9018-7C42-AFC0-3DB69E59FEE5}"/>
              </a:ext>
            </a:extLst>
          </p:cNvPr>
          <p:cNvSpPr>
            <a:spLocks noChangeShapeType="1"/>
          </p:cNvSpPr>
          <p:nvPr/>
        </p:nvSpPr>
        <p:spPr bwMode="auto">
          <a:xfrm>
            <a:off x="7125890"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02" name="Line 150">
            <a:extLst>
              <a:ext uri="{FF2B5EF4-FFF2-40B4-BE49-F238E27FC236}">
                <a16:creationId xmlns:a16="http://schemas.microsoft.com/office/drawing/2014/main" id="{F0526671-4C03-4A4A-AC27-2EF74238A04D}"/>
              </a:ext>
            </a:extLst>
          </p:cNvPr>
          <p:cNvSpPr>
            <a:spLocks noChangeShapeType="1"/>
          </p:cNvSpPr>
          <p:nvPr/>
        </p:nvSpPr>
        <p:spPr bwMode="auto">
          <a:xfrm>
            <a:off x="7322343" y="319242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03" name="Line 151">
            <a:extLst>
              <a:ext uri="{FF2B5EF4-FFF2-40B4-BE49-F238E27FC236}">
                <a16:creationId xmlns:a16="http://schemas.microsoft.com/office/drawing/2014/main" id="{944A392E-8E2B-D347-A34A-78E840A83F4C}"/>
              </a:ext>
            </a:extLst>
          </p:cNvPr>
          <p:cNvSpPr>
            <a:spLocks noChangeShapeType="1"/>
          </p:cNvSpPr>
          <p:nvPr/>
        </p:nvSpPr>
        <p:spPr bwMode="auto">
          <a:xfrm>
            <a:off x="2984897" y="3018592"/>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04" name="Line 152">
            <a:extLst>
              <a:ext uri="{FF2B5EF4-FFF2-40B4-BE49-F238E27FC236}">
                <a16:creationId xmlns:a16="http://schemas.microsoft.com/office/drawing/2014/main" id="{540914EB-A569-954B-879B-9F068EC10476}"/>
              </a:ext>
            </a:extLst>
          </p:cNvPr>
          <p:cNvSpPr>
            <a:spLocks noChangeShapeType="1"/>
          </p:cNvSpPr>
          <p:nvPr/>
        </p:nvSpPr>
        <p:spPr bwMode="auto">
          <a:xfrm>
            <a:off x="2984897" y="2728080"/>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05" name="Line 153">
            <a:extLst>
              <a:ext uri="{FF2B5EF4-FFF2-40B4-BE49-F238E27FC236}">
                <a16:creationId xmlns:a16="http://schemas.microsoft.com/office/drawing/2014/main" id="{28E55E05-2425-AA49-8162-2753460B578D}"/>
              </a:ext>
            </a:extLst>
          </p:cNvPr>
          <p:cNvSpPr>
            <a:spLocks noChangeShapeType="1"/>
          </p:cNvSpPr>
          <p:nvPr/>
        </p:nvSpPr>
        <p:spPr bwMode="auto">
          <a:xfrm>
            <a:off x="2984897" y="2438758"/>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06" name="Line 154">
            <a:extLst>
              <a:ext uri="{FF2B5EF4-FFF2-40B4-BE49-F238E27FC236}">
                <a16:creationId xmlns:a16="http://schemas.microsoft.com/office/drawing/2014/main" id="{C6CC7572-66CF-FA4F-B6A9-B70779F413E2}"/>
              </a:ext>
            </a:extLst>
          </p:cNvPr>
          <p:cNvSpPr>
            <a:spLocks noChangeShapeType="1"/>
          </p:cNvSpPr>
          <p:nvPr/>
        </p:nvSpPr>
        <p:spPr bwMode="auto">
          <a:xfrm>
            <a:off x="2984897" y="2149436"/>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07" name="Line 155">
            <a:extLst>
              <a:ext uri="{FF2B5EF4-FFF2-40B4-BE49-F238E27FC236}">
                <a16:creationId xmlns:a16="http://schemas.microsoft.com/office/drawing/2014/main" id="{32877766-A9B1-7C4D-AEED-497F04A56438}"/>
              </a:ext>
            </a:extLst>
          </p:cNvPr>
          <p:cNvSpPr>
            <a:spLocks noChangeShapeType="1"/>
          </p:cNvSpPr>
          <p:nvPr/>
        </p:nvSpPr>
        <p:spPr bwMode="auto">
          <a:xfrm>
            <a:off x="2984897" y="1860114"/>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08" name="Line 156">
            <a:extLst>
              <a:ext uri="{FF2B5EF4-FFF2-40B4-BE49-F238E27FC236}">
                <a16:creationId xmlns:a16="http://schemas.microsoft.com/office/drawing/2014/main" id="{911B59EF-7998-D342-B933-3E4889835552}"/>
              </a:ext>
            </a:extLst>
          </p:cNvPr>
          <p:cNvSpPr>
            <a:spLocks noChangeShapeType="1"/>
          </p:cNvSpPr>
          <p:nvPr/>
        </p:nvSpPr>
        <p:spPr bwMode="auto">
          <a:xfrm>
            <a:off x="2984897" y="1569602"/>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09" name="Text Box 157">
            <a:extLst>
              <a:ext uri="{FF2B5EF4-FFF2-40B4-BE49-F238E27FC236}">
                <a16:creationId xmlns:a16="http://schemas.microsoft.com/office/drawing/2014/main" id="{75D73F8D-AA41-2445-8471-C2EC320BE89A}"/>
              </a:ext>
            </a:extLst>
          </p:cNvPr>
          <p:cNvSpPr txBox="1">
            <a:spLocks noChangeArrowheads="1"/>
          </p:cNvSpPr>
          <p:nvPr/>
        </p:nvSpPr>
        <p:spPr bwMode="auto">
          <a:xfrm>
            <a:off x="3248024" y="332458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a:t>
            </a:r>
          </a:p>
        </p:txBody>
      </p:sp>
      <p:sp>
        <p:nvSpPr>
          <p:cNvPr id="535710" name="Text Box 158">
            <a:extLst>
              <a:ext uri="{FF2B5EF4-FFF2-40B4-BE49-F238E27FC236}">
                <a16:creationId xmlns:a16="http://schemas.microsoft.com/office/drawing/2014/main" id="{A498A6DE-EF8B-B94A-9CAD-4468568DD31B}"/>
              </a:ext>
            </a:extLst>
          </p:cNvPr>
          <p:cNvSpPr txBox="1">
            <a:spLocks noChangeArrowheads="1"/>
          </p:cNvSpPr>
          <p:nvPr/>
        </p:nvSpPr>
        <p:spPr bwMode="auto">
          <a:xfrm>
            <a:off x="3642121" y="332458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5711" name="Text Box 159">
            <a:extLst>
              <a:ext uri="{FF2B5EF4-FFF2-40B4-BE49-F238E27FC236}">
                <a16:creationId xmlns:a16="http://schemas.microsoft.com/office/drawing/2014/main" id="{846EBA23-F74F-8E4B-A92C-82FD020C6029}"/>
              </a:ext>
            </a:extLst>
          </p:cNvPr>
          <p:cNvSpPr txBox="1">
            <a:spLocks noChangeArrowheads="1"/>
          </p:cNvSpPr>
          <p:nvPr/>
        </p:nvSpPr>
        <p:spPr bwMode="auto">
          <a:xfrm>
            <a:off x="4036218" y="332458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6</a:t>
            </a:r>
          </a:p>
        </p:txBody>
      </p:sp>
      <p:sp>
        <p:nvSpPr>
          <p:cNvPr id="535712" name="Text Box 160">
            <a:extLst>
              <a:ext uri="{FF2B5EF4-FFF2-40B4-BE49-F238E27FC236}">
                <a16:creationId xmlns:a16="http://schemas.microsoft.com/office/drawing/2014/main" id="{049F1617-F363-B246-916A-25F020C82C70}"/>
              </a:ext>
            </a:extLst>
          </p:cNvPr>
          <p:cNvSpPr txBox="1">
            <a:spLocks noChangeArrowheads="1"/>
          </p:cNvSpPr>
          <p:nvPr/>
        </p:nvSpPr>
        <p:spPr bwMode="auto">
          <a:xfrm>
            <a:off x="4442221" y="332458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5713" name="Text Box 161">
            <a:extLst>
              <a:ext uri="{FF2B5EF4-FFF2-40B4-BE49-F238E27FC236}">
                <a16:creationId xmlns:a16="http://schemas.microsoft.com/office/drawing/2014/main" id="{9971B315-8D04-A944-B5CA-A7672E475C4B}"/>
              </a:ext>
            </a:extLst>
          </p:cNvPr>
          <p:cNvSpPr txBox="1">
            <a:spLocks noChangeArrowheads="1"/>
          </p:cNvSpPr>
          <p:nvPr/>
        </p:nvSpPr>
        <p:spPr bwMode="auto">
          <a:xfrm>
            <a:off x="4770834" y="332458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10</a:t>
            </a:r>
          </a:p>
        </p:txBody>
      </p:sp>
      <p:sp>
        <p:nvSpPr>
          <p:cNvPr id="535714" name="Text Box 162">
            <a:extLst>
              <a:ext uri="{FF2B5EF4-FFF2-40B4-BE49-F238E27FC236}">
                <a16:creationId xmlns:a16="http://schemas.microsoft.com/office/drawing/2014/main" id="{502E5A89-00DB-4F49-9EBC-DC3C4E870568}"/>
              </a:ext>
            </a:extLst>
          </p:cNvPr>
          <p:cNvSpPr txBox="1">
            <a:spLocks noChangeArrowheads="1"/>
          </p:cNvSpPr>
          <p:nvPr/>
        </p:nvSpPr>
        <p:spPr bwMode="auto">
          <a:xfrm>
            <a:off x="5197078" y="332458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5715" name="Text Box 163">
            <a:extLst>
              <a:ext uri="{FF2B5EF4-FFF2-40B4-BE49-F238E27FC236}">
                <a16:creationId xmlns:a16="http://schemas.microsoft.com/office/drawing/2014/main" id="{396338D3-FC64-EF47-B129-9A34297209F1}"/>
              </a:ext>
            </a:extLst>
          </p:cNvPr>
          <p:cNvSpPr txBox="1">
            <a:spLocks noChangeArrowheads="1"/>
          </p:cNvSpPr>
          <p:nvPr/>
        </p:nvSpPr>
        <p:spPr bwMode="auto">
          <a:xfrm>
            <a:off x="5569743" y="332458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14</a:t>
            </a:r>
          </a:p>
        </p:txBody>
      </p:sp>
      <p:sp>
        <p:nvSpPr>
          <p:cNvPr id="535716" name="Text Box 164">
            <a:extLst>
              <a:ext uri="{FF2B5EF4-FFF2-40B4-BE49-F238E27FC236}">
                <a16:creationId xmlns:a16="http://schemas.microsoft.com/office/drawing/2014/main" id="{907327E7-DE99-8440-911B-EDEAA26563E4}"/>
              </a:ext>
            </a:extLst>
          </p:cNvPr>
          <p:cNvSpPr txBox="1">
            <a:spLocks noChangeArrowheads="1"/>
          </p:cNvSpPr>
          <p:nvPr/>
        </p:nvSpPr>
        <p:spPr bwMode="auto">
          <a:xfrm>
            <a:off x="5963840" y="332458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5717" name="Text Box 165">
            <a:extLst>
              <a:ext uri="{FF2B5EF4-FFF2-40B4-BE49-F238E27FC236}">
                <a16:creationId xmlns:a16="http://schemas.microsoft.com/office/drawing/2014/main" id="{650A4285-9517-E34E-A608-D8D4A6741073}"/>
              </a:ext>
            </a:extLst>
          </p:cNvPr>
          <p:cNvSpPr txBox="1">
            <a:spLocks noChangeArrowheads="1"/>
          </p:cNvSpPr>
          <p:nvPr/>
        </p:nvSpPr>
        <p:spPr bwMode="auto">
          <a:xfrm>
            <a:off x="6380559" y="332458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18</a:t>
            </a:r>
          </a:p>
        </p:txBody>
      </p:sp>
      <p:sp>
        <p:nvSpPr>
          <p:cNvPr id="535718" name="Text Box 166">
            <a:extLst>
              <a:ext uri="{FF2B5EF4-FFF2-40B4-BE49-F238E27FC236}">
                <a16:creationId xmlns:a16="http://schemas.microsoft.com/office/drawing/2014/main" id="{D45EFE55-BBF6-CE43-A554-4478E90F7C14}"/>
              </a:ext>
            </a:extLst>
          </p:cNvPr>
          <p:cNvSpPr txBox="1">
            <a:spLocks noChangeArrowheads="1"/>
          </p:cNvSpPr>
          <p:nvPr/>
        </p:nvSpPr>
        <p:spPr bwMode="auto">
          <a:xfrm>
            <a:off x="6774655" y="332458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5719" name="Text Box 167">
            <a:extLst>
              <a:ext uri="{FF2B5EF4-FFF2-40B4-BE49-F238E27FC236}">
                <a16:creationId xmlns:a16="http://schemas.microsoft.com/office/drawing/2014/main" id="{976C0446-931F-B441-A26C-CABCB3299382}"/>
              </a:ext>
            </a:extLst>
          </p:cNvPr>
          <p:cNvSpPr txBox="1">
            <a:spLocks noChangeArrowheads="1"/>
          </p:cNvSpPr>
          <p:nvPr/>
        </p:nvSpPr>
        <p:spPr bwMode="auto">
          <a:xfrm>
            <a:off x="2886074" y="332458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5720" name="Text Box 168">
            <a:extLst>
              <a:ext uri="{FF2B5EF4-FFF2-40B4-BE49-F238E27FC236}">
                <a16:creationId xmlns:a16="http://schemas.microsoft.com/office/drawing/2014/main" id="{EAF55676-08FD-DF40-8A0E-6EFA410760DB}"/>
              </a:ext>
            </a:extLst>
          </p:cNvPr>
          <p:cNvSpPr txBox="1">
            <a:spLocks noChangeArrowheads="1"/>
          </p:cNvSpPr>
          <p:nvPr/>
        </p:nvSpPr>
        <p:spPr bwMode="auto">
          <a:xfrm>
            <a:off x="2755105" y="3150752"/>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5721" name="Text Box 169">
            <a:extLst>
              <a:ext uri="{FF2B5EF4-FFF2-40B4-BE49-F238E27FC236}">
                <a16:creationId xmlns:a16="http://schemas.microsoft.com/office/drawing/2014/main" id="{F838D740-B123-2E42-AA7D-9FB816FEE796}"/>
              </a:ext>
            </a:extLst>
          </p:cNvPr>
          <p:cNvSpPr txBox="1">
            <a:spLocks noChangeArrowheads="1"/>
          </p:cNvSpPr>
          <p:nvPr/>
        </p:nvSpPr>
        <p:spPr bwMode="auto">
          <a:xfrm>
            <a:off x="2755105" y="2861430"/>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5722" name="Text Box 170">
            <a:extLst>
              <a:ext uri="{FF2B5EF4-FFF2-40B4-BE49-F238E27FC236}">
                <a16:creationId xmlns:a16="http://schemas.microsoft.com/office/drawing/2014/main" id="{5FF43B97-D62B-9440-8E67-17B10E5B789E}"/>
              </a:ext>
            </a:extLst>
          </p:cNvPr>
          <p:cNvSpPr txBox="1">
            <a:spLocks noChangeArrowheads="1"/>
          </p:cNvSpPr>
          <p:nvPr/>
        </p:nvSpPr>
        <p:spPr bwMode="auto">
          <a:xfrm>
            <a:off x="2755105" y="258163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5723" name="Text Box 171">
            <a:extLst>
              <a:ext uri="{FF2B5EF4-FFF2-40B4-BE49-F238E27FC236}">
                <a16:creationId xmlns:a16="http://schemas.microsoft.com/office/drawing/2014/main" id="{069394F5-A707-064F-B630-7BBA4E47D791}"/>
              </a:ext>
            </a:extLst>
          </p:cNvPr>
          <p:cNvSpPr txBox="1">
            <a:spLocks noChangeArrowheads="1"/>
          </p:cNvSpPr>
          <p:nvPr/>
        </p:nvSpPr>
        <p:spPr bwMode="auto">
          <a:xfrm>
            <a:off x="2656284" y="2301836"/>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5724" name="Text Box 172">
            <a:extLst>
              <a:ext uri="{FF2B5EF4-FFF2-40B4-BE49-F238E27FC236}">
                <a16:creationId xmlns:a16="http://schemas.microsoft.com/office/drawing/2014/main" id="{FB733F71-D4FF-9F40-AF98-56004136AC2B}"/>
              </a:ext>
            </a:extLst>
          </p:cNvPr>
          <p:cNvSpPr txBox="1">
            <a:spLocks noChangeArrowheads="1"/>
          </p:cNvSpPr>
          <p:nvPr/>
        </p:nvSpPr>
        <p:spPr bwMode="auto">
          <a:xfrm>
            <a:off x="2656284" y="1731527"/>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5725" name="Text Box 173">
            <a:extLst>
              <a:ext uri="{FF2B5EF4-FFF2-40B4-BE49-F238E27FC236}">
                <a16:creationId xmlns:a16="http://schemas.microsoft.com/office/drawing/2014/main" id="{91BF01BC-345A-AB48-9362-A6B6AB845539}"/>
              </a:ext>
            </a:extLst>
          </p:cNvPr>
          <p:cNvSpPr txBox="1">
            <a:spLocks noChangeArrowheads="1"/>
          </p:cNvSpPr>
          <p:nvPr/>
        </p:nvSpPr>
        <p:spPr bwMode="auto">
          <a:xfrm>
            <a:off x="2656284" y="1442205"/>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24</a:t>
            </a:r>
          </a:p>
        </p:txBody>
      </p:sp>
      <p:sp>
        <p:nvSpPr>
          <p:cNvPr id="535726" name="Oval 174">
            <a:extLst>
              <a:ext uri="{FF2B5EF4-FFF2-40B4-BE49-F238E27FC236}">
                <a16:creationId xmlns:a16="http://schemas.microsoft.com/office/drawing/2014/main" id="{34FF439C-C41D-0F4B-A0C9-35F645ED7E11}"/>
              </a:ext>
            </a:extLst>
          </p:cNvPr>
          <p:cNvSpPr>
            <a:spLocks noChangeArrowheads="1"/>
          </p:cNvSpPr>
          <p:nvPr/>
        </p:nvSpPr>
        <p:spPr bwMode="auto">
          <a:xfrm>
            <a:off x="3534966" y="2699505"/>
            <a:ext cx="7739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27" name="Oval 175">
            <a:extLst>
              <a:ext uri="{FF2B5EF4-FFF2-40B4-BE49-F238E27FC236}">
                <a16:creationId xmlns:a16="http://schemas.microsoft.com/office/drawing/2014/main" id="{343B37D5-59B4-F14C-9BBE-0901437884DF}"/>
              </a:ext>
            </a:extLst>
          </p:cNvPr>
          <p:cNvSpPr>
            <a:spLocks noChangeArrowheads="1"/>
          </p:cNvSpPr>
          <p:nvPr/>
        </p:nvSpPr>
        <p:spPr bwMode="auto">
          <a:xfrm>
            <a:off x="3338512" y="2988827"/>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28" name="Oval 176">
            <a:extLst>
              <a:ext uri="{FF2B5EF4-FFF2-40B4-BE49-F238E27FC236}">
                <a16:creationId xmlns:a16="http://schemas.microsoft.com/office/drawing/2014/main" id="{0F56F719-D9DF-0043-9D7F-9466396A2FAB}"/>
              </a:ext>
            </a:extLst>
          </p:cNvPr>
          <p:cNvSpPr>
            <a:spLocks noChangeArrowheads="1"/>
          </p:cNvSpPr>
          <p:nvPr/>
        </p:nvSpPr>
        <p:spPr bwMode="auto">
          <a:xfrm>
            <a:off x="2952749" y="3176946"/>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29" name="Oval 177">
            <a:extLst>
              <a:ext uri="{FF2B5EF4-FFF2-40B4-BE49-F238E27FC236}">
                <a16:creationId xmlns:a16="http://schemas.microsoft.com/office/drawing/2014/main" id="{A79E7F86-B8EA-4140-8BF9-C3EC44D568D4}"/>
              </a:ext>
            </a:extLst>
          </p:cNvPr>
          <p:cNvSpPr>
            <a:spLocks noChangeArrowheads="1"/>
          </p:cNvSpPr>
          <p:nvPr/>
        </p:nvSpPr>
        <p:spPr bwMode="auto">
          <a:xfrm>
            <a:off x="3132534" y="3126940"/>
            <a:ext cx="7739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30" name="Oval 178">
            <a:extLst>
              <a:ext uri="{FF2B5EF4-FFF2-40B4-BE49-F238E27FC236}">
                <a16:creationId xmlns:a16="http://schemas.microsoft.com/office/drawing/2014/main" id="{60C31D24-A096-5241-B43B-06C149037850}"/>
              </a:ext>
            </a:extLst>
          </p:cNvPr>
          <p:cNvSpPr>
            <a:spLocks noChangeArrowheads="1"/>
          </p:cNvSpPr>
          <p:nvPr/>
        </p:nvSpPr>
        <p:spPr bwMode="auto">
          <a:xfrm>
            <a:off x="3732609" y="211729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31" name="Oval 179">
            <a:extLst>
              <a:ext uri="{FF2B5EF4-FFF2-40B4-BE49-F238E27FC236}">
                <a16:creationId xmlns:a16="http://schemas.microsoft.com/office/drawing/2014/main" id="{D9C5AA97-3A07-0E4E-9CFC-5BF1E36467E9}"/>
              </a:ext>
            </a:extLst>
          </p:cNvPr>
          <p:cNvSpPr>
            <a:spLocks noChangeArrowheads="1"/>
          </p:cNvSpPr>
          <p:nvPr/>
        </p:nvSpPr>
        <p:spPr bwMode="auto">
          <a:xfrm>
            <a:off x="3930253" y="2041089"/>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32" name="Oval 180">
            <a:extLst>
              <a:ext uri="{FF2B5EF4-FFF2-40B4-BE49-F238E27FC236}">
                <a16:creationId xmlns:a16="http://schemas.microsoft.com/office/drawing/2014/main" id="{B5417050-E383-574A-AAD0-9C6B253BC73A}"/>
              </a:ext>
            </a:extLst>
          </p:cNvPr>
          <p:cNvSpPr>
            <a:spLocks noChangeArrowheads="1"/>
          </p:cNvSpPr>
          <p:nvPr/>
        </p:nvSpPr>
        <p:spPr bwMode="auto">
          <a:xfrm>
            <a:off x="4126705" y="1972034"/>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33" name="Oval 181">
            <a:extLst>
              <a:ext uri="{FF2B5EF4-FFF2-40B4-BE49-F238E27FC236}">
                <a16:creationId xmlns:a16="http://schemas.microsoft.com/office/drawing/2014/main" id="{93D68736-BEC2-9347-8641-10E572C35A91}"/>
              </a:ext>
            </a:extLst>
          </p:cNvPr>
          <p:cNvSpPr>
            <a:spLocks noChangeArrowheads="1"/>
          </p:cNvSpPr>
          <p:nvPr/>
        </p:nvSpPr>
        <p:spPr bwMode="auto">
          <a:xfrm>
            <a:off x="4525565" y="1826777"/>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34" name="Oval 182">
            <a:extLst>
              <a:ext uri="{FF2B5EF4-FFF2-40B4-BE49-F238E27FC236}">
                <a16:creationId xmlns:a16="http://schemas.microsoft.com/office/drawing/2014/main" id="{7F331B89-203A-2046-8A40-116855A092BD}"/>
              </a:ext>
            </a:extLst>
          </p:cNvPr>
          <p:cNvSpPr>
            <a:spLocks noChangeArrowheads="1"/>
          </p:cNvSpPr>
          <p:nvPr/>
        </p:nvSpPr>
        <p:spPr bwMode="auto">
          <a:xfrm>
            <a:off x="4324349" y="1899405"/>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35" name="Oval 183">
            <a:extLst>
              <a:ext uri="{FF2B5EF4-FFF2-40B4-BE49-F238E27FC236}">
                <a16:creationId xmlns:a16="http://schemas.microsoft.com/office/drawing/2014/main" id="{1BBA7CA8-4F70-7946-9E62-5D2899BECD40}"/>
              </a:ext>
            </a:extLst>
          </p:cNvPr>
          <p:cNvSpPr>
            <a:spLocks noChangeArrowheads="1"/>
          </p:cNvSpPr>
          <p:nvPr/>
        </p:nvSpPr>
        <p:spPr bwMode="auto">
          <a:xfrm>
            <a:off x="4722018" y="1754148"/>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36" name="Oval 184">
            <a:extLst>
              <a:ext uri="{FF2B5EF4-FFF2-40B4-BE49-F238E27FC236}">
                <a16:creationId xmlns:a16="http://schemas.microsoft.com/office/drawing/2014/main" id="{02521AF8-63B8-A14A-8C38-9343AE86F7AF}"/>
              </a:ext>
            </a:extLst>
          </p:cNvPr>
          <p:cNvSpPr>
            <a:spLocks noChangeArrowheads="1"/>
          </p:cNvSpPr>
          <p:nvPr/>
        </p:nvSpPr>
        <p:spPr bwMode="auto">
          <a:xfrm>
            <a:off x="4916090" y="1686283"/>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37" name="Oval 185">
            <a:extLst>
              <a:ext uri="{FF2B5EF4-FFF2-40B4-BE49-F238E27FC236}">
                <a16:creationId xmlns:a16="http://schemas.microsoft.com/office/drawing/2014/main" id="{BD63DBC1-A23E-A84F-99AE-F0419707DAC6}"/>
              </a:ext>
            </a:extLst>
          </p:cNvPr>
          <p:cNvSpPr>
            <a:spLocks noChangeArrowheads="1"/>
          </p:cNvSpPr>
          <p:nvPr/>
        </p:nvSpPr>
        <p:spPr bwMode="auto">
          <a:xfrm>
            <a:off x="5305424" y="1530311"/>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38" name="Oval 186">
            <a:extLst>
              <a:ext uri="{FF2B5EF4-FFF2-40B4-BE49-F238E27FC236}">
                <a16:creationId xmlns:a16="http://schemas.microsoft.com/office/drawing/2014/main" id="{51CDF127-9D14-C24E-BC84-108D86A48790}"/>
              </a:ext>
            </a:extLst>
          </p:cNvPr>
          <p:cNvSpPr>
            <a:spLocks noChangeArrowheads="1"/>
          </p:cNvSpPr>
          <p:nvPr/>
        </p:nvSpPr>
        <p:spPr bwMode="auto">
          <a:xfrm>
            <a:off x="5112543" y="1602939"/>
            <a:ext cx="77391"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39" name="Oval 187">
            <a:extLst>
              <a:ext uri="{FF2B5EF4-FFF2-40B4-BE49-F238E27FC236}">
                <a16:creationId xmlns:a16="http://schemas.microsoft.com/office/drawing/2014/main" id="{DEA2FCAA-BB3F-5C42-B016-6FED953C7273}"/>
              </a:ext>
            </a:extLst>
          </p:cNvPr>
          <p:cNvSpPr>
            <a:spLocks noChangeArrowheads="1"/>
          </p:cNvSpPr>
          <p:nvPr/>
        </p:nvSpPr>
        <p:spPr bwMode="auto">
          <a:xfrm>
            <a:off x="6304359" y="2403039"/>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40" name="Oval 188">
            <a:extLst>
              <a:ext uri="{FF2B5EF4-FFF2-40B4-BE49-F238E27FC236}">
                <a16:creationId xmlns:a16="http://schemas.microsoft.com/office/drawing/2014/main" id="{38BEADFF-A8AB-BD45-AFEE-88D0FE283805}"/>
              </a:ext>
            </a:extLst>
          </p:cNvPr>
          <p:cNvSpPr>
            <a:spLocks noChangeArrowheads="1"/>
          </p:cNvSpPr>
          <p:nvPr/>
        </p:nvSpPr>
        <p:spPr bwMode="auto">
          <a:xfrm>
            <a:off x="5704284" y="3119796"/>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41" name="Oval 189">
            <a:extLst>
              <a:ext uri="{FF2B5EF4-FFF2-40B4-BE49-F238E27FC236}">
                <a16:creationId xmlns:a16="http://schemas.microsoft.com/office/drawing/2014/main" id="{FA7DD88D-1714-F449-84BF-052A1449EE02}"/>
              </a:ext>
            </a:extLst>
          </p:cNvPr>
          <p:cNvSpPr>
            <a:spLocks noChangeArrowheads="1"/>
          </p:cNvSpPr>
          <p:nvPr/>
        </p:nvSpPr>
        <p:spPr bwMode="auto">
          <a:xfrm>
            <a:off x="5905499" y="2978111"/>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42" name="Oval 190">
            <a:extLst>
              <a:ext uri="{FF2B5EF4-FFF2-40B4-BE49-F238E27FC236}">
                <a16:creationId xmlns:a16="http://schemas.microsoft.com/office/drawing/2014/main" id="{EC277350-2AC4-9640-8F50-5D303BC3A513}"/>
              </a:ext>
            </a:extLst>
          </p:cNvPr>
          <p:cNvSpPr>
            <a:spLocks noChangeArrowheads="1"/>
          </p:cNvSpPr>
          <p:nvPr/>
        </p:nvSpPr>
        <p:spPr bwMode="auto">
          <a:xfrm>
            <a:off x="5503068" y="3176946"/>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43" name="Oval 191">
            <a:extLst>
              <a:ext uri="{FF2B5EF4-FFF2-40B4-BE49-F238E27FC236}">
                <a16:creationId xmlns:a16="http://schemas.microsoft.com/office/drawing/2014/main" id="{6F0687D6-B36A-7743-A4FE-813EC31FC765}"/>
              </a:ext>
            </a:extLst>
          </p:cNvPr>
          <p:cNvSpPr>
            <a:spLocks noChangeArrowheads="1"/>
          </p:cNvSpPr>
          <p:nvPr/>
        </p:nvSpPr>
        <p:spPr bwMode="auto">
          <a:xfrm>
            <a:off x="6094809" y="2692361"/>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44" name="Oval 192">
            <a:extLst>
              <a:ext uri="{FF2B5EF4-FFF2-40B4-BE49-F238E27FC236}">
                <a16:creationId xmlns:a16="http://schemas.microsoft.com/office/drawing/2014/main" id="{314DBE7C-50E3-534D-B7E6-0EF9EC4784EE}"/>
              </a:ext>
            </a:extLst>
          </p:cNvPr>
          <p:cNvSpPr>
            <a:spLocks noChangeArrowheads="1"/>
          </p:cNvSpPr>
          <p:nvPr/>
        </p:nvSpPr>
        <p:spPr bwMode="auto">
          <a:xfrm>
            <a:off x="6497240" y="232684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45" name="Oval 193">
            <a:extLst>
              <a:ext uri="{FF2B5EF4-FFF2-40B4-BE49-F238E27FC236}">
                <a16:creationId xmlns:a16="http://schemas.microsoft.com/office/drawing/2014/main" id="{CD15C332-C58D-3D4B-9195-7B071D788414}"/>
              </a:ext>
            </a:extLst>
          </p:cNvPr>
          <p:cNvSpPr>
            <a:spLocks noChangeArrowheads="1"/>
          </p:cNvSpPr>
          <p:nvPr/>
        </p:nvSpPr>
        <p:spPr bwMode="auto">
          <a:xfrm>
            <a:off x="7084218" y="2108955"/>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46" name="Oval 194">
            <a:extLst>
              <a:ext uri="{FF2B5EF4-FFF2-40B4-BE49-F238E27FC236}">
                <a16:creationId xmlns:a16="http://schemas.microsoft.com/office/drawing/2014/main" id="{00359132-1A05-864D-BF7F-A4ED964A91B9}"/>
              </a:ext>
            </a:extLst>
          </p:cNvPr>
          <p:cNvSpPr>
            <a:spLocks noChangeArrowheads="1"/>
          </p:cNvSpPr>
          <p:nvPr/>
        </p:nvSpPr>
        <p:spPr bwMode="auto">
          <a:xfrm>
            <a:off x="6690121" y="225064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47" name="Oval 195">
            <a:extLst>
              <a:ext uri="{FF2B5EF4-FFF2-40B4-BE49-F238E27FC236}">
                <a16:creationId xmlns:a16="http://schemas.microsoft.com/office/drawing/2014/main" id="{106A835C-1668-2641-AE3E-256DB6249446}"/>
              </a:ext>
            </a:extLst>
          </p:cNvPr>
          <p:cNvSpPr>
            <a:spLocks noChangeArrowheads="1"/>
          </p:cNvSpPr>
          <p:nvPr/>
        </p:nvSpPr>
        <p:spPr bwMode="auto">
          <a:xfrm>
            <a:off x="6886574" y="2181584"/>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49" name="Text Box 197">
            <a:extLst>
              <a:ext uri="{FF2B5EF4-FFF2-40B4-BE49-F238E27FC236}">
                <a16:creationId xmlns:a16="http://schemas.microsoft.com/office/drawing/2014/main" id="{0E7405C6-DA74-C54E-91B9-82BF62B45768}"/>
              </a:ext>
            </a:extLst>
          </p:cNvPr>
          <p:cNvSpPr txBox="1">
            <a:spLocks noChangeArrowheads="1"/>
          </p:cNvSpPr>
          <p:nvPr/>
        </p:nvSpPr>
        <p:spPr bwMode="auto">
          <a:xfrm>
            <a:off x="2169318" y="1067158"/>
            <a:ext cx="1329210"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拥塞窗口 </a:t>
            </a:r>
            <a:r>
              <a:rPr kumimoji="1" lang="en-US" altLang="zh-CN" sz="1350">
                <a:solidFill>
                  <a:schemeClr val="folHlink"/>
                </a:solidFill>
                <a:latin typeface="Arial" panose="020B0604020202020204" pitchFamily="34" charset="0"/>
              </a:rPr>
              <a:t>cwnd</a:t>
            </a:r>
          </a:p>
        </p:txBody>
      </p:sp>
      <p:sp>
        <p:nvSpPr>
          <p:cNvPr id="535750" name="Text Box 198">
            <a:extLst>
              <a:ext uri="{FF2B5EF4-FFF2-40B4-BE49-F238E27FC236}">
                <a16:creationId xmlns:a16="http://schemas.microsoft.com/office/drawing/2014/main" id="{1EA3C525-E79C-7D4A-8130-C71BAF30E4F3}"/>
              </a:ext>
            </a:extLst>
          </p:cNvPr>
          <p:cNvSpPr txBox="1">
            <a:spLocks noChangeArrowheads="1"/>
          </p:cNvSpPr>
          <p:nvPr/>
        </p:nvSpPr>
        <p:spPr bwMode="auto">
          <a:xfrm>
            <a:off x="1401365" y="2261354"/>
            <a:ext cx="145424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新的 </a:t>
            </a: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值</a:t>
            </a:r>
          </a:p>
        </p:txBody>
      </p:sp>
      <p:sp>
        <p:nvSpPr>
          <p:cNvPr id="535751" name="Text Box 199">
            <a:extLst>
              <a:ext uri="{FF2B5EF4-FFF2-40B4-BE49-F238E27FC236}">
                <a16:creationId xmlns:a16="http://schemas.microsoft.com/office/drawing/2014/main" id="{BA54237B-79E9-304A-AF76-20662AC56EAA}"/>
              </a:ext>
            </a:extLst>
          </p:cNvPr>
          <p:cNvSpPr txBox="1">
            <a:spLocks noChangeArrowheads="1"/>
          </p:cNvSpPr>
          <p:nvPr/>
        </p:nvSpPr>
        <p:spPr bwMode="auto">
          <a:xfrm>
            <a:off x="5548312" y="1165979"/>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网络拥塞</a:t>
            </a:r>
          </a:p>
        </p:txBody>
      </p:sp>
      <p:sp>
        <p:nvSpPr>
          <p:cNvPr id="535752" name="Line 200">
            <a:extLst>
              <a:ext uri="{FF2B5EF4-FFF2-40B4-BE49-F238E27FC236}">
                <a16:creationId xmlns:a16="http://schemas.microsoft.com/office/drawing/2014/main" id="{A7F18195-643D-004F-B2AA-B455CB19BE90}"/>
              </a:ext>
            </a:extLst>
          </p:cNvPr>
          <p:cNvSpPr>
            <a:spLocks noChangeShapeType="1"/>
          </p:cNvSpPr>
          <p:nvPr/>
        </p:nvSpPr>
        <p:spPr bwMode="auto">
          <a:xfrm flipH="1">
            <a:off x="5350668" y="1350527"/>
            <a:ext cx="259556" cy="219075"/>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5753" name="Text Box 201">
            <a:extLst>
              <a:ext uri="{FF2B5EF4-FFF2-40B4-BE49-F238E27FC236}">
                <a16:creationId xmlns:a16="http://schemas.microsoft.com/office/drawing/2014/main" id="{FDC49ACA-F966-0E4E-9A3B-996745EC3731}"/>
              </a:ext>
            </a:extLst>
          </p:cNvPr>
          <p:cNvSpPr txBox="1">
            <a:spLocks noChangeArrowheads="1"/>
          </p:cNvSpPr>
          <p:nvPr/>
        </p:nvSpPr>
        <p:spPr bwMode="auto">
          <a:xfrm>
            <a:off x="3905249" y="2824520"/>
            <a:ext cx="1223412"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指数规律增长</a:t>
            </a:r>
          </a:p>
        </p:txBody>
      </p:sp>
      <p:sp>
        <p:nvSpPr>
          <p:cNvPr id="535754" name="Line 202">
            <a:extLst>
              <a:ext uri="{FF2B5EF4-FFF2-40B4-BE49-F238E27FC236}">
                <a16:creationId xmlns:a16="http://schemas.microsoft.com/office/drawing/2014/main" id="{BA15803D-613B-824A-86FF-39697800FA24}"/>
              </a:ext>
            </a:extLst>
          </p:cNvPr>
          <p:cNvSpPr>
            <a:spLocks noChangeShapeType="1"/>
          </p:cNvSpPr>
          <p:nvPr/>
        </p:nvSpPr>
        <p:spPr bwMode="auto">
          <a:xfrm flipH="1" flipV="1">
            <a:off x="3445668" y="2901911"/>
            <a:ext cx="525066" cy="5834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5755" name="Rectangle 203">
            <a:extLst>
              <a:ext uri="{FF2B5EF4-FFF2-40B4-BE49-F238E27FC236}">
                <a16:creationId xmlns:a16="http://schemas.microsoft.com/office/drawing/2014/main" id="{9FAF7687-1490-C94A-939A-9A8FB089197E}"/>
              </a:ext>
            </a:extLst>
          </p:cNvPr>
          <p:cNvSpPr>
            <a:spLocks noChangeArrowheads="1"/>
          </p:cNvSpPr>
          <p:nvPr/>
        </p:nvSpPr>
        <p:spPr bwMode="auto">
          <a:xfrm>
            <a:off x="3050381" y="1512452"/>
            <a:ext cx="164306" cy="154424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5756" name="Line 204">
            <a:extLst>
              <a:ext uri="{FF2B5EF4-FFF2-40B4-BE49-F238E27FC236}">
                <a16:creationId xmlns:a16="http://schemas.microsoft.com/office/drawing/2014/main" id="{46FAD5B6-75C2-B44D-AC8B-1A11FBA9BC00}"/>
              </a:ext>
            </a:extLst>
          </p:cNvPr>
          <p:cNvSpPr>
            <a:spLocks noChangeShapeType="1"/>
          </p:cNvSpPr>
          <p:nvPr/>
        </p:nvSpPr>
        <p:spPr bwMode="auto">
          <a:xfrm>
            <a:off x="3050381" y="2149436"/>
            <a:ext cx="722710"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57" name="Rectangle 205">
            <a:extLst>
              <a:ext uri="{FF2B5EF4-FFF2-40B4-BE49-F238E27FC236}">
                <a16:creationId xmlns:a16="http://schemas.microsoft.com/office/drawing/2014/main" id="{6A5E45CB-5B4C-2C49-8AEB-9581074A0108}"/>
              </a:ext>
            </a:extLst>
          </p:cNvPr>
          <p:cNvSpPr>
            <a:spLocks noChangeArrowheads="1"/>
          </p:cNvSpPr>
          <p:nvPr/>
        </p:nvSpPr>
        <p:spPr bwMode="auto">
          <a:xfrm>
            <a:off x="3313509" y="3134084"/>
            <a:ext cx="210264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5758" name="Rectangle 206">
            <a:extLst>
              <a:ext uri="{FF2B5EF4-FFF2-40B4-BE49-F238E27FC236}">
                <a16:creationId xmlns:a16="http://schemas.microsoft.com/office/drawing/2014/main" id="{5390F140-175B-1944-9B5B-A5F5F3614557}"/>
              </a:ext>
            </a:extLst>
          </p:cNvPr>
          <p:cNvSpPr>
            <a:spLocks noChangeArrowheads="1"/>
          </p:cNvSpPr>
          <p:nvPr/>
        </p:nvSpPr>
        <p:spPr bwMode="auto">
          <a:xfrm>
            <a:off x="5876924" y="3134084"/>
            <a:ext cx="151090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5759" name="Text Box 207">
            <a:extLst>
              <a:ext uri="{FF2B5EF4-FFF2-40B4-BE49-F238E27FC236}">
                <a16:creationId xmlns:a16="http://schemas.microsoft.com/office/drawing/2014/main" id="{6D1EF19C-AE53-C244-8242-A9546048B64F}"/>
              </a:ext>
            </a:extLst>
          </p:cNvPr>
          <p:cNvSpPr txBox="1">
            <a:spLocks noChangeArrowheads="1"/>
          </p:cNvSpPr>
          <p:nvPr/>
        </p:nvSpPr>
        <p:spPr bwMode="auto">
          <a:xfrm>
            <a:off x="1252283" y="2005370"/>
            <a:ext cx="1579278"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的初始值</a:t>
            </a:r>
          </a:p>
        </p:txBody>
      </p:sp>
      <p:sp>
        <p:nvSpPr>
          <p:cNvPr id="535760" name="Text Box 208">
            <a:extLst>
              <a:ext uri="{FF2B5EF4-FFF2-40B4-BE49-F238E27FC236}">
                <a16:creationId xmlns:a16="http://schemas.microsoft.com/office/drawing/2014/main" id="{10045C55-C1E2-4748-8080-FE2B125A3A18}"/>
              </a:ext>
            </a:extLst>
          </p:cNvPr>
          <p:cNvSpPr txBox="1">
            <a:spLocks noChangeArrowheads="1"/>
          </p:cNvSpPr>
          <p:nvPr/>
        </p:nvSpPr>
        <p:spPr bwMode="auto">
          <a:xfrm>
            <a:off x="1851422" y="2924533"/>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5761" name="Line 209">
            <a:extLst>
              <a:ext uri="{FF2B5EF4-FFF2-40B4-BE49-F238E27FC236}">
                <a16:creationId xmlns:a16="http://schemas.microsoft.com/office/drawing/2014/main" id="{FFF0E91E-2B9E-7942-9CAE-6AA794520335}"/>
              </a:ext>
            </a:extLst>
          </p:cNvPr>
          <p:cNvSpPr>
            <a:spLocks noChangeShapeType="1"/>
          </p:cNvSpPr>
          <p:nvPr/>
        </p:nvSpPr>
        <p:spPr bwMode="auto">
          <a:xfrm>
            <a:off x="2491977" y="3090030"/>
            <a:ext cx="460772" cy="11668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5762" name="Text Box 210">
            <a:extLst>
              <a:ext uri="{FF2B5EF4-FFF2-40B4-BE49-F238E27FC236}">
                <a16:creationId xmlns:a16="http://schemas.microsoft.com/office/drawing/2014/main" id="{FC6E015E-048A-E641-B89A-6B9A1A9B45B0}"/>
              </a:ext>
            </a:extLst>
          </p:cNvPr>
          <p:cNvSpPr txBox="1">
            <a:spLocks noChangeArrowheads="1"/>
          </p:cNvSpPr>
          <p:nvPr/>
        </p:nvSpPr>
        <p:spPr bwMode="auto">
          <a:xfrm>
            <a:off x="3069430" y="3593664"/>
            <a:ext cx="739379"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5763" name="Text Box 211">
            <a:extLst>
              <a:ext uri="{FF2B5EF4-FFF2-40B4-BE49-F238E27FC236}">
                <a16:creationId xmlns:a16="http://schemas.microsoft.com/office/drawing/2014/main" id="{9DC9E702-2D2E-E34E-A146-345DD4A2CAE3}"/>
              </a:ext>
            </a:extLst>
          </p:cNvPr>
          <p:cNvSpPr txBox="1">
            <a:spLocks noChangeArrowheads="1"/>
          </p:cNvSpPr>
          <p:nvPr/>
        </p:nvSpPr>
        <p:spPr bwMode="auto">
          <a:xfrm>
            <a:off x="5616178" y="3611523"/>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5764" name="Text Box 212">
            <a:extLst>
              <a:ext uri="{FF2B5EF4-FFF2-40B4-BE49-F238E27FC236}">
                <a16:creationId xmlns:a16="http://schemas.microsoft.com/office/drawing/2014/main" id="{EE5F847B-D361-3849-AAF2-35F447836A75}"/>
              </a:ext>
            </a:extLst>
          </p:cNvPr>
          <p:cNvSpPr txBox="1">
            <a:spLocks noChangeArrowheads="1"/>
          </p:cNvSpPr>
          <p:nvPr/>
        </p:nvSpPr>
        <p:spPr bwMode="auto">
          <a:xfrm>
            <a:off x="3903143" y="1130261"/>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5765" name="Text Box 213">
            <a:extLst>
              <a:ext uri="{FF2B5EF4-FFF2-40B4-BE49-F238E27FC236}">
                <a16:creationId xmlns:a16="http://schemas.microsoft.com/office/drawing/2014/main" id="{C5017938-E119-B94D-8AAC-8C47FA60D2FD}"/>
              </a:ext>
            </a:extLst>
          </p:cNvPr>
          <p:cNvSpPr txBox="1">
            <a:spLocks noChangeArrowheads="1"/>
          </p:cNvSpPr>
          <p:nvPr/>
        </p:nvSpPr>
        <p:spPr bwMode="auto">
          <a:xfrm>
            <a:off x="6274868" y="1435061"/>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5766" name="Line 214">
            <a:extLst>
              <a:ext uri="{FF2B5EF4-FFF2-40B4-BE49-F238E27FC236}">
                <a16:creationId xmlns:a16="http://schemas.microsoft.com/office/drawing/2014/main" id="{BE2B06AD-E5F0-6F4D-8A2C-1B4151BE1249}"/>
              </a:ext>
            </a:extLst>
          </p:cNvPr>
          <p:cNvSpPr>
            <a:spLocks noChangeShapeType="1"/>
          </p:cNvSpPr>
          <p:nvPr/>
        </p:nvSpPr>
        <p:spPr bwMode="auto">
          <a:xfrm rot="10800000">
            <a:off x="3050381" y="2438758"/>
            <a:ext cx="3483769"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67" name="Line 215">
            <a:extLst>
              <a:ext uri="{FF2B5EF4-FFF2-40B4-BE49-F238E27FC236}">
                <a16:creationId xmlns:a16="http://schemas.microsoft.com/office/drawing/2014/main" id="{A096DABC-7D54-2E40-89E7-9DCC75CE2586}"/>
              </a:ext>
            </a:extLst>
          </p:cNvPr>
          <p:cNvSpPr>
            <a:spLocks noChangeShapeType="1"/>
          </p:cNvSpPr>
          <p:nvPr/>
        </p:nvSpPr>
        <p:spPr bwMode="auto">
          <a:xfrm flipV="1">
            <a:off x="3050381" y="1568411"/>
            <a:ext cx="3145631" cy="1191"/>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5768" name="Freeform 216">
            <a:extLst>
              <a:ext uri="{FF2B5EF4-FFF2-40B4-BE49-F238E27FC236}">
                <a16:creationId xmlns:a16="http://schemas.microsoft.com/office/drawing/2014/main" id="{0A2D007D-52D6-5749-B121-909FC2A7A4AE}"/>
              </a:ext>
            </a:extLst>
          </p:cNvPr>
          <p:cNvSpPr>
            <a:spLocks/>
          </p:cNvSpPr>
          <p:nvPr/>
        </p:nvSpPr>
        <p:spPr bwMode="auto">
          <a:xfrm>
            <a:off x="2919411" y="1569602"/>
            <a:ext cx="4329113" cy="1653778"/>
          </a:xfrm>
          <a:custGeom>
            <a:avLst/>
            <a:gdLst>
              <a:gd name="T0" fmla="*/ 5772150 w 3162"/>
              <a:gd name="T1" fmla="*/ 704968 h 1370"/>
              <a:gd name="T2" fmla="*/ 4556384 w 3162"/>
              <a:gd name="T3" fmla="*/ 1158852 h 1370"/>
              <a:gd name="T4" fmla="*/ 4293516 w 3162"/>
              <a:gd name="T5" fmla="*/ 1535478 h 1370"/>
              <a:gd name="T6" fmla="*/ 4025171 w 3162"/>
              <a:gd name="T7" fmla="*/ 1931419 h 1370"/>
              <a:gd name="T8" fmla="*/ 3762303 w 3162"/>
              <a:gd name="T9" fmla="*/ 2124561 h 1370"/>
              <a:gd name="T10" fmla="*/ 3499434 w 3162"/>
              <a:gd name="T11" fmla="*/ 2201818 h 1370"/>
              <a:gd name="T12" fmla="*/ 3406335 w 3162"/>
              <a:gd name="T13" fmla="*/ 1506507 h 1370"/>
              <a:gd name="T14" fmla="*/ 3236566 w 3162"/>
              <a:gd name="T15" fmla="*/ 0 h 1370"/>
              <a:gd name="T16" fmla="*/ 1128143 w 3162"/>
              <a:gd name="T17" fmla="*/ 783834 h 1370"/>
              <a:gd name="T18" fmla="*/ 876228 w 3162"/>
              <a:gd name="T19" fmla="*/ 1546745 h 1370"/>
              <a:gd name="T20" fmla="*/ 604232 w 3162"/>
              <a:gd name="T21" fmla="*/ 1933029 h 1370"/>
              <a:gd name="T22" fmla="*/ 341364 w 3162"/>
              <a:gd name="T23" fmla="*/ 2126171 h 1370"/>
              <a:gd name="T24" fmla="*/ 100401 w 3162"/>
              <a:gd name="T25" fmla="*/ 2203427 h 13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162" h="1370">
                <a:moveTo>
                  <a:pt x="3162" y="438"/>
                </a:moveTo>
                <a:lnTo>
                  <a:pt x="2496" y="720"/>
                </a:lnTo>
                <a:lnTo>
                  <a:pt x="2352" y="954"/>
                </a:lnTo>
                <a:lnTo>
                  <a:pt x="2205" y="1200"/>
                </a:lnTo>
                <a:lnTo>
                  <a:pt x="2061" y="1320"/>
                </a:lnTo>
                <a:lnTo>
                  <a:pt x="1917" y="1368"/>
                </a:lnTo>
                <a:lnTo>
                  <a:pt x="1866" y="936"/>
                </a:lnTo>
                <a:lnTo>
                  <a:pt x="1773" y="0"/>
                </a:ln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p:spPr>
        <p:txBody>
          <a:bodyPr wrap="none" anchor="ctr"/>
          <a:lstStyle/>
          <a:p>
            <a:pPr>
              <a:defRPr/>
            </a:pPr>
            <a:endParaRPr lang="zh-CN" altLang="en-US"/>
          </a:p>
        </p:txBody>
      </p:sp>
      <p:sp>
        <p:nvSpPr>
          <p:cNvPr id="535748" name="Text Box 196">
            <a:extLst>
              <a:ext uri="{FF2B5EF4-FFF2-40B4-BE49-F238E27FC236}">
                <a16:creationId xmlns:a16="http://schemas.microsoft.com/office/drawing/2014/main" id="{670DD3F3-5E0E-694C-9D49-CFC7A4A6FC99}"/>
              </a:ext>
            </a:extLst>
          </p:cNvPr>
          <p:cNvSpPr txBox="1">
            <a:spLocks noChangeArrowheads="1"/>
          </p:cNvSpPr>
          <p:nvPr/>
        </p:nvSpPr>
        <p:spPr bwMode="auto">
          <a:xfrm>
            <a:off x="7287816" y="3018592"/>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传输轮次</a:t>
            </a:r>
          </a:p>
        </p:txBody>
      </p:sp>
    </p:spTree>
    <p:extLst>
      <p:ext uri="{BB962C8B-B14F-4D97-AF65-F5344CB8AC3E}">
        <p14:creationId xmlns:p14="http://schemas.microsoft.com/office/powerpoint/2010/main" val="18306716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535668"/>
                                        </p:tgtEl>
                                        <p:attrNameLst>
                                          <p:attrName>style.visibility</p:attrName>
                                        </p:attrNameLst>
                                      </p:cBhvr>
                                      <p:to>
                                        <p:strVal val="visible"/>
                                      </p:to>
                                    </p:set>
                                    <p:animEffect transition="in" filter="wipe(left)">
                                      <p:cBhvr>
                                        <p:cTn id="7" dur="1000"/>
                                        <p:tgtEl>
                                          <p:spTgt spid="5356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6694" name="Line 118">
            <a:extLst>
              <a:ext uri="{FF2B5EF4-FFF2-40B4-BE49-F238E27FC236}">
                <a16:creationId xmlns:a16="http://schemas.microsoft.com/office/drawing/2014/main" id="{16DC4DA9-09BE-5A47-995C-690A62C514DE}"/>
              </a:ext>
            </a:extLst>
          </p:cNvPr>
          <p:cNvSpPr>
            <a:spLocks noChangeShapeType="1"/>
          </p:cNvSpPr>
          <p:nvPr/>
        </p:nvSpPr>
        <p:spPr bwMode="auto">
          <a:xfrm>
            <a:off x="2819509" y="1353870"/>
            <a:ext cx="0" cy="2027635"/>
          </a:xfrm>
          <a:prstGeom prst="line">
            <a:avLst/>
          </a:prstGeom>
          <a:noFill/>
          <a:ln w="9525">
            <a:solidFill>
              <a:schemeClr val="folHlink"/>
            </a:solidFill>
            <a:round/>
            <a:headEnd type="triangle" w="sm" len="lg"/>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695" name="Text Box 119">
            <a:extLst>
              <a:ext uri="{FF2B5EF4-FFF2-40B4-BE49-F238E27FC236}">
                <a16:creationId xmlns:a16="http://schemas.microsoft.com/office/drawing/2014/main" id="{2B167266-074B-EC44-873C-DDE052587B1A}"/>
              </a:ext>
            </a:extLst>
          </p:cNvPr>
          <p:cNvSpPr txBox="1">
            <a:spLocks noChangeArrowheads="1"/>
          </p:cNvSpPr>
          <p:nvPr/>
        </p:nvSpPr>
        <p:spPr bwMode="auto">
          <a:xfrm>
            <a:off x="6992650" y="339817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22</a:t>
            </a:r>
          </a:p>
        </p:txBody>
      </p:sp>
      <p:sp>
        <p:nvSpPr>
          <p:cNvPr id="536696" name="Text Box 120">
            <a:extLst>
              <a:ext uri="{FF2B5EF4-FFF2-40B4-BE49-F238E27FC236}">
                <a16:creationId xmlns:a16="http://schemas.microsoft.com/office/drawing/2014/main" id="{DC117243-4FF6-4C4E-BB09-500620D3F2ED}"/>
              </a:ext>
            </a:extLst>
          </p:cNvPr>
          <p:cNvSpPr txBox="1">
            <a:spLocks noChangeArrowheads="1"/>
          </p:cNvSpPr>
          <p:nvPr/>
        </p:nvSpPr>
        <p:spPr bwMode="auto">
          <a:xfrm>
            <a:off x="2490897" y="209443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6697" name="Line 121">
            <a:extLst>
              <a:ext uri="{FF2B5EF4-FFF2-40B4-BE49-F238E27FC236}">
                <a16:creationId xmlns:a16="http://schemas.microsoft.com/office/drawing/2014/main" id="{E1882F8D-0B70-7146-B938-01CB58AA980A}"/>
              </a:ext>
            </a:extLst>
          </p:cNvPr>
          <p:cNvSpPr>
            <a:spLocks noChangeShapeType="1"/>
          </p:cNvSpPr>
          <p:nvPr/>
        </p:nvSpPr>
        <p:spPr bwMode="auto">
          <a:xfrm>
            <a:off x="5719872" y="1650336"/>
            <a:ext cx="0" cy="869156"/>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536698" name="Text Box 122">
            <a:extLst>
              <a:ext uri="{FF2B5EF4-FFF2-40B4-BE49-F238E27FC236}">
                <a16:creationId xmlns:a16="http://schemas.microsoft.com/office/drawing/2014/main" id="{8E85FC2A-B3EE-C64C-ACB2-A5FA83AEA825}"/>
              </a:ext>
            </a:extLst>
          </p:cNvPr>
          <p:cNvSpPr txBox="1">
            <a:spLocks noChangeArrowheads="1"/>
          </p:cNvSpPr>
          <p:nvPr/>
        </p:nvSpPr>
        <p:spPr bwMode="auto">
          <a:xfrm>
            <a:off x="5182899" y="1911082"/>
            <a:ext cx="1033463" cy="300082"/>
          </a:xfrm>
          <a:prstGeom prst="rect">
            <a:avLst/>
          </a:prstGeom>
          <a:solidFill>
            <a:schemeClr val="bg1"/>
          </a:solid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乘法减小”</a:t>
            </a:r>
          </a:p>
        </p:txBody>
      </p:sp>
      <p:sp>
        <p:nvSpPr>
          <p:cNvPr id="536699" name="Rectangle 123">
            <a:extLst>
              <a:ext uri="{FF2B5EF4-FFF2-40B4-BE49-F238E27FC236}">
                <a16:creationId xmlns:a16="http://schemas.microsoft.com/office/drawing/2014/main" id="{F9197E1F-B861-2D4C-9C44-6AEC008A0BBA}"/>
              </a:ext>
            </a:extLst>
          </p:cNvPr>
          <p:cNvSpPr>
            <a:spLocks noChangeArrowheads="1"/>
          </p:cNvSpPr>
          <p:nvPr/>
        </p:nvSpPr>
        <p:spPr bwMode="auto">
          <a:xfrm>
            <a:off x="6163975" y="1440786"/>
            <a:ext cx="1169194" cy="113942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6700" name="Rectangle 124">
            <a:extLst>
              <a:ext uri="{FF2B5EF4-FFF2-40B4-BE49-F238E27FC236}">
                <a16:creationId xmlns:a16="http://schemas.microsoft.com/office/drawing/2014/main" id="{6AF25024-65AB-464D-801E-D79664B2BFC8}"/>
              </a:ext>
            </a:extLst>
          </p:cNvPr>
          <p:cNvSpPr>
            <a:spLocks noChangeArrowheads="1"/>
          </p:cNvSpPr>
          <p:nvPr/>
        </p:nvSpPr>
        <p:spPr bwMode="auto">
          <a:xfrm>
            <a:off x="3591035" y="1228854"/>
            <a:ext cx="1631156" cy="113823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6701" name="Rectangle 125">
            <a:extLst>
              <a:ext uri="{FF2B5EF4-FFF2-40B4-BE49-F238E27FC236}">
                <a16:creationId xmlns:a16="http://schemas.microsoft.com/office/drawing/2014/main" id="{CBB002C8-C0AD-6347-BAC6-12160A3ECA8F}"/>
              </a:ext>
            </a:extLst>
          </p:cNvPr>
          <p:cNvSpPr>
            <a:spLocks noChangeArrowheads="1"/>
          </p:cNvSpPr>
          <p:nvPr/>
        </p:nvSpPr>
        <p:spPr bwMode="auto">
          <a:xfrm>
            <a:off x="5385306" y="3394601"/>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6702" name="Rectangle 126">
            <a:extLst>
              <a:ext uri="{FF2B5EF4-FFF2-40B4-BE49-F238E27FC236}">
                <a16:creationId xmlns:a16="http://schemas.microsoft.com/office/drawing/2014/main" id="{13AB1E20-4443-844A-B4F8-5CD90C93939B}"/>
              </a:ext>
            </a:extLst>
          </p:cNvPr>
          <p:cNvSpPr>
            <a:spLocks noChangeArrowheads="1"/>
          </p:cNvSpPr>
          <p:nvPr/>
        </p:nvSpPr>
        <p:spPr bwMode="auto">
          <a:xfrm>
            <a:off x="2825462" y="3387458"/>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6703" name="Line 127">
            <a:extLst>
              <a:ext uri="{FF2B5EF4-FFF2-40B4-BE49-F238E27FC236}">
                <a16:creationId xmlns:a16="http://schemas.microsoft.com/office/drawing/2014/main" id="{204F293F-AA8B-2F4B-9554-889F7130D3C5}"/>
              </a:ext>
            </a:extLst>
          </p:cNvPr>
          <p:cNvSpPr>
            <a:spLocks noChangeShapeType="1"/>
          </p:cNvSpPr>
          <p:nvPr/>
        </p:nvSpPr>
        <p:spPr bwMode="auto">
          <a:xfrm>
            <a:off x="2819509" y="3381504"/>
            <a:ext cx="4666059" cy="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6704" name="Line 128">
            <a:extLst>
              <a:ext uri="{FF2B5EF4-FFF2-40B4-BE49-F238E27FC236}">
                <a16:creationId xmlns:a16="http://schemas.microsoft.com/office/drawing/2014/main" id="{12197986-BEE9-3F49-9880-71C2C5EAA171}"/>
              </a:ext>
            </a:extLst>
          </p:cNvPr>
          <p:cNvSpPr>
            <a:spLocks noChangeShapeType="1"/>
          </p:cNvSpPr>
          <p:nvPr/>
        </p:nvSpPr>
        <p:spPr bwMode="auto">
          <a:xfrm>
            <a:off x="3017153" y="3323163"/>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05" name="Line 129">
            <a:extLst>
              <a:ext uri="{FF2B5EF4-FFF2-40B4-BE49-F238E27FC236}">
                <a16:creationId xmlns:a16="http://schemas.microsoft.com/office/drawing/2014/main" id="{64F05D14-3019-6F42-9037-CDF6898376D4}"/>
              </a:ext>
            </a:extLst>
          </p:cNvPr>
          <p:cNvSpPr>
            <a:spLocks noChangeShapeType="1"/>
          </p:cNvSpPr>
          <p:nvPr/>
        </p:nvSpPr>
        <p:spPr bwMode="auto">
          <a:xfrm>
            <a:off x="3213606"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06" name="Line 130">
            <a:extLst>
              <a:ext uri="{FF2B5EF4-FFF2-40B4-BE49-F238E27FC236}">
                <a16:creationId xmlns:a16="http://schemas.microsoft.com/office/drawing/2014/main" id="{44849C02-239B-DC48-B263-CACAB719AE01}"/>
              </a:ext>
            </a:extLst>
          </p:cNvPr>
          <p:cNvSpPr>
            <a:spLocks noChangeShapeType="1"/>
          </p:cNvSpPr>
          <p:nvPr/>
        </p:nvSpPr>
        <p:spPr bwMode="auto">
          <a:xfrm>
            <a:off x="3411250"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07" name="Line 131">
            <a:extLst>
              <a:ext uri="{FF2B5EF4-FFF2-40B4-BE49-F238E27FC236}">
                <a16:creationId xmlns:a16="http://schemas.microsoft.com/office/drawing/2014/main" id="{E6E508F7-9056-0446-8AFD-298252652CE7}"/>
              </a:ext>
            </a:extLst>
          </p:cNvPr>
          <p:cNvSpPr>
            <a:spLocks noChangeShapeType="1"/>
          </p:cNvSpPr>
          <p:nvPr/>
        </p:nvSpPr>
        <p:spPr bwMode="auto">
          <a:xfrm>
            <a:off x="3607703"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08" name="Line 132">
            <a:extLst>
              <a:ext uri="{FF2B5EF4-FFF2-40B4-BE49-F238E27FC236}">
                <a16:creationId xmlns:a16="http://schemas.microsoft.com/office/drawing/2014/main" id="{77D37115-F03A-E64D-9CD9-4B174026BF9B}"/>
              </a:ext>
            </a:extLst>
          </p:cNvPr>
          <p:cNvSpPr>
            <a:spLocks noChangeShapeType="1"/>
          </p:cNvSpPr>
          <p:nvPr/>
        </p:nvSpPr>
        <p:spPr bwMode="auto">
          <a:xfrm>
            <a:off x="3805347"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09" name="Line 133">
            <a:extLst>
              <a:ext uri="{FF2B5EF4-FFF2-40B4-BE49-F238E27FC236}">
                <a16:creationId xmlns:a16="http://schemas.microsoft.com/office/drawing/2014/main" id="{AA142FFF-9728-BE45-BF7D-80799B793F41}"/>
              </a:ext>
            </a:extLst>
          </p:cNvPr>
          <p:cNvSpPr>
            <a:spLocks noChangeShapeType="1"/>
          </p:cNvSpPr>
          <p:nvPr/>
        </p:nvSpPr>
        <p:spPr bwMode="auto">
          <a:xfrm>
            <a:off x="4002991"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10" name="Line 134">
            <a:extLst>
              <a:ext uri="{FF2B5EF4-FFF2-40B4-BE49-F238E27FC236}">
                <a16:creationId xmlns:a16="http://schemas.microsoft.com/office/drawing/2014/main" id="{63FED1C7-7A44-9A4D-826D-042501567DAB}"/>
              </a:ext>
            </a:extLst>
          </p:cNvPr>
          <p:cNvSpPr>
            <a:spLocks noChangeShapeType="1"/>
          </p:cNvSpPr>
          <p:nvPr/>
        </p:nvSpPr>
        <p:spPr bwMode="auto">
          <a:xfrm>
            <a:off x="4199443"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11" name="Line 135">
            <a:extLst>
              <a:ext uri="{FF2B5EF4-FFF2-40B4-BE49-F238E27FC236}">
                <a16:creationId xmlns:a16="http://schemas.microsoft.com/office/drawing/2014/main" id="{DC91C4A7-7967-F94F-9993-BC24AF370646}"/>
              </a:ext>
            </a:extLst>
          </p:cNvPr>
          <p:cNvSpPr>
            <a:spLocks noChangeShapeType="1"/>
          </p:cNvSpPr>
          <p:nvPr/>
        </p:nvSpPr>
        <p:spPr bwMode="auto">
          <a:xfrm>
            <a:off x="4397087"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12" name="Line 136">
            <a:extLst>
              <a:ext uri="{FF2B5EF4-FFF2-40B4-BE49-F238E27FC236}">
                <a16:creationId xmlns:a16="http://schemas.microsoft.com/office/drawing/2014/main" id="{786C9CF3-7565-574A-85DD-3E20E488FE43}"/>
              </a:ext>
            </a:extLst>
          </p:cNvPr>
          <p:cNvSpPr>
            <a:spLocks noChangeShapeType="1"/>
          </p:cNvSpPr>
          <p:nvPr/>
        </p:nvSpPr>
        <p:spPr bwMode="auto">
          <a:xfrm>
            <a:off x="4593541"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13" name="Line 137">
            <a:extLst>
              <a:ext uri="{FF2B5EF4-FFF2-40B4-BE49-F238E27FC236}">
                <a16:creationId xmlns:a16="http://schemas.microsoft.com/office/drawing/2014/main" id="{A2DC645D-EDED-854B-9DBC-7C8A03DF454A}"/>
              </a:ext>
            </a:extLst>
          </p:cNvPr>
          <p:cNvSpPr>
            <a:spLocks noChangeShapeType="1"/>
          </p:cNvSpPr>
          <p:nvPr/>
        </p:nvSpPr>
        <p:spPr bwMode="auto">
          <a:xfrm>
            <a:off x="4791184"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14" name="Line 138">
            <a:extLst>
              <a:ext uri="{FF2B5EF4-FFF2-40B4-BE49-F238E27FC236}">
                <a16:creationId xmlns:a16="http://schemas.microsoft.com/office/drawing/2014/main" id="{3D0E373D-1C56-064D-B7C2-2880076A6300}"/>
              </a:ext>
            </a:extLst>
          </p:cNvPr>
          <p:cNvSpPr>
            <a:spLocks noChangeShapeType="1"/>
          </p:cNvSpPr>
          <p:nvPr/>
        </p:nvSpPr>
        <p:spPr bwMode="auto">
          <a:xfrm>
            <a:off x="4988828"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15" name="Line 139">
            <a:extLst>
              <a:ext uri="{FF2B5EF4-FFF2-40B4-BE49-F238E27FC236}">
                <a16:creationId xmlns:a16="http://schemas.microsoft.com/office/drawing/2014/main" id="{B7356D34-8A68-FD4F-927E-8ADA901411D9}"/>
              </a:ext>
            </a:extLst>
          </p:cNvPr>
          <p:cNvSpPr>
            <a:spLocks noChangeShapeType="1"/>
          </p:cNvSpPr>
          <p:nvPr/>
        </p:nvSpPr>
        <p:spPr bwMode="auto">
          <a:xfrm>
            <a:off x="5185281"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16" name="Line 140">
            <a:extLst>
              <a:ext uri="{FF2B5EF4-FFF2-40B4-BE49-F238E27FC236}">
                <a16:creationId xmlns:a16="http://schemas.microsoft.com/office/drawing/2014/main" id="{E39BAE1F-9380-C049-BEB3-4B07F042D926}"/>
              </a:ext>
            </a:extLst>
          </p:cNvPr>
          <p:cNvSpPr>
            <a:spLocks noChangeShapeType="1"/>
          </p:cNvSpPr>
          <p:nvPr/>
        </p:nvSpPr>
        <p:spPr bwMode="auto">
          <a:xfrm>
            <a:off x="5382925"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17" name="Line 141">
            <a:extLst>
              <a:ext uri="{FF2B5EF4-FFF2-40B4-BE49-F238E27FC236}">
                <a16:creationId xmlns:a16="http://schemas.microsoft.com/office/drawing/2014/main" id="{9FD9003E-4EDB-234B-BAFE-2E1D0E8B25DD}"/>
              </a:ext>
            </a:extLst>
          </p:cNvPr>
          <p:cNvSpPr>
            <a:spLocks noChangeShapeType="1"/>
          </p:cNvSpPr>
          <p:nvPr/>
        </p:nvSpPr>
        <p:spPr bwMode="auto">
          <a:xfrm>
            <a:off x="5579378" y="3323163"/>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18" name="Line 142">
            <a:extLst>
              <a:ext uri="{FF2B5EF4-FFF2-40B4-BE49-F238E27FC236}">
                <a16:creationId xmlns:a16="http://schemas.microsoft.com/office/drawing/2014/main" id="{CE70FD6E-FE86-2A41-9C3C-6C4688D804A9}"/>
              </a:ext>
            </a:extLst>
          </p:cNvPr>
          <p:cNvSpPr>
            <a:spLocks noChangeShapeType="1"/>
          </p:cNvSpPr>
          <p:nvPr/>
        </p:nvSpPr>
        <p:spPr bwMode="auto">
          <a:xfrm>
            <a:off x="5777022"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19" name="Line 143">
            <a:extLst>
              <a:ext uri="{FF2B5EF4-FFF2-40B4-BE49-F238E27FC236}">
                <a16:creationId xmlns:a16="http://schemas.microsoft.com/office/drawing/2014/main" id="{B6EF9FFD-35C3-9E49-86D6-8700DF0A57F6}"/>
              </a:ext>
            </a:extLst>
          </p:cNvPr>
          <p:cNvSpPr>
            <a:spLocks noChangeShapeType="1"/>
          </p:cNvSpPr>
          <p:nvPr/>
        </p:nvSpPr>
        <p:spPr bwMode="auto">
          <a:xfrm>
            <a:off x="5974666"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20" name="Line 144">
            <a:extLst>
              <a:ext uri="{FF2B5EF4-FFF2-40B4-BE49-F238E27FC236}">
                <a16:creationId xmlns:a16="http://schemas.microsoft.com/office/drawing/2014/main" id="{D8C4D512-E3DD-1B46-8CF8-B11F1BB34BCE}"/>
              </a:ext>
            </a:extLst>
          </p:cNvPr>
          <p:cNvSpPr>
            <a:spLocks noChangeShapeType="1"/>
          </p:cNvSpPr>
          <p:nvPr/>
        </p:nvSpPr>
        <p:spPr bwMode="auto">
          <a:xfrm>
            <a:off x="6171118"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21" name="Line 145">
            <a:extLst>
              <a:ext uri="{FF2B5EF4-FFF2-40B4-BE49-F238E27FC236}">
                <a16:creationId xmlns:a16="http://schemas.microsoft.com/office/drawing/2014/main" id="{955D556E-108C-924F-B54A-41C1D0ADF41E}"/>
              </a:ext>
            </a:extLst>
          </p:cNvPr>
          <p:cNvSpPr>
            <a:spLocks noChangeShapeType="1"/>
          </p:cNvSpPr>
          <p:nvPr/>
        </p:nvSpPr>
        <p:spPr bwMode="auto">
          <a:xfrm>
            <a:off x="6368762"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22" name="Line 146">
            <a:extLst>
              <a:ext uri="{FF2B5EF4-FFF2-40B4-BE49-F238E27FC236}">
                <a16:creationId xmlns:a16="http://schemas.microsoft.com/office/drawing/2014/main" id="{77D99009-7A9E-EC40-8087-F456D2B4420B}"/>
              </a:ext>
            </a:extLst>
          </p:cNvPr>
          <p:cNvSpPr>
            <a:spLocks noChangeShapeType="1"/>
          </p:cNvSpPr>
          <p:nvPr/>
        </p:nvSpPr>
        <p:spPr bwMode="auto">
          <a:xfrm>
            <a:off x="6565216"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23" name="Line 147">
            <a:extLst>
              <a:ext uri="{FF2B5EF4-FFF2-40B4-BE49-F238E27FC236}">
                <a16:creationId xmlns:a16="http://schemas.microsoft.com/office/drawing/2014/main" id="{2B80E030-17B7-FC4E-9AFB-E2B5FF65E168}"/>
              </a:ext>
            </a:extLst>
          </p:cNvPr>
          <p:cNvSpPr>
            <a:spLocks noChangeShapeType="1"/>
          </p:cNvSpPr>
          <p:nvPr/>
        </p:nvSpPr>
        <p:spPr bwMode="auto">
          <a:xfrm>
            <a:off x="6762859"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24" name="Line 148">
            <a:extLst>
              <a:ext uri="{FF2B5EF4-FFF2-40B4-BE49-F238E27FC236}">
                <a16:creationId xmlns:a16="http://schemas.microsoft.com/office/drawing/2014/main" id="{B7F69E4A-035C-244E-A013-BB53A024E911}"/>
              </a:ext>
            </a:extLst>
          </p:cNvPr>
          <p:cNvSpPr>
            <a:spLocks noChangeShapeType="1"/>
          </p:cNvSpPr>
          <p:nvPr/>
        </p:nvSpPr>
        <p:spPr bwMode="auto">
          <a:xfrm>
            <a:off x="6960503"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25" name="Line 149">
            <a:extLst>
              <a:ext uri="{FF2B5EF4-FFF2-40B4-BE49-F238E27FC236}">
                <a16:creationId xmlns:a16="http://schemas.microsoft.com/office/drawing/2014/main" id="{B3EE66B5-6943-6A42-9ABF-52514BA5368B}"/>
              </a:ext>
            </a:extLst>
          </p:cNvPr>
          <p:cNvSpPr>
            <a:spLocks noChangeShapeType="1"/>
          </p:cNvSpPr>
          <p:nvPr/>
        </p:nvSpPr>
        <p:spPr bwMode="auto">
          <a:xfrm>
            <a:off x="7156956" y="3266013"/>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26" name="Line 150">
            <a:extLst>
              <a:ext uri="{FF2B5EF4-FFF2-40B4-BE49-F238E27FC236}">
                <a16:creationId xmlns:a16="http://schemas.microsoft.com/office/drawing/2014/main" id="{191A9E49-DFA1-3B4E-93E8-E5D44FD571D3}"/>
              </a:ext>
            </a:extLst>
          </p:cNvPr>
          <p:cNvSpPr>
            <a:spLocks noChangeShapeType="1"/>
          </p:cNvSpPr>
          <p:nvPr/>
        </p:nvSpPr>
        <p:spPr bwMode="auto">
          <a:xfrm>
            <a:off x="2819510" y="3092182"/>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27" name="Line 151">
            <a:extLst>
              <a:ext uri="{FF2B5EF4-FFF2-40B4-BE49-F238E27FC236}">
                <a16:creationId xmlns:a16="http://schemas.microsoft.com/office/drawing/2014/main" id="{AACA12DE-C8BC-9549-A12F-06F802E97E27}"/>
              </a:ext>
            </a:extLst>
          </p:cNvPr>
          <p:cNvSpPr>
            <a:spLocks noChangeShapeType="1"/>
          </p:cNvSpPr>
          <p:nvPr/>
        </p:nvSpPr>
        <p:spPr bwMode="auto">
          <a:xfrm>
            <a:off x="2819510" y="2801670"/>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28" name="Line 152">
            <a:extLst>
              <a:ext uri="{FF2B5EF4-FFF2-40B4-BE49-F238E27FC236}">
                <a16:creationId xmlns:a16="http://schemas.microsoft.com/office/drawing/2014/main" id="{FEE05D72-836C-F34F-B796-7C2465F5B603}"/>
              </a:ext>
            </a:extLst>
          </p:cNvPr>
          <p:cNvSpPr>
            <a:spLocks noChangeShapeType="1"/>
          </p:cNvSpPr>
          <p:nvPr/>
        </p:nvSpPr>
        <p:spPr bwMode="auto">
          <a:xfrm>
            <a:off x="2819510" y="2512348"/>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29" name="Line 153">
            <a:extLst>
              <a:ext uri="{FF2B5EF4-FFF2-40B4-BE49-F238E27FC236}">
                <a16:creationId xmlns:a16="http://schemas.microsoft.com/office/drawing/2014/main" id="{917230EB-EC07-294D-924B-B82772A2DD61}"/>
              </a:ext>
            </a:extLst>
          </p:cNvPr>
          <p:cNvSpPr>
            <a:spLocks noChangeShapeType="1"/>
          </p:cNvSpPr>
          <p:nvPr/>
        </p:nvSpPr>
        <p:spPr bwMode="auto">
          <a:xfrm>
            <a:off x="2819510" y="2223026"/>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30" name="Line 154">
            <a:extLst>
              <a:ext uri="{FF2B5EF4-FFF2-40B4-BE49-F238E27FC236}">
                <a16:creationId xmlns:a16="http://schemas.microsoft.com/office/drawing/2014/main" id="{1B88DC2C-2E97-8E4F-99C0-70515B7588C8}"/>
              </a:ext>
            </a:extLst>
          </p:cNvPr>
          <p:cNvSpPr>
            <a:spLocks noChangeShapeType="1"/>
          </p:cNvSpPr>
          <p:nvPr/>
        </p:nvSpPr>
        <p:spPr bwMode="auto">
          <a:xfrm>
            <a:off x="2819510" y="1933704"/>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31" name="Line 155">
            <a:extLst>
              <a:ext uri="{FF2B5EF4-FFF2-40B4-BE49-F238E27FC236}">
                <a16:creationId xmlns:a16="http://schemas.microsoft.com/office/drawing/2014/main" id="{E15FD2AA-2EDB-4F48-8419-BD575D41D545}"/>
              </a:ext>
            </a:extLst>
          </p:cNvPr>
          <p:cNvSpPr>
            <a:spLocks noChangeShapeType="1"/>
          </p:cNvSpPr>
          <p:nvPr/>
        </p:nvSpPr>
        <p:spPr bwMode="auto">
          <a:xfrm>
            <a:off x="2819510" y="1643192"/>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32" name="Text Box 156">
            <a:extLst>
              <a:ext uri="{FF2B5EF4-FFF2-40B4-BE49-F238E27FC236}">
                <a16:creationId xmlns:a16="http://schemas.microsoft.com/office/drawing/2014/main" id="{D6D34E45-2408-DB42-8A35-67ECB0AF1172}"/>
              </a:ext>
            </a:extLst>
          </p:cNvPr>
          <p:cNvSpPr txBox="1">
            <a:spLocks noChangeArrowheads="1"/>
          </p:cNvSpPr>
          <p:nvPr/>
        </p:nvSpPr>
        <p:spPr bwMode="auto">
          <a:xfrm>
            <a:off x="3082637" y="339817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a:t>
            </a:r>
          </a:p>
        </p:txBody>
      </p:sp>
      <p:sp>
        <p:nvSpPr>
          <p:cNvPr id="536733" name="Text Box 157">
            <a:extLst>
              <a:ext uri="{FF2B5EF4-FFF2-40B4-BE49-F238E27FC236}">
                <a16:creationId xmlns:a16="http://schemas.microsoft.com/office/drawing/2014/main" id="{C7F55443-C27E-3B40-A9AE-C22196C54FCC}"/>
              </a:ext>
            </a:extLst>
          </p:cNvPr>
          <p:cNvSpPr txBox="1">
            <a:spLocks noChangeArrowheads="1"/>
          </p:cNvSpPr>
          <p:nvPr/>
        </p:nvSpPr>
        <p:spPr bwMode="auto">
          <a:xfrm>
            <a:off x="3476734" y="339817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6734" name="Text Box 158">
            <a:extLst>
              <a:ext uri="{FF2B5EF4-FFF2-40B4-BE49-F238E27FC236}">
                <a16:creationId xmlns:a16="http://schemas.microsoft.com/office/drawing/2014/main" id="{6343D688-66C5-7544-86C6-5D27AB45C78E}"/>
              </a:ext>
            </a:extLst>
          </p:cNvPr>
          <p:cNvSpPr txBox="1">
            <a:spLocks noChangeArrowheads="1"/>
          </p:cNvSpPr>
          <p:nvPr/>
        </p:nvSpPr>
        <p:spPr bwMode="auto">
          <a:xfrm>
            <a:off x="3870831" y="339817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6</a:t>
            </a:r>
          </a:p>
        </p:txBody>
      </p:sp>
      <p:sp>
        <p:nvSpPr>
          <p:cNvPr id="536735" name="Text Box 159">
            <a:extLst>
              <a:ext uri="{FF2B5EF4-FFF2-40B4-BE49-F238E27FC236}">
                <a16:creationId xmlns:a16="http://schemas.microsoft.com/office/drawing/2014/main" id="{0DF08281-B7E9-F341-9402-1297A8796A12}"/>
              </a:ext>
            </a:extLst>
          </p:cNvPr>
          <p:cNvSpPr txBox="1">
            <a:spLocks noChangeArrowheads="1"/>
          </p:cNvSpPr>
          <p:nvPr/>
        </p:nvSpPr>
        <p:spPr bwMode="auto">
          <a:xfrm>
            <a:off x="4276834" y="339817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6736" name="Text Box 160">
            <a:extLst>
              <a:ext uri="{FF2B5EF4-FFF2-40B4-BE49-F238E27FC236}">
                <a16:creationId xmlns:a16="http://schemas.microsoft.com/office/drawing/2014/main" id="{85EC12DF-FB77-D64C-99C9-A6BB679EFB01}"/>
              </a:ext>
            </a:extLst>
          </p:cNvPr>
          <p:cNvSpPr txBox="1">
            <a:spLocks noChangeArrowheads="1"/>
          </p:cNvSpPr>
          <p:nvPr/>
        </p:nvSpPr>
        <p:spPr bwMode="auto">
          <a:xfrm>
            <a:off x="4605447" y="339817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10</a:t>
            </a:r>
          </a:p>
        </p:txBody>
      </p:sp>
      <p:sp>
        <p:nvSpPr>
          <p:cNvPr id="536737" name="Text Box 161">
            <a:extLst>
              <a:ext uri="{FF2B5EF4-FFF2-40B4-BE49-F238E27FC236}">
                <a16:creationId xmlns:a16="http://schemas.microsoft.com/office/drawing/2014/main" id="{ABEF99A3-A4EB-3244-B7EE-E9088DAD18F5}"/>
              </a:ext>
            </a:extLst>
          </p:cNvPr>
          <p:cNvSpPr txBox="1">
            <a:spLocks noChangeArrowheads="1"/>
          </p:cNvSpPr>
          <p:nvPr/>
        </p:nvSpPr>
        <p:spPr bwMode="auto">
          <a:xfrm>
            <a:off x="5031691" y="339817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6738" name="Text Box 162">
            <a:extLst>
              <a:ext uri="{FF2B5EF4-FFF2-40B4-BE49-F238E27FC236}">
                <a16:creationId xmlns:a16="http://schemas.microsoft.com/office/drawing/2014/main" id="{D5124182-5A3C-A548-8BF3-978B80781D8A}"/>
              </a:ext>
            </a:extLst>
          </p:cNvPr>
          <p:cNvSpPr txBox="1">
            <a:spLocks noChangeArrowheads="1"/>
          </p:cNvSpPr>
          <p:nvPr/>
        </p:nvSpPr>
        <p:spPr bwMode="auto">
          <a:xfrm>
            <a:off x="5404356" y="339817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14</a:t>
            </a:r>
          </a:p>
        </p:txBody>
      </p:sp>
      <p:sp>
        <p:nvSpPr>
          <p:cNvPr id="536739" name="Text Box 163">
            <a:extLst>
              <a:ext uri="{FF2B5EF4-FFF2-40B4-BE49-F238E27FC236}">
                <a16:creationId xmlns:a16="http://schemas.microsoft.com/office/drawing/2014/main" id="{290C0A5A-8643-3A4E-87E4-54F507CDE86C}"/>
              </a:ext>
            </a:extLst>
          </p:cNvPr>
          <p:cNvSpPr txBox="1">
            <a:spLocks noChangeArrowheads="1"/>
          </p:cNvSpPr>
          <p:nvPr/>
        </p:nvSpPr>
        <p:spPr bwMode="auto">
          <a:xfrm>
            <a:off x="5798453" y="339817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6740" name="Text Box 164">
            <a:extLst>
              <a:ext uri="{FF2B5EF4-FFF2-40B4-BE49-F238E27FC236}">
                <a16:creationId xmlns:a16="http://schemas.microsoft.com/office/drawing/2014/main" id="{61C7C5A5-9580-B947-9095-B6CEE15FED7F}"/>
              </a:ext>
            </a:extLst>
          </p:cNvPr>
          <p:cNvSpPr txBox="1">
            <a:spLocks noChangeArrowheads="1"/>
          </p:cNvSpPr>
          <p:nvPr/>
        </p:nvSpPr>
        <p:spPr bwMode="auto">
          <a:xfrm>
            <a:off x="6215172" y="339817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18</a:t>
            </a:r>
          </a:p>
        </p:txBody>
      </p:sp>
      <p:sp>
        <p:nvSpPr>
          <p:cNvPr id="536741" name="Text Box 165">
            <a:extLst>
              <a:ext uri="{FF2B5EF4-FFF2-40B4-BE49-F238E27FC236}">
                <a16:creationId xmlns:a16="http://schemas.microsoft.com/office/drawing/2014/main" id="{147A5C48-E4ED-AF46-B737-1D3515B95D9B}"/>
              </a:ext>
            </a:extLst>
          </p:cNvPr>
          <p:cNvSpPr txBox="1">
            <a:spLocks noChangeArrowheads="1"/>
          </p:cNvSpPr>
          <p:nvPr/>
        </p:nvSpPr>
        <p:spPr bwMode="auto">
          <a:xfrm>
            <a:off x="6609268" y="339817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6742" name="Text Box 166">
            <a:extLst>
              <a:ext uri="{FF2B5EF4-FFF2-40B4-BE49-F238E27FC236}">
                <a16:creationId xmlns:a16="http://schemas.microsoft.com/office/drawing/2014/main" id="{43F68A59-6DEF-D74A-98EA-1E05C37CF54C}"/>
              </a:ext>
            </a:extLst>
          </p:cNvPr>
          <p:cNvSpPr txBox="1">
            <a:spLocks noChangeArrowheads="1"/>
          </p:cNvSpPr>
          <p:nvPr/>
        </p:nvSpPr>
        <p:spPr bwMode="auto">
          <a:xfrm>
            <a:off x="2720687" y="339817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6743" name="Text Box 167">
            <a:extLst>
              <a:ext uri="{FF2B5EF4-FFF2-40B4-BE49-F238E27FC236}">
                <a16:creationId xmlns:a16="http://schemas.microsoft.com/office/drawing/2014/main" id="{8C08A9C1-9345-0944-97C8-A6318CC0A354}"/>
              </a:ext>
            </a:extLst>
          </p:cNvPr>
          <p:cNvSpPr txBox="1">
            <a:spLocks noChangeArrowheads="1"/>
          </p:cNvSpPr>
          <p:nvPr/>
        </p:nvSpPr>
        <p:spPr bwMode="auto">
          <a:xfrm>
            <a:off x="2589718" y="3224342"/>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6744" name="Text Box 168">
            <a:extLst>
              <a:ext uri="{FF2B5EF4-FFF2-40B4-BE49-F238E27FC236}">
                <a16:creationId xmlns:a16="http://schemas.microsoft.com/office/drawing/2014/main" id="{58025E74-D30A-7A47-9382-D75CAD519CA9}"/>
              </a:ext>
            </a:extLst>
          </p:cNvPr>
          <p:cNvSpPr txBox="1">
            <a:spLocks noChangeArrowheads="1"/>
          </p:cNvSpPr>
          <p:nvPr/>
        </p:nvSpPr>
        <p:spPr bwMode="auto">
          <a:xfrm>
            <a:off x="2589718" y="2935020"/>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6745" name="Text Box 169">
            <a:extLst>
              <a:ext uri="{FF2B5EF4-FFF2-40B4-BE49-F238E27FC236}">
                <a16:creationId xmlns:a16="http://schemas.microsoft.com/office/drawing/2014/main" id="{082ACEB5-9426-B045-B492-A2F8A364F3DF}"/>
              </a:ext>
            </a:extLst>
          </p:cNvPr>
          <p:cNvSpPr txBox="1">
            <a:spLocks noChangeArrowheads="1"/>
          </p:cNvSpPr>
          <p:nvPr/>
        </p:nvSpPr>
        <p:spPr bwMode="auto">
          <a:xfrm>
            <a:off x="2589718" y="2655224"/>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6746" name="Text Box 170">
            <a:extLst>
              <a:ext uri="{FF2B5EF4-FFF2-40B4-BE49-F238E27FC236}">
                <a16:creationId xmlns:a16="http://schemas.microsoft.com/office/drawing/2014/main" id="{FA8ABB88-DFC0-1144-B51F-44E75C8DCC74}"/>
              </a:ext>
            </a:extLst>
          </p:cNvPr>
          <p:cNvSpPr txBox="1">
            <a:spLocks noChangeArrowheads="1"/>
          </p:cNvSpPr>
          <p:nvPr/>
        </p:nvSpPr>
        <p:spPr bwMode="auto">
          <a:xfrm>
            <a:off x="2490897" y="2375426"/>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6747" name="Text Box 171">
            <a:extLst>
              <a:ext uri="{FF2B5EF4-FFF2-40B4-BE49-F238E27FC236}">
                <a16:creationId xmlns:a16="http://schemas.microsoft.com/office/drawing/2014/main" id="{5E0908CE-A475-9E44-B7FA-D502DD096A52}"/>
              </a:ext>
            </a:extLst>
          </p:cNvPr>
          <p:cNvSpPr txBox="1">
            <a:spLocks noChangeArrowheads="1"/>
          </p:cNvSpPr>
          <p:nvPr/>
        </p:nvSpPr>
        <p:spPr bwMode="auto">
          <a:xfrm>
            <a:off x="2490897" y="1805117"/>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6748" name="Text Box 172">
            <a:extLst>
              <a:ext uri="{FF2B5EF4-FFF2-40B4-BE49-F238E27FC236}">
                <a16:creationId xmlns:a16="http://schemas.microsoft.com/office/drawing/2014/main" id="{46EFB8E0-0123-9F4D-9339-2B93E5C187B0}"/>
              </a:ext>
            </a:extLst>
          </p:cNvPr>
          <p:cNvSpPr txBox="1">
            <a:spLocks noChangeArrowheads="1"/>
          </p:cNvSpPr>
          <p:nvPr/>
        </p:nvSpPr>
        <p:spPr bwMode="auto">
          <a:xfrm>
            <a:off x="2490897" y="1515795"/>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24</a:t>
            </a:r>
          </a:p>
        </p:txBody>
      </p:sp>
      <p:sp>
        <p:nvSpPr>
          <p:cNvPr id="536749" name="Oval 173">
            <a:extLst>
              <a:ext uri="{FF2B5EF4-FFF2-40B4-BE49-F238E27FC236}">
                <a16:creationId xmlns:a16="http://schemas.microsoft.com/office/drawing/2014/main" id="{A59AEFA7-D14E-0E48-91DA-CB69548673F8}"/>
              </a:ext>
            </a:extLst>
          </p:cNvPr>
          <p:cNvSpPr>
            <a:spLocks noChangeArrowheads="1"/>
          </p:cNvSpPr>
          <p:nvPr/>
        </p:nvSpPr>
        <p:spPr bwMode="auto">
          <a:xfrm>
            <a:off x="3369579" y="2773095"/>
            <a:ext cx="7739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50" name="Oval 174">
            <a:extLst>
              <a:ext uri="{FF2B5EF4-FFF2-40B4-BE49-F238E27FC236}">
                <a16:creationId xmlns:a16="http://schemas.microsoft.com/office/drawing/2014/main" id="{A6745831-ECF7-9240-A21A-B172A84E2D3F}"/>
              </a:ext>
            </a:extLst>
          </p:cNvPr>
          <p:cNvSpPr>
            <a:spLocks noChangeArrowheads="1"/>
          </p:cNvSpPr>
          <p:nvPr/>
        </p:nvSpPr>
        <p:spPr bwMode="auto">
          <a:xfrm>
            <a:off x="3173125" y="3062417"/>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51" name="Oval 175">
            <a:extLst>
              <a:ext uri="{FF2B5EF4-FFF2-40B4-BE49-F238E27FC236}">
                <a16:creationId xmlns:a16="http://schemas.microsoft.com/office/drawing/2014/main" id="{8A4E3D57-76F7-C548-A12D-9E85307B80D3}"/>
              </a:ext>
            </a:extLst>
          </p:cNvPr>
          <p:cNvSpPr>
            <a:spLocks noChangeArrowheads="1"/>
          </p:cNvSpPr>
          <p:nvPr/>
        </p:nvSpPr>
        <p:spPr bwMode="auto">
          <a:xfrm>
            <a:off x="2787362" y="3250536"/>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52" name="Oval 176">
            <a:extLst>
              <a:ext uri="{FF2B5EF4-FFF2-40B4-BE49-F238E27FC236}">
                <a16:creationId xmlns:a16="http://schemas.microsoft.com/office/drawing/2014/main" id="{412BF472-C07B-4F4A-A8B1-E606A769BAD3}"/>
              </a:ext>
            </a:extLst>
          </p:cNvPr>
          <p:cNvSpPr>
            <a:spLocks noChangeArrowheads="1"/>
          </p:cNvSpPr>
          <p:nvPr/>
        </p:nvSpPr>
        <p:spPr bwMode="auto">
          <a:xfrm>
            <a:off x="2967147" y="3200530"/>
            <a:ext cx="7739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53" name="Oval 177">
            <a:extLst>
              <a:ext uri="{FF2B5EF4-FFF2-40B4-BE49-F238E27FC236}">
                <a16:creationId xmlns:a16="http://schemas.microsoft.com/office/drawing/2014/main" id="{CE4AB10B-819D-2547-AF1D-E1B36ECE9585}"/>
              </a:ext>
            </a:extLst>
          </p:cNvPr>
          <p:cNvSpPr>
            <a:spLocks noChangeArrowheads="1"/>
          </p:cNvSpPr>
          <p:nvPr/>
        </p:nvSpPr>
        <p:spPr bwMode="auto">
          <a:xfrm>
            <a:off x="3567222" y="219088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54" name="Oval 178">
            <a:extLst>
              <a:ext uri="{FF2B5EF4-FFF2-40B4-BE49-F238E27FC236}">
                <a16:creationId xmlns:a16="http://schemas.microsoft.com/office/drawing/2014/main" id="{C291EA68-B1EE-AC4D-85A2-EA38D6D5D77A}"/>
              </a:ext>
            </a:extLst>
          </p:cNvPr>
          <p:cNvSpPr>
            <a:spLocks noChangeArrowheads="1"/>
          </p:cNvSpPr>
          <p:nvPr/>
        </p:nvSpPr>
        <p:spPr bwMode="auto">
          <a:xfrm>
            <a:off x="3764866" y="2114679"/>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55" name="Oval 179">
            <a:extLst>
              <a:ext uri="{FF2B5EF4-FFF2-40B4-BE49-F238E27FC236}">
                <a16:creationId xmlns:a16="http://schemas.microsoft.com/office/drawing/2014/main" id="{3E30B4E3-1F09-4D40-9C5B-A80065EF1510}"/>
              </a:ext>
            </a:extLst>
          </p:cNvPr>
          <p:cNvSpPr>
            <a:spLocks noChangeArrowheads="1"/>
          </p:cNvSpPr>
          <p:nvPr/>
        </p:nvSpPr>
        <p:spPr bwMode="auto">
          <a:xfrm>
            <a:off x="3961318" y="2045624"/>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56" name="Oval 180">
            <a:extLst>
              <a:ext uri="{FF2B5EF4-FFF2-40B4-BE49-F238E27FC236}">
                <a16:creationId xmlns:a16="http://schemas.microsoft.com/office/drawing/2014/main" id="{A244309D-EE29-6149-B9C8-286B1B3F90F8}"/>
              </a:ext>
            </a:extLst>
          </p:cNvPr>
          <p:cNvSpPr>
            <a:spLocks noChangeArrowheads="1"/>
          </p:cNvSpPr>
          <p:nvPr/>
        </p:nvSpPr>
        <p:spPr bwMode="auto">
          <a:xfrm>
            <a:off x="4360178" y="1900367"/>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57" name="Oval 181">
            <a:extLst>
              <a:ext uri="{FF2B5EF4-FFF2-40B4-BE49-F238E27FC236}">
                <a16:creationId xmlns:a16="http://schemas.microsoft.com/office/drawing/2014/main" id="{B7B9721D-652A-E640-A93D-93B957A40FB2}"/>
              </a:ext>
            </a:extLst>
          </p:cNvPr>
          <p:cNvSpPr>
            <a:spLocks noChangeArrowheads="1"/>
          </p:cNvSpPr>
          <p:nvPr/>
        </p:nvSpPr>
        <p:spPr bwMode="auto">
          <a:xfrm>
            <a:off x="4158962" y="1972995"/>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58" name="Oval 182">
            <a:extLst>
              <a:ext uri="{FF2B5EF4-FFF2-40B4-BE49-F238E27FC236}">
                <a16:creationId xmlns:a16="http://schemas.microsoft.com/office/drawing/2014/main" id="{3BFC88A4-D689-7748-A67C-18B7E751EEEF}"/>
              </a:ext>
            </a:extLst>
          </p:cNvPr>
          <p:cNvSpPr>
            <a:spLocks noChangeArrowheads="1"/>
          </p:cNvSpPr>
          <p:nvPr/>
        </p:nvSpPr>
        <p:spPr bwMode="auto">
          <a:xfrm>
            <a:off x="4556631" y="1827738"/>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59" name="Oval 183">
            <a:extLst>
              <a:ext uri="{FF2B5EF4-FFF2-40B4-BE49-F238E27FC236}">
                <a16:creationId xmlns:a16="http://schemas.microsoft.com/office/drawing/2014/main" id="{37F09825-AE37-774B-A07D-DD6FCA27DC97}"/>
              </a:ext>
            </a:extLst>
          </p:cNvPr>
          <p:cNvSpPr>
            <a:spLocks noChangeArrowheads="1"/>
          </p:cNvSpPr>
          <p:nvPr/>
        </p:nvSpPr>
        <p:spPr bwMode="auto">
          <a:xfrm>
            <a:off x="4750703" y="1759873"/>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60" name="Oval 184">
            <a:extLst>
              <a:ext uri="{FF2B5EF4-FFF2-40B4-BE49-F238E27FC236}">
                <a16:creationId xmlns:a16="http://schemas.microsoft.com/office/drawing/2014/main" id="{817F57BB-8F6C-8E4A-BFDA-DC8300D416D8}"/>
              </a:ext>
            </a:extLst>
          </p:cNvPr>
          <p:cNvSpPr>
            <a:spLocks noChangeArrowheads="1"/>
          </p:cNvSpPr>
          <p:nvPr/>
        </p:nvSpPr>
        <p:spPr bwMode="auto">
          <a:xfrm>
            <a:off x="5140037" y="1603901"/>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61" name="Oval 185">
            <a:extLst>
              <a:ext uri="{FF2B5EF4-FFF2-40B4-BE49-F238E27FC236}">
                <a16:creationId xmlns:a16="http://schemas.microsoft.com/office/drawing/2014/main" id="{D7FB99C1-A6A6-B848-940D-96D7C923996A}"/>
              </a:ext>
            </a:extLst>
          </p:cNvPr>
          <p:cNvSpPr>
            <a:spLocks noChangeArrowheads="1"/>
          </p:cNvSpPr>
          <p:nvPr/>
        </p:nvSpPr>
        <p:spPr bwMode="auto">
          <a:xfrm>
            <a:off x="4947156" y="1676529"/>
            <a:ext cx="77391"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62" name="Oval 186">
            <a:extLst>
              <a:ext uri="{FF2B5EF4-FFF2-40B4-BE49-F238E27FC236}">
                <a16:creationId xmlns:a16="http://schemas.microsoft.com/office/drawing/2014/main" id="{8F2AFC50-A4D7-264F-A250-B5ADF0C67862}"/>
              </a:ext>
            </a:extLst>
          </p:cNvPr>
          <p:cNvSpPr>
            <a:spLocks noChangeArrowheads="1"/>
          </p:cNvSpPr>
          <p:nvPr/>
        </p:nvSpPr>
        <p:spPr bwMode="auto">
          <a:xfrm>
            <a:off x="6138972" y="2476629"/>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63" name="Oval 187">
            <a:extLst>
              <a:ext uri="{FF2B5EF4-FFF2-40B4-BE49-F238E27FC236}">
                <a16:creationId xmlns:a16="http://schemas.microsoft.com/office/drawing/2014/main" id="{AFBE8DB8-B5AF-1940-B9F9-C342251630CF}"/>
              </a:ext>
            </a:extLst>
          </p:cNvPr>
          <p:cNvSpPr>
            <a:spLocks noChangeArrowheads="1"/>
          </p:cNvSpPr>
          <p:nvPr/>
        </p:nvSpPr>
        <p:spPr bwMode="auto">
          <a:xfrm>
            <a:off x="5538897" y="3193386"/>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64" name="Oval 188">
            <a:extLst>
              <a:ext uri="{FF2B5EF4-FFF2-40B4-BE49-F238E27FC236}">
                <a16:creationId xmlns:a16="http://schemas.microsoft.com/office/drawing/2014/main" id="{C8E0190B-A917-BB42-9A1A-807F23602181}"/>
              </a:ext>
            </a:extLst>
          </p:cNvPr>
          <p:cNvSpPr>
            <a:spLocks noChangeArrowheads="1"/>
          </p:cNvSpPr>
          <p:nvPr/>
        </p:nvSpPr>
        <p:spPr bwMode="auto">
          <a:xfrm>
            <a:off x="5740112" y="3051701"/>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65" name="Oval 189">
            <a:extLst>
              <a:ext uri="{FF2B5EF4-FFF2-40B4-BE49-F238E27FC236}">
                <a16:creationId xmlns:a16="http://schemas.microsoft.com/office/drawing/2014/main" id="{F3D6A2C0-1544-8842-84B8-60EFDE758CDD}"/>
              </a:ext>
            </a:extLst>
          </p:cNvPr>
          <p:cNvSpPr>
            <a:spLocks noChangeArrowheads="1"/>
          </p:cNvSpPr>
          <p:nvPr/>
        </p:nvSpPr>
        <p:spPr bwMode="auto">
          <a:xfrm>
            <a:off x="5337681" y="3250536"/>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66" name="Oval 190">
            <a:extLst>
              <a:ext uri="{FF2B5EF4-FFF2-40B4-BE49-F238E27FC236}">
                <a16:creationId xmlns:a16="http://schemas.microsoft.com/office/drawing/2014/main" id="{CBD068C4-F501-FB4D-85D1-A9E7DCDEB12B}"/>
              </a:ext>
            </a:extLst>
          </p:cNvPr>
          <p:cNvSpPr>
            <a:spLocks noChangeArrowheads="1"/>
          </p:cNvSpPr>
          <p:nvPr/>
        </p:nvSpPr>
        <p:spPr bwMode="auto">
          <a:xfrm>
            <a:off x="5929422" y="2765951"/>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67" name="Oval 191">
            <a:extLst>
              <a:ext uri="{FF2B5EF4-FFF2-40B4-BE49-F238E27FC236}">
                <a16:creationId xmlns:a16="http://schemas.microsoft.com/office/drawing/2014/main" id="{43DCBFFC-2733-8849-8298-C1ED531A4281}"/>
              </a:ext>
            </a:extLst>
          </p:cNvPr>
          <p:cNvSpPr>
            <a:spLocks noChangeArrowheads="1"/>
          </p:cNvSpPr>
          <p:nvPr/>
        </p:nvSpPr>
        <p:spPr bwMode="auto">
          <a:xfrm>
            <a:off x="6331853" y="240043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68" name="Oval 192">
            <a:extLst>
              <a:ext uri="{FF2B5EF4-FFF2-40B4-BE49-F238E27FC236}">
                <a16:creationId xmlns:a16="http://schemas.microsoft.com/office/drawing/2014/main" id="{F8BFE203-E218-2F46-A4ED-A73E9E8CD9EA}"/>
              </a:ext>
            </a:extLst>
          </p:cNvPr>
          <p:cNvSpPr>
            <a:spLocks noChangeArrowheads="1"/>
          </p:cNvSpPr>
          <p:nvPr/>
        </p:nvSpPr>
        <p:spPr bwMode="auto">
          <a:xfrm>
            <a:off x="6918831" y="2182545"/>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69" name="Oval 193">
            <a:extLst>
              <a:ext uri="{FF2B5EF4-FFF2-40B4-BE49-F238E27FC236}">
                <a16:creationId xmlns:a16="http://schemas.microsoft.com/office/drawing/2014/main" id="{78A05000-E522-BB48-9285-9474BBB6F998}"/>
              </a:ext>
            </a:extLst>
          </p:cNvPr>
          <p:cNvSpPr>
            <a:spLocks noChangeArrowheads="1"/>
          </p:cNvSpPr>
          <p:nvPr/>
        </p:nvSpPr>
        <p:spPr bwMode="auto">
          <a:xfrm>
            <a:off x="6524734" y="2324230"/>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70" name="Oval 194">
            <a:extLst>
              <a:ext uri="{FF2B5EF4-FFF2-40B4-BE49-F238E27FC236}">
                <a16:creationId xmlns:a16="http://schemas.microsoft.com/office/drawing/2014/main" id="{45A756FD-DED3-3540-A9B6-3CFF66D8B18D}"/>
              </a:ext>
            </a:extLst>
          </p:cNvPr>
          <p:cNvSpPr>
            <a:spLocks noChangeArrowheads="1"/>
          </p:cNvSpPr>
          <p:nvPr/>
        </p:nvSpPr>
        <p:spPr bwMode="auto">
          <a:xfrm>
            <a:off x="6721187" y="2255174"/>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72" name="Text Box 196">
            <a:extLst>
              <a:ext uri="{FF2B5EF4-FFF2-40B4-BE49-F238E27FC236}">
                <a16:creationId xmlns:a16="http://schemas.microsoft.com/office/drawing/2014/main" id="{A2F31B53-36F8-A74C-B98C-9F49266B9587}"/>
              </a:ext>
            </a:extLst>
          </p:cNvPr>
          <p:cNvSpPr txBox="1">
            <a:spLocks noChangeArrowheads="1"/>
          </p:cNvSpPr>
          <p:nvPr/>
        </p:nvSpPr>
        <p:spPr bwMode="auto">
          <a:xfrm>
            <a:off x="2003931" y="1140748"/>
            <a:ext cx="1329210"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拥塞窗口 </a:t>
            </a:r>
            <a:r>
              <a:rPr kumimoji="1" lang="en-US" altLang="zh-CN" sz="1350">
                <a:solidFill>
                  <a:schemeClr val="folHlink"/>
                </a:solidFill>
                <a:latin typeface="Arial" panose="020B0604020202020204" pitchFamily="34" charset="0"/>
              </a:rPr>
              <a:t>cwnd</a:t>
            </a:r>
          </a:p>
        </p:txBody>
      </p:sp>
      <p:sp>
        <p:nvSpPr>
          <p:cNvPr id="536773" name="Text Box 197">
            <a:extLst>
              <a:ext uri="{FF2B5EF4-FFF2-40B4-BE49-F238E27FC236}">
                <a16:creationId xmlns:a16="http://schemas.microsoft.com/office/drawing/2014/main" id="{350CD066-74F7-C14F-A368-1CEFFDB4AC95}"/>
              </a:ext>
            </a:extLst>
          </p:cNvPr>
          <p:cNvSpPr txBox="1">
            <a:spLocks noChangeArrowheads="1"/>
          </p:cNvSpPr>
          <p:nvPr/>
        </p:nvSpPr>
        <p:spPr bwMode="auto">
          <a:xfrm>
            <a:off x="1235978" y="2334944"/>
            <a:ext cx="145424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新的 </a:t>
            </a: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值</a:t>
            </a:r>
          </a:p>
        </p:txBody>
      </p:sp>
      <p:sp>
        <p:nvSpPr>
          <p:cNvPr id="536774" name="Text Box 198">
            <a:extLst>
              <a:ext uri="{FF2B5EF4-FFF2-40B4-BE49-F238E27FC236}">
                <a16:creationId xmlns:a16="http://schemas.microsoft.com/office/drawing/2014/main" id="{B3E6968D-37BF-2741-B422-44B895B522BC}"/>
              </a:ext>
            </a:extLst>
          </p:cNvPr>
          <p:cNvSpPr txBox="1">
            <a:spLocks noChangeArrowheads="1"/>
          </p:cNvSpPr>
          <p:nvPr/>
        </p:nvSpPr>
        <p:spPr bwMode="auto">
          <a:xfrm>
            <a:off x="5382925" y="1239569"/>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网络拥塞</a:t>
            </a:r>
          </a:p>
        </p:txBody>
      </p:sp>
      <p:sp>
        <p:nvSpPr>
          <p:cNvPr id="536775" name="Line 199">
            <a:extLst>
              <a:ext uri="{FF2B5EF4-FFF2-40B4-BE49-F238E27FC236}">
                <a16:creationId xmlns:a16="http://schemas.microsoft.com/office/drawing/2014/main" id="{BD544DF4-42EB-3D44-B9A8-5A4905A2141C}"/>
              </a:ext>
            </a:extLst>
          </p:cNvPr>
          <p:cNvSpPr>
            <a:spLocks noChangeShapeType="1"/>
          </p:cNvSpPr>
          <p:nvPr/>
        </p:nvSpPr>
        <p:spPr bwMode="auto">
          <a:xfrm flipH="1">
            <a:off x="5185281" y="1424117"/>
            <a:ext cx="259556" cy="219075"/>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6776" name="Text Box 200">
            <a:extLst>
              <a:ext uri="{FF2B5EF4-FFF2-40B4-BE49-F238E27FC236}">
                <a16:creationId xmlns:a16="http://schemas.microsoft.com/office/drawing/2014/main" id="{6B07EA9B-A4AF-1F45-97D1-FC26BDDC9DF8}"/>
              </a:ext>
            </a:extLst>
          </p:cNvPr>
          <p:cNvSpPr txBox="1">
            <a:spLocks noChangeArrowheads="1"/>
          </p:cNvSpPr>
          <p:nvPr/>
        </p:nvSpPr>
        <p:spPr bwMode="auto">
          <a:xfrm>
            <a:off x="3739862" y="2898110"/>
            <a:ext cx="1223412"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指数规律增长</a:t>
            </a:r>
          </a:p>
        </p:txBody>
      </p:sp>
      <p:sp>
        <p:nvSpPr>
          <p:cNvPr id="536777" name="Line 201">
            <a:extLst>
              <a:ext uri="{FF2B5EF4-FFF2-40B4-BE49-F238E27FC236}">
                <a16:creationId xmlns:a16="http://schemas.microsoft.com/office/drawing/2014/main" id="{F768BB72-0902-4B48-8700-46FC7A1D9FC4}"/>
              </a:ext>
            </a:extLst>
          </p:cNvPr>
          <p:cNvSpPr>
            <a:spLocks noChangeShapeType="1"/>
          </p:cNvSpPr>
          <p:nvPr/>
        </p:nvSpPr>
        <p:spPr bwMode="auto">
          <a:xfrm flipH="1" flipV="1">
            <a:off x="3280281" y="2975501"/>
            <a:ext cx="525066" cy="5834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6778" name="Rectangle 202">
            <a:extLst>
              <a:ext uri="{FF2B5EF4-FFF2-40B4-BE49-F238E27FC236}">
                <a16:creationId xmlns:a16="http://schemas.microsoft.com/office/drawing/2014/main" id="{DE740469-BD75-D04F-952D-9EBD9FBEAD4A}"/>
              </a:ext>
            </a:extLst>
          </p:cNvPr>
          <p:cNvSpPr>
            <a:spLocks noChangeArrowheads="1"/>
          </p:cNvSpPr>
          <p:nvPr/>
        </p:nvSpPr>
        <p:spPr bwMode="auto">
          <a:xfrm>
            <a:off x="2884994" y="1586042"/>
            <a:ext cx="164306" cy="154424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6779" name="Line 203">
            <a:extLst>
              <a:ext uri="{FF2B5EF4-FFF2-40B4-BE49-F238E27FC236}">
                <a16:creationId xmlns:a16="http://schemas.microsoft.com/office/drawing/2014/main" id="{3B4C77F8-5C87-2C4E-8463-4FF6DFF5AEED}"/>
              </a:ext>
            </a:extLst>
          </p:cNvPr>
          <p:cNvSpPr>
            <a:spLocks noChangeShapeType="1"/>
          </p:cNvSpPr>
          <p:nvPr/>
        </p:nvSpPr>
        <p:spPr bwMode="auto">
          <a:xfrm>
            <a:off x="2884994" y="2223026"/>
            <a:ext cx="722710"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80" name="Rectangle 204">
            <a:extLst>
              <a:ext uri="{FF2B5EF4-FFF2-40B4-BE49-F238E27FC236}">
                <a16:creationId xmlns:a16="http://schemas.microsoft.com/office/drawing/2014/main" id="{2106CA90-796D-B840-B630-ADBA5A5E1166}"/>
              </a:ext>
            </a:extLst>
          </p:cNvPr>
          <p:cNvSpPr>
            <a:spLocks noChangeArrowheads="1"/>
          </p:cNvSpPr>
          <p:nvPr/>
        </p:nvSpPr>
        <p:spPr bwMode="auto">
          <a:xfrm>
            <a:off x="3148122" y="3207674"/>
            <a:ext cx="210264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6781" name="Rectangle 205">
            <a:extLst>
              <a:ext uri="{FF2B5EF4-FFF2-40B4-BE49-F238E27FC236}">
                <a16:creationId xmlns:a16="http://schemas.microsoft.com/office/drawing/2014/main" id="{F8AB7B29-62A0-FA40-92EE-FD7A0406EEEC}"/>
              </a:ext>
            </a:extLst>
          </p:cNvPr>
          <p:cNvSpPr>
            <a:spLocks noChangeArrowheads="1"/>
          </p:cNvSpPr>
          <p:nvPr/>
        </p:nvSpPr>
        <p:spPr bwMode="auto">
          <a:xfrm>
            <a:off x="5711537" y="3207674"/>
            <a:ext cx="151090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6782" name="Text Box 206">
            <a:extLst>
              <a:ext uri="{FF2B5EF4-FFF2-40B4-BE49-F238E27FC236}">
                <a16:creationId xmlns:a16="http://schemas.microsoft.com/office/drawing/2014/main" id="{AC3D6A81-CB81-FB45-ACC8-9A5116BA4781}"/>
              </a:ext>
            </a:extLst>
          </p:cNvPr>
          <p:cNvSpPr txBox="1">
            <a:spLocks noChangeArrowheads="1"/>
          </p:cNvSpPr>
          <p:nvPr/>
        </p:nvSpPr>
        <p:spPr bwMode="auto">
          <a:xfrm>
            <a:off x="1086896" y="2078960"/>
            <a:ext cx="1579278"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的初始值</a:t>
            </a:r>
          </a:p>
        </p:txBody>
      </p:sp>
      <p:sp>
        <p:nvSpPr>
          <p:cNvPr id="536783" name="Text Box 207">
            <a:extLst>
              <a:ext uri="{FF2B5EF4-FFF2-40B4-BE49-F238E27FC236}">
                <a16:creationId xmlns:a16="http://schemas.microsoft.com/office/drawing/2014/main" id="{0011ED8F-AC4D-4846-AF0E-82C770F76831}"/>
              </a:ext>
            </a:extLst>
          </p:cNvPr>
          <p:cNvSpPr txBox="1">
            <a:spLocks noChangeArrowheads="1"/>
          </p:cNvSpPr>
          <p:nvPr/>
        </p:nvSpPr>
        <p:spPr bwMode="auto">
          <a:xfrm>
            <a:off x="1686035" y="2998123"/>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6784" name="Line 208">
            <a:extLst>
              <a:ext uri="{FF2B5EF4-FFF2-40B4-BE49-F238E27FC236}">
                <a16:creationId xmlns:a16="http://schemas.microsoft.com/office/drawing/2014/main" id="{F46908A1-8E87-BC4D-AB8E-8006FC4E4BDD}"/>
              </a:ext>
            </a:extLst>
          </p:cNvPr>
          <p:cNvSpPr>
            <a:spLocks noChangeShapeType="1"/>
          </p:cNvSpPr>
          <p:nvPr/>
        </p:nvSpPr>
        <p:spPr bwMode="auto">
          <a:xfrm>
            <a:off x="2326590" y="3163620"/>
            <a:ext cx="460772" cy="11668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6785" name="Text Box 209">
            <a:extLst>
              <a:ext uri="{FF2B5EF4-FFF2-40B4-BE49-F238E27FC236}">
                <a16:creationId xmlns:a16="http://schemas.microsoft.com/office/drawing/2014/main" id="{98955271-5049-1146-9034-5CCBB9E4C2D7}"/>
              </a:ext>
            </a:extLst>
          </p:cNvPr>
          <p:cNvSpPr txBox="1">
            <a:spLocks noChangeArrowheads="1"/>
          </p:cNvSpPr>
          <p:nvPr/>
        </p:nvSpPr>
        <p:spPr bwMode="auto">
          <a:xfrm>
            <a:off x="2904043" y="3667254"/>
            <a:ext cx="739379"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6786" name="Text Box 210">
            <a:extLst>
              <a:ext uri="{FF2B5EF4-FFF2-40B4-BE49-F238E27FC236}">
                <a16:creationId xmlns:a16="http://schemas.microsoft.com/office/drawing/2014/main" id="{5CA3FACC-A287-8D4B-A953-BF94A0C1FE7B}"/>
              </a:ext>
            </a:extLst>
          </p:cNvPr>
          <p:cNvSpPr txBox="1">
            <a:spLocks noChangeArrowheads="1"/>
          </p:cNvSpPr>
          <p:nvPr/>
        </p:nvSpPr>
        <p:spPr bwMode="auto">
          <a:xfrm>
            <a:off x="5450791" y="3685113"/>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6787" name="Text Box 211">
            <a:extLst>
              <a:ext uri="{FF2B5EF4-FFF2-40B4-BE49-F238E27FC236}">
                <a16:creationId xmlns:a16="http://schemas.microsoft.com/office/drawing/2014/main" id="{DF086989-C219-054A-99AF-DBCCCF546BFD}"/>
              </a:ext>
            </a:extLst>
          </p:cNvPr>
          <p:cNvSpPr txBox="1">
            <a:spLocks noChangeArrowheads="1"/>
          </p:cNvSpPr>
          <p:nvPr/>
        </p:nvSpPr>
        <p:spPr bwMode="auto">
          <a:xfrm>
            <a:off x="3737756" y="1203851"/>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6788" name="Text Box 212">
            <a:extLst>
              <a:ext uri="{FF2B5EF4-FFF2-40B4-BE49-F238E27FC236}">
                <a16:creationId xmlns:a16="http://schemas.microsoft.com/office/drawing/2014/main" id="{DF02DFEF-6A7E-5C4C-B837-E3EA1635E066}"/>
              </a:ext>
            </a:extLst>
          </p:cNvPr>
          <p:cNvSpPr txBox="1">
            <a:spLocks noChangeArrowheads="1"/>
          </p:cNvSpPr>
          <p:nvPr/>
        </p:nvSpPr>
        <p:spPr bwMode="auto">
          <a:xfrm>
            <a:off x="6109481" y="1508651"/>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6789" name="Line 213">
            <a:extLst>
              <a:ext uri="{FF2B5EF4-FFF2-40B4-BE49-F238E27FC236}">
                <a16:creationId xmlns:a16="http://schemas.microsoft.com/office/drawing/2014/main" id="{301B9BBA-D8EC-3841-BDD1-7322E423CB2F}"/>
              </a:ext>
            </a:extLst>
          </p:cNvPr>
          <p:cNvSpPr>
            <a:spLocks noChangeShapeType="1"/>
          </p:cNvSpPr>
          <p:nvPr/>
        </p:nvSpPr>
        <p:spPr bwMode="auto">
          <a:xfrm rot="10800000">
            <a:off x="2884994" y="2512348"/>
            <a:ext cx="3483769"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90" name="Line 214">
            <a:extLst>
              <a:ext uri="{FF2B5EF4-FFF2-40B4-BE49-F238E27FC236}">
                <a16:creationId xmlns:a16="http://schemas.microsoft.com/office/drawing/2014/main" id="{C470C3B4-0693-A543-8DAE-10B716EDA7BF}"/>
              </a:ext>
            </a:extLst>
          </p:cNvPr>
          <p:cNvSpPr>
            <a:spLocks noChangeShapeType="1"/>
          </p:cNvSpPr>
          <p:nvPr/>
        </p:nvSpPr>
        <p:spPr bwMode="auto">
          <a:xfrm flipV="1">
            <a:off x="2884994" y="1642001"/>
            <a:ext cx="3145631" cy="1191"/>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6791" name="Freeform 215">
            <a:extLst>
              <a:ext uri="{FF2B5EF4-FFF2-40B4-BE49-F238E27FC236}">
                <a16:creationId xmlns:a16="http://schemas.microsoft.com/office/drawing/2014/main" id="{7B79B853-D2B8-7845-A62A-5E9D14A99E75}"/>
              </a:ext>
            </a:extLst>
          </p:cNvPr>
          <p:cNvSpPr>
            <a:spLocks/>
          </p:cNvSpPr>
          <p:nvPr/>
        </p:nvSpPr>
        <p:spPr bwMode="auto">
          <a:xfrm>
            <a:off x="2754024" y="1643192"/>
            <a:ext cx="4329113" cy="1653778"/>
          </a:xfrm>
          <a:custGeom>
            <a:avLst/>
            <a:gdLst>
              <a:gd name="T0" fmla="*/ 5772150 w 3162"/>
              <a:gd name="T1" fmla="*/ 704968 h 1370"/>
              <a:gd name="T2" fmla="*/ 4556384 w 3162"/>
              <a:gd name="T3" fmla="*/ 1158852 h 1370"/>
              <a:gd name="T4" fmla="*/ 4293516 w 3162"/>
              <a:gd name="T5" fmla="*/ 1535478 h 1370"/>
              <a:gd name="T6" fmla="*/ 4025171 w 3162"/>
              <a:gd name="T7" fmla="*/ 1931419 h 1370"/>
              <a:gd name="T8" fmla="*/ 3762303 w 3162"/>
              <a:gd name="T9" fmla="*/ 2124561 h 1370"/>
              <a:gd name="T10" fmla="*/ 3499434 w 3162"/>
              <a:gd name="T11" fmla="*/ 2201818 h 1370"/>
              <a:gd name="T12" fmla="*/ 3406335 w 3162"/>
              <a:gd name="T13" fmla="*/ 1506507 h 1370"/>
              <a:gd name="T14" fmla="*/ 3236566 w 3162"/>
              <a:gd name="T15" fmla="*/ 0 h 1370"/>
              <a:gd name="T16" fmla="*/ 1128143 w 3162"/>
              <a:gd name="T17" fmla="*/ 783834 h 1370"/>
              <a:gd name="T18" fmla="*/ 876228 w 3162"/>
              <a:gd name="T19" fmla="*/ 1546745 h 1370"/>
              <a:gd name="T20" fmla="*/ 604232 w 3162"/>
              <a:gd name="T21" fmla="*/ 1933029 h 1370"/>
              <a:gd name="T22" fmla="*/ 341364 w 3162"/>
              <a:gd name="T23" fmla="*/ 2126171 h 1370"/>
              <a:gd name="T24" fmla="*/ 100401 w 3162"/>
              <a:gd name="T25" fmla="*/ 2203427 h 13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162" h="1370">
                <a:moveTo>
                  <a:pt x="3162" y="438"/>
                </a:moveTo>
                <a:lnTo>
                  <a:pt x="2496" y="720"/>
                </a:lnTo>
                <a:lnTo>
                  <a:pt x="2352" y="954"/>
                </a:lnTo>
                <a:lnTo>
                  <a:pt x="2205" y="1200"/>
                </a:lnTo>
                <a:lnTo>
                  <a:pt x="2061" y="1320"/>
                </a:lnTo>
                <a:lnTo>
                  <a:pt x="1917" y="1368"/>
                </a:lnTo>
                <a:lnTo>
                  <a:pt x="1866" y="936"/>
                </a:lnTo>
                <a:lnTo>
                  <a:pt x="1773" y="0"/>
                </a:ln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p:spPr>
        <p:txBody>
          <a:bodyPr wrap="none" anchor="ctr"/>
          <a:lstStyle/>
          <a:p>
            <a:pPr>
              <a:defRPr/>
            </a:pPr>
            <a:endParaRPr lang="zh-CN" altLang="en-US"/>
          </a:p>
        </p:txBody>
      </p:sp>
      <p:sp>
        <p:nvSpPr>
          <p:cNvPr id="2" name="幻灯片编号占位符 1">
            <a:extLst>
              <a:ext uri="{FF2B5EF4-FFF2-40B4-BE49-F238E27FC236}">
                <a16:creationId xmlns:a16="http://schemas.microsoft.com/office/drawing/2014/main" id="{7C8AAA25-5422-174E-A27B-BEE48F7C287D}"/>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E4665CC7-F26E-F347-97B4-3E3B80A7EC55}" type="slidenum">
              <a:rPr lang="en-US" altLang="zh-CN" sz="1050"/>
              <a:pPr>
                <a:defRPr/>
              </a:pPr>
              <a:t>101</a:t>
            </a:fld>
            <a:endParaRPr lang="en-US" altLang="zh-CN" sz="1050"/>
          </a:p>
        </p:txBody>
      </p:sp>
      <p:sp>
        <p:nvSpPr>
          <p:cNvPr id="536578" name="Rectangle 2">
            <a:extLst>
              <a:ext uri="{FF2B5EF4-FFF2-40B4-BE49-F238E27FC236}">
                <a16:creationId xmlns:a16="http://schemas.microsoft.com/office/drawing/2014/main" id="{709BDC59-F0C0-CC4F-A084-E6F251153D38}"/>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慢开始和拥塞避免算法的实现举例 </a:t>
            </a:r>
          </a:p>
        </p:txBody>
      </p:sp>
      <p:sp>
        <p:nvSpPr>
          <p:cNvPr id="536580" name="Text Box 4">
            <a:extLst>
              <a:ext uri="{FF2B5EF4-FFF2-40B4-BE49-F238E27FC236}">
                <a16:creationId xmlns:a16="http://schemas.microsoft.com/office/drawing/2014/main" id="{2FEB51D3-8C0A-8748-A728-38A45913EF7F}"/>
              </a:ext>
            </a:extLst>
          </p:cNvPr>
          <p:cNvSpPr txBox="1">
            <a:spLocks noChangeArrowheads="1"/>
          </p:cNvSpPr>
          <p:nvPr/>
        </p:nvSpPr>
        <p:spPr bwMode="auto">
          <a:xfrm>
            <a:off x="185547" y="4234736"/>
            <a:ext cx="8804952" cy="415498"/>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假定拥塞窗口的数值增长到 </a:t>
            </a:r>
            <a:r>
              <a:rPr lang="en-US" altLang="zh-CN" sz="2100" dirty="0">
                <a:solidFill>
                  <a:srgbClr val="333399"/>
                </a:solidFill>
                <a:latin typeface="Arial" panose="020B0604020202020204" pitchFamily="34" charset="0"/>
              </a:rPr>
              <a:t>24 </a:t>
            </a:r>
            <a:r>
              <a:rPr lang="zh-CN" altLang="en-US" sz="2100" dirty="0">
                <a:solidFill>
                  <a:srgbClr val="333399"/>
                </a:solidFill>
                <a:latin typeface="Arial" panose="020B0604020202020204" pitchFamily="34" charset="0"/>
              </a:rPr>
              <a:t>时，网络出现超时，表明网络拥塞了。 </a:t>
            </a:r>
          </a:p>
        </p:txBody>
      </p:sp>
      <p:sp>
        <p:nvSpPr>
          <p:cNvPr id="536692" name="Line 116">
            <a:extLst>
              <a:ext uri="{FF2B5EF4-FFF2-40B4-BE49-F238E27FC236}">
                <a16:creationId xmlns:a16="http://schemas.microsoft.com/office/drawing/2014/main" id="{BE825A87-5593-AF48-9A4B-4D30314CEA8C}"/>
              </a:ext>
            </a:extLst>
          </p:cNvPr>
          <p:cNvSpPr>
            <a:spLocks noChangeShapeType="1"/>
          </p:cNvSpPr>
          <p:nvPr/>
        </p:nvSpPr>
        <p:spPr bwMode="auto">
          <a:xfrm>
            <a:off x="4638784" y="1262192"/>
            <a:ext cx="485775" cy="323850"/>
          </a:xfrm>
          <a:prstGeom prst="line">
            <a:avLst/>
          </a:prstGeom>
          <a:noFill/>
          <a:ln w="76200">
            <a:solidFill>
              <a:schemeClr val="hlink"/>
            </a:solidFill>
            <a:round/>
            <a:headEnd/>
            <a:tailEnd type="triangle" w="med" len="med"/>
          </a:ln>
          <a:effectLst/>
        </p:spPr>
        <p:txBody>
          <a:bodyPr/>
          <a:lstStyle/>
          <a:p>
            <a:pPr eaLnBrk="1" hangingPunct="1">
              <a:defRPr/>
            </a:pPr>
            <a:endParaRPr lang="zh-CN" altLang="en-US">
              <a:latin typeface="Tahoma" charset="0"/>
              <a:ea typeface="宋体" charset="-122"/>
              <a:cs typeface="+mn-cs"/>
            </a:endParaRPr>
          </a:p>
        </p:txBody>
      </p:sp>
      <p:sp>
        <p:nvSpPr>
          <p:cNvPr id="536771" name="Text Box 195">
            <a:extLst>
              <a:ext uri="{FF2B5EF4-FFF2-40B4-BE49-F238E27FC236}">
                <a16:creationId xmlns:a16="http://schemas.microsoft.com/office/drawing/2014/main" id="{CA6A8125-2DDC-794D-9840-06DFC77F8FCC}"/>
              </a:ext>
            </a:extLst>
          </p:cNvPr>
          <p:cNvSpPr txBox="1">
            <a:spLocks noChangeArrowheads="1"/>
          </p:cNvSpPr>
          <p:nvPr/>
        </p:nvSpPr>
        <p:spPr bwMode="auto">
          <a:xfrm>
            <a:off x="7122429" y="3092182"/>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传输轮次</a:t>
            </a:r>
          </a:p>
        </p:txBody>
      </p:sp>
    </p:spTree>
    <p:extLst>
      <p:ext uri="{BB962C8B-B14F-4D97-AF65-F5344CB8AC3E}">
        <p14:creationId xmlns:p14="http://schemas.microsoft.com/office/powerpoint/2010/main" val="21189218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536692"/>
                                        </p:tgtEl>
                                        <p:attrNameLst>
                                          <p:attrName>style.visibility</p:attrName>
                                        </p:attrNameLst>
                                      </p:cBhvr>
                                      <p:to>
                                        <p:strVal val="visible"/>
                                      </p:to>
                                    </p:set>
                                    <p:animEffect transition="in" filter="wipe(left)">
                                      <p:cBhvr>
                                        <p:cTn id="7" dur="1000"/>
                                        <p:tgtEl>
                                          <p:spTgt spid="5366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719" name="Line 119">
            <a:extLst>
              <a:ext uri="{FF2B5EF4-FFF2-40B4-BE49-F238E27FC236}">
                <a16:creationId xmlns:a16="http://schemas.microsoft.com/office/drawing/2014/main" id="{0A5D0FDA-5B8A-EA44-A152-BFA3A5BB37DB}"/>
              </a:ext>
            </a:extLst>
          </p:cNvPr>
          <p:cNvSpPr>
            <a:spLocks noChangeShapeType="1"/>
          </p:cNvSpPr>
          <p:nvPr/>
        </p:nvSpPr>
        <p:spPr bwMode="auto">
          <a:xfrm>
            <a:off x="2791799" y="1363585"/>
            <a:ext cx="0" cy="2027635"/>
          </a:xfrm>
          <a:prstGeom prst="line">
            <a:avLst/>
          </a:prstGeom>
          <a:noFill/>
          <a:ln w="9525">
            <a:solidFill>
              <a:schemeClr val="folHlink"/>
            </a:solidFill>
            <a:round/>
            <a:headEnd type="triangle" w="sm" len="lg"/>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20" name="Text Box 120">
            <a:extLst>
              <a:ext uri="{FF2B5EF4-FFF2-40B4-BE49-F238E27FC236}">
                <a16:creationId xmlns:a16="http://schemas.microsoft.com/office/drawing/2014/main" id="{058645E3-7590-8E4C-B745-BB2A98F05D12}"/>
              </a:ext>
            </a:extLst>
          </p:cNvPr>
          <p:cNvSpPr txBox="1">
            <a:spLocks noChangeArrowheads="1"/>
          </p:cNvSpPr>
          <p:nvPr/>
        </p:nvSpPr>
        <p:spPr bwMode="auto">
          <a:xfrm>
            <a:off x="6964940" y="340788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22</a:t>
            </a:r>
          </a:p>
        </p:txBody>
      </p:sp>
      <p:sp>
        <p:nvSpPr>
          <p:cNvPr id="537721" name="Text Box 121">
            <a:extLst>
              <a:ext uri="{FF2B5EF4-FFF2-40B4-BE49-F238E27FC236}">
                <a16:creationId xmlns:a16="http://schemas.microsoft.com/office/drawing/2014/main" id="{A188B2F5-F535-4B4B-A9A6-041835FC8760}"/>
              </a:ext>
            </a:extLst>
          </p:cNvPr>
          <p:cNvSpPr txBox="1">
            <a:spLocks noChangeArrowheads="1"/>
          </p:cNvSpPr>
          <p:nvPr/>
        </p:nvSpPr>
        <p:spPr bwMode="auto">
          <a:xfrm>
            <a:off x="2463187" y="210415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7722" name="Line 122">
            <a:extLst>
              <a:ext uri="{FF2B5EF4-FFF2-40B4-BE49-F238E27FC236}">
                <a16:creationId xmlns:a16="http://schemas.microsoft.com/office/drawing/2014/main" id="{AC44D3B6-DDAE-EB42-BAF6-D6C2DB4C4663}"/>
              </a:ext>
            </a:extLst>
          </p:cNvPr>
          <p:cNvSpPr>
            <a:spLocks noChangeShapeType="1"/>
          </p:cNvSpPr>
          <p:nvPr/>
        </p:nvSpPr>
        <p:spPr bwMode="auto">
          <a:xfrm>
            <a:off x="5692162" y="1660051"/>
            <a:ext cx="0" cy="869156"/>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537723" name="Text Box 123">
            <a:extLst>
              <a:ext uri="{FF2B5EF4-FFF2-40B4-BE49-F238E27FC236}">
                <a16:creationId xmlns:a16="http://schemas.microsoft.com/office/drawing/2014/main" id="{F3DD43CC-8B84-3144-B312-E57EC0195CE3}"/>
              </a:ext>
            </a:extLst>
          </p:cNvPr>
          <p:cNvSpPr txBox="1">
            <a:spLocks noChangeArrowheads="1"/>
          </p:cNvSpPr>
          <p:nvPr/>
        </p:nvSpPr>
        <p:spPr bwMode="auto">
          <a:xfrm>
            <a:off x="5155189" y="1920797"/>
            <a:ext cx="1033463" cy="300082"/>
          </a:xfrm>
          <a:prstGeom prst="rect">
            <a:avLst/>
          </a:prstGeom>
          <a:solidFill>
            <a:schemeClr val="bg1"/>
          </a:solid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乘法减小”</a:t>
            </a:r>
          </a:p>
        </p:txBody>
      </p:sp>
      <p:sp>
        <p:nvSpPr>
          <p:cNvPr id="537724" name="Rectangle 124">
            <a:extLst>
              <a:ext uri="{FF2B5EF4-FFF2-40B4-BE49-F238E27FC236}">
                <a16:creationId xmlns:a16="http://schemas.microsoft.com/office/drawing/2014/main" id="{9D00FEE8-0172-6947-98D1-13242E05D0F4}"/>
              </a:ext>
            </a:extLst>
          </p:cNvPr>
          <p:cNvSpPr>
            <a:spLocks noChangeArrowheads="1"/>
          </p:cNvSpPr>
          <p:nvPr/>
        </p:nvSpPr>
        <p:spPr bwMode="auto">
          <a:xfrm>
            <a:off x="6136265" y="1450501"/>
            <a:ext cx="1169194" cy="113942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7725" name="Rectangle 125">
            <a:extLst>
              <a:ext uri="{FF2B5EF4-FFF2-40B4-BE49-F238E27FC236}">
                <a16:creationId xmlns:a16="http://schemas.microsoft.com/office/drawing/2014/main" id="{9C2C13D5-9066-714D-B9E9-E0EC7D2C2923}"/>
              </a:ext>
            </a:extLst>
          </p:cNvPr>
          <p:cNvSpPr>
            <a:spLocks noChangeArrowheads="1"/>
          </p:cNvSpPr>
          <p:nvPr/>
        </p:nvSpPr>
        <p:spPr bwMode="auto">
          <a:xfrm>
            <a:off x="3563325" y="1238569"/>
            <a:ext cx="1631156" cy="113823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7726" name="Rectangle 126">
            <a:extLst>
              <a:ext uri="{FF2B5EF4-FFF2-40B4-BE49-F238E27FC236}">
                <a16:creationId xmlns:a16="http://schemas.microsoft.com/office/drawing/2014/main" id="{FDD160D5-335B-3743-89D2-29075930CA6F}"/>
              </a:ext>
            </a:extLst>
          </p:cNvPr>
          <p:cNvSpPr>
            <a:spLocks noChangeArrowheads="1"/>
          </p:cNvSpPr>
          <p:nvPr/>
        </p:nvSpPr>
        <p:spPr bwMode="auto">
          <a:xfrm>
            <a:off x="5357596" y="3404316"/>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7727" name="Rectangle 127">
            <a:extLst>
              <a:ext uri="{FF2B5EF4-FFF2-40B4-BE49-F238E27FC236}">
                <a16:creationId xmlns:a16="http://schemas.microsoft.com/office/drawing/2014/main" id="{B7047DFD-F5DC-004B-9187-1B55A96C49D9}"/>
              </a:ext>
            </a:extLst>
          </p:cNvPr>
          <p:cNvSpPr>
            <a:spLocks noChangeArrowheads="1"/>
          </p:cNvSpPr>
          <p:nvPr/>
        </p:nvSpPr>
        <p:spPr bwMode="auto">
          <a:xfrm>
            <a:off x="2797752" y="3397173"/>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7728" name="Line 128">
            <a:extLst>
              <a:ext uri="{FF2B5EF4-FFF2-40B4-BE49-F238E27FC236}">
                <a16:creationId xmlns:a16="http://schemas.microsoft.com/office/drawing/2014/main" id="{90A7081F-F8F6-1E46-8406-7A0AE6062D11}"/>
              </a:ext>
            </a:extLst>
          </p:cNvPr>
          <p:cNvSpPr>
            <a:spLocks noChangeShapeType="1"/>
          </p:cNvSpPr>
          <p:nvPr/>
        </p:nvSpPr>
        <p:spPr bwMode="auto">
          <a:xfrm>
            <a:off x="2791799" y="3391219"/>
            <a:ext cx="4666059" cy="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7729" name="Line 129">
            <a:extLst>
              <a:ext uri="{FF2B5EF4-FFF2-40B4-BE49-F238E27FC236}">
                <a16:creationId xmlns:a16="http://schemas.microsoft.com/office/drawing/2014/main" id="{6CFAF736-D8D3-0748-B34F-1D3F743810AC}"/>
              </a:ext>
            </a:extLst>
          </p:cNvPr>
          <p:cNvSpPr>
            <a:spLocks noChangeShapeType="1"/>
          </p:cNvSpPr>
          <p:nvPr/>
        </p:nvSpPr>
        <p:spPr bwMode="auto">
          <a:xfrm>
            <a:off x="2989443" y="3332878"/>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30" name="Line 130">
            <a:extLst>
              <a:ext uri="{FF2B5EF4-FFF2-40B4-BE49-F238E27FC236}">
                <a16:creationId xmlns:a16="http://schemas.microsoft.com/office/drawing/2014/main" id="{DEB1DD03-B9CB-9D42-BC69-2154186A0B4E}"/>
              </a:ext>
            </a:extLst>
          </p:cNvPr>
          <p:cNvSpPr>
            <a:spLocks noChangeShapeType="1"/>
          </p:cNvSpPr>
          <p:nvPr/>
        </p:nvSpPr>
        <p:spPr bwMode="auto">
          <a:xfrm>
            <a:off x="3185896"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31" name="Line 131">
            <a:extLst>
              <a:ext uri="{FF2B5EF4-FFF2-40B4-BE49-F238E27FC236}">
                <a16:creationId xmlns:a16="http://schemas.microsoft.com/office/drawing/2014/main" id="{2EEC01BA-423F-2346-9D44-533C3768AB5D}"/>
              </a:ext>
            </a:extLst>
          </p:cNvPr>
          <p:cNvSpPr>
            <a:spLocks noChangeShapeType="1"/>
          </p:cNvSpPr>
          <p:nvPr/>
        </p:nvSpPr>
        <p:spPr bwMode="auto">
          <a:xfrm>
            <a:off x="3383540"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32" name="Line 132">
            <a:extLst>
              <a:ext uri="{FF2B5EF4-FFF2-40B4-BE49-F238E27FC236}">
                <a16:creationId xmlns:a16="http://schemas.microsoft.com/office/drawing/2014/main" id="{142BF7F3-0E7E-5C4A-AB76-C5E86CBB6DDD}"/>
              </a:ext>
            </a:extLst>
          </p:cNvPr>
          <p:cNvSpPr>
            <a:spLocks noChangeShapeType="1"/>
          </p:cNvSpPr>
          <p:nvPr/>
        </p:nvSpPr>
        <p:spPr bwMode="auto">
          <a:xfrm>
            <a:off x="3579993"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33" name="Line 133">
            <a:extLst>
              <a:ext uri="{FF2B5EF4-FFF2-40B4-BE49-F238E27FC236}">
                <a16:creationId xmlns:a16="http://schemas.microsoft.com/office/drawing/2014/main" id="{A32EC30B-2F7F-2044-8D26-B235D2ECCD0D}"/>
              </a:ext>
            </a:extLst>
          </p:cNvPr>
          <p:cNvSpPr>
            <a:spLocks noChangeShapeType="1"/>
          </p:cNvSpPr>
          <p:nvPr/>
        </p:nvSpPr>
        <p:spPr bwMode="auto">
          <a:xfrm>
            <a:off x="3777637"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34" name="Line 134">
            <a:extLst>
              <a:ext uri="{FF2B5EF4-FFF2-40B4-BE49-F238E27FC236}">
                <a16:creationId xmlns:a16="http://schemas.microsoft.com/office/drawing/2014/main" id="{8E756E33-FC14-854A-BC14-C109015F8141}"/>
              </a:ext>
            </a:extLst>
          </p:cNvPr>
          <p:cNvSpPr>
            <a:spLocks noChangeShapeType="1"/>
          </p:cNvSpPr>
          <p:nvPr/>
        </p:nvSpPr>
        <p:spPr bwMode="auto">
          <a:xfrm>
            <a:off x="3975281"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35" name="Line 135">
            <a:extLst>
              <a:ext uri="{FF2B5EF4-FFF2-40B4-BE49-F238E27FC236}">
                <a16:creationId xmlns:a16="http://schemas.microsoft.com/office/drawing/2014/main" id="{EE5F16D5-EF68-6349-BDFB-9E4F856E40D4}"/>
              </a:ext>
            </a:extLst>
          </p:cNvPr>
          <p:cNvSpPr>
            <a:spLocks noChangeShapeType="1"/>
          </p:cNvSpPr>
          <p:nvPr/>
        </p:nvSpPr>
        <p:spPr bwMode="auto">
          <a:xfrm>
            <a:off x="4171733"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36" name="Line 136">
            <a:extLst>
              <a:ext uri="{FF2B5EF4-FFF2-40B4-BE49-F238E27FC236}">
                <a16:creationId xmlns:a16="http://schemas.microsoft.com/office/drawing/2014/main" id="{D7928CE8-38A3-384F-BF95-DD6E066C52F6}"/>
              </a:ext>
            </a:extLst>
          </p:cNvPr>
          <p:cNvSpPr>
            <a:spLocks noChangeShapeType="1"/>
          </p:cNvSpPr>
          <p:nvPr/>
        </p:nvSpPr>
        <p:spPr bwMode="auto">
          <a:xfrm>
            <a:off x="4369377"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37" name="Line 137">
            <a:extLst>
              <a:ext uri="{FF2B5EF4-FFF2-40B4-BE49-F238E27FC236}">
                <a16:creationId xmlns:a16="http://schemas.microsoft.com/office/drawing/2014/main" id="{ECCFE9F9-9E73-8846-8F68-2DB0654C4EDE}"/>
              </a:ext>
            </a:extLst>
          </p:cNvPr>
          <p:cNvSpPr>
            <a:spLocks noChangeShapeType="1"/>
          </p:cNvSpPr>
          <p:nvPr/>
        </p:nvSpPr>
        <p:spPr bwMode="auto">
          <a:xfrm>
            <a:off x="4565831"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38" name="Line 138">
            <a:extLst>
              <a:ext uri="{FF2B5EF4-FFF2-40B4-BE49-F238E27FC236}">
                <a16:creationId xmlns:a16="http://schemas.microsoft.com/office/drawing/2014/main" id="{2F115D49-3001-0549-9197-CBC152EBE967}"/>
              </a:ext>
            </a:extLst>
          </p:cNvPr>
          <p:cNvSpPr>
            <a:spLocks noChangeShapeType="1"/>
          </p:cNvSpPr>
          <p:nvPr/>
        </p:nvSpPr>
        <p:spPr bwMode="auto">
          <a:xfrm>
            <a:off x="4763474"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39" name="Line 139">
            <a:extLst>
              <a:ext uri="{FF2B5EF4-FFF2-40B4-BE49-F238E27FC236}">
                <a16:creationId xmlns:a16="http://schemas.microsoft.com/office/drawing/2014/main" id="{438E0E57-ABDD-254D-95E3-E13B17191E1F}"/>
              </a:ext>
            </a:extLst>
          </p:cNvPr>
          <p:cNvSpPr>
            <a:spLocks noChangeShapeType="1"/>
          </p:cNvSpPr>
          <p:nvPr/>
        </p:nvSpPr>
        <p:spPr bwMode="auto">
          <a:xfrm>
            <a:off x="4961118"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40" name="Line 140">
            <a:extLst>
              <a:ext uri="{FF2B5EF4-FFF2-40B4-BE49-F238E27FC236}">
                <a16:creationId xmlns:a16="http://schemas.microsoft.com/office/drawing/2014/main" id="{DD00AD46-ECA2-0640-A1DE-CB62E968B3E9}"/>
              </a:ext>
            </a:extLst>
          </p:cNvPr>
          <p:cNvSpPr>
            <a:spLocks noChangeShapeType="1"/>
          </p:cNvSpPr>
          <p:nvPr/>
        </p:nvSpPr>
        <p:spPr bwMode="auto">
          <a:xfrm>
            <a:off x="5157571"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41" name="Line 141">
            <a:extLst>
              <a:ext uri="{FF2B5EF4-FFF2-40B4-BE49-F238E27FC236}">
                <a16:creationId xmlns:a16="http://schemas.microsoft.com/office/drawing/2014/main" id="{48874705-86BD-3342-BBC9-F329BDA054A4}"/>
              </a:ext>
            </a:extLst>
          </p:cNvPr>
          <p:cNvSpPr>
            <a:spLocks noChangeShapeType="1"/>
          </p:cNvSpPr>
          <p:nvPr/>
        </p:nvSpPr>
        <p:spPr bwMode="auto">
          <a:xfrm>
            <a:off x="5355215"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42" name="Line 142">
            <a:extLst>
              <a:ext uri="{FF2B5EF4-FFF2-40B4-BE49-F238E27FC236}">
                <a16:creationId xmlns:a16="http://schemas.microsoft.com/office/drawing/2014/main" id="{BA08466A-9766-9F4B-AF43-52BABEFD6ECD}"/>
              </a:ext>
            </a:extLst>
          </p:cNvPr>
          <p:cNvSpPr>
            <a:spLocks noChangeShapeType="1"/>
          </p:cNvSpPr>
          <p:nvPr/>
        </p:nvSpPr>
        <p:spPr bwMode="auto">
          <a:xfrm>
            <a:off x="5551668" y="3332878"/>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43" name="Line 143">
            <a:extLst>
              <a:ext uri="{FF2B5EF4-FFF2-40B4-BE49-F238E27FC236}">
                <a16:creationId xmlns:a16="http://schemas.microsoft.com/office/drawing/2014/main" id="{78163B68-CE9F-7E41-B4B5-6F5B6C833D3F}"/>
              </a:ext>
            </a:extLst>
          </p:cNvPr>
          <p:cNvSpPr>
            <a:spLocks noChangeShapeType="1"/>
          </p:cNvSpPr>
          <p:nvPr/>
        </p:nvSpPr>
        <p:spPr bwMode="auto">
          <a:xfrm>
            <a:off x="5749312"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44" name="Line 144">
            <a:extLst>
              <a:ext uri="{FF2B5EF4-FFF2-40B4-BE49-F238E27FC236}">
                <a16:creationId xmlns:a16="http://schemas.microsoft.com/office/drawing/2014/main" id="{B6C46D9D-84D7-FE41-B16C-6D0FED740FA7}"/>
              </a:ext>
            </a:extLst>
          </p:cNvPr>
          <p:cNvSpPr>
            <a:spLocks noChangeShapeType="1"/>
          </p:cNvSpPr>
          <p:nvPr/>
        </p:nvSpPr>
        <p:spPr bwMode="auto">
          <a:xfrm>
            <a:off x="5946956"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45" name="Line 145">
            <a:extLst>
              <a:ext uri="{FF2B5EF4-FFF2-40B4-BE49-F238E27FC236}">
                <a16:creationId xmlns:a16="http://schemas.microsoft.com/office/drawing/2014/main" id="{E3930891-FC47-D54C-976E-9A3A3C85B1F6}"/>
              </a:ext>
            </a:extLst>
          </p:cNvPr>
          <p:cNvSpPr>
            <a:spLocks noChangeShapeType="1"/>
          </p:cNvSpPr>
          <p:nvPr/>
        </p:nvSpPr>
        <p:spPr bwMode="auto">
          <a:xfrm>
            <a:off x="6143408"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46" name="Line 146">
            <a:extLst>
              <a:ext uri="{FF2B5EF4-FFF2-40B4-BE49-F238E27FC236}">
                <a16:creationId xmlns:a16="http://schemas.microsoft.com/office/drawing/2014/main" id="{A70F7C05-0F35-1B4C-9ACF-62D4805C8C04}"/>
              </a:ext>
            </a:extLst>
          </p:cNvPr>
          <p:cNvSpPr>
            <a:spLocks noChangeShapeType="1"/>
          </p:cNvSpPr>
          <p:nvPr/>
        </p:nvSpPr>
        <p:spPr bwMode="auto">
          <a:xfrm>
            <a:off x="6341052"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47" name="Line 147">
            <a:extLst>
              <a:ext uri="{FF2B5EF4-FFF2-40B4-BE49-F238E27FC236}">
                <a16:creationId xmlns:a16="http://schemas.microsoft.com/office/drawing/2014/main" id="{31B17F24-A646-5F48-B299-E16808057C07}"/>
              </a:ext>
            </a:extLst>
          </p:cNvPr>
          <p:cNvSpPr>
            <a:spLocks noChangeShapeType="1"/>
          </p:cNvSpPr>
          <p:nvPr/>
        </p:nvSpPr>
        <p:spPr bwMode="auto">
          <a:xfrm>
            <a:off x="6537506"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48" name="Line 148">
            <a:extLst>
              <a:ext uri="{FF2B5EF4-FFF2-40B4-BE49-F238E27FC236}">
                <a16:creationId xmlns:a16="http://schemas.microsoft.com/office/drawing/2014/main" id="{3A5678E2-4DDE-4341-A99D-AE436745C800}"/>
              </a:ext>
            </a:extLst>
          </p:cNvPr>
          <p:cNvSpPr>
            <a:spLocks noChangeShapeType="1"/>
          </p:cNvSpPr>
          <p:nvPr/>
        </p:nvSpPr>
        <p:spPr bwMode="auto">
          <a:xfrm>
            <a:off x="6735149"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49" name="Line 149">
            <a:extLst>
              <a:ext uri="{FF2B5EF4-FFF2-40B4-BE49-F238E27FC236}">
                <a16:creationId xmlns:a16="http://schemas.microsoft.com/office/drawing/2014/main" id="{FF966270-D626-7548-8799-6D87ABF8F9A5}"/>
              </a:ext>
            </a:extLst>
          </p:cNvPr>
          <p:cNvSpPr>
            <a:spLocks noChangeShapeType="1"/>
          </p:cNvSpPr>
          <p:nvPr/>
        </p:nvSpPr>
        <p:spPr bwMode="auto">
          <a:xfrm>
            <a:off x="6932793"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50" name="Line 150">
            <a:extLst>
              <a:ext uri="{FF2B5EF4-FFF2-40B4-BE49-F238E27FC236}">
                <a16:creationId xmlns:a16="http://schemas.microsoft.com/office/drawing/2014/main" id="{A4D44338-F34B-D742-A36C-9401FC00AE04}"/>
              </a:ext>
            </a:extLst>
          </p:cNvPr>
          <p:cNvSpPr>
            <a:spLocks noChangeShapeType="1"/>
          </p:cNvSpPr>
          <p:nvPr/>
        </p:nvSpPr>
        <p:spPr bwMode="auto">
          <a:xfrm>
            <a:off x="7129246" y="3275728"/>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51" name="Line 151">
            <a:extLst>
              <a:ext uri="{FF2B5EF4-FFF2-40B4-BE49-F238E27FC236}">
                <a16:creationId xmlns:a16="http://schemas.microsoft.com/office/drawing/2014/main" id="{D1CD14A7-61B5-6544-9D1D-46B217FA0588}"/>
              </a:ext>
            </a:extLst>
          </p:cNvPr>
          <p:cNvSpPr>
            <a:spLocks noChangeShapeType="1"/>
          </p:cNvSpPr>
          <p:nvPr/>
        </p:nvSpPr>
        <p:spPr bwMode="auto">
          <a:xfrm>
            <a:off x="2791800" y="3101897"/>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52" name="Line 152">
            <a:extLst>
              <a:ext uri="{FF2B5EF4-FFF2-40B4-BE49-F238E27FC236}">
                <a16:creationId xmlns:a16="http://schemas.microsoft.com/office/drawing/2014/main" id="{E244A6EC-F9A8-FB44-889A-537214CA086A}"/>
              </a:ext>
            </a:extLst>
          </p:cNvPr>
          <p:cNvSpPr>
            <a:spLocks noChangeShapeType="1"/>
          </p:cNvSpPr>
          <p:nvPr/>
        </p:nvSpPr>
        <p:spPr bwMode="auto">
          <a:xfrm>
            <a:off x="2791800" y="2811385"/>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53" name="Line 153">
            <a:extLst>
              <a:ext uri="{FF2B5EF4-FFF2-40B4-BE49-F238E27FC236}">
                <a16:creationId xmlns:a16="http://schemas.microsoft.com/office/drawing/2014/main" id="{A1224CA2-6BA3-F844-8AF0-D1DA688BCF51}"/>
              </a:ext>
            </a:extLst>
          </p:cNvPr>
          <p:cNvSpPr>
            <a:spLocks noChangeShapeType="1"/>
          </p:cNvSpPr>
          <p:nvPr/>
        </p:nvSpPr>
        <p:spPr bwMode="auto">
          <a:xfrm>
            <a:off x="2791800" y="2522063"/>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54" name="Line 154">
            <a:extLst>
              <a:ext uri="{FF2B5EF4-FFF2-40B4-BE49-F238E27FC236}">
                <a16:creationId xmlns:a16="http://schemas.microsoft.com/office/drawing/2014/main" id="{50BACF54-8E8D-EA40-9B67-BBF5B77022A2}"/>
              </a:ext>
            </a:extLst>
          </p:cNvPr>
          <p:cNvSpPr>
            <a:spLocks noChangeShapeType="1"/>
          </p:cNvSpPr>
          <p:nvPr/>
        </p:nvSpPr>
        <p:spPr bwMode="auto">
          <a:xfrm>
            <a:off x="2791800" y="2232741"/>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55" name="Line 155">
            <a:extLst>
              <a:ext uri="{FF2B5EF4-FFF2-40B4-BE49-F238E27FC236}">
                <a16:creationId xmlns:a16="http://schemas.microsoft.com/office/drawing/2014/main" id="{C5BF22B4-EB77-0945-B0FC-717080054E73}"/>
              </a:ext>
            </a:extLst>
          </p:cNvPr>
          <p:cNvSpPr>
            <a:spLocks noChangeShapeType="1"/>
          </p:cNvSpPr>
          <p:nvPr/>
        </p:nvSpPr>
        <p:spPr bwMode="auto">
          <a:xfrm>
            <a:off x="2791800" y="1943419"/>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56" name="Line 156">
            <a:extLst>
              <a:ext uri="{FF2B5EF4-FFF2-40B4-BE49-F238E27FC236}">
                <a16:creationId xmlns:a16="http://schemas.microsoft.com/office/drawing/2014/main" id="{D4DDC349-686C-8C4B-BCA1-8A5EF143ACE9}"/>
              </a:ext>
            </a:extLst>
          </p:cNvPr>
          <p:cNvSpPr>
            <a:spLocks noChangeShapeType="1"/>
          </p:cNvSpPr>
          <p:nvPr/>
        </p:nvSpPr>
        <p:spPr bwMode="auto">
          <a:xfrm>
            <a:off x="2791800" y="1652907"/>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57" name="Text Box 157">
            <a:extLst>
              <a:ext uri="{FF2B5EF4-FFF2-40B4-BE49-F238E27FC236}">
                <a16:creationId xmlns:a16="http://schemas.microsoft.com/office/drawing/2014/main" id="{97E3AACE-AF24-B642-A736-9638F1010F41}"/>
              </a:ext>
            </a:extLst>
          </p:cNvPr>
          <p:cNvSpPr txBox="1">
            <a:spLocks noChangeArrowheads="1"/>
          </p:cNvSpPr>
          <p:nvPr/>
        </p:nvSpPr>
        <p:spPr bwMode="auto">
          <a:xfrm>
            <a:off x="3054927" y="3407889"/>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a:t>
            </a:r>
          </a:p>
        </p:txBody>
      </p:sp>
      <p:sp>
        <p:nvSpPr>
          <p:cNvPr id="537758" name="Text Box 158">
            <a:extLst>
              <a:ext uri="{FF2B5EF4-FFF2-40B4-BE49-F238E27FC236}">
                <a16:creationId xmlns:a16="http://schemas.microsoft.com/office/drawing/2014/main" id="{50C4861B-D27C-D44C-A316-80880597C4C7}"/>
              </a:ext>
            </a:extLst>
          </p:cNvPr>
          <p:cNvSpPr txBox="1">
            <a:spLocks noChangeArrowheads="1"/>
          </p:cNvSpPr>
          <p:nvPr/>
        </p:nvSpPr>
        <p:spPr bwMode="auto">
          <a:xfrm>
            <a:off x="3449024" y="3407889"/>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7759" name="Text Box 159">
            <a:extLst>
              <a:ext uri="{FF2B5EF4-FFF2-40B4-BE49-F238E27FC236}">
                <a16:creationId xmlns:a16="http://schemas.microsoft.com/office/drawing/2014/main" id="{8338CB02-D4FA-BE47-9EFA-681B1BB6DF16}"/>
              </a:ext>
            </a:extLst>
          </p:cNvPr>
          <p:cNvSpPr txBox="1">
            <a:spLocks noChangeArrowheads="1"/>
          </p:cNvSpPr>
          <p:nvPr/>
        </p:nvSpPr>
        <p:spPr bwMode="auto">
          <a:xfrm>
            <a:off x="3843121" y="3407889"/>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6</a:t>
            </a:r>
          </a:p>
        </p:txBody>
      </p:sp>
      <p:sp>
        <p:nvSpPr>
          <p:cNvPr id="537760" name="Text Box 160">
            <a:extLst>
              <a:ext uri="{FF2B5EF4-FFF2-40B4-BE49-F238E27FC236}">
                <a16:creationId xmlns:a16="http://schemas.microsoft.com/office/drawing/2014/main" id="{9E66F4BA-27C6-FA41-8B6D-56DDC814FAA7}"/>
              </a:ext>
            </a:extLst>
          </p:cNvPr>
          <p:cNvSpPr txBox="1">
            <a:spLocks noChangeArrowheads="1"/>
          </p:cNvSpPr>
          <p:nvPr/>
        </p:nvSpPr>
        <p:spPr bwMode="auto">
          <a:xfrm>
            <a:off x="4249124" y="3407889"/>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7761" name="Text Box 161">
            <a:extLst>
              <a:ext uri="{FF2B5EF4-FFF2-40B4-BE49-F238E27FC236}">
                <a16:creationId xmlns:a16="http://schemas.microsoft.com/office/drawing/2014/main" id="{9D507CB3-1421-204B-93BE-75B7AB9863AA}"/>
              </a:ext>
            </a:extLst>
          </p:cNvPr>
          <p:cNvSpPr txBox="1">
            <a:spLocks noChangeArrowheads="1"/>
          </p:cNvSpPr>
          <p:nvPr/>
        </p:nvSpPr>
        <p:spPr bwMode="auto">
          <a:xfrm>
            <a:off x="4577737" y="340788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10</a:t>
            </a:r>
          </a:p>
        </p:txBody>
      </p:sp>
      <p:sp>
        <p:nvSpPr>
          <p:cNvPr id="537762" name="Text Box 162">
            <a:extLst>
              <a:ext uri="{FF2B5EF4-FFF2-40B4-BE49-F238E27FC236}">
                <a16:creationId xmlns:a16="http://schemas.microsoft.com/office/drawing/2014/main" id="{0A01E6FA-C2FE-A040-9BE5-E9AF65574FAC}"/>
              </a:ext>
            </a:extLst>
          </p:cNvPr>
          <p:cNvSpPr txBox="1">
            <a:spLocks noChangeArrowheads="1"/>
          </p:cNvSpPr>
          <p:nvPr/>
        </p:nvSpPr>
        <p:spPr bwMode="auto">
          <a:xfrm>
            <a:off x="5003981" y="340788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7763" name="Text Box 163">
            <a:extLst>
              <a:ext uri="{FF2B5EF4-FFF2-40B4-BE49-F238E27FC236}">
                <a16:creationId xmlns:a16="http://schemas.microsoft.com/office/drawing/2014/main" id="{1DF9470E-F97A-E04E-8893-0EFAEC8E76C9}"/>
              </a:ext>
            </a:extLst>
          </p:cNvPr>
          <p:cNvSpPr txBox="1">
            <a:spLocks noChangeArrowheads="1"/>
          </p:cNvSpPr>
          <p:nvPr/>
        </p:nvSpPr>
        <p:spPr bwMode="auto">
          <a:xfrm>
            <a:off x="5376646" y="340788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14</a:t>
            </a:r>
          </a:p>
        </p:txBody>
      </p:sp>
      <p:sp>
        <p:nvSpPr>
          <p:cNvPr id="537764" name="Text Box 164">
            <a:extLst>
              <a:ext uri="{FF2B5EF4-FFF2-40B4-BE49-F238E27FC236}">
                <a16:creationId xmlns:a16="http://schemas.microsoft.com/office/drawing/2014/main" id="{14B26CD5-1A1F-E74F-8228-F65EADA9C9F9}"/>
              </a:ext>
            </a:extLst>
          </p:cNvPr>
          <p:cNvSpPr txBox="1">
            <a:spLocks noChangeArrowheads="1"/>
          </p:cNvSpPr>
          <p:nvPr/>
        </p:nvSpPr>
        <p:spPr bwMode="auto">
          <a:xfrm>
            <a:off x="5770743" y="340788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7765" name="Text Box 165">
            <a:extLst>
              <a:ext uri="{FF2B5EF4-FFF2-40B4-BE49-F238E27FC236}">
                <a16:creationId xmlns:a16="http://schemas.microsoft.com/office/drawing/2014/main" id="{BBD04987-EA73-7243-B22A-35CA21958C7F}"/>
              </a:ext>
            </a:extLst>
          </p:cNvPr>
          <p:cNvSpPr txBox="1">
            <a:spLocks noChangeArrowheads="1"/>
          </p:cNvSpPr>
          <p:nvPr/>
        </p:nvSpPr>
        <p:spPr bwMode="auto">
          <a:xfrm>
            <a:off x="6187462" y="340788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18</a:t>
            </a:r>
          </a:p>
        </p:txBody>
      </p:sp>
      <p:sp>
        <p:nvSpPr>
          <p:cNvPr id="537766" name="Text Box 166">
            <a:extLst>
              <a:ext uri="{FF2B5EF4-FFF2-40B4-BE49-F238E27FC236}">
                <a16:creationId xmlns:a16="http://schemas.microsoft.com/office/drawing/2014/main" id="{A1C155B3-BE4D-5840-90FA-3BA47CDE4BB9}"/>
              </a:ext>
            </a:extLst>
          </p:cNvPr>
          <p:cNvSpPr txBox="1">
            <a:spLocks noChangeArrowheads="1"/>
          </p:cNvSpPr>
          <p:nvPr/>
        </p:nvSpPr>
        <p:spPr bwMode="auto">
          <a:xfrm>
            <a:off x="6581558" y="3407889"/>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7767" name="Text Box 167">
            <a:extLst>
              <a:ext uri="{FF2B5EF4-FFF2-40B4-BE49-F238E27FC236}">
                <a16:creationId xmlns:a16="http://schemas.microsoft.com/office/drawing/2014/main" id="{40124FC5-040C-7249-8D12-35B096C191FC}"/>
              </a:ext>
            </a:extLst>
          </p:cNvPr>
          <p:cNvSpPr txBox="1">
            <a:spLocks noChangeArrowheads="1"/>
          </p:cNvSpPr>
          <p:nvPr/>
        </p:nvSpPr>
        <p:spPr bwMode="auto">
          <a:xfrm>
            <a:off x="2692977" y="3407889"/>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7768" name="Text Box 168">
            <a:extLst>
              <a:ext uri="{FF2B5EF4-FFF2-40B4-BE49-F238E27FC236}">
                <a16:creationId xmlns:a16="http://schemas.microsoft.com/office/drawing/2014/main" id="{2CAE4FFE-33AD-A44F-8D66-622739A72A4B}"/>
              </a:ext>
            </a:extLst>
          </p:cNvPr>
          <p:cNvSpPr txBox="1">
            <a:spLocks noChangeArrowheads="1"/>
          </p:cNvSpPr>
          <p:nvPr/>
        </p:nvSpPr>
        <p:spPr bwMode="auto">
          <a:xfrm>
            <a:off x="2562008" y="3234057"/>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7769" name="Text Box 169">
            <a:extLst>
              <a:ext uri="{FF2B5EF4-FFF2-40B4-BE49-F238E27FC236}">
                <a16:creationId xmlns:a16="http://schemas.microsoft.com/office/drawing/2014/main" id="{19B7EE62-77E9-2A4A-B673-592C280B690C}"/>
              </a:ext>
            </a:extLst>
          </p:cNvPr>
          <p:cNvSpPr txBox="1">
            <a:spLocks noChangeArrowheads="1"/>
          </p:cNvSpPr>
          <p:nvPr/>
        </p:nvSpPr>
        <p:spPr bwMode="auto">
          <a:xfrm>
            <a:off x="2562008" y="2944735"/>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7770" name="Text Box 170">
            <a:extLst>
              <a:ext uri="{FF2B5EF4-FFF2-40B4-BE49-F238E27FC236}">
                <a16:creationId xmlns:a16="http://schemas.microsoft.com/office/drawing/2014/main" id="{1B2C1946-0E0A-9744-9427-75A4CDBF4FAF}"/>
              </a:ext>
            </a:extLst>
          </p:cNvPr>
          <p:cNvSpPr txBox="1">
            <a:spLocks noChangeArrowheads="1"/>
          </p:cNvSpPr>
          <p:nvPr/>
        </p:nvSpPr>
        <p:spPr bwMode="auto">
          <a:xfrm>
            <a:off x="2562008" y="2664939"/>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7771" name="Text Box 171">
            <a:extLst>
              <a:ext uri="{FF2B5EF4-FFF2-40B4-BE49-F238E27FC236}">
                <a16:creationId xmlns:a16="http://schemas.microsoft.com/office/drawing/2014/main" id="{9EBA6D71-A3B3-FA42-A6CF-A5B37FECA521}"/>
              </a:ext>
            </a:extLst>
          </p:cNvPr>
          <p:cNvSpPr txBox="1">
            <a:spLocks noChangeArrowheads="1"/>
          </p:cNvSpPr>
          <p:nvPr/>
        </p:nvSpPr>
        <p:spPr bwMode="auto">
          <a:xfrm>
            <a:off x="2463187" y="2385141"/>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7772" name="Text Box 172">
            <a:extLst>
              <a:ext uri="{FF2B5EF4-FFF2-40B4-BE49-F238E27FC236}">
                <a16:creationId xmlns:a16="http://schemas.microsoft.com/office/drawing/2014/main" id="{45EBFD8F-3A6D-FE40-BB0C-23B821435579}"/>
              </a:ext>
            </a:extLst>
          </p:cNvPr>
          <p:cNvSpPr txBox="1">
            <a:spLocks noChangeArrowheads="1"/>
          </p:cNvSpPr>
          <p:nvPr/>
        </p:nvSpPr>
        <p:spPr bwMode="auto">
          <a:xfrm>
            <a:off x="2463187" y="1814832"/>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7773" name="Text Box 173">
            <a:extLst>
              <a:ext uri="{FF2B5EF4-FFF2-40B4-BE49-F238E27FC236}">
                <a16:creationId xmlns:a16="http://schemas.microsoft.com/office/drawing/2014/main" id="{632FC995-FB4A-4E46-9F92-A6F0C1DA3EED}"/>
              </a:ext>
            </a:extLst>
          </p:cNvPr>
          <p:cNvSpPr txBox="1">
            <a:spLocks noChangeArrowheads="1"/>
          </p:cNvSpPr>
          <p:nvPr/>
        </p:nvSpPr>
        <p:spPr bwMode="auto">
          <a:xfrm>
            <a:off x="2463187" y="1525510"/>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24</a:t>
            </a:r>
          </a:p>
        </p:txBody>
      </p:sp>
      <p:sp>
        <p:nvSpPr>
          <p:cNvPr id="537774" name="Oval 174">
            <a:extLst>
              <a:ext uri="{FF2B5EF4-FFF2-40B4-BE49-F238E27FC236}">
                <a16:creationId xmlns:a16="http://schemas.microsoft.com/office/drawing/2014/main" id="{A7DD35C0-B44F-5C4F-A378-60EE56240C7E}"/>
              </a:ext>
            </a:extLst>
          </p:cNvPr>
          <p:cNvSpPr>
            <a:spLocks noChangeArrowheads="1"/>
          </p:cNvSpPr>
          <p:nvPr/>
        </p:nvSpPr>
        <p:spPr bwMode="auto">
          <a:xfrm>
            <a:off x="3341869" y="2782810"/>
            <a:ext cx="7739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75" name="Oval 175">
            <a:extLst>
              <a:ext uri="{FF2B5EF4-FFF2-40B4-BE49-F238E27FC236}">
                <a16:creationId xmlns:a16="http://schemas.microsoft.com/office/drawing/2014/main" id="{533E5572-A032-2641-BCCE-ED48D5F6762D}"/>
              </a:ext>
            </a:extLst>
          </p:cNvPr>
          <p:cNvSpPr>
            <a:spLocks noChangeArrowheads="1"/>
          </p:cNvSpPr>
          <p:nvPr/>
        </p:nvSpPr>
        <p:spPr bwMode="auto">
          <a:xfrm>
            <a:off x="3145415" y="3072132"/>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76" name="Oval 176">
            <a:extLst>
              <a:ext uri="{FF2B5EF4-FFF2-40B4-BE49-F238E27FC236}">
                <a16:creationId xmlns:a16="http://schemas.microsoft.com/office/drawing/2014/main" id="{92B1D1C2-7790-0549-8F3C-3E5932AF25C0}"/>
              </a:ext>
            </a:extLst>
          </p:cNvPr>
          <p:cNvSpPr>
            <a:spLocks noChangeArrowheads="1"/>
          </p:cNvSpPr>
          <p:nvPr/>
        </p:nvSpPr>
        <p:spPr bwMode="auto">
          <a:xfrm>
            <a:off x="2759652" y="3260251"/>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77" name="Oval 177">
            <a:extLst>
              <a:ext uri="{FF2B5EF4-FFF2-40B4-BE49-F238E27FC236}">
                <a16:creationId xmlns:a16="http://schemas.microsoft.com/office/drawing/2014/main" id="{033554A7-3B0A-3E41-BCD0-0383C4076621}"/>
              </a:ext>
            </a:extLst>
          </p:cNvPr>
          <p:cNvSpPr>
            <a:spLocks noChangeArrowheads="1"/>
          </p:cNvSpPr>
          <p:nvPr/>
        </p:nvSpPr>
        <p:spPr bwMode="auto">
          <a:xfrm>
            <a:off x="2939437" y="3210245"/>
            <a:ext cx="7739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78" name="Oval 178">
            <a:extLst>
              <a:ext uri="{FF2B5EF4-FFF2-40B4-BE49-F238E27FC236}">
                <a16:creationId xmlns:a16="http://schemas.microsoft.com/office/drawing/2014/main" id="{739C12BA-8F3D-8940-A5CB-FD78D7C5AF68}"/>
              </a:ext>
            </a:extLst>
          </p:cNvPr>
          <p:cNvSpPr>
            <a:spLocks noChangeArrowheads="1"/>
          </p:cNvSpPr>
          <p:nvPr/>
        </p:nvSpPr>
        <p:spPr bwMode="auto">
          <a:xfrm>
            <a:off x="3539512" y="2200595"/>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79" name="Oval 179">
            <a:extLst>
              <a:ext uri="{FF2B5EF4-FFF2-40B4-BE49-F238E27FC236}">
                <a16:creationId xmlns:a16="http://schemas.microsoft.com/office/drawing/2014/main" id="{C8C06740-85F6-1741-BC33-22375173ABF9}"/>
              </a:ext>
            </a:extLst>
          </p:cNvPr>
          <p:cNvSpPr>
            <a:spLocks noChangeArrowheads="1"/>
          </p:cNvSpPr>
          <p:nvPr/>
        </p:nvSpPr>
        <p:spPr bwMode="auto">
          <a:xfrm>
            <a:off x="3737156" y="2124394"/>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80" name="Oval 180">
            <a:extLst>
              <a:ext uri="{FF2B5EF4-FFF2-40B4-BE49-F238E27FC236}">
                <a16:creationId xmlns:a16="http://schemas.microsoft.com/office/drawing/2014/main" id="{6468DC33-7E4A-C041-B99D-C25E137601DC}"/>
              </a:ext>
            </a:extLst>
          </p:cNvPr>
          <p:cNvSpPr>
            <a:spLocks noChangeArrowheads="1"/>
          </p:cNvSpPr>
          <p:nvPr/>
        </p:nvSpPr>
        <p:spPr bwMode="auto">
          <a:xfrm>
            <a:off x="3933608" y="2055339"/>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81" name="Oval 181">
            <a:extLst>
              <a:ext uri="{FF2B5EF4-FFF2-40B4-BE49-F238E27FC236}">
                <a16:creationId xmlns:a16="http://schemas.microsoft.com/office/drawing/2014/main" id="{4A1942FE-B87A-8F4F-9838-12B42F12AF37}"/>
              </a:ext>
            </a:extLst>
          </p:cNvPr>
          <p:cNvSpPr>
            <a:spLocks noChangeArrowheads="1"/>
          </p:cNvSpPr>
          <p:nvPr/>
        </p:nvSpPr>
        <p:spPr bwMode="auto">
          <a:xfrm>
            <a:off x="4332468" y="1910082"/>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82" name="Oval 182">
            <a:extLst>
              <a:ext uri="{FF2B5EF4-FFF2-40B4-BE49-F238E27FC236}">
                <a16:creationId xmlns:a16="http://schemas.microsoft.com/office/drawing/2014/main" id="{E8776EB4-2850-F645-A217-1E4DD7756AC1}"/>
              </a:ext>
            </a:extLst>
          </p:cNvPr>
          <p:cNvSpPr>
            <a:spLocks noChangeArrowheads="1"/>
          </p:cNvSpPr>
          <p:nvPr/>
        </p:nvSpPr>
        <p:spPr bwMode="auto">
          <a:xfrm>
            <a:off x="4131252" y="1982710"/>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83" name="Oval 183">
            <a:extLst>
              <a:ext uri="{FF2B5EF4-FFF2-40B4-BE49-F238E27FC236}">
                <a16:creationId xmlns:a16="http://schemas.microsoft.com/office/drawing/2014/main" id="{EC06CD28-439A-574E-9276-DB8BE808582B}"/>
              </a:ext>
            </a:extLst>
          </p:cNvPr>
          <p:cNvSpPr>
            <a:spLocks noChangeArrowheads="1"/>
          </p:cNvSpPr>
          <p:nvPr/>
        </p:nvSpPr>
        <p:spPr bwMode="auto">
          <a:xfrm>
            <a:off x="4528921" y="1837453"/>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84" name="Oval 184">
            <a:extLst>
              <a:ext uri="{FF2B5EF4-FFF2-40B4-BE49-F238E27FC236}">
                <a16:creationId xmlns:a16="http://schemas.microsoft.com/office/drawing/2014/main" id="{C8596841-A5B8-944E-8C67-0AF50850D7E8}"/>
              </a:ext>
            </a:extLst>
          </p:cNvPr>
          <p:cNvSpPr>
            <a:spLocks noChangeArrowheads="1"/>
          </p:cNvSpPr>
          <p:nvPr/>
        </p:nvSpPr>
        <p:spPr bwMode="auto">
          <a:xfrm>
            <a:off x="4722993" y="1769588"/>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85" name="Oval 185">
            <a:extLst>
              <a:ext uri="{FF2B5EF4-FFF2-40B4-BE49-F238E27FC236}">
                <a16:creationId xmlns:a16="http://schemas.microsoft.com/office/drawing/2014/main" id="{68B3E6FC-0C61-1B47-A8D6-720B62CA02F8}"/>
              </a:ext>
            </a:extLst>
          </p:cNvPr>
          <p:cNvSpPr>
            <a:spLocks noChangeArrowheads="1"/>
          </p:cNvSpPr>
          <p:nvPr/>
        </p:nvSpPr>
        <p:spPr bwMode="auto">
          <a:xfrm>
            <a:off x="5112327" y="1613616"/>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86" name="Oval 186">
            <a:extLst>
              <a:ext uri="{FF2B5EF4-FFF2-40B4-BE49-F238E27FC236}">
                <a16:creationId xmlns:a16="http://schemas.microsoft.com/office/drawing/2014/main" id="{B63F89EC-D87B-8949-97CF-2672013677E0}"/>
              </a:ext>
            </a:extLst>
          </p:cNvPr>
          <p:cNvSpPr>
            <a:spLocks noChangeArrowheads="1"/>
          </p:cNvSpPr>
          <p:nvPr/>
        </p:nvSpPr>
        <p:spPr bwMode="auto">
          <a:xfrm>
            <a:off x="4919446" y="1686244"/>
            <a:ext cx="77391"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87" name="Oval 187">
            <a:extLst>
              <a:ext uri="{FF2B5EF4-FFF2-40B4-BE49-F238E27FC236}">
                <a16:creationId xmlns:a16="http://schemas.microsoft.com/office/drawing/2014/main" id="{41AE4A28-C262-3148-B209-130F459876B8}"/>
              </a:ext>
            </a:extLst>
          </p:cNvPr>
          <p:cNvSpPr>
            <a:spLocks noChangeArrowheads="1"/>
          </p:cNvSpPr>
          <p:nvPr/>
        </p:nvSpPr>
        <p:spPr bwMode="auto">
          <a:xfrm>
            <a:off x="6111262" y="2486344"/>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88" name="Oval 188">
            <a:extLst>
              <a:ext uri="{FF2B5EF4-FFF2-40B4-BE49-F238E27FC236}">
                <a16:creationId xmlns:a16="http://schemas.microsoft.com/office/drawing/2014/main" id="{2240DEFF-A4F1-5349-90EA-86FB3DD468AE}"/>
              </a:ext>
            </a:extLst>
          </p:cNvPr>
          <p:cNvSpPr>
            <a:spLocks noChangeArrowheads="1"/>
          </p:cNvSpPr>
          <p:nvPr/>
        </p:nvSpPr>
        <p:spPr bwMode="auto">
          <a:xfrm>
            <a:off x="5511187" y="3203101"/>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89" name="Oval 189">
            <a:extLst>
              <a:ext uri="{FF2B5EF4-FFF2-40B4-BE49-F238E27FC236}">
                <a16:creationId xmlns:a16="http://schemas.microsoft.com/office/drawing/2014/main" id="{3DAE9BDC-6C72-6345-B584-FBF5B97EB6ED}"/>
              </a:ext>
            </a:extLst>
          </p:cNvPr>
          <p:cNvSpPr>
            <a:spLocks noChangeArrowheads="1"/>
          </p:cNvSpPr>
          <p:nvPr/>
        </p:nvSpPr>
        <p:spPr bwMode="auto">
          <a:xfrm>
            <a:off x="5712402" y="3061416"/>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90" name="Oval 190">
            <a:extLst>
              <a:ext uri="{FF2B5EF4-FFF2-40B4-BE49-F238E27FC236}">
                <a16:creationId xmlns:a16="http://schemas.microsoft.com/office/drawing/2014/main" id="{20236999-F729-DE42-AC53-E9B00F2C303F}"/>
              </a:ext>
            </a:extLst>
          </p:cNvPr>
          <p:cNvSpPr>
            <a:spLocks noChangeArrowheads="1"/>
          </p:cNvSpPr>
          <p:nvPr/>
        </p:nvSpPr>
        <p:spPr bwMode="auto">
          <a:xfrm>
            <a:off x="5309971" y="3260251"/>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91" name="Oval 191">
            <a:extLst>
              <a:ext uri="{FF2B5EF4-FFF2-40B4-BE49-F238E27FC236}">
                <a16:creationId xmlns:a16="http://schemas.microsoft.com/office/drawing/2014/main" id="{29ED9B6D-FD08-F24F-B485-EC56E59DF8B7}"/>
              </a:ext>
            </a:extLst>
          </p:cNvPr>
          <p:cNvSpPr>
            <a:spLocks noChangeArrowheads="1"/>
          </p:cNvSpPr>
          <p:nvPr/>
        </p:nvSpPr>
        <p:spPr bwMode="auto">
          <a:xfrm>
            <a:off x="5901712" y="2775666"/>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92" name="Oval 192">
            <a:extLst>
              <a:ext uri="{FF2B5EF4-FFF2-40B4-BE49-F238E27FC236}">
                <a16:creationId xmlns:a16="http://schemas.microsoft.com/office/drawing/2014/main" id="{231C5774-F012-024B-A859-F1A4B454548B}"/>
              </a:ext>
            </a:extLst>
          </p:cNvPr>
          <p:cNvSpPr>
            <a:spLocks noChangeArrowheads="1"/>
          </p:cNvSpPr>
          <p:nvPr/>
        </p:nvSpPr>
        <p:spPr bwMode="auto">
          <a:xfrm>
            <a:off x="6304143" y="2410145"/>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93" name="Oval 193">
            <a:extLst>
              <a:ext uri="{FF2B5EF4-FFF2-40B4-BE49-F238E27FC236}">
                <a16:creationId xmlns:a16="http://schemas.microsoft.com/office/drawing/2014/main" id="{1D434F99-736C-DC4F-B47A-251617C13E44}"/>
              </a:ext>
            </a:extLst>
          </p:cNvPr>
          <p:cNvSpPr>
            <a:spLocks noChangeArrowheads="1"/>
          </p:cNvSpPr>
          <p:nvPr/>
        </p:nvSpPr>
        <p:spPr bwMode="auto">
          <a:xfrm>
            <a:off x="6891121" y="2192260"/>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94" name="Oval 194">
            <a:extLst>
              <a:ext uri="{FF2B5EF4-FFF2-40B4-BE49-F238E27FC236}">
                <a16:creationId xmlns:a16="http://schemas.microsoft.com/office/drawing/2014/main" id="{BDEE9677-FE92-1B41-9B65-10C852E7068B}"/>
              </a:ext>
            </a:extLst>
          </p:cNvPr>
          <p:cNvSpPr>
            <a:spLocks noChangeArrowheads="1"/>
          </p:cNvSpPr>
          <p:nvPr/>
        </p:nvSpPr>
        <p:spPr bwMode="auto">
          <a:xfrm>
            <a:off x="6497024" y="2333945"/>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95" name="Oval 195">
            <a:extLst>
              <a:ext uri="{FF2B5EF4-FFF2-40B4-BE49-F238E27FC236}">
                <a16:creationId xmlns:a16="http://schemas.microsoft.com/office/drawing/2014/main" id="{67804D4F-E046-554B-B503-5FB865B2473B}"/>
              </a:ext>
            </a:extLst>
          </p:cNvPr>
          <p:cNvSpPr>
            <a:spLocks noChangeArrowheads="1"/>
          </p:cNvSpPr>
          <p:nvPr/>
        </p:nvSpPr>
        <p:spPr bwMode="auto">
          <a:xfrm>
            <a:off x="6693477" y="2264889"/>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797" name="Text Box 197">
            <a:extLst>
              <a:ext uri="{FF2B5EF4-FFF2-40B4-BE49-F238E27FC236}">
                <a16:creationId xmlns:a16="http://schemas.microsoft.com/office/drawing/2014/main" id="{A3A674DD-4E04-7D4B-AD4B-0533BCAAD115}"/>
              </a:ext>
            </a:extLst>
          </p:cNvPr>
          <p:cNvSpPr txBox="1">
            <a:spLocks noChangeArrowheads="1"/>
          </p:cNvSpPr>
          <p:nvPr/>
        </p:nvSpPr>
        <p:spPr bwMode="auto">
          <a:xfrm>
            <a:off x="1976221" y="1150463"/>
            <a:ext cx="1329210"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拥塞窗口 </a:t>
            </a:r>
            <a:r>
              <a:rPr kumimoji="1" lang="en-US" altLang="zh-CN" sz="1350">
                <a:solidFill>
                  <a:schemeClr val="folHlink"/>
                </a:solidFill>
                <a:latin typeface="Arial" panose="020B0604020202020204" pitchFamily="34" charset="0"/>
              </a:rPr>
              <a:t>cwnd</a:t>
            </a:r>
          </a:p>
        </p:txBody>
      </p:sp>
      <p:sp>
        <p:nvSpPr>
          <p:cNvPr id="537798" name="Text Box 198">
            <a:extLst>
              <a:ext uri="{FF2B5EF4-FFF2-40B4-BE49-F238E27FC236}">
                <a16:creationId xmlns:a16="http://schemas.microsoft.com/office/drawing/2014/main" id="{1DB3A896-FB96-8743-B3A8-B548F270963B}"/>
              </a:ext>
            </a:extLst>
          </p:cNvPr>
          <p:cNvSpPr txBox="1">
            <a:spLocks noChangeArrowheads="1"/>
          </p:cNvSpPr>
          <p:nvPr/>
        </p:nvSpPr>
        <p:spPr bwMode="auto">
          <a:xfrm>
            <a:off x="1208268" y="2344659"/>
            <a:ext cx="145424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新的 </a:t>
            </a: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值</a:t>
            </a:r>
          </a:p>
        </p:txBody>
      </p:sp>
      <p:sp>
        <p:nvSpPr>
          <p:cNvPr id="537799" name="Text Box 199">
            <a:extLst>
              <a:ext uri="{FF2B5EF4-FFF2-40B4-BE49-F238E27FC236}">
                <a16:creationId xmlns:a16="http://schemas.microsoft.com/office/drawing/2014/main" id="{1B5F8E18-F974-D344-8ED2-4FE0DA47F8CA}"/>
              </a:ext>
            </a:extLst>
          </p:cNvPr>
          <p:cNvSpPr txBox="1">
            <a:spLocks noChangeArrowheads="1"/>
          </p:cNvSpPr>
          <p:nvPr/>
        </p:nvSpPr>
        <p:spPr bwMode="auto">
          <a:xfrm>
            <a:off x="5355215" y="1249284"/>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网络拥塞</a:t>
            </a:r>
          </a:p>
        </p:txBody>
      </p:sp>
      <p:sp>
        <p:nvSpPr>
          <p:cNvPr id="537800" name="Line 200">
            <a:extLst>
              <a:ext uri="{FF2B5EF4-FFF2-40B4-BE49-F238E27FC236}">
                <a16:creationId xmlns:a16="http://schemas.microsoft.com/office/drawing/2014/main" id="{0E082E30-37C8-9F4C-800C-D3C5EC901E3E}"/>
              </a:ext>
            </a:extLst>
          </p:cNvPr>
          <p:cNvSpPr>
            <a:spLocks noChangeShapeType="1"/>
          </p:cNvSpPr>
          <p:nvPr/>
        </p:nvSpPr>
        <p:spPr bwMode="auto">
          <a:xfrm flipH="1">
            <a:off x="5157571" y="1433832"/>
            <a:ext cx="259556" cy="219075"/>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7801" name="Text Box 201">
            <a:extLst>
              <a:ext uri="{FF2B5EF4-FFF2-40B4-BE49-F238E27FC236}">
                <a16:creationId xmlns:a16="http://schemas.microsoft.com/office/drawing/2014/main" id="{8D8C1A0C-7257-AC47-A606-11FFF6873279}"/>
              </a:ext>
            </a:extLst>
          </p:cNvPr>
          <p:cNvSpPr txBox="1">
            <a:spLocks noChangeArrowheads="1"/>
          </p:cNvSpPr>
          <p:nvPr/>
        </p:nvSpPr>
        <p:spPr bwMode="auto">
          <a:xfrm>
            <a:off x="3712152" y="2907825"/>
            <a:ext cx="1223412"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指数规律增长</a:t>
            </a:r>
          </a:p>
        </p:txBody>
      </p:sp>
      <p:sp>
        <p:nvSpPr>
          <p:cNvPr id="537802" name="Line 202">
            <a:extLst>
              <a:ext uri="{FF2B5EF4-FFF2-40B4-BE49-F238E27FC236}">
                <a16:creationId xmlns:a16="http://schemas.microsoft.com/office/drawing/2014/main" id="{91E069F7-C262-0D44-B375-584AF259C732}"/>
              </a:ext>
            </a:extLst>
          </p:cNvPr>
          <p:cNvSpPr>
            <a:spLocks noChangeShapeType="1"/>
          </p:cNvSpPr>
          <p:nvPr/>
        </p:nvSpPr>
        <p:spPr bwMode="auto">
          <a:xfrm flipH="1" flipV="1">
            <a:off x="3252571" y="2985216"/>
            <a:ext cx="525066" cy="5834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7803" name="Rectangle 203">
            <a:extLst>
              <a:ext uri="{FF2B5EF4-FFF2-40B4-BE49-F238E27FC236}">
                <a16:creationId xmlns:a16="http://schemas.microsoft.com/office/drawing/2014/main" id="{48AB47DC-B305-5D48-B10A-FF5C204BBE0D}"/>
              </a:ext>
            </a:extLst>
          </p:cNvPr>
          <p:cNvSpPr>
            <a:spLocks noChangeArrowheads="1"/>
          </p:cNvSpPr>
          <p:nvPr/>
        </p:nvSpPr>
        <p:spPr bwMode="auto">
          <a:xfrm>
            <a:off x="2857284" y="1595757"/>
            <a:ext cx="164306" cy="154424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7804" name="Line 204">
            <a:extLst>
              <a:ext uri="{FF2B5EF4-FFF2-40B4-BE49-F238E27FC236}">
                <a16:creationId xmlns:a16="http://schemas.microsoft.com/office/drawing/2014/main" id="{675BDE0C-8528-044C-B1B3-997D7D2E45F5}"/>
              </a:ext>
            </a:extLst>
          </p:cNvPr>
          <p:cNvSpPr>
            <a:spLocks noChangeShapeType="1"/>
          </p:cNvSpPr>
          <p:nvPr/>
        </p:nvSpPr>
        <p:spPr bwMode="auto">
          <a:xfrm>
            <a:off x="2857284" y="2232741"/>
            <a:ext cx="722710"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805" name="Rectangle 205">
            <a:extLst>
              <a:ext uri="{FF2B5EF4-FFF2-40B4-BE49-F238E27FC236}">
                <a16:creationId xmlns:a16="http://schemas.microsoft.com/office/drawing/2014/main" id="{55B4F68C-71DC-7B44-8D42-3BE088069AD8}"/>
              </a:ext>
            </a:extLst>
          </p:cNvPr>
          <p:cNvSpPr>
            <a:spLocks noChangeArrowheads="1"/>
          </p:cNvSpPr>
          <p:nvPr/>
        </p:nvSpPr>
        <p:spPr bwMode="auto">
          <a:xfrm>
            <a:off x="3120412" y="3217389"/>
            <a:ext cx="210264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7806" name="Rectangle 206">
            <a:extLst>
              <a:ext uri="{FF2B5EF4-FFF2-40B4-BE49-F238E27FC236}">
                <a16:creationId xmlns:a16="http://schemas.microsoft.com/office/drawing/2014/main" id="{F8A69137-34DD-984F-A3C7-1F57457ADAD3}"/>
              </a:ext>
            </a:extLst>
          </p:cNvPr>
          <p:cNvSpPr>
            <a:spLocks noChangeArrowheads="1"/>
          </p:cNvSpPr>
          <p:nvPr/>
        </p:nvSpPr>
        <p:spPr bwMode="auto">
          <a:xfrm>
            <a:off x="5683827" y="3217389"/>
            <a:ext cx="151090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7807" name="Text Box 207">
            <a:extLst>
              <a:ext uri="{FF2B5EF4-FFF2-40B4-BE49-F238E27FC236}">
                <a16:creationId xmlns:a16="http://schemas.microsoft.com/office/drawing/2014/main" id="{0E299124-995A-B644-A0F6-A220F7271D37}"/>
              </a:ext>
            </a:extLst>
          </p:cNvPr>
          <p:cNvSpPr txBox="1">
            <a:spLocks noChangeArrowheads="1"/>
          </p:cNvSpPr>
          <p:nvPr/>
        </p:nvSpPr>
        <p:spPr bwMode="auto">
          <a:xfrm>
            <a:off x="1059186" y="2088675"/>
            <a:ext cx="1579278"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的初始值</a:t>
            </a:r>
          </a:p>
        </p:txBody>
      </p:sp>
      <p:sp>
        <p:nvSpPr>
          <p:cNvPr id="537808" name="Text Box 208">
            <a:extLst>
              <a:ext uri="{FF2B5EF4-FFF2-40B4-BE49-F238E27FC236}">
                <a16:creationId xmlns:a16="http://schemas.microsoft.com/office/drawing/2014/main" id="{0789B55A-127E-6F4B-A6F5-4E4484F49C28}"/>
              </a:ext>
            </a:extLst>
          </p:cNvPr>
          <p:cNvSpPr txBox="1">
            <a:spLocks noChangeArrowheads="1"/>
          </p:cNvSpPr>
          <p:nvPr/>
        </p:nvSpPr>
        <p:spPr bwMode="auto">
          <a:xfrm>
            <a:off x="1658325" y="3007838"/>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7809" name="Line 209">
            <a:extLst>
              <a:ext uri="{FF2B5EF4-FFF2-40B4-BE49-F238E27FC236}">
                <a16:creationId xmlns:a16="http://schemas.microsoft.com/office/drawing/2014/main" id="{607808C1-321B-7F41-BF22-23479DCE5BBE}"/>
              </a:ext>
            </a:extLst>
          </p:cNvPr>
          <p:cNvSpPr>
            <a:spLocks noChangeShapeType="1"/>
          </p:cNvSpPr>
          <p:nvPr/>
        </p:nvSpPr>
        <p:spPr bwMode="auto">
          <a:xfrm>
            <a:off x="2298880" y="3173335"/>
            <a:ext cx="460772" cy="11668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7810" name="Text Box 210">
            <a:extLst>
              <a:ext uri="{FF2B5EF4-FFF2-40B4-BE49-F238E27FC236}">
                <a16:creationId xmlns:a16="http://schemas.microsoft.com/office/drawing/2014/main" id="{F1BD5E7F-772D-2649-BF37-683C2D3B5D6C}"/>
              </a:ext>
            </a:extLst>
          </p:cNvPr>
          <p:cNvSpPr txBox="1">
            <a:spLocks noChangeArrowheads="1"/>
          </p:cNvSpPr>
          <p:nvPr/>
        </p:nvSpPr>
        <p:spPr bwMode="auto">
          <a:xfrm>
            <a:off x="2876333" y="3676969"/>
            <a:ext cx="739379"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7811" name="Text Box 211">
            <a:extLst>
              <a:ext uri="{FF2B5EF4-FFF2-40B4-BE49-F238E27FC236}">
                <a16:creationId xmlns:a16="http://schemas.microsoft.com/office/drawing/2014/main" id="{0C639AFF-6A40-234F-8282-E90D7E815668}"/>
              </a:ext>
            </a:extLst>
          </p:cNvPr>
          <p:cNvSpPr txBox="1">
            <a:spLocks noChangeArrowheads="1"/>
          </p:cNvSpPr>
          <p:nvPr/>
        </p:nvSpPr>
        <p:spPr bwMode="auto">
          <a:xfrm>
            <a:off x="5423081" y="3694828"/>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7812" name="Text Box 212">
            <a:extLst>
              <a:ext uri="{FF2B5EF4-FFF2-40B4-BE49-F238E27FC236}">
                <a16:creationId xmlns:a16="http://schemas.microsoft.com/office/drawing/2014/main" id="{C2CC5856-E96D-E54A-B47F-E221C898B96C}"/>
              </a:ext>
            </a:extLst>
          </p:cNvPr>
          <p:cNvSpPr txBox="1">
            <a:spLocks noChangeArrowheads="1"/>
          </p:cNvSpPr>
          <p:nvPr/>
        </p:nvSpPr>
        <p:spPr bwMode="auto">
          <a:xfrm>
            <a:off x="3710046" y="1213566"/>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7813" name="Text Box 213">
            <a:extLst>
              <a:ext uri="{FF2B5EF4-FFF2-40B4-BE49-F238E27FC236}">
                <a16:creationId xmlns:a16="http://schemas.microsoft.com/office/drawing/2014/main" id="{4452940E-28A7-8A45-AC78-CD6AE7D26A0B}"/>
              </a:ext>
            </a:extLst>
          </p:cNvPr>
          <p:cNvSpPr txBox="1">
            <a:spLocks noChangeArrowheads="1"/>
          </p:cNvSpPr>
          <p:nvPr/>
        </p:nvSpPr>
        <p:spPr bwMode="auto">
          <a:xfrm>
            <a:off x="6081771" y="1518366"/>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7814" name="Line 214">
            <a:extLst>
              <a:ext uri="{FF2B5EF4-FFF2-40B4-BE49-F238E27FC236}">
                <a16:creationId xmlns:a16="http://schemas.microsoft.com/office/drawing/2014/main" id="{393445B0-C53A-C845-BBBE-4F515FB06657}"/>
              </a:ext>
            </a:extLst>
          </p:cNvPr>
          <p:cNvSpPr>
            <a:spLocks noChangeShapeType="1"/>
          </p:cNvSpPr>
          <p:nvPr/>
        </p:nvSpPr>
        <p:spPr bwMode="auto">
          <a:xfrm rot="10800000">
            <a:off x="2857284" y="2522063"/>
            <a:ext cx="3483769"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815" name="Line 215">
            <a:extLst>
              <a:ext uri="{FF2B5EF4-FFF2-40B4-BE49-F238E27FC236}">
                <a16:creationId xmlns:a16="http://schemas.microsoft.com/office/drawing/2014/main" id="{659876F8-64AF-724F-AC36-B49B73231ED2}"/>
              </a:ext>
            </a:extLst>
          </p:cNvPr>
          <p:cNvSpPr>
            <a:spLocks noChangeShapeType="1"/>
          </p:cNvSpPr>
          <p:nvPr/>
        </p:nvSpPr>
        <p:spPr bwMode="auto">
          <a:xfrm flipV="1">
            <a:off x="2857284" y="1651716"/>
            <a:ext cx="3145631" cy="1191"/>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7816" name="Freeform 216">
            <a:extLst>
              <a:ext uri="{FF2B5EF4-FFF2-40B4-BE49-F238E27FC236}">
                <a16:creationId xmlns:a16="http://schemas.microsoft.com/office/drawing/2014/main" id="{964F5AA3-BF76-7744-A08F-78C0FF7D8F2A}"/>
              </a:ext>
            </a:extLst>
          </p:cNvPr>
          <p:cNvSpPr>
            <a:spLocks/>
          </p:cNvSpPr>
          <p:nvPr/>
        </p:nvSpPr>
        <p:spPr bwMode="auto">
          <a:xfrm>
            <a:off x="2726314" y="1652907"/>
            <a:ext cx="4329113" cy="1653778"/>
          </a:xfrm>
          <a:custGeom>
            <a:avLst/>
            <a:gdLst>
              <a:gd name="T0" fmla="*/ 5772150 w 3162"/>
              <a:gd name="T1" fmla="*/ 704968 h 1370"/>
              <a:gd name="T2" fmla="*/ 4556384 w 3162"/>
              <a:gd name="T3" fmla="*/ 1158852 h 1370"/>
              <a:gd name="T4" fmla="*/ 4293516 w 3162"/>
              <a:gd name="T5" fmla="*/ 1535478 h 1370"/>
              <a:gd name="T6" fmla="*/ 4025171 w 3162"/>
              <a:gd name="T7" fmla="*/ 1931419 h 1370"/>
              <a:gd name="T8" fmla="*/ 3762303 w 3162"/>
              <a:gd name="T9" fmla="*/ 2124561 h 1370"/>
              <a:gd name="T10" fmla="*/ 3499434 w 3162"/>
              <a:gd name="T11" fmla="*/ 2201818 h 1370"/>
              <a:gd name="T12" fmla="*/ 3406335 w 3162"/>
              <a:gd name="T13" fmla="*/ 1506507 h 1370"/>
              <a:gd name="T14" fmla="*/ 3236566 w 3162"/>
              <a:gd name="T15" fmla="*/ 0 h 1370"/>
              <a:gd name="T16" fmla="*/ 1128143 w 3162"/>
              <a:gd name="T17" fmla="*/ 783834 h 1370"/>
              <a:gd name="T18" fmla="*/ 876228 w 3162"/>
              <a:gd name="T19" fmla="*/ 1546745 h 1370"/>
              <a:gd name="T20" fmla="*/ 604232 w 3162"/>
              <a:gd name="T21" fmla="*/ 1933029 h 1370"/>
              <a:gd name="T22" fmla="*/ 341364 w 3162"/>
              <a:gd name="T23" fmla="*/ 2126171 h 1370"/>
              <a:gd name="T24" fmla="*/ 100401 w 3162"/>
              <a:gd name="T25" fmla="*/ 2203427 h 13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162" h="1370">
                <a:moveTo>
                  <a:pt x="3162" y="438"/>
                </a:moveTo>
                <a:lnTo>
                  <a:pt x="2496" y="720"/>
                </a:lnTo>
                <a:lnTo>
                  <a:pt x="2352" y="954"/>
                </a:lnTo>
                <a:lnTo>
                  <a:pt x="2205" y="1200"/>
                </a:lnTo>
                <a:lnTo>
                  <a:pt x="2061" y="1320"/>
                </a:lnTo>
                <a:lnTo>
                  <a:pt x="1917" y="1368"/>
                </a:lnTo>
                <a:lnTo>
                  <a:pt x="1866" y="936"/>
                </a:lnTo>
                <a:lnTo>
                  <a:pt x="1773" y="0"/>
                </a:ln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p:spPr>
        <p:txBody>
          <a:bodyPr wrap="none" anchor="ctr"/>
          <a:lstStyle/>
          <a:p>
            <a:pPr>
              <a:defRPr/>
            </a:pPr>
            <a:endParaRPr lang="zh-CN" altLang="en-US"/>
          </a:p>
        </p:txBody>
      </p:sp>
      <p:sp>
        <p:nvSpPr>
          <p:cNvPr id="2" name="幻灯片编号占位符 1">
            <a:extLst>
              <a:ext uri="{FF2B5EF4-FFF2-40B4-BE49-F238E27FC236}">
                <a16:creationId xmlns:a16="http://schemas.microsoft.com/office/drawing/2014/main" id="{ECF9D394-BCD7-194B-97B4-E0FC913401BE}"/>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E41E29C-A0EE-DC41-821D-5B77D0E1A644}" type="slidenum">
              <a:rPr lang="en-US" altLang="zh-CN" sz="1050"/>
              <a:pPr>
                <a:defRPr/>
              </a:pPr>
              <a:t>102</a:t>
            </a:fld>
            <a:endParaRPr lang="en-US" altLang="zh-CN" sz="1050"/>
          </a:p>
        </p:txBody>
      </p:sp>
      <p:sp>
        <p:nvSpPr>
          <p:cNvPr id="537602" name="Rectangle 2">
            <a:extLst>
              <a:ext uri="{FF2B5EF4-FFF2-40B4-BE49-F238E27FC236}">
                <a16:creationId xmlns:a16="http://schemas.microsoft.com/office/drawing/2014/main" id="{7AC185FE-2A02-C142-8E06-A2363D455FAB}"/>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慢开始和拥塞避免算法的实现举例 </a:t>
            </a:r>
          </a:p>
        </p:txBody>
      </p:sp>
      <p:sp>
        <p:nvSpPr>
          <p:cNvPr id="537604" name="Text Box 4">
            <a:extLst>
              <a:ext uri="{FF2B5EF4-FFF2-40B4-BE49-F238E27FC236}">
                <a16:creationId xmlns:a16="http://schemas.microsoft.com/office/drawing/2014/main" id="{936221A4-B4F9-9146-AC3E-8A978984E3F3}"/>
              </a:ext>
            </a:extLst>
          </p:cNvPr>
          <p:cNvSpPr txBox="1">
            <a:spLocks noChangeArrowheads="1"/>
          </p:cNvSpPr>
          <p:nvPr/>
        </p:nvSpPr>
        <p:spPr bwMode="auto">
          <a:xfrm>
            <a:off x="185547" y="4150517"/>
            <a:ext cx="8804952" cy="738664"/>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更新后的 </a:t>
            </a:r>
            <a:r>
              <a:rPr lang="en-US" altLang="zh-CN" sz="2100" dirty="0" err="1">
                <a:solidFill>
                  <a:srgbClr val="333399"/>
                </a:solidFill>
                <a:latin typeface="Arial" panose="020B0604020202020204" pitchFamily="34" charset="0"/>
              </a:rPr>
              <a:t>ssthresh</a:t>
            </a:r>
            <a:r>
              <a:rPr lang="en-US" altLang="zh-CN" sz="2100" dirty="0">
                <a:solidFill>
                  <a:srgbClr val="333399"/>
                </a:solidFill>
                <a:latin typeface="Arial" panose="020B0604020202020204" pitchFamily="34" charset="0"/>
              </a:rPr>
              <a:t> </a:t>
            </a:r>
            <a:r>
              <a:rPr lang="zh-CN" altLang="en-US" sz="2100" dirty="0">
                <a:solidFill>
                  <a:srgbClr val="333399"/>
                </a:solidFill>
                <a:latin typeface="Arial" panose="020B0604020202020204" pitchFamily="34" charset="0"/>
              </a:rPr>
              <a:t>值变为 </a:t>
            </a:r>
            <a:r>
              <a:rPr lang="en-US" altLang="zh-CN" sz="2100" dirty="0">
                <a:solidFill>
                  <a:srgbClr val="333399"/>
                </a:solidFill>
                <a:latin typeface="Arial" panose="020B0604020202020204" pitchFamily="34" charset="0"/>
              </a:rPr>
              <a:t>12</a:t>
            </a:r>
            <a:r>
              <a:rPr lang="zh-CN" altLang="en-US" sz="2100" dirty="0">
                <a:solidFill>
                  <a:srgbClr val="333399"/>
                </a:solidFill>
                <a:latin typeface="Arial" panose="020B0604020202020204" pitchFamily="34" charset="0"/>
              </a:rPr>
              <a:t>（即发送窗口数值 </a:t>
            </a:r>
            <a:r>
              <a:rPr lang="en-US" altLang="zh-CN" sz="2100" dirty="0">
                <a:solidFill>
                  <a:srgbClr val="333399"/>
                </a:solidFill>
                <a:latin typeface="Arial" panose="020B0604020202020204" pitchFamily="34" charset="0"/>
              </a:rPr>
              <a:t>24 </a:t>
            </a:r>
            <a:r>
              <a:rPr lang="zh-CN" altLang="en-US" sz="2100" dirty="0">
                <a:solidFill>
                  <a:srgbClr val="333399"/>
                </a:solidFill>
                <a:latin typeface="Arial" panose="020B0604020202020204" pitchFamily="34" charset="0"/>
              </a:rPr>
              <a:t>的一半），拥塞窗口再重新设置为 </a:t>
            </a:r>
            <a:r>
              <a:rPr lang="en-US" altLang="zh-CN" sz="2100" dirty="0">
                <a:solidFill>
                  <a:srgbClr val="333399"/>
                </a:solidFill>
                <a:latin typeface="Arial" panose="020B0604020202020204" pitchFamily="34" charset="0"/>
              </a:rPr>
              <a:t>1</a:t>
            </a:r>
            <a:r>
              <a:rPr lang="zh-CN" altLang="en-US" sz="2100" dirty="0">
                <a:solidFill>
                  <a:srgbClr val="333399"/>
                </a:solidFill>
                <a:latin typeface="Arial" panose="020B0604020202020204" pitchFamily="34" charset="0"/>
              </a:rPr>
              <a:t>，并执行慢开始算法。 </a:t>
            </a:r>
          </a:p>
        </p:txBody>
      </p:sp>
      <p:sp>
        <p:nvSpPr>
          <p:cNvPr id="537716" name="Line 116">
            <a:extLst>
              <a:ext uri="{FF2B5EF4-FFF2-40B4-BE49-F238E27FC236}">
                <a16:creationId xmlns:a16="http://schemas.microsoft.com/office/drawing/2014/main" id="{55DC7271-3EFB-524F-B8FD-3FF804F176F3}"/>
              </a:ext>
            </a:extLst>
          </p:cNvPr>
          <p:cNvSpPr>
            <a:spLocks noChangeShapeType="1"/>
          </p:cNvSpPr>
          <p:nvPr/>
        </p:nvSpPr>
        <p:spPr bwMode="auto">
          <a:xfrm>
            <a:off x="4826577" y="2945926"/>
            <a:ext cx="485775" cy="323850"/>
          </a:xfrm>
          <a:prstGeom prst="line">
            <a:avLst/>
          </a:prstGeom>
          <a:noFill/>
          <a:ln w="76200">
            <a:solidFill>
              <a:schemeClr val="hlink"/>
            </a:solidFill>
            <a:round/>
            <a:headEnd/>
            <a:tailEnd type="triangle" w="med" len="med"/>
          </a:ln>
          <a:effectLst/>
        </p:spPr>
        <p:txBody>
          <a:bodyPr/>
          <a:lstStyle/>
          <a:p>
            <a:pPr eaLnBrk="1" hangingPunct="1">
              <a:defRPr/>
            </a:pPr>
            <a:endParaRPr lang="zh-CN" altLang="en-US">
              <a:latin typeface="Tahoma" charset="0"/>
              <a:ea typeface="宋体" charset="-122"/>
              <a:cs typeface="+mn-cs"/>
            </a:endParaRPr>
          </a:p>
        </p:txBody>
      </p:sp>
      <p:sp>
        <p:nvSpPr>
          <p:cNvPr id="537796" name="Text Box 196">
            <a:extLst>
              <a:ext uri="{FF2B5EF4-FFF2-40B4-BE49-F238E27FC236}">
                <a16:creationId xmlns:a16="http://schemas.microsoft.com/office/drawing/2014/main" id="{B40F7E46-7588-C74A-AC4F-33D6A087430A}"/>
              </a:ext>
            </a:extLst>
          </p:cNvPr>
          <p:cNvSpPr txBox="1">
            <a:spLocks noChangeArrowheads="1"/>
          </p:cNvSpPr>
          <p:nvPr/>
        </p:nvSpPr>
        <p:spPr bwMode="auto">
          <a:xfrm>
            <a:off x="7094719" y="3101897"/>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传输轮次</a:t>
            </a:r>
          </a:p>
        </p:txBody>
      </p:sp>
    </p:spTree>
    <p:extLst>
      <p:ext uri="{BB962C8B-B14F-4D97-AF65-F5344CB8AC3E}">
        <p14:creationId xmlns:p14="http://schemas.microsoft.com/office/powerpoint/2010/main" val="32653742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537716"/>
                                        </p:tgtEl>
                                        <p:attrNameLst>
                                          <p:attrName>style.visibility</p:attrName>
                                        </p:attrNameLst>
                                      </p:cBhvr>
                                      <p:to>
                                        <p:strVal val="visible"/>
                                      </p:to>
                                    </p:set>
                                    <p:animEffect transition="in" filter="wipe(left)">
                                      <p:cBhvr>
                                        <p:cTn id="7" dur="1000"/>
                                        <p:tgtEl>
                                          <p:spTgt spid="5377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742" name="Line 118">
            <a:extLst>
              <a:ext uri="{FF2B5EF4-FFF2-40B4-BE49-F238E27FC236}">
                <a16:creationId xmlns:a16="http://schemas.microsoft.com/office/drawing/2014/main" id="{E33BEA9C-6350-1548-A95A-71122273CAFA}"/>
              </a:ext>
            </a:extLst>
          </p:cNvPr>
          <p:cNvSpPr>
            <a:spLocks noChangeShapeType="1"/>
          </p:cNvSpPr>
          <p:nvPr/>
        </p:nvSpPr>
        <p:spPr bwMode="auto">
          <a:xfrm>
            <a:off x="2819509" y="1322547"/>
            <a:ext cx="0" cy="2027635"/>
          </a:xfrm>
          <a:prstGeom prst="line">
            <a:avLst/>
          </a:prstGeom>
          <a:noFill/>
          <a:ln w="9525">
            <a:solidFill>
              <a:schemeClr val="folHlink"/>
            </a:solidFill>
            <a:round/>
            <a:headEnd type="triangle" w="sm" len="lg"/>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43" name="Text Box 119">
            <a:extLst>
              <a:ext uri="{FF2B5EF4-FFF2-40B4-BE49-F238E27FC236}">
                <a16:creationId xmlns:a16="http://schemas.microsoft.com/office/drawing/2014/main" id="{D47B6131-9E68-BA49-8D68-E2299FE1F5EA}"/>
              </a:ext>
            </a:extLst>
          </p:cNvPr>
          <p:cNvSpPr txBox="1">
            <a:spLocks noChangeArrowheads="1"/>
          </p:cNvSpPr>
          <p:nvPr/>
        </p:nvSpPr>
        <p:spPr bwMode="auto">
          <a:xfrm>
            <a:off x="6992650" y="3366851"/>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22</a:t>
            </a:r>
          </a:p>
        </p:txBody>
      </p:sp>
      <p:sp>
        <p:nvSpPr>
          <p:cNvPr id="538744" name="Text Box 120">
            <a:extLst>
              <a:ext uri="{FF2B5EF4-FFF2-40B4-BE49-F238E27FC236}">
                <a16:creationId xmlns:a16="http://schemas.microsoft.com/office/drawing/2014/main" id="{D9B7E60C-9B4F-7B41-BEB3-BE8091C8BD80}"/>
              </a:ext>
            </a:extLst>
          </p:cNvPr>
          <p:cNvSpPr txBox="1">
            <a:spLocks noChangeArrowheads="1"/>
          </p:cNvSpPr>
          <p:nvPr/>
        </p:nvSpPr>
        <p:spPr bwMode="auto">
          <a:xfrm>
            <a:off x="2490897" y="2063116"/>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8745" name="Line 121">
            <a:extLst>
              <a:ext uri="{FF2B5EF4-FFF2-40B4-BE49-F238E27FC236}">
                <a16:creationId xmlns:a16="http://schemas.microsoft.com/office/drawing/2014/main" id="{49622B2A-6791-E540-B3F8-6389E1A2B007}"/>
              </a:ext>
            </a:extLst>
          </p:cNvPr>
          <p:cNvSpPr>
            <a:spLocks noChangeShapeType="1"/>
          </p:cNvSpPr>
          <p:nvPr/>
        </p:nvSpPr>
        <p:spPr bwMode="auto">
          <a:xfrm>
            <a:off x="5719872" y="1619013"/>
            <a:ext cx="0" cy="869156"/>
          </a:xfrm>
          <a:prstGeom prst="line">
            <a:avLst/>
          </a:prstGeom>
          <a:noFill/>
          <a:ln w="9525">
            <a:solidFill>
              <a:schemeClr val="folHlink"/>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538746" name="Text Box 122">
            <a:extLst>
              <a:ext uri="{FF2B5EF4-FFF2-40B4-BE49-F238E27FC236}">
                <a16:creationId xmlns:a16="http://schemas.microsoft.com/office/drawing/2014/main" id="{AEAA0490-F078-714C-B9B7-9AFB14A8D434}"/>
              </a:ext>
            </a:extLst>
          </p:cNvPr>
          <p:cNvSpPr txBox="1">
            <a:spLocks noChangeArrowheads="1"/>
          </p:cNvSpPr>
          <p:nvPr/>
        </p:nvSpPr>
        <p:spPr bwMode="auto">
          <a:xfrm>
            <a:off x="5182899" y="1879759"/>
            <a:ext cx="1033463" cy="300082"/>
          </a:xfrm>
          <a:prstGeom prst="rect">
            <a:avLst/>
          </a:prstGeom>
          <a:solidFill>
            <a:schemeClr val="bg1"/>
          </a:solid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乘法减小”</a:t>
            </a:r>
          </a:p>
        </p:txBody>
      </p:sp>
      <p:sp>
        <p:nvSpPr>
          <p:cNvPr id="538747" name="Rectangle 123">
            <a:extLst>
              <a:ext uri="{FF2B5EF4-FFF2-40B4-BE49-F238E27FC236}">
                <a16:creationId xmlns:a16="http://schemas.microsoft.com/office/drawing/2014/main" id="{6AB4195D-BF5D-8942-9A63-475F9D3D7707}"/>
              </a:ext>
            </a:extLst>
          </p:cNvPr>
          <p:cNvSpPr>
            <a:spLocks noChangeArrowheads="1"/>
          </p:cNvSpPr>
          <p:nvPr/>
        </p:nvSpPr>
        <p:spPr bwMode="auto">
          <a:xfrm>
            <a:off x="6163975" y="1409463"/>
            <a:ext cx="1169194" cy="113942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8748" name="Rectangle 124">
            <a:extLst>
              <a:ext uri="{FF2B5EF4-FFF2-40B4-BE49-F238E27FC236}">
                <a16:creationId xmlns:a16="http://schemas.microsoft.com/office/drawing/2014/main" id="{5CBBF6FC-5F12-524A-B565-A57CCF7637F8}"/>
              </a:ext>
            </a:extLst>
          </p:cNvPr>
          <p:cNvSpPr>
            <a:spLocks noChangeArrowheads="1"/>
          </p:cNvSpPr>
          <p:nvPr/>
        </p:nvSpPr>
        <p:spPr bwMode="auto">
          <a:xfrm>
            <a:off x="3591035" y="1197531"/>
            <a:ext cx="1631156" cy="1138238"/>
          </a:xfrm>
          <a:prstGeom prst="rect">
            <a:avLst/>
          </a:prstGeom>
          <a:solidFill>
            <a:srgbClr val="FFCCFF"/>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8749" name="Rectangle 125">
            <a:extLst>
              <a:ext uri="{FF2B5EF4-FFF2-40B4-BE49-F238E27FC236}">
                <a16:creationId xmlns:a16="http://schemas.microsoft.com/office/drawing/2014/main" id="{44B27410-EB97-404B-ADDA-46E8819EC071}"/>
              </a:ext>
            </a:extLst>
          </p:cNvPr>
          <p:cNvSpPr>
            <a:spLocks noChangeArrowheads="1"/>
          </p:cNvSpPr>
          <p:nvPr/>
        </p:nvSpPr>
        <p:spPr bwMode="auto">
          <a:xfrm>
            <a:off x="5385306" y="3363278"/>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8750" name="Rectangle 126">
            <a:extLst>
              <a:ext uri="{FF2B5EF4-FFF2-40B4-BE49-F238E27FC236}">
                <a16:creationId xmlns:a16="http://schemas.microsoft.com/office/drawing/2014/main" id="{743E3366-9632-6A49-877B-58D7B2CBD571}"/>
              </a:ext>
            </a:extLst>
          </p:cNvPr>
          <p:cNvSpPr>
            <a:spLocks noChangeArrowheads="1"/>
          </p:cNvSpPr>
          <p:nvPr/>
        </p:nvSpPr>
        <p:spPr bwMode="auto">
          <a:xfrm>
            <a:off x="2825462" y="3356135"/>
            <a:ext cx="804863" cy="621506"/>
          </a:xfrm>
          <a:prstGeom prst="rect">
            <a:avLst/>
          </a:prstGeom>
          <a:solidFill>
            <a:srgbClr val="CCFF66"/>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8751" name="Line 127">
            <a:extLst>
              <a:ext uri="{FF2B5EF4-FFF2-40B4-BE49-F238E27FC236}">
                <a16:creationId xmlns:a16="http://schemas.microsoft.com/office/drawing/2014/main" id="{CB4557AB-9BAA-0943-AE2E-D5E088B490CC}"/>
              </a:ext>
            </a:extLst>
          </p:cNvPr>
          <p:cNvSpPr>
            <a:spLocks noChangeShapeType="1"/>
          </p:cNvSpPr>
          <p:nvPr/>
        </p:nvSpPr>
        <p:spPr bwMode="auto">
          <a:xfrm>
            <a:off x="2819509" y="3350181"/>
            <a:ext cx="4666059" cy="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8752" name="Line 128">
            <a:extLst>
              <a:ext uri="{FF2B5EF4-FFF2-40B4-BE49-F238E27FC236}">
                <a16:creationId xmlns:a16="http://schemas.microsoft.com/office/drawing/2014/main" id="{1A33286E-BF59-194B-B094-1A1F6A38AEC1}"/>
              </a:ext>
            </a:extLst>
          </p:cNvPr>
          <p:cNvSpPr>
            <a:spLocks noChangeShapeType="1"/>
          </p:cNvSpPr>
          <p:nvPr/>
        </p:nvSpPr>
        <p:spPr bwMode="auto">
          <a:xfrm>
            <a:off x="3017153" y="3291840"/>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53" name="Line 129">
            <a:extLst>
              <a:ext uri="{FF2B5EF4-FFF2-40B4-BE49-F238E27FC236}">
                <a16:creationId xmlns:a16="http://schemas.microsoft.com/office/drawing/2014/main" id="{2616AAB9-5D34-6245-B20D-2D8550BE0003}"/>
              </a:ext>
            </a:extLst>
          </p:cNvPr>
          <p:cNvSpPr>
            <a:spLocks noChangeShapeType="1"/>
          </p:cNvSpPr>
          <p:nvPr/>
        </p:nvSpPr>
        <p:spPr bwMode="auto">
          <a:xfrm>
            <a:off x="3213606"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54" name="Line 130">
            <a:extLst>
              <a:ext uri="{FF2B5EF4-FFF2-40B4-BE49-F238E27FC236}">
                <a16:creationId xmlns:a16="http://schemas.microsoft.com/office/drawing/2014/main" id="{903E39C6-98E0-B54C-B67B-BA10A8118E6A}"/>
              </a:ext>
            </a:extLst>
          </p:cNvPr>
          <p:cNvSpPr>
            <a:spLocks noChangeShapeType="1"/>
          </p:cNvSpPr>
          <p:nvPr/>
        </p:nvSpPr>
        <p:spPr bwMode="auto">
          <a:xfrm>
            <a:off x="3411250"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55" name="Line 131">
            <a:extLst>
              <a:ext uri="{FF2B5EF4-FFF2-40B4-BE49-F238E27FC236}">
                <a16:creationId xmlns:a16="http://schemas.microsoft.com/office/drawing/2014/main" id="{1A88381B-7ED1-374A-9749-1762EBBE7E78}"/>
              </a:ext>
            </a:extLst>
          </p:cNvPr>
          <p:cNvSpPr>
            <a:spLocks noChangeShapeType="1"/>
          </p:cNvSpPr>
          <p:nvPr/>
        </p:nvSpPr>
        <p:spPr bwMode="auto">
          <a:xfrm>
            <a:off x="3607703"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56" name="Line 132">
            <a:extLst>
              <a:ext uri="{FF2B5EF4-FFF2-40B4-BE49-F238E27FC236}">
                <a16:creationId xmlns:a16="http://schemas.microsoft.com/office/drawing/2014/main" id="{A97F3E56-7B57-B34F-9126-FF0B2F5A0659}"/>
              </a:ext>
            </a:extLst>
          </p:cNvPr>
          <p:cNvSpPr>
            <a:spLocks noChangeShapeType="1"/>
          </p:cNvSpPr>
          <p:nvPr/>
        </p:nvSpPr>
        <p:spPr bwMode="auto">
          <a:xfrm>
            <a:off x="3805347"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57" name="Line 133">
            <a:extLst>
              <a:ext uri="{FF2B5EF4-FFF2-40B4-BE49-F238E27FC236}">
                <a16:creationId xmlns:a16="http://schemas.microsoft.com/office/drawing/2014/main" id="{9A072427-77BE-FA43-A311-895317D06A46}"/>
              </a:ext>
            </a:extLst>
          </p:cNvPr>
          <p:cNvSpPr>
            <a:spLocks noChangeShapeType="1"/>
          </p:cNvSpPr>
          <p:nvPr/>
        </p:nvSpPr>
        <p:spPr bwMode="auto">
          <a:xfrm>
            <a:off x="4002991"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58" name="Line 134">
            <a:extLst>
              <a:ext uri="{FF2B5EF4-FFF2-40B4-BE49-F238E27FC236}">
                <a16:creationId xmlns:a16="http://schemas.microsoft.com/office/drawing/2014/main" id="{5B7010AF-C387-CC4C-9E38-6505B39EF4AC}"/>
              </a:ext>
            </a:extLst>
          </p:cNvPr>
          <p:cNvSpPr>
            <a:spLocks noChangeShapeType="1"/>
          </p:cNvSpPr>
          <p:nvPr/>
        </p:nvSpPr>
        <p:spPr bwMode="auto">
          <a:xfrm>
            <a:off x="4199443"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59" name="Line 135">
            <a:extLst>
              <a:ext uri="{FF2B5EF4-FFF2-40B4-BE49-F238E27FC236}">
                <a16:creationId xmlns:a16="http://schemas.microsoft.com/office/drawing/2014/main" id="{A0590C6C-765F-0A41-B290-F91F91B40E4F}"/>
              </a:ext>
            </a:extLst>
          </p:cNvPr>
          <p:cNvSpPr>
            <a:spLocks noChangeShapeType="1"/>
          </p:cNvSpPr>
          <p:nvPr/>
        </p:nvSpPr>
        <p:spPr bwMode="auto">
          <a:xfrm>
            <a:off x="4397087"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60" name="Line 136">
            <a:extLst>
              <a:ext uri="{FF2B5EF4-FFF2-40B4-BE49-F238E27FC236}">
                <a16:creationId xmlns:a16="http://schemas.microsoft.com/office/drawing/2014/main" id="{0BD32BF0-AF1C-0448-94DB-77DDC7747653}"/>
              </a:ext>
            </a:extLst>
          </p:cNvPr>
          <p:cNvSpPr>
            <a:spLocks noChangeShapeType="1"/>
          </p:cNvSpPr>
          <p:nvPr/>
        </p:nvSpPr>
        <p:spPr bwMode="auto">
          <a:xfrm>
            <a:off x="4593541"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61" name="Line 137">
            <a:extLst>
              <a:ext uri="{FF2B5EF4-FFF2-40B4-BE49-F238E27FC236}">
                <a16:creationId xmlns:a16="http://schemas.microsoft.com/office/drawing/2014/main" id="{00AF9307-3EDF-FC4E-9B8A-40EF30BD41E9}"/>
              </a:ext>
            </a:extLst>
          </p:cNvPr>
          <p:cNvSpPr>
            <a:spLocks noChangeShapeType="1"/>
          </p:cNvSpPr>
          <p:nvPr/>
        </p:nvSpPr>
        <p:spPr bwMode="auto">
          <a:xfrm>
            <a:off x="4791184"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62" name="Line 138">
            <a:extLst>
              <a:ext uri="{FF2B5EF4-FFF2-40B4-BE49-F238E27FC236}">
                <a16:creationId xmlns:a16="http://schemas.microsoft.com/office/drawing/2014/main" id="{82533139-F494-A745-ABA2-219A34BFAAFC}"/>
              </a:ext>
            </a:extLst>
          </p:cNvPr>
          <p:cNvSpPr>
            <a:spLocks noChangeShapeType="1"/>
          </p:cNvSpPr>
          <p:nvPr/>
        </p:nvSpPr>
        <p:spPr bwMode="auto">
          <a:xfrm>
            <a:off x="4988828"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63" name="Line 139">
            <a:extLst>
              <a:ext uri="{FF2B5EF4-FFF2-40B4-BE49-F238E27FC236}">
                <a16:creationId xmlns:a16="http://schemas.microsoft.com/office/drawing/2014/main" id="{13AC7BCF-CA24-1C49-9308-06BFBE1E23A5}"/>
              </a:ext>
            </a:extLst>
          </p:cNvPr>
          <p:cNvSpPr>
            <a:spLocks noChangeShapeType="1"/>
          </p:cNvSpPr>
          <p:nvPr/>
        </p:nvSpPr>
        <p:spPr bwMode="auto">
          <a:xfrm>
            <a:off x="5185281"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64" name="Line 140">
            <a:extLst>
              <a:ext uri="{FF2B5EF4-FFF2-40B4-BE49-F238E27FC236}">
                <a16:creationId xmlns:a16="http://schemas.microsoft.com/office/drawing/2014/main" id="{AEE45A40-D31E-9A4E-9829-71C8CB2DB493}"/>
              </a:ext>
            </a:extLst>
          </p:cNvPr>
          <p:cNvSpPr>
            <a:spLocks noChangeShapeType="1"/>
          </p:cNvSpPr>
          <p:nvPr/>
        </p:nvSpPr>
        <p:spPr bwMode="auto">
          <a:xfrm>
            <a:off x="5382925"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65" name="Line 141">
            <a:extLst>
              <a:ext uri="{FF2B5EF4-FFF2-40B4-BE49-F238E27FC236}">
                <a16:creationId xmlns:a16="http://schemas.microsoft.com/office/drawing/2014/main" id="{0F249184-926B-314F-B17F-E4AC39B75267}"/>
              </a:ext>
            </a:extLst>
          </p:cNvPr>
          <p:cNvSpPr>
            <a:spLocks noChangeShapeType="1"/>
          </p:cNvSpPr>
          <p:nvPr/>
        </p:nvSpPr>
        <p:spPr bwMode="auto">
          <a:xfrm>
            <a:off x="5579378" y="3291840"/>
            <a:ext cx="0" cy="5834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66" name="Line 142">
            <a:extLst>
              <a:ext uri="{FF2B5EF4-FFF2-40B4-BE49-F238E27FC236}">
                <a16:creationId xmlns:a16="http://schemas.microsoft.com/office/drawing/2014/main" id="{9F273291-76B1-E545-A7EE-832F635E5375}"/>
              </a:ext>
            </a:extLst>
          </p:cNvPr>
          <p:cNvSpPr>
            <a:spLocks noChangeShapeType="1"/>
          </p:cNvSpPr>
          <p:nvPr/>
        </p:nvSpPr>
        <p:spPr bwMode="auto">
          <a:xfrm>
            <a:off x="5777022"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67" name="Line 143">
            <a:extLst>
              <a:ext uri="{FF2B5EF4-FFF2-40B4-BE49-F238E27FC236}">
                <a16:creationId xmlns:a16="http://schemas.microsoft.com/office/drawing/2014/main" id="{22AAF783-545C-144A-86ED-C1B6B7CE5B9D}"/>
              </a:ext>
            </a:extLst>
          </p:cNvPr>
          <p:cNvSpPr>
            <a:spLocks noChangeShapeType="1"/>
          </p:cNvSpPr>
          <p:nvPr/>
        </p:nvSpPr>
        <p:spPr bwMode="auto">
          <a:xfrm>
            <a:off x="5974666"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68" name="Line 144">
            <a:extLst>
              <a:ext uri="{FF2B5EF4-FFF2-40B4-BE49-F238E27FC236}">
                <a16:creationId xmlns:a16="http://schemas.microsoft.com/office/drawing/2014/main" id="{39D79745-1BDC-424F-A897-6B5D7205DD79}"/>
              </a:ext>
            </a:extLst>
          </p:cNvPr>
          <p:cNvSpPr>
            <a:spLocks noChangeShapeType="1"/>
          </p:cNvSpPr>
          <p:nvPr/>
        </p:nvSpPr>
        <p:spPr bwMode="auto">
          <a:xfrm>
            <a:off x="6171118"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69" name="Line 145">
            <a:extLst>
              <a:ext uri="{FF2B5EF4-FFF2-40B4-BE49-F238E27FC236}">
                <a16:creationId xmlns:a16="http://schemas.microsoft.com/office/drawing/2014/main" id="{AF72835F-9B20-314B-B25B-FAFA6717ED04}"/>
              </a:ext>
            </a:extLst>
          </p:cNvPr>
          <p:cNvSpPr>
            <a:spLocks noChangeShapeType="1"/>
          </p:cNvSpPr>
          <p:nvPr/>
        </p:nvSpPr>
        <p:spPr bwMode="auto">
          <a:xfrm>
            <a:off x="6368762"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70" name="Line 146">
            <a:extLst>
              <a:ext uri="{FF2B5EF4-FFF2-40B4-BE49-F238E27FC236}">
                <a16:creationId xmlns:a16="http://schemas.microsoft.com/office/drawing/2014/main" id="{6B7FA707-87BF-A64C-AECC-51CE7C3AC973}"/>
              </a:ext>
            </a:extLst>
          </p:cNvPr>
          <p:cNvSpPr>
            <a:spLocks noChangeShapeType="1"/>
          </p:cNvSpPr>
          <p:nvPr/>
        </p:nvSpPr>
        <p:spPr bwMode="auto">
          <a:xfrm>
            <a:off x="6565216"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71" name="Line 147">
            <a:extLst>
              <a:ext uri="{FF2B5EF4-FFF2-40B4-BE49-F238E27FC236}">
                <a16:creationId xmlns:a16="http://schemas.microsoft.com/office/drawing/2014/main" id="{61022DAC-A2C3-8045-9C06-E6AEA99812BB}"/>
              </a:ext>
            </a:extLst>
          </p:cNvPr>
          <p:cNvSpPr>
            <a:spLocks noChangeShapeType="1"/>
          </p:cNvSpPr>
          <p:nvPr/>
        </p:nvSpPr>
        <p:spPr bwMode="auto">
          <a:xfrm>
            <a:off x="6762859"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72" name="Line 148">
            <a:extLst>
              <a:ext uri="{FF2B5EF4-FFF2-40B4-BE49-F238E27FC236}">
                <a16:creationId xmlns:a16="http://schemas.microsoft.com/office/drawing/2014/main" id="{23E8A9D8-C89C-0448-A779-095527CDA137}"/>
              </a:ext>
            </a:extLst>
          </p:cNvPr>
          <p:cNvSpPr>
            <a:spLocks noChangeShapeType="1"/>
          </p:cNvSpPr>
          <p:nvPr/>
        </p:nvSpPr>
        <p:spPr bwMode="auto">
          <a:xfrm>
            <a:off x="6960503"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73" name="Line 149">
            <a:extLst>
              <a:ext uri="{FF2B5EF4-FFF2-40B4-BE49-F238E27FC236}">
                <a16:creationId xmlns:a16="http://schemas.microsoft.com/office/drawing/2014/main" id="{A5F7DE90-6B91-4D4C-BBBB-A4FE8C8B8679}"/>
              </a:ext>
            </a:extLst>
          </p:cNvPr>
          <p:cNvSpPr>
            <a:spLocks noChangeShapeType="1"/>
          </p:cNvSpPr>
          <p:nvPr/>
        </p:nvSpPr>
        <p:spPr bwMode="auto">
          <a:xfrm>
            <a:off x="7156956" y="3234690"/>
            <a:ext cx="0" cy="115491"/>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74" name="Line 150">
            <a:extLst>
              <a:ext uri="{FF2B5EF4-FFF2-40B4-BE49-F238E27FC236}">
                <a16:creationId xmlns:a16="http://schemas.microsoft.com/office/drawing/2014/main" id="{4CCEC03B-C1CA-174E-AC2F-43128BAA5777}"/>
              </a:ext>
            </a:extLst>
          </p:cNvPr>
          <p:cNvSpPr>
            <a:spLocks noChangeShapeType="1"/>
          </p:cNvSpPr>
          <p:nvPr/>
        </p:nvSpPr>
        <p:spPr bwMode="auto">
          <a:xfrm>
            <a:off x="2819510" y="3060859"/>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75" name="Line 151">
            <a:extLst>
              <a:ext uri="{FF2B5EF4-FFF2-40B4-BE49-F238E27FC236}">
                <a16:creationId xmlns:a16="http://schemas.microsoft.com/office/drawing/2014/main" id="{0E809685-1690-D847-897F-478519EA4D99}"/>
              </a:ext>
            </a:extLst>
          </p:cNvPr>
          <p:cNvSpPr>
            <a:spLocks noChangeShapeType="1"/>
          </p:cNvSpPr>
          <p:nvPr/>
        </p:nvSpPr>
        <p:spPr bwMode="auto">
          <a:xfrm>
            <a:off x="2819510" y="2770347"/>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76" name="Line 152">
            <a:extLst>
              <a:ext uri="{FF2B5EF4-FFF2-40B4-BE49-F238E27FC236}">
                <a16:creationId xmlns:a16="http://schemas.microsoft.com/office/drawing/2014/main" id="{ADC27AE6-806F-D84F-A3DD-02BE025A73DA}"/>
              </a:ext>
            </a:extLst>
          </p:cNvPr>
          <p:cNvSpPr>
            <a:spLocks noChangeShapeType="1"/>
          </p:cNvSpPr>
          <p:nvPr/>
        </p:nvSpPr>
        <p:spPr bwMode="auto">
          <a:xfrm>
            <a:off x="2819510" y="2481025"/>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77" name="Line 153">
            <a:extLst>
              <a:ext uri="{FF2B5EF4-FFF2-40B4-BE49-F238E27FC236}">
                <a16:creationId xmlns:a16="http://schemas.microsoft.com/office/drawing/2014/main" id="{61B60B7D-D5F0-AD40-B46B-5E7EDD94547F}"/>
              </a:ext>
            </a:extLst>
          </p:cNvPr>
          <p:cNvSpPr>
            <a:spLocks noChangeShapeType="1"/>
          </p:cNvSpPr>
          <p:nvPr/>
        </p:nvSpPr>
        <p:spPr bwMode="auto">
          <a:xfrm>
            <a:off x="2819510" y="2191703"/>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78" name="Line 154">
            <a:extLst>
              <a:ext uri="{FF2B5EF4-FFF2-40B4-BE49-F238E27FC236}">
                <a16:creationId xmlns:a16="http://schemas.microsoft.com/office/drawing/2014/main" id="{33CEB412-4BB1-8F46-A687-63D6353E8E2B}"/>
              </a:ext>
            </a:extLst>
          </p:cNvPr>
          <p:cNvSpPr>
            <a:spLocks noChangeShapeType="1"/>
          </p:cNvSpPr>
          <p:nvPr/>
        </p:nvSpPr>
        <p:spPr bwMode="auto">
          <a:xfrm>
            <a:off x="2819510" y="1902381"/>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79" name="Line 155">
            <a:extLst>
              <a:ext uri="{FF2B5EF4-FFF2-40B4-BE49-F238E27FC236}">
                <a16:creationId xmlns:a16="http://schemas.microsoft.com/office/drawing/2014/main" id="{4806F63E-A95D-F14C-944E-A41EDB2C8D22}"/>
              </a:ext>
            </a:extLst>
          </p:cNvPr>
          <p:cNvSpPr>
            <a:spLocks noChangeShapeType="1"/>
          </p:cNvSpPr>
          <p:nvPr/>
        </p:nvSpPr>
        <p:spPr bwMode="auto">
          <a:xfrm>
            <a:off x="2819510" y="1611869"/>
            <a:ext cx="19764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80" name="Text Box 156">
            <a:extLst>
              <a:ext uri="{FF2B5EF4-FFF2-40B4-BE49-F238E27FC236}">
                <a16:creationId xmlns:a16="http://schemas.microsoft.com/office/drawing/2014/main" id="{0E8C06B9-CEE7-0D4F-AD7C-2B5C2A02E4EB}"/>
              </a:ext>
            </a:extLst>
          </p:cNvPr>
          <p:cNvSpPr txBox="1">
            <a:spLocks noChangeArrowheads="1"/>
          </p:cNvSpPr>
          <p:nvPr/>
        </p:nvSpPr>
        <p:spPr bwMode="auto">
          <a:xfrm>
            <a:off x="3082637" y="3366851"/>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a:t>
            </a:r>
          </a:p>
        </p:txBody>
      </p:sp>
      <p:sp>
        <p:nvSpPr>
          <p:cNvPr id="538781" name="Text Box 157">
            <a:extLst>
              <a:ext uri="{FF2B5EF4-FFF2-40B4-BE49-F238E27FC236}">
                <a16:creationId xmlns:a16="http://schemas.microsoft.com/office/drawing/2014/main" id="{650DE797-8878-C341-A264-E438EE326D59}"/>
              </a:ext>
            </a:extLst>
          </p:cNvPr>
          <p:cNvSpPr txBox="1">
            <a:spLocks noChangeArrowheads="1"/>
          </p:cNvSpPr>
          <p:nvPr/>
        </p:nvSpPr>
        <p:spPr bwMode="auto">
          <a:xfrm>
            <a:off x="3476734" y="3366851"/>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8782" name="Text Box 158">
            <a:extLst>
              <a:ext uri="{FF2B5EF4-FFF2-40B4-BE49-F238E27FC236}">
                <a16:creationId xmlns:a16="http://schemas.microsoft.com/office/drawing/2014/main" id="{8A0A4A7F-1893-7648-B1F8-0FA2E72B071C}"/>
              </a:ext>
            </a:extLst>
          </p:cNvPr>
          <p:cNvSpPr txBox="1">
            <a:spLocks noChangeArrowheads="1"/>
          </p:cNvSpPr>
          <p:nvPr/>
        </p:nvSpPr>
        <p:spPr bwMode="auto">
          <a:xfrm>
            <a:off x="3870831" y="3366851"/>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6</a:t>
            </a:r>
          </a:p>
        </p:txBody>
      </p:sp>
      <p:sp>
        <p:nvSpPr>
          <p:cNvPr id="538783" name="Text Box 159">
            <a:extLst>
              <a:ext uri="{FF2B5EF4-FFF2-40B4-BE49-F238E27FC236}">
                <a16:creationId xmlns:a16="http://schemas.microsoft.com/office/drawing/2014/main" id="{84A9E259-A838-9F45-AB65-5EAAA9285B2C}"/>
              </a:ext>
            </a:extLst>
          </p:cNvPr>
          <p:cNvSpPr txBox="1">
            <a:spLocks noChangeArrowheads="1"/>
          </p:cNvSpPr>
          <p:nvPr/>
        </p:nvSpPr>
        <p:spPr bwMode="auto">
          <a:xfrm>
            <a:off x="4276834" y="3366851"/>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8784" name="Text Box 160">
            <a:extLst>
              <a:ext uri="{FF2B5EF4-FFF2-40B4-BE49-F238E27FC236}">
                <a16:creationId xmlns:a16="http://schemas.microsoft.com/office/drawing/2014/main" id="{2080F311-B835-AA4A-9A4C-A087259A3B9D}"/>
              </a:ext>
            </a:extLst>
          </p:cNvPr>
          <p:cNvSpPr txBox="1">
            <a:spLocks noChangeArrowheads="1"/>
          </p:cNvSpPr>
          <p:nvPr/>
        </p:nvSpPr>
        <p:spPr bwMode="auto">
          <a:xfrm>
            <a:off x="4605447" y="3366851"/>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10</a:t>
            </a:r>
          </a:p>
        </p:txBody>
      </p:sp>
      <p:sp>
        <p:nvSpPr>
          <p:cNvPr id="538785" name="Text Box 161">
            <a:extLst>
              <a:ext uri="{FF2B5EF4-FFF2-40B4-BE49-F238E27FC236}">
                <a16:creationId xmlns:a16="http://schemas.microsoft.com/office/drawing/2014/main" id="{CB2046A7-D2B2-5C46-8DAF-554883972D7F}"/>
              </a:ext>
            </a:extLst>
          </p:cNvPr>
          <p:cNvSpPr txBox="1">
            <a:spLocks noChangeArrowheads="1"/>
          </p:cNvSpPr>
          <p:nvPr/>
        </p:nvSpPr>
        <p:spPr bwMode="auto">
          <a:xfrm>
            <a:off x="5031691" y="3366851"/>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8786" name="Text Box 162">
            <a:extLst>
              <a:ext uri="{FF2B5EF4-FFF2-40B4-BE49-F238E27FC236}">
                <a16:creationId xmlns:a16="http://schemas.microsoft.com/office/drawing/2014/main" id="{069E325D-46C6-B948-8CF7-2104682FD47D}"/>
              </a:ext>
            </a:extLst>
          </p:cNvPr>
          <p:cNvSpPr txBox="1">
            <a:spLocks noChangeArrowheads="1"/>
          </p:cNvSpPr>
          <p:nvPr/>
        </p:nvSpPr>
        <p:spPr bwMode="auto">
          <a:xfrm>
            <a:off x="5404356" y="3366851"/>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14</a:t>
            </a:r>
          </a:p>
        </p:txBody>
      </p:sp>
      <p:sp>
        <p:nvSpPr>
          <p:cNvPr id="538787" name="Text Box 163">
            <a:extLst>
              <a:ext uri="{FF2B5EF4-FFF2-40B4-BE49-F238E27FC236}">
                <a16:creationId xmlns:a16="http://schemas.microsoft.com/office/drawing/2014/main" id="{8F5DCC28-24B4-4748-B89B-9DA9F5583DF0}"/>
              </a:ext>
            </a:extLst>
          </p:cNvPr>
          <p:cNvSpPr txBox="1">
            <a:spLocks noChangeArrowheads="1"/>
          </p:cNvSpPr>
          <p:nvPr/>
        </p:nvSpPr>
        <p:spPr bwMode="auto">
          <a:xfrm>
            <a:off x="5798453" y="3366851"/>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16</a:t>
            </a:r>
          </a:p>
        </p:txBody>
      </p:sp>
      <p:sp>
        <p:nvSpPr>
          <p:cNvPr id="538788" name="Text Box 164">
            <a:extLst>
              <a:ext uri="{FF2B5EF4-FFF2-40B4-BE49-F238E27FC236}">
                <a16:creationId xmlns:a16="http://schemas.microsoft.com/office/drawing/2014/main" id="{F0ECE63A-FDD9-6A45-B045-8B72A55A53F1}"/>
              </a:ext>
            </a:extLst>
          </p:cNvPr>
          <p:cNvSpPr txBox="1">
            <a:spLocks noChangeArrowheads="1"/>
          </p:cNvSpPr>
          <p:nvPr/>
        </p:nvSpPr>
        <p:spPr bwMode="auto">
          <a:xfrm>
            <a:off x="6215172" y="3366851"/>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18</a:t>
            </a:r>
          </a:p>
        </p:txBody>
      </p:sp>
      <p:sp>
        <p:nvSpPr>
          <p:cNvPr id="538789" name="Text Box 165">
            <a:extLst>
              <a:ext uri="{FF2B5EF4-FFF2-40B4-BE49-F238E27FC236}">
                <a16:creationId xmlns:a16="http://schemas.microsoft.com/office/drawing/2014/main" id="{4A5F6C4D-6C5D-124A-8593-49338F5D3170}"/>
              </a:ext>
            </a:extLst>
          </p:cNvPr>
          <p:cNvSpPr txBox="1">
            <a:spLocks noChangeArrowheads="1"/>
          </p:cNvSpPr>
          <p:nvPr/>
        </p:nvSpPr>
        <p:spPr bwMode="auto">
          <a:xfrm>
            <a:off x="6609268" y="3366851"/>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8790" name="Text Box 166">
            <a:extLst>
              <a:ext uri="{FF2B5EF4-FFF2-40B4-BE49-F238E27FC236}">
                <a16:creationId xmlns:a16="http://schemas.microsoft.com/office/drawing/2014/main" id="{8856C4F4-0F19-2B41-8A4D-9A6D0AFCFC4A}"/>
              </a:ext>
            </a:extLst>
          </p:cNvPr>
          <p:cNvSpPr txBox="1">
            <a:spLocks noChangeArrowheads="1"/>
          </p:cNvSpPr>
          <p:nvPr/>
        </p:nvSpPr>
        <p:spPr bwMode="auto">
          <a:xfrm>
            <a:off x="2720687" y="3366851"/>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8791" name="Text Box 167">
            <a:extLst>
              <a:ext uri="{FF2B5EF4-FFF2-40B4-BE49-F238E27FC236}">
                <a16:creationId xmlns:a16="http://schemas.microsoft.com/office/drawing/2014/main" id="{CA3DE9F9-CA1A-BB4A-AECA-DDF6925BB5E6}"/>
              </a:ext>
            </a:extLst>
          </p:cNvPr>
          <p:cNvSpPr txBox="1">
            <a:spLocks noChangeArrowheads="1"/>
          </p:cNvSpPr>
          <p:nvPr/>
        </p:nvSpPr>
        <p:spPr bwMode="auto">
          <a:xfrm>
            <a:off x="2589718" y="3193019"/>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0</a:t>
            </a:r>
          </a:p>
        </p:txBody>
      </p:sp>
      <p:sp>
        <p:nvSpPr>
          <p:cNvPr id="538792" name="Text Box 168">
            <a:extLst>
              <a:ext uri="{FF2B5EF4-FFF2-40B4-BE49-F238E27FC236}">
                <a16:creationId xmlns:a16="http://schemas.microsoft.com/office/drawing/2014/main" id="{286D717E-F37A-5843-9C6A-3E4863AAFF51}"/>
              </a:ext>
            </a:extLst>
          </p:cNvPr>
          <p:cNvSpPr txBox="1">
            <a:spLocks noChangeArrowheads="1"/>
          </p:cNvSpPr>
          <p:nvPr/>
        </p:nvSpPr>
        <p:spPr bwMode="auto">
          <a:xfrm>
            <a:off x="2589718" y="2903697"/>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4</a:t>
            </a:r>
          </a:p>
        </p:txBody>
      </p:sp>
      <p:sp>
        <p:nvSpPr>
          <p:cNvPr id="538793" name="Text Box 169">
            <a:extLst>
              <a:ext uri="{FF2B5EF4-FFF2-40B4-BE49-F238E27FC236}">
                <a16:creationId xmlns:a16="http://schemas.microsoft.com/office/drawing/2014/main" id="{66B3874F-5F34-3545-AD3A-32F005A222D7}"/>
              </a:ext>
            </a:extLst>
          </p:cNvPr>
          <p:cNvSpPr txBox="1">
            <a:spLocks noChangeArrowheads="1"/>
          </p:cNvSpPr>
          <p:nvPr/>
        </p:nvSpPr>
        <p:spPr bwMode="auto">
          <a:xfrm>
            <a:off x="2589718" y="2623901"/>
            <a:ext cx="269626"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8</a:t>
            </a:r>
          </a:p>
        </p:txBody>
      </p:sp>
      <p:sp>
        <p:nvSpPr>
          <p:cNvPr id="538794" name="Text Box 170">
            <a:extLst>
              <a:ext uri="{FF2B5EF4-FFF2-40B4-BE49-F238E27FC236}">
                <a16:creationId xmlns:a16="http://schemas.microsoft.com/office/drawing/2014/main" id="{185C357C-499C-2B49-B299-54FED4FEC1CF}"/>
              </a:ext>
            </a:extLst>
          </p:cNvPr>
          <p:cNvSpPr txBox="1">
            <a:spLocks noChangeArrowheads="1"/>
          </p:cNvSpPr>
          <p:nvPr/>
        </p:nvSpPr>
        <p:spPr bwMode="auto">
          <a:xfrm>
            <a:off x="2490897" y="2344103"/>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12</a:t>
            </a:r>
          </a:p>
        </p:txBody>
      </p:sp>
      <p:sp>
        <p:nvSpPr>
          <p:cNvPr id="538795" name="Text Box 171">
            <a:extLst>
              <a:ext uri="{FF2B5EF4-FFF2-40B4-BE49-F238E27FC236}">
                <a16:creationId xmlns:a16="http://schemas.microsoft.com/office/drawing/2014/main" id="{94076F08-309B-BB45-A1FE-F05652F64057}"/>
              </a:ext>
            </a:extLst>
          </p:cNvPr>
          <p:cNvSpPr txBox="1">
            <a:spLocks noChangeArrowheads="1"/>
          </p:cNvSpPr>
          <p:nvPr/>
        </p:nvSpPr>
        <p:spPr bwMode="auto">
          <a:xfrm>
            <a:off x="2490897" y="1773794"/>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20</a:t>
            </a:r>
          </a:p>
        </p:txBody>
      </p:sp>
      <p:sp>
        <p:nvSpPr>
          <p:cNvPr id="538796" name="Text Box 172">
            <a:extLst>
              <a:ext uri="{FF2B5EF4-FFF2-40B4-BE49-F238E27FC236}">
                <a16:creationId xmlns:a16="http://schemas.microsoft.com/office/drawing/2014/main" id="{D5CC421F-5F8B-9949-95B6-9C93C3EA6781}"/>
              </a:ext>
            </a:extLst>
          </p:cNvPr>
          <p:cNvSpPr txBox="1">
            <a:spLocks noChangeArrowheads="1"/>
          </p:cNvSpPr>
          <p:nvPr/>
        </p:nvSpPr>
        <p:spPr bwMode="auto">
          <a:xfrm>
            <a:off x="2490897" y="1484472"/>
            <a:ext cx="354584" cy="276999"/>
          </a:xfrm>
          <a:prstGeom prst="rect">
            <a:avLst/>
          </a:prstGeom>
          <a:noFill/>
          <a:ln>
            <a:noFill/>
          </a:ln>
          <a:effectLst/>
        </p:spPr>
        <p:txBody>
          <a:bodyPr wrap="none">
            <a:spAutoFit/>
          </a:bodyPr>
          <a:lstStyle/>
          <a:p>
            <a:pPr eaLnBrk="1" hangingPunct="1">
              <a:defRPr/>
            </a:pPr>
            <a:r>
              <a:rPr kumimoji="1" lang="en-US" altLang="zh-CN" sz="1200">
                <a:solidFill>
                  <a:schemeClr val="folHlink"/>
                </a:solidFill>
                <a:latin typeface="Arial" charset="0"/>
                <a:ea typeface="黑体" charset="-122"/>
              </a:rPr>
              <a:t>24</a:t>
            </a:r>
          </a:p>
        </p:txBody>
      </p:sp>
      <p:sp>
        <p:nvSpPr>
          <p:cNvPr id="538797" name="Oval 173">
            <a:extLst>
              <a:ext uri="{FF2B5EF4-FFF2-40B4-BE49-F238E27FC236}">
                <a16:creationId xmlns:a16="http://schemas.microsoft.com/office/drawing/2014/main" id="{DE4FED55-8115-E242-AF7E-1B56EA81FB00}"/>
              </a:ext>
            </a:extLst>
          </p:cNvPr>
          <p:cNvSpPr>
            <a:spLocks noChangeArrowheads="1"/>
          </p:cNvSpPr>
          <p:nvPr/>
        </p:nvSpPr>
        <p:spPr bwMode="auto">
          <a:xfrm>
            <a:off x="3369579" y="2741772"/>
            <a:ext cx="7739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98" name="Oval 174">
            <a:extLst>
              <a:ext uri="{FF2B5EF4-FFF2-40B4-BE49-F238E27FC236}">
                <a16:creationId xmlns:a16="http://schemas.microsoft.com/office/drawing/2014/main" id="{922CFBEE-1F25-E74B-AE41-524869188F08}"/>
              </a:ext>
            </a:extLst>
          </p:cNvPr>
          <p:cNvSpPr>
            <a:spLocks noChangeArrowheads="1"/>
          </p:cNvSpPr>
          <p:nvPr/>
        </p:nvSpPr>
        <p:spPr bwMode="auto">
          <a:xfrm>
            <a:off x="3173125" y="3031094"/>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799" name="Oval 175">
            <a:extLst>
              <a:ext uri="{FF2B5EF4-FFF2-40B4-BE49-F238E27FC236}">
                <a16:creationId xmlns:a16="http://schemas.microsoft.com/office/drawing/2014/main" id="{0C436864-A74D-064D-A373-A214563E3746}"/>
              </a:ext>
            </a:extLst>
          </p:cNvPr>
          <p:cNvSpPr>
            <a:spLocks noChangeArrowheads="1"/>
          </p:cNvSpPr>
          <p:nvPr/>
        </p:nvSpPr>
        <p:spPr bwMode="auto">
          <a:xfrm>
            <a:off x="2787362" y="3219213"/>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00" name="Oval 176">
            <a:extLst>
              <a:ext uri="{FF2B5EF4-FFF2-40B4-BE49-F238E27FC236}">
                <a16:creationId xmlns:a16="http://schemas.microsoft.com/office/drawing/2014/main" id="{54C3A7CE-4DBB-ED4C-A933-18972C17EC1F}"/>
              </a:ext>
            </a:extLst>
          </p:cNvPr>
          <p:cNvSpPr>
            <a:spLocks noChangeArrowheads="1"/>
          </p:cNvSpPr>
          <p:nvPr/>
        </p:nvSpPr>
        <p:spPr bwMode="auto">
          <a:xfrm>
            <a:off x="2967147" y="3169207"/>
            <a:ext cx="7739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01" name="Oval 177">
            <a:extLst>
              <a:ext uri="{FF2B5EF4-FFF2-40B4-BE49-F238E27FC236}">
                <a16:creationId xmlns:a16="http://schemas.microsoft.com/office/drawing/2014/main" id="{90D22E26-A3B1-E047-BD03-09975E7EE23D}"/>
              </a:ext>
            </a:extLst>
          </p:cNvPr>
          <p:cNvSpPr>
            <a:spLocks noChangeArrowheads="1"/>
          </p:cNvSpPr>
          <p:nvPr/>
        </p:nvSpPr>
        <p:spPr bwMode="auto">
          <a:xfrm>
            <a:off x="3567222" y="2159557"/>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02" name="Oval 178">
            <a:extLst>
              <a:ext uri="{FF2B5EF4-FFF2-40B4-BE49-F238E27FC236}">
                <a16:creationId xmlns:a16="http://schemas.microsoft.com/office/drawing/2014/main" id="{4FF732E4-A8EF-9845-A82F-AFB6F72DE910}"/>
              </a:ext>
            </a:extLst>
          </p:cNvPr>
          <p:cNvSpPr>
            <a:spLocks noChangeArrowheads="1"/>
          </p:cNvSpPr>
          <p:nvPr/>
        </p:nvSpPr>
        <p:spPr bwMode="auto">
          <a:xfrm>
            <a:off x="3764866" y="2083356"/>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03" name="Oval 179">
            <a:extLst>
              <a:ext uri="{FF2B5EF4-FFF2-40B4-BE49-F238E27FC236}">
                <a16:creationId xmlns:a16="http://schemas.microsoft.com/office/drawing/2014/main" id="{0066E2C5-BAD2-F843-849C-F5BB3F093602}"/>
              </a:ext>
            </a:extLst>
          </p:cNvPr>
          <p:cNvSpPr>
            <a:spLocks noChangeArrowheads="1"/>
          </p:cNvSpPr>
          <p:nvPr/>
        </p:nvSpPr>
        <p:spPr bwMode="auto">
          <a:xfrm>
            <a:off x="3961318" y="2014301"/>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04" name="Oval 180">
            <a:extLst>
              <a:ext uri="{FF2B5EF4-FFF2-40B4-BE49-F238E27FC236}">
                <a16:creationId xmlns:a16="http://schemas.microsoft.com/office/drawing/2014/main" id="{E28C46FA-7C70-FE4D-A1AA-785A89101105}"/>
              </a:ext>
            </a:extLst>
          </p:cNvPr>
          <p:cNvSpPr>
            <a:spLocks noChangeArrowheads="1"/>
          </p:cNvSpPr>
          <p:nvPr/>
        </p:nvSpPr>
        <p:spPr bwMode="auto">
          <a:xfrm>
            <a:off x="4360178" y="1869044"/>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05" name="Oval 181">
            <a:extLst>
              <a:ext uri="{FF2B5EF4-FFF2-40B4-BE49-F238E27FC236}">
                <a16:creationId xmlns:a16="http://schemas.microsoft.com/office/drawing/2014/main" id="{4AC24524-30E2-9E4A-B8EA-7428B21CFBDF}"/>
              </a:ext>
            </a:extLst>
          </p:cNvPr>
          <p:cNvSpPr>
            <a:spLocks noChangeArrowheads="1"/>
          </p:cNvSpPr>
          <p:nvPr/>
        </p:nvSpPr>
        <p:spPr bwMode="auto">
          <a:xfrm>
            <a:off x="4158962" y="1941672"/>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06" name="Oval 182">
            <a:extLst>
              <a:ext uri="{FF2B5EF4-FFF2-40B4-BE49-F238E27FC236}">
                <a16:creationId xmlns:a16="http://schemas.microsoft.com/office/drawing/2014/main" id="{8BCF0C48-704B-EB40-8610-BB55CC94AC1D}"/>
              </a:ext>
            </a:extLst>
          </p:cNvPr>
          <p:cNvSpPr>
            <a:spLocks noChangeArrowheads="1"/>
          </p:cNvSpPr>
          <p:nvPr/>
        </p:nvSpPr>
        <p:spPr bwMode="auto">
          <a:xfrm>
            <a:off x="4556631" y="1796415"/>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07" name="Oval 183">
            <a:extLst>
              <a:ext uri="{FF2B5EF4-FFF2-40B4-BE49-F238E27FC236}">
                <a16:creationId xmlns:a16="http://schemas.microsoft.com/office/drawing/2014/main" id="{7044156F-444B-2F4C-AAF6-075EA9AC76F1}"/>
              </a:ext>
            </a:extLst>
          </p:cNvPr>
          <p:cNvSpPr>
            <a:spLocks noChangeArrowheads="1"/>
          </p:cNvSpPr>
          <p:nvPr/>
        </p:nvSpPr>
        <p:spPr bwMode="auto">
          <a:xfrm>
            <a:off x="4750703" y="1728550"/>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08" name="Oval 184">
            <a:extLst>
              <a:ext uri="{FF2B5EF4-FFF2-40B4-BE49-F238E27FC236}">
                <a16:creationId xmlns:a16="http://schemas.microsoft.com/office/drawing/2014/main" id="{8B2BEDA1-84EF-8A41-981C-B5922C5CC29F}"/>
              </a:ext>
            </a:extLst>
          </p:cNvPr>
          <p:cNvSpPr>
            <a:spLocks noChangeArrowheads="1"/>
          </p:cNvSpPr>
          <p:nvPr/>
        </p:nvSpPr>
        <p:spPr bwMode="auto">
          <a:xfrm>
            <a:off x="5140037" y="1572578"/>
            <a:ext cx="77391"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09" name="Oval 185">
            <a:extLst>
              <a:ext uri="{FF2B5EF4-FFF2-40B4-BE49-F238E27FC236}">
                <a16:creationId xmlns:a16="http://schemas.microsoft.com/office/drawing/2014/main" id="{9C1B2FAF-03E4-1A42-A9E2-D0D5683E6495}"/>
              </a:ext>
            </a:extLst>
          </p:cNvPr>
          <p:cNvSpPr>
            <a:spLocks noChangeArrowheads="1"/>
          </p:cNvSpPr>
          <p:nvPr/>
        </p:nvSpPr>
        <p:spPr bwMode="auto">
          <a:xfrm>
            <a:off x="4947156" y="1645206"/>
            <a:ext cx="77391"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10" name="Oval 186">
            <a:extLst>
              <a:ext uri="{FF2B5EF4-FFF2-40B4-BE49-F238E27FC236}">
                <a16:creationId xmlns:a16="http://schemas.microsoft.com/office/drawing/2014/main" id="{3BBEBDA9-0B84-AA47-A0A7-241E88AB1973}"/>
              </a:ext>
            </a:extLst>
          </p:cNvPr>
          <p:cNvSpPr>
            <a:spLocks noChangeArrowheads="1"/>
          </p:cNvSpPr>
          <p:nvPr/>
        </p:nvSpPr>
        <p:spPr bwMode="auto">
          <a:xfrm>
            <a:off x="6138972" y="2445306"/>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11" name="Oval 187">
            <a:extLst>
              <a:ext uri="{FF2B5EF4-FFF2-40B4-BE49-F238E27FC236}">
                <a16:creationId xmlns:a16="http://schemas.microsoft.com/office/drawing/2014/main" id="{AA24802B-1743-3D49-A7DE-267BB367AC39}"/>
              </a:ext>
            </a:extLst>
          </p:cNvPr>
          <p:cNvSpPr>
            <a:spLocks noChangeArrowheads="1"/>
          </p:cNvSpPr>
          <p:nvPr/>
        </p:nvSpPr>
        <p:spPr bwMode="auto">
          <a:xfrm>
            <a:off x="5538897" y="3162063"/>
            <a:ext cx="76200" cy="6667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12" name="Oval 188">
            <a:extLst>
              <a:ext uri="{FF2B5EF4-FFF2-40B4-BE49-F238E27FC236}">
                <a16:creationId xmlns:a16="http://schemas.microsoft.com/office/drawing/2014/main" id="{17C2A56F-A3F2-1348-AFC9-21E400D4974F}"/>
              </a:ext>
            </a:extLst>
          </p:cNvPr>
          <p:cNvSpPr>
            <a:spLocks noChangeArrowheads="1"/>
          </p:cNvSpPr>
          <p:nvPr/>
        </p:nvSpPr>
        <p:spPr bwMode="auto">
          <a:xfrm>
            <a:off x="5740112" y="3020378"/>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13" name="Oval 189">
            <a:extLst>
              <a:ext uri="{FF2B5EF4-FFF2-40B4-BE49-F238E27FC236}">
                <a16:creationId xmlns:a16="http://schemas.microsoft.com/office/drawing/2014/main" id="{17D26241-F67A-3747-9549-D360EB4FB817}"/>
              </a:ext>
            </a:extLst>
          </p:cNvPr>
          <p:cNvSpPr>
            <a:spLocks noChangeArrowheads="1"/>
          </p:cNvSpPr>
          <p:nvPr/>
        </p:nvSpPr>
        <p:spPr bwMode="auto">
          <a:xfrm>
            <a:off x="5337681" y="3219213"/>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14" name="Oval 190">
            <a:extLst>
              <a:ext uri="{FF2B5EF4-FFF2-40B4-BE49-F238E27FC236}">
                <a16:creationId xmlns:a16="http://schemas.microsoft.com/office/drawing/2014/main" id="{B1A86E37-72CE-F54C-A592-7C4DC874DEB8}"/>
              </a:ext>
            </a:extLst>
          </p:cNvPr>
          <p:cNvSpPr>
            <a:spLocks noChangeArrowheads="1"/>
          </p:cNvSpPr>
          <p:nvPr/>
        </p:nvSpPr>
        <p:spPr bwMode="auto">
          <a:xfrm>
            <a:off x="5929422" y="2734628"/>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15" name="Oval 191">
            <a:extLst>
              <a:ext uri="{FF2B5EF4-FFF2-40B4-BE49-F238E27FC236}">
                <a16:creationId xmlns:a16="http://schemas.microsoft.com/office/drawing/2014/main" id="{8078C7CC-0077-6C4D-ADAD-6186DE973EF7}"/>
              </a:ext>
            </a:extLst>
          </p:cNvPr>
          <p:cNvSpPr>
            <a:spLocks noChangeArrowheads="1"/>
          </p:cNvSpPr>
          <p:nvPr/>
        </p:nvSpPr>
        <p:spPr bwMode="auto">
          <a:xfrm>
            <a:off x="6331853" y="2369107"/>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16" name="Oval 192">
            <a:extLst>
              <a:ext uri="{FF2B5EF4-FFF2-40B4-BE49-F238E27FC236}">
                <a16:creationId xmlns:a16="http://schemas.microsoft.com/office/drawing/2014/main" id="{98582C93-4BC0-3245-8E8A-7BC757F9813D}"/>
              </a:ext>
            </a:extLst>
          </p:cNvPr>
          <p:cNvSpPr>
            <a:spLocks noChangeArrowheads="1"/>
          </p:cNvSpPr>
          <p:nvPr/>
        </p:nvSpPr>
        <p:spPr bwMode="auto">
          <a:xfrm>
            <a:off x="6918831" y="2151222"/>
            <a:ext cx="76200" cy="67866"/>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17" name="Oval 193">
            <a:extLst>
              <a:ext uri="{FF2B5EF4-FFF2-40B4-BE49-F238E27FC236}">
                <a16:creationId xmlns:a16="http://schemas.microsoft.com/office/drawing/2014/main" id="{CAB4B8DA-88FD-D844-8F31-9BF71220BEA3}"/>
              </a:ext>
            </a:extLst>
          </p:cNvPr>
          <p:cNvSpPr>
            <a:spLocks noChangeArrowheads="1"/>
          </p:cNvSpPr>
          <p:nvPr/>
        </p:nvSpPr>
        <p:spPr bwMode="auto">
          <a:xfrm>
            <a:off x="6524734" y="2292907"/>
            <a:ext cx="76200"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18" name="Oval 194">
            <a:extLst>
              <a:ext uri="{FF2B5EF4-FFF2-40B4-BE49-F238E27FC236}">
                <a16:creationId xmlns:a16="http://schemas.microsoft.com/office/drawing/2014/main" id="{9DB716A5-9D42-C14C-9D93-2510EDB9AD49}"/>
              </a:ext>
            </a:extLst>
          </p:cNvPr>
          <p:cNvSpPr>
            <a:spLocks noChangeArrowheads="1"/>
          </p:cNvSpPr>
          <p:nvPr/>
        </p:nvSpPr>
        <p:spPr bwMode="auto">
          <a:xfrm>
            <a:off x="6721187" y="2223851"/>
            <a:ext cx="77391" cy="67865"/>
          </a:xfrm>
          <a:prstGeom prst="ellipse">
            <a:avLst/>
          </a:prstGeom>
          <a:solidFill>
            <a:schemeClr val="folHlink"/>
          </a:solidFill>
          <a:ln w="9525">
            <a:solidFill>
              <a:schemeClr val="folHlink"/>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20" name="Text Box 196">
            <a:extLst>
              <a:ext uri="{FF2B5EF4-FFF2-40B4-BE49-F238E27FC236}">
                <a16:creationId xmlns:a16="http://schemas.microsoft.com/office/drawing/2014/main" id="{B75DB3A7-3DA0-7544-916C-EA8D2F406FF9}"/>
              </a:ext>
            </a:extLst>
          </p:cNvPr>
          <p:cNvSpPr txBox="1">
            <a:spLocks noChangeArrowheads="1"/>
          </p:cNvSpPr>
          <p:nvPr/>
        </p:nvSpPr>
        <p:spPr bwMode="auto">
          <a:xfrm>
            <a:off x="2003931" y="1109425"/>
            <a:ext cx="1329210"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拥塞窗口 </a:t>
            </a:r>
            <a:r>
              <a:rPr kumimoji="1" lang="en-US" altLang="zh-CN" sz="1350">
                <a:solidFill>
                  <a:schemeClr val="folHlink"/>
                </a:solidFill>
                <a:latin typeface="Arial" panose="020B0604020202020204" pitchFamily="34" charset="0"/>
              </a:rPr>
              <a:t>cwnd</a:t>
            </a:r>
          </a:p>
        </p:txBody>
      </p:sp>
      <p:sp>
        <p:nvSpPr>
          <p:cNvPr id="538821" name="Text Box 197">
            <a:extLst>
              <a:ext uri="{FF2B5EF4-FFF2-40B4-BE49-F238E27FC236}">
                <a16:creationId xmlns:a16="http://schemas.microsoft.com/office/drawing/2014/main" id="{324590F6-7C31-EB40-A56B-79C8A16FC823}"/>
              </a:ext>
            </a:extLst>
          </p:cNvPr>
          <p:cNvSpPr txBox="1">
            <a:spLocks noChangeArrowheads="1"/>
          </p:cNvSpPr>
          <p:nvPr/>
        </p:nvSpPr>
        <p:spPr bwMode="auto">
          <a:xfrm>
            <a:off x="1235978" y="2303621"/>
            <a:ext cx="145424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新的 </a:t>
            </a: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值</a:t>
            </a:r>
          </a:p>
        </p:txBody>
      </p:sp>
      <p:sp>
        <p:nvSpPr>
          <p:cNvPr id="538822" name="Text Box 198">
            <a:extLst>
              <a:ext uri="{FF2B5EF4-FFF2-40B4-BE49-F238E27FC236}">
                <a16:creationId xmlns:a16="http://schemas.microsoft.com/office/drawing/2014/main" id="{D025B835-8FB4-3C42-B58C-E2AF46002546}"/>
              </a:ext>
            </a:extLst>
          </p:cNvPr>
          <p:cNvSpPr txBox="1">
            <a:spLocks noChangeArrowheads="1"/>
          </p:cNvSpPr>
          <p:nvPr/>
        </p:nvSpPr>
        <p:spPr bwMode="auto">
          <a:xfrm>
            <a:off x="5382925" y="1208246"/>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网络拥塞</a:t>
            </a:r>
          </a:p>
        </p:txBody>
      </p:sp>
      <p:sp>
        <p:nvSpPr>
          <p:cNvPr id="538823" name="Line 199">
            <a:extLst>
              <a:ext uri="{FF2B5EF4-FFF2-40B4-BE49-F238E27FC236}">
                <a16:creationId xmlns:a16="http://schemas.microsoft.com/office/drawing/2014/main" id="{C78D7CCE-B5B3-D347-BE2B-3BA560AB7D6E}"/>
              </a:ext>
            </a:extLst>
          </p:cNvPr>
          <p:cNvSpPr>
            <a:spLocks noChangeShapeType="1"/>
          </p:cNvSpPr>
          <p:nvPr/>
        </p:nvSpPr>
        <p:spPr bwMode="auto">
          <a:xfrm flipH="1">
            <a:off x="5185281" y="1392794"/>
            <a:ext cx="259556" cy="219075"/>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8824" name="Text Box 200">
            <a:extLst>
              <a:ext uri="{FF2B5EF4-FFF2-40B4-BE49-F238E27FC236}">
                <a16:creationId xmlns:a16="http://schemas.microsoft.com/office/drawing/2014/main" id="{0D7C7C80-6D32-9A45-A5C1-4A1757C77986}"/>
              </a:ext>
            </a:extLst>
          </p:cNvPr>
          <p:cNvSpPr txBox="1">
            <a:spLocks noChangeArrowheads="1"/>
          </p:cNvSpPr>
          <p:nvPr/>
        </p:nvSpPr>
        <p:spPr bwMode="auto">
          <a:xfrm>
            <a:off x="3739862" y="2866787"/>
            <a:ext cx="1223412"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指数规律增长</a:t>
            </a:r>
          </a:p>
        </p:txBody>
      </p:sp>
      <p:sp>
        <p:nvSpPr>
          <p:cNvPr id="538825" name="Line 201">
            <a:extLst>
              <a:ext uri="{FF2B5EF4-FFF2-40B4-BE49-F238E27FC236}">
                <a16:creationId xmlns:a16="http://schemas.microsoft.com/office/drawing/2014/main" id="{4D4C2103-3899-4948-801A-996FA51414CD}"/>
              </a:ext>
            </a:extLst>
          </p:cNvPr>
          <p:cNvSpPr>
            <a:spLocks noChangeShapeType="1"/>
          </p:cNvSpPr>
          <p:nvPr/>
        </p:nvSpPr>
        <p:spPr bwMode="auto">
          <a:xfrm flipH="1" flipV="1">
            <a:off x="3280281" y="2944178"/>
            <a:ext cx="525066" cy="5834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8826" name="Rectangle 202">
            <a:extLst>
              <a:ext uri="{FF2B5EF4-FFF2-40B4-BE49-F238E27FC236}">
                <a16:creationId xmlns:a16="http://schemas.microsoft.com/office/drawing/2014/main" id="{5560F0C5-2EEE-CA45-8B9A-FDE3958E027D}"/>
              </a:ext>
            </a:extLst>
          </p:cNvPr>
          <p:cNvSpPr>
            <a:spLocks noChangeArrowheads="1"/>
          </p:cNvSpPr>
          <p:nvPr/>
        </p:nvSpPr>
        <p:spPr bwMode="auto">
          <a:xfrm>
            <a:off x="2884994" y="1554719"/>
            <a:ext cx="164306" cy="154424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8827" name="Line 203">
            <a:extLst>
              <a:ext uri="{FF2B5EF4-FFF2-40B4-BE49-F238E27FC236}">
                <a16:creationId xmlns:a16="http://schemas.microsoft.com/office/drawing/2014/main" id="{629DEC5C-D695-CB47-B913-6ABA6CB6BBB5}"/>
              </a:ext>
            </a:extLst>
          </p:cNvPr>
          <p:cNvSpPr>
            <a:spLocks noChangeShapeType="1"/>
          </p:cNvSpPr>
          <p:nvPr/>
        </p:nvSpPr>
        <p:spPr bwMode="auto">
          <a:xfrm>
            <a:off x="2884994" y="2191703"/>
            <a:ext cx="722710"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28" name="Rectangle 204">
            <a:extLst>
              <a:ext uri="{FF2B5EF4-FFF2-40B4-BE49-F238E27FC236}">
                <a16:creationId xmlns:a16="http://schemas.microsoft.com/office/drawing/2014/main" id="{F05D7211-D8AB-4C43-A20C-EB10DD0D424C}"/>
              </a:ext>
            </a:extLst>
          </p:cNvPr>
          <p:cNvSpPr>
            <a:spLocks noChangeArrowheads="1"/>
          </p:cNvSpPr>
          <p:nvPr/>
        </p:nvSpPr>
        <p:spPr bwMode="auto">
          <a:xfrm>
            <a:off x="3148122" y="3176351"/>
            <a:ext cx="210264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8829" name="Rectangle 205">
            <a:extLst>
              <a:ext uri="{FF2B5EF4-FFF2-40B4-BE49-F238E27FC236}">
                <a16:creationId xmlns:a16="http://schemas.microsoft.com/office/drawing/2014/main" id="{A8D0EDA9-7BFE-6549-8DFE-1D17ACFEB0C0}"/>
              </a:ext>
            </a:extLst>
          </p:cNvPr>
          <p:cNvSpPr>
            <a:spLocks noChangeArrowheads="1"/>
          </p:cNvSpPr>
          <p:nvPr/>
        </p:nvSpPr>
        <p:spPr bwMode="auto">
          <a:xfrm>
            <a:off x="5711537" y="3176351"/>
            <a:ext cx="1510904" cy="115490"/>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538830" name="Text Box 206">
            <a:extLst>
              <a:ext uri="{FF2B5EF4-FFF2-40B4-BE49-F238E27FC236}">
                <a16:creationId xmlns:a16="http://schemas.microsoft.com/office/drawing/2014/main" id="{338425A8-CFA9-4742-A8F2-65C283308A2C}"/>
              </a:ext>
            </a:extLst>
          </p:cNvPr>
          <p:cNvSpPr txBox="1">
            <a:spLocks noChangeArrowheads="1"/>
          </p:cNvSpPr>
          <p:nvPr/>
        </p:nvSpPr>
        <p:spPr bwMode="auto">
          <a:xfrm>
            <a:off x="1086896" y="2047637"/>
            <a:ext cx="1579278"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的初始值</a:t>
            </a:r>
          </a:p>
        </p:txBody>
      </p:sp>
      <p:sp>
        <p:nvSpPr>
          <p:cNvPr id="538831" name="Text Box 207">
            <a:extLst>
              <a:ext uri="{FF2B5EF4-FFF2-40B4-BE49-F238E27FC236}">
                <a16:creationId xmlns:a16="http://schemas.microsoft.com/office/drawing/2014/main" id="{DD0241B0-C4A1-4946-84EC-4C56ECB4D7DC}"/>
              </a:ext>
            </a:extLst>
          </p:cNvPr>
          <p:cNvSpPr txBox="1">
            <a:spLocks noChangeArrowheads="1"/>
          </p:cNvSpPr>
          <p:nvPr/>
        </p:nvSpPr>
        <p:spPr bwMode="auto">
          <a:xfrm>
            <a:off x="1686035" y="2966800"/>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8832" name="Line 208">
            <a:extLst>
              <a:ext uri="{FF2B5EF4-FFF2-40B4-BE49-F238E27FC236}">
                <a16:creationId xmlns:a16="http://schemas.microsoft.com/office/drawing/2014/main" id="{FF86ABF9-7AB3-D745-95F9-D3033F7CDDEA}"/>
              </a:ext>
            </a:extLst>
          </p:cNvPr>
          <p:cNvSpPr>
            <a:spLocks noChangeShapeType="1"/>
          </p:cNvSpPr>
          <p:nvPr/>
        </p:nvSpPr>
        <p:spPr bwMode="auto">
          <a:xfrm>
            <a:off x="2326590" y="3132297"/>
            <a:ext cx="460772" cy="116681"/>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538833" name="Text Box 209">
            <a:extLst>
              <a:ext uri="{FF2B5EF4-FFF2-40B4-BE49-F238E27FC236}">
                <a16:creationId xmlns:a16="http://schemas.microsoft.com/office/drawing/2014/main" id="{3DEE5813-478F-CD4F-B0CF-E4C31F384870}"/>
              </a:ext>
            </a:extLst>
          </p:cNvPr>
          <p:cNvSpPr txBox="1">
            <a:spLocks noChangeArrowheads="1"/>
          </p:cNvSpPr>
          <p:nvPr/>
        </p:nvSpPr>
        <p:spPr bwMode="auto">
          <a:xfrm>
            <a:off x="2904043" y="3635931"/>
            <a:ext cx="739379"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8834" name="Text Box 210">
            <a:extLst>
              <a:ext uri="{FF2B5EF4-FFF2-40B4-BE49-F238E27FC236}">
                <a16:creationId xmlns:a16="http://schemas.microsoft.com/office/drawing/2014/main" id="{8D1B38E1-775E-854F-8302-EBD7D228056D}"/>
              </a:ext>
            </a:extLst>
          </p:cNvPr>
          <p:cNvSpPr txBox="1">
            <a:spLocks noChangeArrowheads="1"/>
          </p:cNvSpPr>
          <p:nvPr/>
        </p:nvSpPr>
        <p:spPr bwMode="auto">
          <a:xfrm>
            <a:off x="5450791" y="3653790"/>
            <a:ext cx="739378"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538835" name="Text Box 211">
            <a:extLst>
              <a:ext uri="{FF2B5EF4-FFF2-40B4-BE49-F238E27FC236}">
                <a16:creationId xmlns:a16="http://schemas.microsoft.com/office/drawing/2014/main" id="{7D42F0FC-21C3-CF4D-91D2-226E09CD10FA}"/>
              </a:ext>
            </a:extLst>
          </p:cNvPr>
          <p:cNvSpPr txBox="1">
            <a:spLocks noChangeArrowheads="1"/>
          </p:cNvSpPr>
          <p:nvPr/>
        </p:nvSpPr>
        <p:spPr bwMode="auto">
          <a:xfrm>
            <a:off x="3737756" y="1172528"/>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8836" name="Text Box 212">
            <a:extLst>
              <a:ext uri="{FF2B5EF4-FFF2-40B4-BE49-F238E27FC236}">
                <a16:creationId xmlns:a16="http://schemas.microsoft.com/office/drawing/2014/main" id="{7739DF81-C728-FA4A-A82D-E37909E2C2B6}"/>
              </a:ext>
            </a:extLst>
          </p:cNvPr>
          <p:cNvSpPr txBox="1">
            <a:spLocks noChangeArrowheads="1"/>
          </p:cNvSpPr>
          <p:nvPr/>
        </p:nvSpPr>
        <p:spPr bwMode="auto">
          <a:xfrm>
            <a:off x="6109481" y="1477328"/>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拥塞避免</a:t>
            </a:r>
          </a:p>
          <a:p>
            <a:pPr algn="ctr" eaLnBrk="1" hangingPunct="1">
              <a:defRPr/>
            </a:pPr>
            <a:r>
              <a:rPr kumimoji="1" lang="zh-CN" altLang="en-US" sz="1350">
                <a:solidFill>
                  <a:schemeClr val="folHlink"/>
                </a:solidFill>
                <a:latin typeface="Arial" panose="020B0604020202020204" pitchFamily="34" charset="0"/>
              </a:rPr>
              <a:t>“加法增大”</a:t>
            </a:r>
          </a:p>
        </p:txBody>
      </p:sp>
      <p:sp>
        <p:nvSpPr>
          <p:cNvPr id="538837" name="Line 213">
            <a:extLst>
              <a:ext uri="{FF2B5EF4-FFF2-40B4-BE49-F238E27FC236}">
                <a16:creationId xmlns:a16="http://schemas.microsoft.com/office/drawing/2014/main" id="{6C3A133A-D122-D249-8DFD-FFFBCA354CDB}"/>
              </a:ext>
            </a:extLst>
          </p:cNvPr>
          <p:cNvSpPr>
            <a:spLocks noChangeShapeType="1"/>
          </p:cNvSpPr>
          <p:nvPr/>
        </p:nvSpPr>
        <p:spPr bwMode="auto">
          <a:xfrm rot="10800000">
            <a:off x="2884994" y="2481025"/>
            <a:ext cx="3483769" cy="0"/>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38" name="Line 214">
            <a:extLst>
              <a:ext uri="{FF2B5EF4-FFF2-40B4-BE49-F238E27FC236}">
                <a16:creationId xmlns:a16="http://schemas.microsoft.com/office/drawing/2014/main" id="{42D2ECD9-621E-B846-9886-2DFB19C0AE65}"/>
              </a:ext>
            </a:extLst>
          </p:cNvPr>
          <p:cNvSpPr>
            <a:spLocks noChangeShapeType="1"/>
          </p:cNvSpPr>
          <p:nvPr/>
        </p:nvSpPr>
        <p:spPr bwMode="auto">
          <a:xfrm flipV="1">
            <a:off x="2884994" y="1610678"/>
            <a:ext cx="3145631" cy="1191"/>
          </a:xfrm>
          <a:prstGeom prst="line">
            <a:avLst/>
          </a:prstGeom>
          <a:noFill/>
          <a:ln w="9525">
            <a:solidFill>
              <a:schemeClr val="folHlink"/>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38839" name="Freeform 215">
            <a:extLst>
              <a:ext uri="{FF2B5EF4-FFF2-40B4-BE49-F238E27FC236}">
                <a16:creationId xmlns:a16="http://schemas.microsoft.com/office/drawing/2014/main" id="{36F0E22D-1C52-9044-81DF-DD6D1E421D9E}"/>
              </a:ext>
            </a:extLst>
          </p:cNvPr>
          <p:cNvSpPr>
            <a:spLocks/>
          </p:cNvSpPr>
          <p:nvPr/>
        </p:nvSpPr>
        <p:spPr bwMode="auto">
          <a:xfrm>
            <a:off x="2754024" y="1611869"/>
            <a:ext cx="4329113" cy="1653778"/>
          </a:xfrm>
          <a:custGeom>
            <a:avLst/>
            <a:gdLst>
              <a:gd name="T0" fmla="*/ 5772150 w 3162"/>
              <a:gd name="T1" fmla="*/ 704968 h 1370"/>
              <a:gd name="T2" fmla="*/ 4556384 w 3162"/>
              <a:gd name="T3" fmla="*/ 1158852 h 1370"/>
              <a:gd name="T4" fmla="*/ 4293516 w 3162"/>
              <a:gd name="T5" fmla="*/ 1535478 h 1370"/>
              <a:gd name="T6" fmla="*/ 4025171 w 3162"/>
              <a:gd name="T7" fmla="*/ 1931419 h 1370"/>
              <a:gd name="T8" fmla="*/ 3762303 w 3162"/>
              <a:gd name="T9" fmla="*/ 2124561 h 1370"/>
              <a:gd name="T10" fmla="*/ 3499434 w 3162"/>
              <a:gd name="T11" fmla="*/ 2201818 h 1370"/>
              <a:gd name="T12" fmla="*/ 3406335 w 3162"/>
              <a:gd name="T13" fmla="*/ 1506507 h 1370"/>
              <a:gd name="T14" fmla="*/ 3236566 w 3162"/>
              <a:gd name="T15" fmla="*/ 0 h 1370"/>
              <a:gd name="T16" fmla="*/ 1128143 w 3162"/>
              <a:gd name="T17" fmla="*/ 783834 h 1370"/>
              <a:gd name="T18" fmla="*/ 876228 w 3162"/>
              <a:gd name="T19" fmla="*/ 1546745 h 1370"/>
              <a:gd name="T20" fmla="*/ 604232 w 3162"/>
              <a:gd name="T21" fmla="*/ 1933029 h 1370"/>
              <a:gd name="T22" fmla="*/ 341364 w 3162"/>
              <a:gd name="T23" fmla="*/ 2126171 h 1370"/>
              <a:gd name="T24" fmla="*/ 100401 w 3162"/>
              <a:gd name="T25" fmla="*/ 2203427 h 137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162" h="1370">
                <a:moveTo>
                  <a:pt x="3162" y="438"/>
                </a:moveTo>
                <a:lnTo>
                  <a:pt x="2496" y="720"/>
                </a:lnTo>
                <a:lnTo>
                  <a:pt x="2352" y="954"/>
                </a:lnTo>
                <a:lnTo>
                  <a:pt x="2205" y="1200"/>
                </a:lnTo>
                <a:lnTo>
                  <a:pt x="2061" y="1320"/>
                </a:lnTo>
                <a:lnTo>
                  <a:pt x="1917" y="1368"/>
                </a:lnTo>
                <a:lnTo>
                  <a:pt x="1866" y="936"/>
                </a:lnTo>
                <a:lnTo>
                  <a:pt x="1773" y="0"/>
                </a:ln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p:spPr>
        <p:txBody>
          <a:bodyPr wrap="none" anchor="ctr"/>
          <a:lstStyle/>
          <a:p>
            <a:pPr>
              <a:defRPr/>
            </a:pPr>
            <a:endParaRPr lang="zh-CN" altLang="en-US"/>
          </a:p>
        </p:txBody>
      </p:sp>
      <p:sp>
        <p:nvSpPr>
          <p:cNvPr id="2" name="幻灯片编号占位符 1">
            <a:extLst>
              <a:ext uri="{FF2B5EF4-FFF2-40B4-BE49-F238E27FC236}">
                <a16:creationId xmlns:a16="http://schemas.microsoft.com/office/drawing/2014/main" id="{72770041-D8EE-9549-BC52-6F11B1DD7F4D}"/>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67D2025-22DF-D943-A7CF-26C998D4B697}" type="slidenum">
              <a:rPr lang="en-US" altLang="zh-CN" sz="1050"/>
              <a:pPr>
                <a:defRPr/>
              </a:pPr>
              <a:t>103</a:t>
            </a:fld>
            <a:endParaRPr lang="en-US" altLang="zh-CN" sz="1050"/>
          </a:p>
        </p:txBody>
      </p:sp>
      <p:sp>
        <p:nvSpPr>
          <p:cNvPr id="538626" name="Rectangle 2">
            <a:extLst>
              <a:ext uri="{FF2B5EF4-FFF2-40B4-BE49-F238E27FC236}">
                <a16:creationId xmlns:a16="http://schemas.microsoft.com/office/drawing/2014/main" id="{D00BE65D-EFAD-9D41-8FE4-A50F6212871C}"/>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慢开始和拥塞避免算法的实现举例 </a:t>
            </a:r>
          </a:p>
        </p:txBody>
      </p:sp>
      <p:sp>
        <p:nvSpPr>
          <p:cNvPr id="538628" name="Text Box 4">
            <a:extLst>
              <a:ext uri="{FF2B5EF4-FFF2-40B4-BE49-F238E27FC236}">
                <a16:creationId xmlns:a16="http://schemas.microsoft.com/office/drawing/2014/main" id="{3529D047-0784-C248-819C-47A3E356A171}"/>
              </a:ext>
            </a:extLst>
          </p:cNvPr>
          <p:cNvSpPr txBox="1">
            <a:spLocks noChangeArrowheads="1"/>
          </p:cNvSpPr>
          <p:nvPr/>
        </p:nvSpPr>
        <p:spPr bwMode="auto">
          <a:xfrm>
            <a:off x="185547" y="4192190"/>
            <a:ext cx="8804952" cy="738664"/>
          </a:xfrm>
          <a:prstGeom prst="rect">
            <a:avLst/>
          </a:prstGeom>
          <a:noFill/>
          <a:ln>
            <a:noFill/>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2100" dirty="0">
                <a:solidFill>
                  <a:srgbClr val="333399"/>
                </a:solidFill>
                <a:latin typeface="Arial" panose="020B0604020202020204" pitchFamily="34" charset="0"/>
              </a:rPr>
              <a:t>当 </a:t>
            </a:r>
            <a:r>
              <a:rPr lang="en-US" altLang="zh-CN" sz="2100" dirty="0" err="1">
                <a:solidFill>
                  <a:srgbClr val="333399"/>
                </a:solidFill>
                <a:latin typeface="Arial" panose="020B0604020202020204" pitchFamily="34" charset="0"/>
              </a:rPr>
              <a:t>cwnd</a:t>
            </a:r>
            <a:r>
              <a:rPr lang="en-US" altLang="zh-CN" sz="2100" dirty="0">
                <a:solidFill>
                  <a:srgbClr val="333399"/>
                </a:solidFill>
                <a:latin typeface="Arial" panose="020B0604020202020204" pitchFamily="34" charset="0"/>
              </a:rPr>
              <a:t> = 12 </a:t>
            </a:r>
            <a:r>
              <a:rPr lang="zh-CN" altLang="en-US" sz="2100" dirty="0">
                <a:solidFill>
                  <a:srgbClr val="333399"/>
                </a:solidFill>
                <a:latin typeface="Arial" panose="020B0604020202020204" pitchFamily="34" charset="0"/>
              </a:rPr>
              <a:t>时改为执行拥塞避免算法，拥塞窗口按按线性规律增长，每经过一个往返时延就增加一个 </a:t>
            </a:r>
            <a:r>
              <a:rPr lang="en-US" altLang="zh-CN" sz="2100" dirty="0">
                <a:solidFill>
                  <a:srgbClr val="333399"/>
                </a:solidFill>
                <a:latin typeface="Arial" panose="020B0604020202020204" pitchFamily="34" charset="0"/>
              </a:rPr>
              <a:t>MSS </a:t>
            </a:r>
            <a:r>
              <a:rPr lang="zh-CN" altLang="en-US" sz="2100" dirty="0">
                <a:solidFill>
                  <a:srgbClr val="333399"/>
                </a:solidFill>
                <a:latin typeface="Arial" panose="020B0604020202020204" pitchFamily="34" charset="0"/>
              </a:rPr>
              <a:t>的大小。 </a:t>
            </a:r>
          </a:p>
        </p:txBody>
      </p:sp>
      <p:sp>
        <p:nvSpPr>
          <p:cNvPr id="538740" name="Line 116">
            <a:extLst>
              <a:ext uri="{FF2B5EF4-FFF2-40B4-BE49-F238E27FC236}">
                <a16:creationId xmlns:a16="http://schemas.microsoft.com/office/drawing/2014/main" id="{73962EB8-7056-AB48-9451-FD50991CF3F3}"/>
              </a:ext>
            </a:extLst>
          </p:cNvPr>
          <p:cNvSpPr>
            <a:spLocks noChangeShapeType="1"/>
          </p:cNvSpPr>
          <p:nvPr/>
        </p:nvSpPr>
        <p:spPr bwMode="auto">
          <a:xfrm>
            <a:off x="5665103" y="2148840"/>
            <a:ext cx="485775" cy="323850"/>
          </a:xfrm>
          <a:prstGeom prst="line">
            <a:avLst/>
          </a:prstGeom>
          <a:noFill/>
          <a:ln w="76200">
            <a:solidFill>
              <a:schemeClr val="hlink"/>
            </a:solidFill>
            <a:round/>
            <a:headEnd/>
            <a:tailEnd type="triangle" w="med" len="med"/>
          </a:ln>
          <a:effectLst/>
        </p:spPr>
        <p:txBody>
          <a:bodyPr/>
          <a:lstStyle/>
          <a:p>
            <a:pPr eaLnBrk="1" hangingPunct="1">
              <a:defRPr/>
            </a:pPr>
            <a:endParaRPr lang="zh-CN" altLang="en-US">
              <a:latin typeface="Tahoma" charset="0"/>
              <a:ea typeface="宋体" charset="-122"/>
              <a:cs typeface="+mn-cs"/>
            </a:endParaRPr>
          </a:p>
        </p:txBody>
      </p:sp>
      <p:sp>
        <p:nvSpPr>
          <p:cNvPr id="538819" name="Text Box 195">
            <a:extLst>
              <a:ext uri="{FF2B5EF4-FFF2-40B4-BE49-F238E27FC236}">
                <a16:creationId xmlns:a16="http://schemas.microsoft.com/office/drawing/2014/main" id="{092472A0-EDF7-114B-ABE3-AC8FC49AC14B}"/>
              </a:ext>
            </a:extLst>
          </p:cNvPr>
          <p:cNvSpPr txBox="1">
            <a:spLocks noChangeArrowheads="1"/>
          </p:cNvSpPr>
          <p:nvPr/>
        </p:nvSpPr>
        <p:spPr bwMode="auto">
          <a:xfrm>
            <a:off x="7122429" y="3060859"/>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传输轮次</a:t>
            </a:r>
          </a:p>
        </p:txBody>
      </p:sp>
    </p:spTree>
    <p:extLst>
      <p:ext uri="{BB962C8B-B14F-4D97-AF65-F5344CB8AC3E}">
        <p14:creationId xmlns:p14="http://schemas.microsoft.com/office/powerpoint/2010/main" val="35668859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500"/>
                                  </p:stCondLst>
                                  <p:childTnLst>
                                    <p:set>
                                      <p:cBhvr>
                                        <p:cTn id="6" dur="1" fill="hold">
                                          <p:stCondLst>
                                            <p:cond delay="0"/>
                                          </p:stCondLst>
                                        </p:cTn>
                                        <p:tgtEl>
                                          <p:spTgt spid="538740"/>
                                        </p:tgtEl>
                                        <p:attrNameLst>
                                          <p:attrName>style.visibility</p:attrName>
                                        </p:attrNameLst>
                                      </p:cBhvr>
                                      <p:to>
                                        <p:strVal val="visible"/>
                                      </p:to>
                                    </p:set>
                                    <p:animEffect transition="in" filter="wipe(left)">
                                      <p:cBhvr>
                                        <p:cTn id="7" dur="1000"/>
                                        <p:tgtEl>
                                          <p:spTgt spid="5387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89" name="Rectangle 45">
            <a:extLst>
              <a:ext uri="{FF2B5EF4-FFF2-40B4-BE49-F238E27FC236}">
                <a16:creationId xmlns:a16="http://schemas.microsoft.com/office/drawing/2014/main" id="{3EFC2697-4118-9248-9AD0-5DEF373E9757}"/>
              </a:ext>
            </a:extLst>
          </p:cNvPr>
          <p:cNvSpPr>
            <a:spLocks noGrp="1" noChangeArrowheads="1"/>
          </p:cNvSpPr>
          <p:nvPr>
            <p:ph type="title"/>
          </p:nvPr>
        </p:nvSpPr>
        <p:spPr>
          <a:xfrm>
            <a:off x="180109" y="250031"/>
            <a:ext cx="7767314" cy="647700"/>
          </a:xfrm>
        </p:spPr>
        <p:txBody>
          <a:bodyPr/>
          <a:lstStyle/>
          <a:p>
            <a:pPr eaLnBrk="1" hangingPunct="1">
              <a:defRPr/>
            </a:pPr>
            <a:r>
              <a:rPr lang="zh-CN" altLang="en-US" dirty="0">
                <a:latin typeface="Times New Roman" panose="02020603050405020304" pitchFamily="18" charset="0"/>
                <a:ea typeface="宋体" panose="02010600030101010101" pitchFamily="2" charset="-122"/>
              </a:rPr>
              <a:t>乘法减小</a:t>
            </a:r>
            <a:r>
              <a:rPr lang="en-US" altLang="zh-CN" sz="3000" dirty="0">
                <a:ea typeface="宋体" panose="02010600030101010101" pitchFamily="2" charset="-122"/>
              </a:rPr>
              <a:t>(multiplicative decrease)</a:t>
            </a:r>
            <a:r>
              <a:rPr lang="en-US" altLang="zh-CN" dirty="0">
                <a:latin typeface="Times New Roman" panose="02020603050405020304" pitchFamily="18" charset="0"/>
                <a:ea typeface="宋体" panose="02010600030101010101" pitchFamily="2" charset="-122"/>
              </a:rPr>
              <a:t> </a:t>
            </a:r>
          </a:p>
        </p:txBody>
      </p:sp>
      <p:sp>
        <p:nvSpPr>
          <p:cNvPr id="390193" name="Rectangle 49">
            <a:extLst>
              <a:ext uri="{FF2B5EF4-FFF2-40B4-BE49-F238E27FC236}">
                <a16:creationId xmlns:a16="http://schemas.microsoft.com/office/drawing/2014/main" id="{F69CB089-0E53-774A-94B3-BD77C9D13961}"/>
              </a:ext>
            </a:extLst>
          </p:cNvPr>
          <p:cNvSpPr>
            <a:spLocks noGrp="1" noChangeArrowheads="1"/>
          </p:cNvSpPr>
          <p:nvPr>
            <p:ph type="body" idx="1"/>
          </p:nvPr>
        </p:nvSpPr>
        <p:spPr>
          <a:xfrm>
            <a:off x="180110" y="1059657"/>
            <a:ext cx="8714508" cy="3456385"/>
          </a:xfrm>
        </p:spPr>
        <p:txBody>
          <a:bodyPr/>
          <a:lstStyle/>
          <a:p>
            <a:pPr algn="just" eaLnBrk="1" hangingPunct="1">
              <a:lnSpc>
                <a:spcPct val="105000"/>
              </a:lnSpc>
              <a:defRPr/>
            </a:pP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乘法减小“是指不论在慢开始阶段还是拥塞避免阶段，只要出现一次超时（即出现一次网络拥塞），就把慢开始门限值 </a:t>
            </a:r>
            <a:r>
              <a:rPr lang="en-US" altLang="zh-CN" dirty="0" err="1">
                <a:latin typeface="Times New Roman" panose="02020603050405020304" pitchFamily="18" charset="0"/>
                <a:ea typeface="宋体" panose="02010600030101010101" pitchFamily="2" charset="-122"/>
              </a:rPr>
              <a:t>ssthresh</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设置为当前的拥塞窗口值乘以 </a:t>
            </a:r>
            <a:r>
              <a:rPr lang="en-US" altLang="zh-CN" dirty="0">
                <a:latin typeface="Times New Roman" panose="02020603050405020304" pitchFamily="18" charset="0"/>
                <a:ea typeface="宋体" panose="02010600030101010101" pitchFamily="2" charset="-122"/>
              </a:rPr>
              <a:t>0.5</a:t>
            </a:r>
            <a:r>
              <a:rPr lang="zh-CN" altLang="en-US" dirty="0">
                <a:latin typeface="Times New Roman" panose="02020603050405020304" pitchFamily="18" charset="0"/>
                <a:ea typeface="宋体" panose="02010600030101010101" pitchFamily="2" charset="-122"/>
              </a:rPr>
              <a:t>。</a:t>
            </a:r>
          </a:p>
          <a:p>
            <a:pPr algn="just" eaLnBrk="1" hangingPunct="1">
              <a:lnSpc>
                <a:spcPct val="105000"/>
              </a:lnSpc>
              <a:defRPr/>
            </a:pPr>
            <a:r>
              <a:rPr lang="zh-CN" altLang="en-US" dirty="0">
                <a:latin typeface="Times New Roman" panose="02020603050405020304" pitchFamily="18" charset="0"/>
                <a:ea typeface="宋体" panose="02010600030101010101" pitchFamily="2" charset="-122"/>
              </a:rPr>
              <a:t>当网络频繁出现拥塞时，</a:t>
            </a:r>
            <a:r>
              <a:rPr lang="en-US" altLang="zh-CN" dirty="0" err="1">
                <a:latin typeface="Times New Roman" panose="02020603050405020304" pitchFamily="18" charset="0"/>
                <a:ea typeface="宋体" panose="02010600030101010101" pitchFamily="2" charset="-122"/>
              </a:rPr>
              <a:t>ssthresh</a:t>
            </a:r>
            <a:r>
              <a:rPr lang="en-US" altLang="zh-CN" dirty="0">
                <a:latin typeface="Times New Roman" panose="02020603050405020304" pitchFamily="18" charset="0"/>
                <a:ea typeface="宋体" panose="02010600030101010101" pitchFamily="2" charset="-122"/>
              </a:rPr>
              <a:t> </a:t>
            </a:r>
            <a:r>
              <a:rPr lang="zh-CN" altLang="en-US" dirty="0">
                <a:latin typeface="Times New Roman" panose="02020603050405020304" pitchFamily="18" charset="0"/>
                <a:ea typeface="宋体" panose="02010600030101010101" pitchFamily="2" charset="-122"/>
              </a:rPr>
              <a:t>值就下降得很快，以大大减少注入到网络中的分组数。 </a:t>
            </a:r>
          </a:p>
        </p:txBody>
      </p:sp>
      <p:sp>
        <p:nvSpPr>
          <p:cNvPr id="2" name="幻灯片编号占位符 1">
            <a:extLst>
              <a:ext uri="{FF2B5EF4-FFF2-40B4-BE49-F238E27FC236}">
                <a16:creationId xmlns:a16="http://schemas.microsoft.com/office/drawing/2014/main" id="{1AE79710-11B9-B149-AD14-81D5A64A2820}"/>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DC0FEE5-3363-764C-A01A-823D5D7B5A0B}" type="slidenum">
              <a:rPr lang="en-US" altLang="zh-CN" sz="1050"/>
              <a:pPr>
                <a:defRPr/>
              </a:pPr>
              <a:t>104</a:t>
            </a:fld>
            <a:endParaRPr lang="en-US" altLang="zh-CN" sz="1050"/>
          </a:p>
        </p:txBody>
      </p:sp>
    </p:spTree>
    <p:extLst>
      <p:ext uri="{BB962C8B-B14F-4D97-AF65-F5344CB8AC3E}">
        <p14:creationId xmlns:p14="http://schemas.microsoft.com/office/powerpoint/2010/main" val="22217081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019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a:extLst>
              <a:ext uri="{FF2B5EF4-FFF2-40B4-BE49-F238E27FC236}">
                <a16:creationId xmlns:a16="http://schemas.microsoft.com/office/drawing/2014/main" id="{3C5EB4D1-853C-E946-84DC-5E39B0C8EAF4}"/>
              </a:ext>
            </a:extLst>
          </p:cNvPr>
          <p:cNvSpPr>
            <a:spLocks noChangeArrowheads="1"/>
          </p:cNvSpPr>
          <p:nvPr/>
        </p:nvSpPr>
        <p:spPr bwMode="auto">
          <a:xfrm>
            <a:off x="1143000" y="-184666"/>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395267" name="Rectangle 3">
            <a:extLst>
              <a:ext uri="{FF2B5EF4-FFF2-40B4-BE49-F238E27FC236}">
                <a16:creationId xmlns:a16="http://schemas.microsoft.com/office/drawing/2014/main" id="{78F23511-CFE6-AE4D-B027-0DE0CDE3BDA0}"/>
              </a:ext>
            </a:extLst>
          </p:cNvPr>
          <p:cNvSpPr>
            <a:spLocks noChangeArrowheads="1"/>
          </p:cNvSpPr>
          <p:nvPr/>
        </p:nvSpPr>
        <p:spPr bwMode="auto">
          <a:xfrm>
            <a:off x="1143000" y="2244209"/>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395268" name="Rectangle 4">
            <a:extLst>
              <a:ext uri="{FF2B5EF4-FFF2-40B4-BE49-F238E27FC236}">
                <a16:creationId xmlns:a16="http://schemas.microsoft.com/office/drawing/2014/main" id="{DFBB5BB0-4339-0842-A8CD-432E24D32CDB}"/>
              </a:ext>
            </a:extLst>
          </p:cNvPr>
          <p:cNvSpPr>
            <a:spLocks noChangeArrowheads="1"/>
          </p:cNvSpPr>
          <p:nvPr/>
        </p:nvSpPr>
        <p:spPr bwMode="auto">
          <a:xfrm>
            <a:off x="1143000" y="-184666"/>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395269" name="Rectangle 5">
            <a:extLst>
              <a:ext uri="{FF2B5EF4-FFF2-40B4-BE49-F238E27FC236}">
                <a16:creationId xmlns:a16="http://schemas.microsoft.com/office/drawing/2014/main" id="{967F9F4D-F3B3-1445-A6E4-61DB6D97FFD1}"/>
              </a:ext>
            </a:extLst>
          </p:cNvPr>
          <p:cNvSpPr>
            <a:spLocks noChangeArrowheads="1"/>
          </p:cNvSpPr>
          <p:nvPr/>
        </p:nvSpPr>
        <p:spPr bwMode="auto">
          <a:xfrm>
            <a:off x="1143000" y="2247781"/>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395305" name="Rectangle 41">
            <a:extLst>
              <a:ext uri="{FF2B5EF4-FFF2-40B4-BE49-F238E27FC236}">
                <a16:creationId xmlns:a16="http://schemas.microsoft.com/office/drawing/2014/main" id="{A25B54DD-D720-694A-A9B6-6E0B2E9C3CBF}"/>
              </a:ext>
            </a:extLst>
          </p:cNvPr>
          <p:cNvSpPr>
            <a:spLocks noGrp="1" noChangeArrowheads="1"/>
          </p:cNvSpPr>
          <p:nvPr>
            <p:ph type="title"/>
          </p:nvPr>
        </p:nvSpPr>
        <p:spPr>
          <a:xfrm>
            <a:off x="166255" y="160735"/>
            <a:ext cx="6997736" cy="683419"/>
          </a:xfrm>
        </p:spPr>
        <p:txBody>
          <a:bodyPr/>
          <a:lstStyle/>
          <a:p>
            <a:pPr eaLnBrk="1" hangingPunct="1">
              <a:defRPr/>
            </a:pPr>
            <a:r>
              <a:rPr lang="zh-CN" altLang="en-US" dirty="0">
                <a:latin typeface="Times New Roman" panose="02020603050405020304" pitchFamily="18" charset="0"/>
                <a:ea typeface="宋体" panose="02010600030101010101" pitchFamily="2" charset="-122"/>
              </a:rPr>
              <a:t>加法增大</a:t>
            </a:r>
            <a:r>
              <a:rPr lang="en-US" altLang="zh-CN" sz="3000" dirty="0">
                <a:ea typeface="宋体" panose="02010600030101010101" pitchFamily="2" charset="-122"/>
              </a:rPr>
              <a:t>(additive increase)</a:t>
            </a:r>
            <a:r>
              <a:rPr lang="en-US" altLang="zh-CN" dirty="0">
                <a:latin typeface="Times New Roman" panose="02020603050405020304" pitchFamily="18" charset="0"/>
                <a:ea typeface="宋体" panose="02010600030101010101" pitchFamily="2" charset="-122"/>
              </a:rPr>
              <a:t> </a:t>
            </a:r>
          </a:p>
        </p:txBody>
      </p:sp>
      <p:sp>
        <p:nvSpPr>
          <p:cNvPr id="395306" name="Rectangle 42">
            <a:extLst>
              <a:ext uri="{FF2B5EF4-FFF2-40B4-BE49-F238E27FC236}">
                <a16:creationId xmlns:a16="http://schemas.microsoft.com/office/drawing/2014/main" id="{14B2AE79-B973-0E4C-A12F-70F86A8B94A4}"/>
              </a:ext>
            </a:extLst>
          </p:cNvPr>
          <p:cNvSpPr>
            <a:spLocks noGrp="1" noChangeArrowheads="1"/>
          </p:cNvSpPr>
          <p:nvPr>
            <p:ph type="body" idx="1"/>
          </p:nvPr>
        </p:nvSpPr>
        <p:spPr>
          <a:xfrm>
            <a:off x="166254" y="1004888"/>
            <a:ext cx="8714509" cy="3781425"/>
          </a:xfrm>
        </p:spPr>
        <p:txBody>
          <a:bodyPr/>
          <a:lstStyle/>
          <a:p>
            <a:pPr algn="just" eaLnBrk="1" hangingPunct="1">
              <a:defRPr/>
            </a:pPr>
            <a:r>
              <a:rPr lang="en-US" altLang="zh-CN" dirty="0">
                <a:latin typeface="Times New Roman" panose="02020603050405020304" pitchFamily="18" charset="0"/>
                <a:ea typeface="宋体" panose="02010600030101010101" pitchFamily="2" charset="-122"/>
              </a:rPr>
              <a:t>“</a:t>
            </a:r>
            <a:r>
              <a:rPr lang="zh-CN" altLang="en-US" dirty="0">
                <a:latin typeface="Times New Roman" panose="02020603050405020304" pitchFamily="18" charset="0"/>
                <a:ea typeface="宋体" panose="02010600030101010101" pitchFamily="2" charset="-122"/>
              </a:rPr>
              <a:t>加法增大”是指执行拥塞避免算法后，在收到对所有报文段的确认后（即经过一个往返时间），就把拥塞窗口 </a:t>
            </a:r>
            <a:r>
              <a:rPr lang="en-US" altLang="zh-CN" dirty="0" err="1">
                <a:latin typeface="Times New Roman" panose="02020603050405020304" pitchFamily="18" charset="0"/>
                <a:ea typeface="宋体" panose="02010600030101010101" pitchFamily="2" charset="-122"/>
              </a:rPr>
              <a:t>cwnd</a:t>
            </a:r>
            <a:r>
              <a:rPr lang="zh-CN" altLang="en-US" dirty="0">
                <a:latin typeface="Times New Roman" panose="02020603050405020304" pitchFamily="18" charset="0"/>
                <a:ea typeface="宋体" panose="02010600030101010101" pitchFamily="2" charset="-122"/>
              </a:rPr>
              <a:t>增加一个 </a:t>
            </a:r>
            <a:r>
              <a:rPr lang="en-US" altLang="zh-CN" dirty="0">
                <a:latin typeface="Times New Roman" panose="02020603050405020304" pitchFamily="18" charset="0"/>
                <a:ea typeface="宋体" panose="02010600030101010101" pitchFamily="2" charset="-122"/>
              </a:rPr>
              <a:t>MSS </a:t>
            </a:r>
            <a:r>
              <a:rPr lang="zh-CN" altLang="en-US" dirty="0">
                <a:latin typeface="Times New Roman" panose="02020603050405020304" pitchFamily="18" charset="0"/>
                <a:ea typeface="宋体" panose="02010600030101010101" pitchFamily="2" charset="-122"/>
              </a:rPr>
              <a:t>大小，使拥塞窗口缓慢增大，以防止网络过早出现拥塞。 </a:t>
            </a:r>
          </a:p>
        </p:txBody>
      </p:sp>
      <p:sp>
        <p:nvSpPr>
          <p:cNvPr id="395271" name="Rectangle 7">
            <a:extLst>
              <a:ext uri="{FF2B5EF4-FFF2-40B4-BE49-F238E27FC236}">
                <a16:creationId xmlns:a16="http://schemas.microsoft.com/office/drawing/2014/main" id="{42A09B08-5F49-A34C-A687-8D1826EEEB2E}"/>
              </a:ext>
            </a:extLst>
          </p:cNvPr>
          <p:cNvSpPr>
            <a:spLocks noChangeArrowheads="1"/>
          </p:cNvSpPr>
          <p:nvPr/>
        </p:nvSpPr>
        <p:spPr bwMode="auto">
          <a:xfrm>
            <a:off x="1143000" y="2262069"/>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395272" name="Rectangle 8">
            <a:extLst>
              <a:ext uri="{FF2B5EF4-FFF2-40B4-BE49-F238E27FC236}">
                <a16:creationId xmlns:a16="http://schemas.microsoft.com/office/drawing/2014/main" id="{D085314E-6874-2949-ADEE-22A3EA81E04E}"/>
              </a:ext>
            </a:extLst>
          </p:cNvPr>
          <p:cNvSpPr>
            <a:spLocks noChangeArrowheads="1"/>
          </p:cNvSpPr>
          <p:nvPr/>
        </p:nvSpPr>
        <p:spPr bwMode="auto">
          <a:xfrm>
            <a:off x="1143000" y="-184666"/>
            <a:ext cx="184731" cy="369332"/>
          </a:xfrm>
          <a:prstGeom prst="rect">
            <a:avLst/>
          </a:prstGeom>
          <a:noFill/>
          <a:ln>
            <a:noFill/>
          </a:ln>
          <a:effectLst/>
        </p:spPr>
        <p:txBody>
          <a:bodyPr wrap="none" anchor="ctr">
            <a:spAutoFit/>
          </a:bodyP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F779896D-711B-DD40-AA98-37F6A2DF527F}"/>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7E28B1B4-A934-964D-A687-7B5E17C07132}" type="slidenum">
              <a:rPr lang="en-US" altLang="zh-CN" sz="1050"/>
              <a:pPr>
                <a:defRPr/>
              </a:pPr>
              <a:t>105</a:t>
            </a:fld>
            <a:endParaRPr lang="en-US" altLang="zh-CN" sz="1050"/>
          </a:p>
        </p:txBody>
      </p:sp>
    </p:spTree>
    <p:extLst>
      <p:ext uri="{BB962C8B-B14F-4D97-AF65-F5344CB8AC3E}">
        <p14:creationId xmlns:p14="http://schemas.microsoft.com/office/powerpoint/2010/main" val="273680361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651" name="Rectangle 3">
            <a:extLst>
              <a:ext uri="{FF2B5EF4-FFF2-40B4-BE49-F238E27FC236}">
                <a16:creationId xmlns:a16="http://schemas.microsoft.com/office/drawing/2014/main" id="{0E89BB9E-0007-FE49-9CB0-B76D77899150}"/>
              </a:ext>
            </a:extLst>
          </p:cNvPr>
          <p:cNvSpPr>
            <a:spLocks noGrp="1" noChangeArrowheads="1"/>
          </p:cNvSpPr>
          <p:nvPr>
            <p:ph idx="1"/>
          </p:nvPr>
        </p:nvSpPr>
        <p:spPr/>
        <p:txBody>
          <a:bodyPr/>
          <a:lstStyle/>
          <a:p>
            <a:pPr algn="just" eaLnBrk="1" hangingPunct="1">
              <a:lnSpc>
                <a:spcPct val="110000"/>
              </a:lnSpc>
              <a:defRPr/>
            </a:pPr>
            <a:r>
              <a:rPr lang="zh-CN" altLang="en-US" sz="2800" dirty="0">
                <a:latin typeface="Times New Roman" panose="02020603050405020304" pitchFamily="18" charset="0"/>
                <a:ea typeface="宋体" panose="02010600030101010101" pitchFamily="2" charset="-122"/>
              </a:rPr>
              <a:t>快重传算法首先要求接收方每收到一个失序的报文段后就立即发出重复确认。这样做可以让发送方及早知道有报文段没有到达接收方。 </a:t>
            </a:r>
          </a:p>
          <a:p>
            <a:pPr algn="just" eaLnBrk="1" hangingPunct="1">
              <a:lnSpc>
                <a:spcPct val="110000"/>
              </a:lnSpc>
              <a:defRPr/>
            </a:pPr>
            <a:r>
              <a:rPr lang="zh-CN" altLang="en-US" sz="2800" dirty="0">
                <a:latin typeface="Times New Roman" panose="02020603050405020304" pitchFamily="18" charset="0"/>
                <a:ea typeface="宋体" panose="02010600030101010101" pitchFamily="2" charset="-122"/>
              </a:rPr>
              <a:t>发送方只要一连收到三个重复确认就应当立即重传对方尚未收到的报文段。 </a:t>
            </a:r>
          </a:p>
          <a:p>
            <a:pPr algn="just" eaLnBrk="1" hangingPunct="1">
              <a:lnSpc>
                <a:spcPct val="110000"/>
              </a:lnSpc>
              <a:defRPr/>
            </a:pPr>
            <a:r>
              <a:rPr lang="zh-CN" altLang="en-US" sz="2800" dirty="0">
                <a:latin typeface="Times New Roman" panose="02020603050405020304" pitchFamily="18" charset="0"/>
                <a:ea typeface="宋体" panose="02010600030101010101" pitchFamily="2" charset="-122"/>
              </a:rPr>
              <a:t>不难看出，快重传并非取消重传计时器，而是在某些情况下可更早地重传丢失的报文段。 </a:t>
            </a:r>
          </a:p>
        </p:txBody>
      </p:sp>
      <p:sp>
        <p:nvSpPr>
          <p:cNvPr id="2" name="幻灯片编号占位符 1">
            <a:extLst>
              <a:ext uri="{FF2B5EF4-FFF2-40B4-BE49-F238E27FC236}">
                <a16:creationId xmlns:a16="http://schemas.microsoft.com/office/drawing/2014/main" id="{D8DD1F46-20E3-C844-A5BD-40DDDF67B4A6}"/>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A06981C9-69CD-F049-9715-5BC3E84D620C}" type="slidenum">
              <a:rPr lang="en-US" altLang="zh-CN" sz="1050"/>
              <a:pPr>
                <a:defRPr/>
              </a:pPr>
              <a:t>106</a:t>
            </a:fld>
            <a:endParaRPr lang="en-US" altLang="zh-CN" sz="1050"/>
          </a:p>
        </p:txBody>
      </p:sp>
      <p:sp>
        <p:nvSpPr>
          <p:cNvPr id="539650" name="Rectangle 2">
            <a:extLst>
              <a:ext uri="{FF2B5EF4-FFF2-40B4-BE49-F238E27FC236}">
                <a16:creationId xmlns:a16="http://schemas.microsoft.com/office/drawing/2014/main" id="{354D6F51-1F83-C74B-B435-336C7CAC10E1}"/>
              </a:ext>
            </a:extLst>
          </p:cNvPr>
          <p:cNvSpPr>
            <a:spLocks noGrp="1" noChangeArrowheads="1"/>
          </p:cNvSpPr>
          <p:nvPr>
            <p:ph type="title"/>
          </p:nvPr>
        </p:nvSpPr>
        <p:spPr/>
        <p:txBody>
          <a:bodyPr/>
          <a:lstStyle/>
          <a:p>
            <a:pPr eaLnBrk="1" hangingPunct="1">
              <a:defRPr/>
            </a:pPr>
            <a:r>
              <a:rPr lang="en-US" altLang="zh-CN">
                <a:latin typeface="Times New Roman" panose="02020603050405020304" pitchFamily="18" charset="0"/>
                <a:ea typeface="宋体" panose="02010600030101010101" pitchFamily="2" charset="-122"/>
              </a:rPr>
              <a:t>2.  </a:t>
            </a:r>
            <a:r>
              <a:rPr lang="zh-CN" altLang="en-US">
                <a:latin typeface="Times New Roman" panose="02020603050405020304" pitchFamily="18" charset="0"/>
                <a:ea typeface="宋体" panose="02010600030101010101" pitchFamily="2" charset="-122"/>
              </a:rPr>
              <a:t>快重传和快恢复</a:t>
            </a:r>
          </a:p>
        </p:txBody>
      </p:sp>
    </p:spTree>
    <p:extLst>
      <p:ext uri="{BB962C8B-B14F-4D97-AF65-F5344CB8AC3E}">
        <p14:creationId xmlns:p14="http://schemas.microsoft.com/office/powerpoint/2010/main" val="28241940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3965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1A34938-6717-CB42-AB53-6704835EB77F}"/>
              </a:ext>
            </a:extLst>
          </p:cNvPr>
          <p:cNvSpPr>
            <a:spLocks noGrp="1"/>
          </p:cNvSpPr>
          <p:nvPr>
            <p:ph idx="1"/>
          </p:nvPr>
        </p:nvSpPr>
        <p:spPr/>
        <p:txBody>
          <a:bodyPr/>
          <a:lstStyle/>
          <a:p>
            <a:endParaRPr kumimoji="1" lang="zh-CN" altLang="en-US" dirty="0"/>
          </a:p>
        </p:txBody>
      </p:sp>
      <p:sp>
        <p:nvSpPr>
          <p:cNvPr id="2" name="幻灯片编号占位符 1">
            <a:extLst>
              <a:ext uri="{FF2B5EF4-FFF2-40B4-BE49-F238E27FC236}">
                <a16:creationId xmlns:a16="http://schemas.microsoft.com/office/drawing/2014/main" id="{6A5C6E53-B4B8-6B4E-9D4E-C7CECA2D790C}"/>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B680B938-6940-694A-83D5-D09F3E08D760}" type="slidenum">
              <a:rPr lang="en-US" altLang="zh-CN" sz="1050"/>
              <a:pPr>
                <a:defRPr/>
              </a:pPr>
              <a:t>107</a:t>
            </a:fld>
            <a:endParaRPr lang="en-US" altLang="zh-CN" sz="1050"/>
          </a:p>
        </p:txBody>
      </p:sp>
      <p:sp>
        <p:nvSpPr>
          <p:cNvPr id="541700" name="Rectangle 4">
            <a:extLst>
              <a:ext uri="{FF2B5EF4-FFF2-40B4-BE49-F238E27FC236}">
                <a16:creationId xmlns:a16="http://schemas.microsoft.com/office/drawing/2014/main" id="{B6804781-4174-D24D-AEDC-6B374E21D625}"/>
              </a:ext>
            </a:extLst>
          </p:cNvPr>
          <p:cNvSpPr>
            <a:spLocks noGrp="1" noChangeArrowheads="1"/>
          </p:cNvSpPr>
          <p:nvPr>
            <p:ph type="title"/>
          </p:nvPr>
        </p:nvSpPr>
        <p:spPr>
          <a:noFill/>
          <a:ln>
            <a:noFill/>
            <a:miter lim="800000"/>
            <a:headEnd/>
            <a:tailEnd/>
          </a:ln>
          <a:effectLst>
            <a:outerShdw blurRad="63500" dist="38099" dir="2700000" algn="ctr" rotWithShape="0">
              <a:schemeClr val="bg2">
                <a:alpha val="74997"/>
              </a:schemeClr>
            </a:outerShdw>
          </a:effectLst>
        </p:spPr>
        <p:txBody>
          <a:bodyPr/>
          <a:lstStyle/>
          <a:p>
            <a:pPr eaLnBrk="1" hangingPunct="1">
              <a:defRPr/>
            </a:pPr>
            <a:r>
              <a:rPr lang="zh-CN" altLang="en-US">
                <a:latin typeface="Times New Roman" panose="02020603050405020304" pitchFamily="18" charset="0"/>
                <a:ea typeface="宋体" panose="02010600030101010101" pitchFamily="2" charset="-122"/>
              </a:rPr>
              <a:t>快重传举例</a:t>
            </a:r>
          </a:p>
        </p:txBody>
      </p:sp>
      <p:sp>
        <p:nvSpPr>
          <p:cNvPr id="541769" name="Text Box 73">
            <a:extLst>
              <a:ext uri="{FF2B5EF4-FFF2-40B4-BE49-F238E27FC236}">
                <a16:creationId xmlns:a16="http://schemas.microsoft.com/office/drawing/2014/main" id="{8F8B51BF-45CA-BA45-9AC0-2C21553AE552}"/>
              </a:ext>
            </a:extLst>
          </p:cNvPr>
          <p:cNvSpPr txBox="1">
            <a:spLocks noChangeArrowheads="1"/>
          </p:cNvSpPr>
          <p:nvPr/>
        </p:nvSpPr>
        <p:spPr bwMode="auto">
          <a:xfrm>
            <a:off x="3737373" y="1053708"/>
            <a:ext cx="704039"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350">
                <a:solidFill>
                  <a:schemeClr val="folHlink"/>
                </a:solidFill>
                <a:latin typeface="Arial" panose="020B0604020202020204" pitchFamily="34" charset="0"/>
              </a:rPr>
              <a:t>发送方</a:t>
            </a:r>
          </a:p>
        </p:txBody>
      </p:sp>
      <p:sp>
        <p:nvSpPr>
          <p:cNvPr id="541770" name="Text Box 74">
            <a:extLst>
              <a:ext uri="{FF2B5EF4-FFF2-40B4-BE49-F238E27FC236}">
                <a16:creationId xmlns:a16="http://schemas.microsoft.com/office/drawing/2014/main" id="{A7AE554B-1DA4-5645-ABD3-5B25F716E3D0}"/>
              </a:ext>
            </a:extLst>
          </p:cNvPr>
          <p:cNvSpPr txBox="1">
            <a:spLocks noChangeArrowheads="1"/>
          </p:cNvSpPr>
          <p:nvPr/>
        </p:nvSpPr>
        <p:spPr bwMode="auto">
          <a:xfrm>
            <a:off x="6205538" y="1100142"/>
            <a:ext cx="704039"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350">
                <a:solidFill>
                  <a:schemeClr val="folHlink"/>
                </a:solidFill>
                <a:latin typeface="Arial" panose="020B0604020202020204" pitchFamily="34" charset="0"/>
              </a:rPr>
              <a:t>接收方</a:t>
            </a:r>
          </a:p>
        </p:txBody>
      </p:sp>
      <p:sp>
        <p:nvSpPr>
          <p:cNvPr id="541771" name="Text Box 75">
            <a:extLst>
              <a:ext uri="{FF2B5EF4-FFF2-40B4-BE49-F238E27FC236}">
                <a16:creationId xmlns:a16="http://schemas.microsoft.com/office/drawing/2014/main" id="{B749B40C-A184-5847-AD71-966D59FB9AE1}"/>
              </a:ext>
            </a:extLst>
          </p:cNvPr>
          <p:cNvSpPr txBox="1">
            <a:spLocks noChangeArrowheads="1"/>
          </p:cNvSpPr>
          <p:nvPr/>
        </p:nvSpPr>
        <p:spPr bwMode="auto">
          <a:xfrm>
            <a:off x="3351610" y="1373986"/>
            <a:ext cx="787395"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350">
                <a:solidFill>
                  <a:schemeClr val="folHlink"/>
                </a:solidFill>
                <a:latin typeface="Arial" panose="020B0604020202020204" pitchFamily="34" charset="0"/>
              </a:rPr>
              <a:t>发送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1</a:t>
            </a:r>
          </a:p>
        </p:txBody>
      </p:sp>
      <p:sp>
        <p:nvSpPr>
          <p:cNvPr id="541772" name="Line 76">
            <a:extLst>
              <a:ext uri="{FF2B5EF4-FFF2-40B4-BE49-F238E27FC236}">
                <a16:creationId xmlns:a16="http://schemas.microsoft.com/office/drawing/2014/main" id="{C0ADC9B2-F739-5440-8553-20AE70E4613A}"/>
              </a:ext>
            </a:extLst>
          </p:cNvPr>
          <p:cNvSpPr>
            <a:spLocks noChangeShapeType="1"/>
          </p:cNvSpPr>
          <p:nvPr/>
        </p:nvSpPr>
        <p:spPr bwMode="auto">
          <a:xfrm>
            <a:off x="4085035" y="1557343"/>
            <a:ext cx="2550319" cy="235744"/>
          </a:xfrm>
          <a:prstGeom prst="line">
            <a:avLst/>
          </a:prstGeom>
          <a:noFill/>
          <a:ln w="38100">
            <a:solidFill>
              <a:schemeClr val="tx2"/>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774" name="Line 78">
            <a:extLst>
              <a:ext uri="{FF2B5EF4-FFF2-40B4-BE49-F238E27FC236}">
                <a16:creationId xmlns:a16="http://schemas.microsoft.com/office/drawing/2014/main" id="{76558FA2-4593-FC47-AE45-D5F2B07E25D6}"/>
              </a:ext>
            </a:extLst>
          </p:cNvPr>
          <p:cNvSpPr>
            <a:spLocks noChangeShapeType="1"/>
          </p:cNvSpPr>
          <p:nvPr/>
        </p:nvSpPr>
        <p:spPr bwMode="auto">
          <a:xfrm flipH="1">
            <a:off x="4085035" y="1884765"/>
            <a:ext cx="2550319" cy="235744"/>
          </a:xfrm>
          <a:prstGeom prst="line">
            <a:avLst/>
          </a:prstGeom>
          <a:noFill/>
          <a:ln w="3810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775" name="Text Box 79">
            <a:extLst>
              <a:ext uri="{FF2B5EF4-FFF2-40B4-BE49-F238E27FC236}">
                <a16:creationId xmlns:a16="http://schemas.microsoft.com/office/drawing/2014/main" id="{0C5B9DA4-52A7-AC46-9556-78AF0FE8B6A0}"/>
              </a:ext>
            </a:extLst>
          </p:cNvPr>
          <p:cNvSpPr txBox="1">
            <a:spLocks noChangeArrowheads="1"/>
          </p:cNvSpPr>
          <p:nvPr/>
        </p:nvSpPr>
        <p:spPr bwMode="auto">
          <a:xfrm>
            <a:off x="6559154" y="1752605"/>
            <a:ext cx="835485"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350">
                <a:solidFill>
                  <a:schemeClr val="folHlink"/>
                </a:solidFill>
                <a:latin typeface="Arial" panose="020B0604020202020204" pitchFamily="34" charset="0"/>
              </a:rPr>
              <a:t> </a:t>
            </a:r>
            <a:r>
              <a:rPr lang="zh-CN" altLang="en-US" sz="1350">
                <a:solidFill>
                  <a:schemeClr val="folHlink"/>
                </a:solidFill>
                <a:latin typeface="Arial" panose="020B0604020202020204" pitchFamily="34" charset="0"/>
              </a:rPr>
              <a:t>确认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1</a:t>
            </a:r>
            <a:endParaRPr lang="en-US" altLang="zh-CN" sz="1350">
              <a:solidFill>
                <a:schemeClr val="folHlink"/>
              </a:solidFill>
              <a:latin typeface="Arial" panose="020B0604020202020204" pitchFamily="34" charset="0"/>
            </a:endParaRPr>
          </a:p>
        </p:txBody>
      </p:sp>
      <p:sp>
        <p:nvSpPr>
          <p:cNvPr id="541777" name="Text Box 81">
            <a:extLst>
              <a:ext uri="{FF2B5EF4-FFF2-40B4-BE49-F238E27FC236}">
                <a16:creationId xmlns:a16="http://schemas.microsoft.com/office/drawing/2014/main" id="{B9A3E8A8-AA1C-AE44-B0D9-42C5E51FB4CF}"/>
              </a:ext>
            </a:extLst>
          </p:cNvPr>
          <p:cNvSpPr txBox="1">
            <a:spLocks noChangeArrowheads="1"/>
          </p:cNvSpPr>
          <p:nvPr/>
        </p:nvSpPr>
        <p:spPr bwMode="auto">
          <a:xfrm>
            <a:off x="4089797" y="4467230"/>
            <a:ext cx="232756" cy="300082"/>
          </a:xfrm>
          <a:prstGeom prst="rect">
            <a:avLst/>
          </a:prstGeom>
          <a:noFill/>
          <a:ln>
            <a:noFill/>
          </a:ln>
          <a:effectLst/>
        </p:spPr>
        <p:txBody>
          <a:bodyPr wrap="none">
            <a:spAutoFit/>
          </a:bodyPr>
          <a:lstStyle/>
          <a:p>
            <a:pPr eaLnBrk="1" hangingPunct="1">
              <a:defRPr/>
            </a:pPr>
            <a:r>
              <a:rPr lang="en-US" altLang="zh-CN" sz="1350" i="1">
                <a:solidFill>
                  <a:schemeClr val="folHlink"/>
                </a:solidFill>
                <a:latin typeface="Arial" charset="0"/>
                <a:ea typeface="黑体" charset="-122"/>
              </a:rPr>
              <a:t>t</a:t>
            </a:r>
          </a:p>
        </p:txBody>
      </p:sp>
      <p:grpSp>
        <p:nvGrpSpPr>
          <p:cNvPr id="227337" name="Group 82">
            <a:extLst>
              <a:ext uri="{FF2B5EF4-FFF2-40B4-BE49-F238E27FC236}">
                <a16:creationId xmlns:a16="http://schemas.microsoft.com/office/drawing/2014/main" id="{82274BC3-3843-6643-B87A-909D89FC64E9}"/>
              </a:ext>
            </a:extLst>
          </p:cNvPr>
          <p:cNvGrpSpPr>
            <a:grpSpLocks/>
          </p:cNvGrpSpPr>
          <p:nvPr/>
        </p:nvGrpSpPr>
        <p:grpSpPr bwMode="auto">
          <a:xfrm>
            <a:off x="4085035" y="1441853"/>
            <a:ext cx="2550319" cy="3259931"/>
            <a:chOff x="1607" y="677"/>
            <a:chExt cx="1640" cy="2728"/>
          </a:xfrm>
        </p:grpSpPr>
        <p:sp>
          <p:nvSpPr>
            <p:cNvPr id="541779" name="Line 83">
              <a:extLst>
                <a:ext uri="{FF2B5EF4-FFF2-40B4-BE49-F238E27FC236}">
                  <a16:creationId xmlns:a16="http://schemas.microsoft.com/office/drawing/2014/main" id="{9EE57319-76AB-5A4B-BE58-546E949DC139}"/>
                </a:ext>
              </a:extLst>
            </p:cNvPr>
            <p:cNvSpPr>
              <a:spLocks noChangeShapeType="1"/>
            </p:cNvSpPr>
            <p:nvPr/>
          </p:nvSpPr>
          <p:spPr bwMode="auto">
            <a:xfrm>
              <a:off x="1607" y="677"/>
              <a:ext cx="0" cy="2728"/>
            </a:xfrm>
            <a:prstGeom prst="line">
              <a:avLst/>
            </a:prstGeom>
            <a:noFill/>
            <a:ln w="9525">
              <a:solidFill>
                <a:schemeClr val="tx2"/>
              </a:solidFill>
              <a:round/>
              <a:headEnd/>
              <a:tailEnd type="triangle" w="sm" len="med"/>
            </a:ln>
            <a:effectLst/>
          </p:spPr>
          <p:txBody>
            <a:bodyPr/>
            <a:lstStyle/>
            <a:p>
              <a:pPr eaLnBrk="1" hangingPunct="1">
                <a:defRPr/>
              </a:pPr>
              <a:endParaRPr lang="zh-CN" altLang="en-US">
                <a:latin typeface="Tahoma" charset="0"/>
                <a:ea typeface="宋体" charset="-122"/>
                <a:cs typeface="+mn-cs"/>
              </a:endParaRPr>
            </a:p>
          </p:txBody>
        </p:sp>
        <p:sp>
          <p:nvSpPr>
            <p:cNvPr id="541780" name="Line 84">
              <a:extLst>
                <a:ext uri="{FF2B5EF4-FFF2-40B4-BE49-F238E27FC236}">
                  <a16:creationId xmlns:a16="http://schemas.microsoft.com/office/drawing/2014/main" id="{F45D51D1-75E6-9045-9C5B-9D5BEA534DD4}"/>
                </a:ext>
              </a:extLst>
            </p:cNvPr>
            <p:cNvSpPr>
              <a:spLocks noChangeShapeType="1"/>
            </p:cNvSpPr>
            <p:nvPr/>
          </p:nvSpPr>
          <p:spPr bwMode="auto">
            <a:xfrm>
              <a:off x="3247" y="677"/>
              <a:ext cx="0" cy="2728"/>
            </a:xfrm>
            <a:prstGeom prst="line">
              <a:avLst/>
            </a:prstGeom>
            <a:noFill/>
            <a:ln w="9525">
              <a:solidFill>
                <a:schemeClr val="tx2"/>
              </a:solidFill>
              <a:round/>
              <a:headEnd/>
              <a:tailEnd type="triangle" w="sm" len="med"/>
            </a:ln>
            <a:effectLst/>
          </p:spPr>
          <p:txBody>
            <a:bodyPr/>
            <a:lstStyle/>
            <a:p>
              <a:pPr eaLnBrk="1" hangingPunct="1">
                <a:defRPr/>
              </a:pPr>
              <a:endParaRPr lang="zh-CN" altLang="en-US">
                <a:latin typeface="Tahoma" charset="0"/>
                <a:ea typeface="宋体" charset="-122"/>
                <a:cs typeface="+mn-cs"/>
              </a:endParaRPr>
            </a:p>
          </p:txBody>
        </p:sp>
      </p:grpSp>
      <p:sp>
        <p:nvSpPr>
          <p:cNvPr id="541782" name="Text Box 86">
            <a:extLst>
              <a:ext uri="{FF2B5EF4-FFF2-40B4-BE49-F238E27FC236}">
                <a16:creationId xmlns:a16="http://schemas.microsoft.com/office/drawing/2014/main" id="{AE699186-60DB-A74C-A777-200875843867}"/>
              </a:ext>
            </a:extLst>
          </p:cNvPr>
          <p:cNvSpPr txBox="1">
            <a:spLocks noChangeArrowheads="1"/>
          </p:cNvSpPr>
          <p:nvPr/>
        </p:nvSpPr>
        <p:spPr bwMode="auto">
          <a:xfrm>
            <a:off x="6559154" y="2118127"/>
            <a:ext cx="1121569"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350">
                <a:solidFill>
                  <a:schemeClr val="folHlink"/>
                </a:solidFill>
                <a:latin typeface="Arial" panose="020B0604020202020204" pitchFamily="34" charset="0"/>
              </a:rPr>
              <a:t> </a:t>
            </a:r>
            <a:r>
              <a:rPr lang="zh-CN" altLang="en-US" sz="1350">
                <a:solidFill>
                  <a:schemeClr val="folHlink"/>
                </a:solidFill>
                <a:latin typeface="Arial" panose="020B0604020202020204" pitchFamily="34" charset="0"/>
              </a:rPr>
              <a:t>确认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2 </a:t>
            </a:r>
            <a:endParaRPr lang="en-US" altLang="zh-CN" sz="1350">
              <a:solidFill>
                <a:schemeClr val="folHlink"/>
              </a:solidFill>
              <a:latin typeface="Arial" panose="020B0604020202020204" pitchFamily="34" charset="0"/>
            </a:endParaRPr>
          </a:p>
        </p:txBody>
      </p:sp>
      <p:sp>
        <p:nvSpPr>
          <p:cNvPr id="541783" name="Line 87">
            <a:extLst>
              <a:ext uri="{FF2B5EF4-FFF2-40B4-BE49-F238E27FC236}">
                <a16:creationId xmlns:a16="http://schemas.microsoft.com/office/drawing/2014/main" id="{4623E7A3-974C-0045-AD3C-B0AF5168E306}"/>
              </a:ext>
            </a:extLst>
          </p:cNvPr>
          <p:cNvSpPr>
            <a:spLocks noChangeShapeType="1"/>
          </p:cNvSpPr>
          <p:nvPr/>
        </p:nvSpPr>
        <p:spPr bwMode="auto">
          <a:xfrm flipH="1">
            <a:off x="4085035" y="2277671"/>
            <a:ext cx="2550319" cy="234553"/>
          </a:xfrm>
          <a:prstGeom prst="line">
            <a:avLst/>
          </a:prstGeom>
          <a:noFill/>
          <a:ln w="3810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784" name="Line 88">
            <a:extLst>
              <a:ext uri="{FF2B5EF4-FFF2-40B4-BE49-F238E27FC236}">
                <a16:creationId xmlns:a16="http://schemas.microsoft.com/office/drawing/2014/main" id="{E2C11B7B-C826-5A49-A86C-506C305FE857}"/>
              </a:ext>
            </a:extLst>
          </p:cNvPr>
          <p:cNvSpPr>
            <a:spLocks noChangeShapeType="1"/>
          </p:cNvSpPr>
          <p:nvPr/>
        </p:nvSpPr>
        <p:spPr bwMode="auto">
          <a:xfrm flipH="1">
            <a:off x="4085035" y="3061102"/>
            <a:ext cx="2550319" cy="233363"/>
          </a:xfrm>
          <a:prstGeom prst="line">
            <a:avLst/>
          </a:prstGeom>
          <a:noFill/>
          <a:ln w="3810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785" name="Line 89">
            <a:extLst>
              <a:ext uri="{FF2B5EF4-FFF2-40B4-BE49-F238E27FC236}">
                <a16:creationId xmlns:a16="http://schemas.microsoft.com/office/drawing/2014/main" id="{03DE17E9-AAFA-424F-9068-3FAD3FFA4C4C}"/>
              </a:ext>
            </a:extLst>
          </p:cNvPr>
          <p:cNvSpPr>
            <a:spLocks noChangeShapeType="1"/>
          </p:cNvSpPr>
          <p:nvPr/>
        </p:nvSpPr>
        <p:spPr bwMode="auto">
          <a:xfrm flipH="1">
            <a:off x="4085035" y="3450437"/>
            <a:ext cx="2550319" cy="235744"/>
          </a:xfrm>
          <a:prstGeom prst="line">
            <a:avLst/>
          </a:prstGeom>
          <a:noFill/>
          <a:ln w="3810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786" name="Line 90">
            <a:extLst>
              <a:ext uri="{FF2B5EF4-FFF2-40B4-BE49-F238E27FC236}">
                <a16:creationId xmlns:a16="http://schemas.microsoft.com/office/drawing/2014/main" id="{8B0D8C50-071C-3C4C-9630-F78919C62923}"/>
              </a:ext>
            </a:extLst>
          </p:cNvPr>
          <p:cNvSpPr>
            <a:spLocks noChangeShapeType="1"/>
          </p:cNvSpPr>
          <p:nvPr/>
        </p:nvSpPr>
        <p:spPr bwMode="auto">
          <a:xfrm flipH="1">
            <a:off x="4085035" y="3839771"/>
            <a:ext cx="2550319" cy="236934"/>
          </a:xfrm>
          <a:prstGeom prst="line">
            <a:avLst/>
          </a:prstGeom>
          <a:noFill/>
          <a:ln w="38100">
            <a:solidFill>
              <a:schemeClr va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787" name="Text Box 91">
            <a:extLst>
              <a:ext uri="{FF2B5EF4-FFF2-40B4-BE49-F238E27FC236}">
                <a16:creationId xmlns:a16="http://schemas.microsoft.com/office/drawing/2014/main" id="{23E83A95-6D9A-E84C-B0E6-E9F3CCADAB74}"/>
              </a:ext>
            </a:extLst>
          </p:cNvPr>
          <p:cNvSpPr txBox="1">
            <a:spLocks noChangeArrowheads="1"/>
          </p:cNvSpPr>
          <p:nvPr/>
        </p:nvSpPr>
        <p:spPr bwMode="auto">
          <a:xfrm>
            <a:off x="3351610" y="1751415"/>
            <a:ext cx="787395"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350">
                <a:solidFill>
                  <a:schemeClr val="folHlink"/>
                </a:solidFill>
                <a:latin typeface="Arial" panose="020B0604020202020204" pitchFamily="34" charset="0"/>
              </a:rPr>
              <a:t>发送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2</a:t>
            </a:r>
          </a:p>
        </p:txBody>
      </p:sp>
      <p:sp>
        <p:nvSpPr>
          <p:cNvPr id="541788" name="Text Box 92">
            <a:extLst>
              <a:ext uri="{FF2B5EF4-FFF2-40B4-BE49-F238E27FC236}">
                <a16:creationId xmlns:a16="http://schemas.microsoft.com/office/drawing/2014/main" id="{4FBA89D8-1FF9-BB49-A12D-34AF9AAF1E17}"/>
              </a:ext>
            </a:extLst>
          </p:cNvPr>
          <p:cNvSpPr txBox="1">
            <a:spLocks noChangeArrowheads="1"/>
          </p:cNvSpPr>
          <p:nvPr/>
        </p:nvSpPr>
        <p:spPr bwMode="auto">
          <a:xfrm>
            <a:off x="3351610" y="2133605"/>
            <a:ext cx="787395"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350">
                <a:solidFill>
                  <a:schemeClr val="folHlink"/>
                </a:solidFill>
                <a:latin typeface="Arial" panose="020B0604020202020204" pitchFamily="34" charset="0"/>
              </a:rPr>
              <a:t>发送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3</a:t>
            </a:r>
          </a:p>
        </p:txBody>
      </p:sp>
      <p:sp>
        <p:nvSpPr>
          <p:cNvPr id="541789" name="Text Box 93">
            <a:extLst>
              <a:ext uri="{FF2B5EF4-FFF2-40B4-BE49-F238E27FC236}">
                <a16:creationId xmlns:a16="http://schemas.microsoft.com/office/drawing/2014/main" id="{DF52F3A6-7428-6F4E-A2FB-C3AC1FCE15F5}"/>
              </a:ext>
            </a:extLst>
          </p:cNvPr>
          <p:cNvSpPr txBox="1">
            <a:spLocks noChangeArrowheads="1"/>
          </p:cNvSpPr>
          <p:nvPr/>
        </p:nvSpPr>
        <p:spPr bwMode="auto">
          <a:xfrm>
            <a:off x="3351610" y="2513415"/>
            <a:ext cx="787395"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350">
                <a:solidFill>
                  <a:schemeClr val="folHlink"/>
                </a:solidFill>
                <a:latin typeface="Arial" panose="020B0604020202020204" pitchFamily="34" charset="0"/>
              </a:rPr>
              <a:t>发送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4</a:t>
            </a:r>
          </a:p>
        </p:txBody>
      </p:sp>
      <p:sp>
        <p:nvSpPr>
          <p:cNvPr id="541790" name="Line 94">
            <a:extLst>
              <a:ext uri="{FF2B5EF4-FFF2-40B4-BE49-F238E27FC236}">
                <a16:creationId xmlns:a16="http://schemas.microsoft.com/office/drawing/2014/main" id="{638BE4CF-B909-F04E-8219-562CD979CC57}"/>
              </a:ext>
            </a:extLst>
          </p:cNvPr>
          <p:cNvSpPr>
            <a:spLocks noChangeShapeType="1"/>
          </p:cNvSpPr>
          <p:nvPr/>
        </p:nvSpPr>
        <p:spPr bwMode="auto">
          <a:xfrm>
            <a:off x="4085035" y="2745587"/>
            <a:ext cx="2550319" cy="235744"/>
          </a:xfrm>
          <a:prstGeom prst="line">
            <a:avLst/>
          </a:prstGeom>
          <a:noFill/>
          <a:ln w="38100">
            <a:solidFill>
              <a:schemeClr val="tx2"/>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791" name="Text Box 95">
            <a:extLst>
              <a:ext uri="{FF2B5EF4-FFF2-40B4-BE49-F238E27FC236}">
                <a16:creationId xmlns:a16="http://schemas.microsoft.com/office/drawing/2014/main" id="{5032E320-28C3-3F43-8182-BB899D9B95B2}"/>
              </a:ext>
            </a:extLst>
          </p:cNvPr>
          <p:cNvSpPr txBox="1">
            <a:spLocks noChangeArrowheads="1"/>
          </p:cNvSpPr>
          <p:nvPr/>
        </p:nvSpPr>
        <p:spPr bwMode="auto">
          <a:xfrm>
            <a:off x="5366771" y="2291959"/>
            <a:ext cx="535724" cy="323165"/>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lang="en-US" altLang="zh-CN" sz="1500" b="1">
                <a:solidFill>
                  <a:schemeClr val="folHlink"/>
                </a:solidFill>
                <a:latin typeface="Arial" panose="020B0604020202020204" pitchFamily="34" charset="0"/>
              </a:rPr>
              <a:t>   </a:t>
            </a:r>
            <a:r>
              <a:rPr lang="zh-CN" altLang="en-US" sz="1500" b="1">
                <a:solidFill>
                  <a:schemeClr val="folHlink"/>
                </a:solidFill>
                <a:latin typeface="Arial" panose="020B0604020202020204" pitchFamily="34" charset="0"/>
              </a:rPr>
              <a:t>？</a:t>
            </a:r>
          </a:p>
        </p:txBody>
      </p:sp>
      <p:sp>
        <p:nvSpPr>
          <p:cNvPr id="541792" name="Text Box 96">
            <a:extLst>
              <a:ext uri="{FF2B5EF4-FFF2-40B4-BE49-F238E27FC236}">
                <a16:creationId xmlns:a16="http://schemas.microsoft.com/office/drawing/2014/main" id="{A8B188E6-2D41-A94D-8429-B30CE4C1F332}"/>
              </a:ext>
            </a:extLst>
          </p:cNvPr>
          <p:cNvSpPr txBox="1">
            <a:spLocks noChangeArrowheads="1"/>
          </p:cNvSpPr>
          <p:nvPr/>
        </p:nvSpPr>
        <p:spPr bwMode="auto">
          <a:xfrm>
            <a:off x="3351610" y="2924180"/>
            <a:ext cx="787395"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350">
                <a:solidFill>
                  <a:schemeClr val="folHlink"/>
                </a:solidFill>
                <a:latin typeface="Arial" panose="020B0604020202020204" pitchFamily="34" charset="0"/>
              </a:rPr>
              <a:t>发送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5</a:t>
            </a:r>
          </a:p>
        </p:txBody>
      </p:sp>
      <p:sp>
        <p:nvSpPr>
          <p:cNvPr id="541793" name="Text Box 97">
            <a:extLst>
              <a:ext uri="{FF2B5EF4-FFF2-40B4-BE49-F238E27FC236}">
                <a16:creationId xmlns:a16="http://schemas.microsoft.com/office/drawing/2014/main" id="{4101FA99-562F-2C41-834F-706AB90E1522}"/>
              </a:ext>
            </a:extLst>
          </p:cNvPr>
          <p:cNvSpPr txBox="1">
            <a:spLocks noChangeArrowheads="1"/>
          </p:cNvSpPr>
          <p:nvPr/>
        </p:nvSpPr>
        <p:spPr bwMode="auto">
          <a:xfrm>
            <a:off x="3351610" y="3314705"/>
            <a:ext cx="787395"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350">
                <a:solidFill>
                  <a:schemeClr val="folHlink"/>
                </a:solidFill>
                <a:latin typeface="Arial" panose="020B0604020202020204" pitchFamily="34" charset="0"/>
              </a:rPr>
              <a:t>发送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6</a:t>
            </a:r>
          </a:p>
        </p:txBody>
      </p:sp>
      <p:sp>
        <p:nvSpPr>
          <p:cNvPr id="541794" name="Text Box 98">
            <a:extLst>
              <a:ext uri="{FF2B5EF4-FFF2-40B4-BE49-F238E27FC236}">
                <a16:creationId xmlns:a16="http://schemas.microsoft.com/office/drawing/2014/main" id="{3CD723DC-0E53-DA4C-8E52-AFB49CC27B60}"/>
              </a:ext>
            </a:extLst>
          </p:cNvPr>
          <p:cNvSpPr txBox="1">
            <a:spLocks noChangeArrowheads="1"/>
          </p:cNvSpPr>
          <p:nvPr/>
        </p:nvSpPr>
        <p:spPr bwMode="auto">
          <a:xfrm>
            <a:off x="6559153" y="2846790"/>
            <a:ext cx="121379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350">
                <a:solidFill>
                  <a:schemeClr val="folHlink"/>
                </a:solidFill>
                <a:latin typeface="Arial" panose="020B0604020202020204" pitchFamily="34" charset="0"/>
              </a:rPr>
              <a:t> </a:t>
            </a:r>
            <a:r>
              <a:rPr lang="zh-CN" altLang="en-US" sz="1350">
                <a:solidFill>
                  <a:schemeClr val="folHlink"/>
                </a:solidFill>
                <a:latin typeface="Arial" panose="020B0604020202020204" pitchFamily="34" charset="0"/>
              </a:rPr>
              <a:t>重复确认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2 </a:t>
            </a:r>
            <a:endParaRPr lang="en-US" altLang="zh-CN" sz="1350">
              <a:solidFill>
                <a:schemeClr val="folHlink"/>
              </a:solidFill>
              <a:latin typeface="Arial" panose="020B0604020202020204" pitchFamily="34" charset="0"/>
            </a:endParaRPr>
          </a:p>
        </p:txBody>
      </p:sp>
      <p:grpSp>
        <p:nvGrpSpPr>
          <p:cNvPr id="541813" name="Group 117">
            <a:extLst>
              <a:ext uri="{FF2B5EF4-FFF2-40B4-BE49-F238E27FC236}">
                <a16:creationId xmlns:a16="http://schemas.microsoft.com/office/drawing/2014/main" id="{B9A6D474-E86B-E84C-9260-103EDCF8D79A}"/>
              </a:ext>
            </a:extLst>
          </p:cNvPr>
          <p:cNvGrpSpPr>
            <a:grpSpLocks/>
          </p:cNvGrpSpPr>
          <p:nvPr/>
        </p:nvGrpSpPr>
        <p:grpSpPr bwMode="auto">
          <a:xfrm>
            <a:off x="4085035" y="4061227"/>
            <a:ext cx="2550319" cy="408385"/>
            <a:chOff x="2471" y="3283"/>
            <a:chExt cx="2142" cy="343"/>
          </a:xfrm>
        </p:grpSpPr>
        <p:sp>
          <p:nvSpPr>
            <p:cNvPr id="541776" name="Line 80">
              <a:extLst>
                <a:ext uri="{FF2B5EF4-FFF2-40B4-BE49-F238E27FC236}">
                  <a16:creationId xmlns:a16="http://schemas.microsoft.com/office/drawing/2014/main" id="{C106AA09-3D2D-EA42-BDDF-D3B263184F5E}"/>
                </a:ext>
              </a:extLst>
            </p:cNvPr>
            <p:cNvSpPr>
              <a:spLocks noChangeShapeType="1"/>
            </p:cNvSpPr>
            <p:nvPr/>
          </p:nvSpPr>
          <p:spPr bwMode="auto">
            <a:xfrm>
              <a:off x="2471" y="3427"/>
              <a:ext cx="2142" cy="199"/>
            </a:xfrm>
            <a:prstGeom prst="line">
              <a:avLst/>
            </a:prstGeom>
            <a:noFill/>
            <a:ln w="38100">
              <a:solidFill>
                <a:srgbClr val="990099"/>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795" name="Text Box 99">
              <a:extLst>
                <a:ext uri="{FF2B5EF4-FFF2-40B4-BE49-F238E27FC236}">
                  <a16:creationId xmlns:a16="http://schemas.microsoft.com/office/drawing/2014/main" id="{CCB25A50-1FCC-CB4A-9526-554BFE76CEDA}"/>
                </a:ext>
              </a:extLst>
            </p:cNvPr>
            <p:cNvSpPr txBox="1">
              <a:spLocks noChangeArrowheads="1"/>
            </p:cNvSpPr>
            <p:nvPr/>
          </p:nvSpPr>
          <p:spPr bwMode="auto">
            <a:xfrm rot="275181">
              <a:off x="3163" y="3283"/>
              <a:ext cx="1040" cy="27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500">
                  <a:solidFill>
                    <a:srgbClr val="CC3399"/>
                  </a:solidFill>
                  <a:latin typeface="Arial" panose="020B0604020202020204" pitchFamily="34" charset="0"/>
                </a:rPr>
                <a:t>立即重传 </a:t>
              </a:r>
              <a:r>
                <a:rPr lang="en-US" altLang="zh-CN" sz="1500">
                  <a:solidFill>
                    <a:srgbClr val="CC3399"/>
                  </a:solidFill>
                  <a:latin typeface="Arial" panose="020B0604020202020204" pitchFamily="34" charset="0"/>
                </a:rPr>
                <a:t>M</a:t>
              </a:r>
              <a:r>
                <a:rPr lang="en-US" altLang="zh-CN" sz="1500" baseline="-25000">
                  <a:solidFill>
                    <a:srgbClr val="CC3399"/>
                  </a:solidFill>
                  <a:latin typeface="Arial" panose="020B0604020202020204" pitchFamily="34" charset="0"/>
                </a:rPr>
                <a:t>3</a:t>
              </a:r>
            </a:p>
          </p:txBody>
        </p:sp>
      </p:grpSp>
      <p:sp>
        <p:nvSpPr>
          <p:cNvPr id="541796" name="Text Box 100">
            <a:extLst>
              <a:ext uri="{FF2B5EF4-FFF2-40B4-BE49-F238E27FC236}">
                <a16:creationId xmlns:a16="http://schemas.microsoft.com/office/drawing/2014/main" id="{F4D3CDF3-FB98-EB48-A171-92832DB8ED88}"/>
              </a:ext>
            </a:extLst>
          </p:cNvPr>
          <p:cNvSpPr txBox="1">
            <a:spLocks noChangeArrowheads="1"/>
          </p:cNvSpPr>
          <p:nvPr/>
        </p:nvSpPr>
        <p:spPr bwMode="auto">
          <a:xfrm>
            <a:off x="6559153" y="3262317"/>
            <a:ext cx="121379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350">
                <a:solidFill>
                  <a:schemeClr val="folHlink"/>
                </a:solidFill>
                <a:latin typeface="Arial" panose="020B0604020202020204" pitchFamily="34" charset="0"/>
              </a:rPr>
              <a:t> </a:t>
            </a:r>
            <a:r>
              <a:rPr lang="zh-CN" altLang="en-US" sz="1350">
                <a:solidFill>
                  <a:schemeClr val="folHlink"/>
                </a:solidFill>
                <a:latin typeface="Arial" panose="020B0604020202020204" pitchFamily="34" charset="0"/>
              </a:rPr>
              <a:t>重复确认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2 </a:t>
            </a:r>
            <a:endParaRPr lang="en-US" altLang="zh-CN" sz="1350">
              <a:solidFill>
                <a:schemeClr val="folHlink"/>
              </a:solidFill>
              <a:latin typeface="Arial" panose="020B0604020202020204" pitchFamily="34" charset="0"/>
            </a:endParaRPr>
          </a:p>
        </p:txBody>
      </p:sp>
      <p:sp>
        <p:nvSpPr>
          <p:cNvPr id="541799" name="Text Box 103">
            <a:extLst>
              <a:ext uri="{FF2B5EF4-FFF2-40B4-BE49-F238E27FC236}">
                <a16:creationId xmlns:a16="http://schemas.microsoft.com/office/drawing/2014/main" id="{56FD0E58-7A83-4649-BA94-86FDB8C4F533}"/>
              </a:ext>
            </a:extLst>
          </p:cNvPr>
          <p:cNvSpPr txBox="1">
            <a:spLocks noChangeArrowheads="1"/>
          </p:cNvSpPr>
          <p:nvPr/>
        </p:nvSpPr>
        <p:spPr bwMode="auto">
          <a:xfrm>
            <a:off x="6559153" y="3654033"/>
            <a:ext cx="121379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1350">
                <a:solidFill>
                  <a:schemeClr val="folHlink"/>
                </a:solidFill>
                <a:latin typeface="Arial" panose="020B0604020202020204" pitchFamily="34" charset="0"/>
              </a:rPr>
              <a:t> </a:t>
            </a:r>
            <a:r>
              <a:rPr lang="zh-CN" altLang="en-US" sz="1350">
                <a:solidFill>
                  <a:schemeClr val="folHlink"/>
                </a:solidFill>
                <a:latin typeface="Arial" panose="020B0604020202020204" pitchFamily="34" charset="0"/>
              </a:rPr>
              <a:t>重复确认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2 </a:t>
            </a:r>
            <a:endParaRPr lang="en-US" altLang="zh-CN" sz="1350">
              <a:solidFill>
                <a:schemeClr val="folHlink"/>
              </a:solidFill>
              <a:latin typeface="Arial" panose="020B0604020202020204" pitchFamily="34" charset="0"/>
            </a:endParaRPr>
          </a:p>
        </p:txBody>
      </p:sp>
      <p:sp>
        <p:nvSpPr>
          <p:cNvPr id="541800" name="Text Box 104">
            <a:extLst>
              <a:ext uri="{FF2B5EF4-FFF2-40B4-BE49-F238E27FC236}">
                <a16:creationId xmlns:a16="http://schemas.microsoft.com/office/drawing/2014/main" id="{623993C3-5C27-9D48-8981-0FE1AF843836}"/>
              </a:ext>
            </a:extLst>
          </p:cNvPr>
          <p:cNvSpPr txBox="1">
            <a:spLocks noChangeArrowheads="1"/>
          </p:cNvSpPr>
          <p:nvPr/>
        </p:nvSpPr>
        <p:spPr bwMode="auto">
          <a:xfrm>
            <a:off x="6628210" y="4467230"/>
            <a:ext cx="232756" cy="300082"/>
          </a:xfrm>
          <a:prstGeom prst="rect">
            <a:avLst/>
          </a:prstGeom>
          <a:noFill/>
          <a:ln>
            <a:noFill/>
          </a:ln>
          <a:effectLst/>
        </p:spPr>
        <p:txBody>
          <a:bodyPr wrap="none">
            <a:spAutoFit/>
          </a:bodyPr>
          <a:lstStyle/>
          <a:p>
            <a:pPr eaLnBrk="1" hangingPunct="1">
              <a:defRPr/>
            </a:pPr>
            <a:r>
              <a:rPr lang="en-US" altLang="zh-CN" sz="1350" i="1">
                <a:solidFill>
                  <a:schemeClr val="folHlink"/>
                </a:solidFill>
                <a:latin typeface="Arial" charset="0"/>
                <a:ea typeface="黑体" charset="-122"/>
              </a:rPr>
              <a:t>t</a:t>
            </a:r>
          </a:p>
        </p:txBody>
      </p:sp>
      <p:sp>
        <p:nvSpPr>
          <p:cNvPr id="541806" name="Line 110">
            <a:extLst>
              <a:ext uri="{FF2B5EF4-FFF2-40B4-BE49-F238E27FC236}">
                <a16:creationId xmlns:a16="http://schemas.microsoft.com/office/drawing/2014/main" id="{21706C67-9DF3-3E42-83A5-01D20B871689}"/>
              </a:ext>
            </a:extLst>
          </p:cNvPr>
          <p:cNvSpPr>
            <a:spLocks noChangeShapeType="1"/>
          </p:cNvSpPr>
          <p:nvPr/>
        </p:nvSpPr>
        <p:spPr bwMode="auto">
          <a:xfrm>
            <a:off x="4089798" y="3919543"/>
            <a:ext cx="2549128" cy="235744"/>
          </a:xfrm>
          <a:prstGeom prst="line">
            <a:avLst/>
          </a:prstGeom>
          <a:noFill/>
          <a:ln w="38100">
            <a:solidFill>
              <a:schemeClr val="tx2"/>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807" name="Text Box 111">
            <a:extLst>
              <a:ext uri="{FF2B5EF4-FFF2-40B4-BE49-F238E27FC236}">
                <a16:creationId xmlns:a16="http://schemas.microsoft.com/office/drawing/2014/main" id="{A010ABE5-FFD4-234B-B3D5-810AE446663F}"/>
              </a:ext>
            </a:extLst>
          </p:cNvPr>
          <p:cNvSpPr txBox="1">
            <a:spLocks noChangeArrowheads="1"/>
          </p:cNvSpPr>
          <p:nvPr/>
        </p:nvSpPr>
        <p:spPr bwMode="auto">
          <a:xfrm>
            <a:off x="3351610" y="3730233"/>
            <a:ext cx="787395"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350">
                <a:solidFill>
                  <a:schemeClr val="folHlink"/>
                </a:solidFill>
                <a:latin typeface="Arial" panose="020B0604020202020204" pitchFamily="34" charset="0"/>
              </a:rPr>
              <a:t>发送 </a:t>
            </a:r>
            <a:r>
              <a:rPr lang="en-US" altLang="zh-CN" sz="1350">
                <a:solidFill>
                  <a:schemeClr val="folHlink"/>
                </a:solidFill>
                <a:latin typeface="Arial" panose="020B0604020202020204" pitchFamily="34" charset="0"/>
              </a:rPr>
              <a:t>M</a:t>
            </a:r>
            <a:r>
              <a:rPr lang="en-US" altLang="zh-CN" sz="1350" baseline="-25000">
                <a:solidFill>
                  <a:schemeClr val="folHlink"/>
                </a:solidFill>
                <a:latin typeface="Arial" panose="020B0604020202020204" pitchFamily="34" charset="0"/>
              </a:rPr>
              <a:t>7</a:t>
            </a:r>
          </a:p>
        </p:txBody>
      </p:sp>
      <p:grpSp>
        <p:nvGrpSpPr>
          <p:cNvPr id="541812" name="Group 116">
            <a:extLst>
              <a:ext uri="{FF2B5EF4-FFF2-40B4-BE49-F238E27FC236}">
                <a16:creationId xmlns:a16="http://schemas.microsoft.com/office/drawing/2014/main" id="{9D1AF29A-3C1D-7247-B032-25A010148B53}"/>
              </a:ext>
            </a:extLst>
          </p:cNvPr>
          <p:cNvGrpSpPr>
            <a:grpSpLocks/>
          </p:cNvGrpSpPr>
          <p:nvPr/>
        </p:nvGrpSpPr>
        <p:grpSpPr bwMode="auto">
          <a:xfrm>
            <a:off x="1547813" y="3138495"/>
            <a:ext cx="2516981" cy="1269207"/>
            <a:chOff x="340" y="2508"/>
            <a:chExt cx="2114" cy="1066"/>
          </a:xfrm>
        </p:grpSpPr>
        <p:grpSp>
          <p:nvGrpSpPr>
            <p:cNvPr id="227365" name="Group 105">
              <a:extLst>
                <a:ext uri="{FF2B5EF4-FFF2-40B4-BE49-F238E27FC236}">
                  <a16:creationId xmlns:a16="http://schemas.microsoft.com/office/drawing/2014/main" id="{DBBDEC11-60D4-644F-BF5A-F817ADDFC484}"/>
                </a:ext>
              </a:extLst>
            </p:cNvPr>
            <p:cNvGrpSpPr>
              <a:grpSpLocks/>
            </p:cNvGrpSpPr>
            <p:nvPr/>
          </p:nvGrpSpPr>
          <p:grpSpPr bwMode="auto">
            <a:xfrm>
              <a:off x="1729" y="2635"/>
              <a:ext cx="725" cy="666"/>
              <a:chOff x="1257" y="1749"/>
              <a:chExt cx="817" cy="460"/>
            </a:xfrm>
          </p:grpSpPr>
          <p:sp>
            <p:nvSpPr>
              <p:cNvPr id="541802" name="Line 106">
                <a:extLst>
                  <a:ext uri="{FF2B5EF4-FFF2-40B4-BE49-F238E27FC236}">
                    <a16:creationId xmlns:a16="http://schemas.microsoft.com/office/drawing/2014/main" id="{9D1150AC-1E6A-0D47-90BF-3C41EBE03494}"/>
                  </a:ext>
                </a:extLst>
              </p:cNvPr>
              <p:cNvSpPr>
                <a:spLocks noChangeShapeType="1"/>
              </p:cNvSpPr>
              <p:nvPr/>
            </p:nvSpPr>
            <p:spPr bwMode="auto">
              <a:xfrm>
                <a:off x="1257" y="1749"/>
                <a:ext cx="817" cy="0"/>
              </a:xfrm>
              <a:prstGeom prst="line">
                <a:avLst/>
              </a:prstGeom>
              <a:noFill/>
              <a:ln w="28575">
                <a:solidFill>
                  <a:schemeClr val="folHlink"/>
                </a:solidFill>
                <a:prstDash val="dash"/>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541803" name="Line 107">
                <a:extLst>
                  <a:ext uri="{FF2B5EF4-FFF2-40B4-BE49-F238E27FC236}">
                    <a16:creationId xmlns:a16="http://schemas.microsoft.com/office/drawing/2014/main" id="{F31425EE-0FD9-074A-8969-04BFAC85122B}"/>
                  </a:ext>
                </a:extLst>
              </p:cNvPr>
              <p:cNvSpPr>
                <a:spLocks noChangeShapeType="1"/>
              </p:cNvSpPr>
              <p:nvPr/>
            </p:nvSpPr>
            <p:spPr bwMode="auto">
              <a:xfrm>
                <a:off x="1257" y="1979"/>
                <a:ext cx="817" cy="0"/>
              </a:xfrm>
              <a:prstGeom prst="line">
                <a:avLst/>
              </a:prstGeom>
              <a:noFill/>
              <a:ln w="28575">
                <a:solidFill>
                  <a:schemeClr val="folHlink"/>
                </a:solidFill>
                <a:prstDash val="dash"/>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sp>
            <p:nvSpPr>
              <p:cNvPr id="541804" name="Line 108">
                <a:extLst>
                  <a:ext uri="{FF2B5EF4-FFF2-40B4-BE49-F238E27FC236}">
                    <a16:creationId xmlns:a16="http://schemas.microsoft.com/office/drawing/2014/main" id="{E7959D4D-8521-E146-82DD-FCAA08B002F8}"/>
                  </a:ext>
                </a:extLst>
              </p:cNvPr>
              <p:cNvSpPr>
                <a:spLocks noChangeShapeType="1"/>
              </p:cNvSpPr>
              <p:nvPr/>
            </p:nvSpPr>
            <p:spPr bwMode="auto">
              <a:xfrm>
                <a:off x="1257" y="2209"/>
                <a:ext cx="817" cy="0"/>
              </a:xfrm>
              <a:prstGeom prst="line">
                <a:avLst/>
              </a:prstGeom>
              <a:noFill/>
              <a:ln w="28575">
                <a:solidFill>
                  <a:schemeClr val="folHlink"/>
                </a:solidFill>
                <a:prstDash val="dash"/>
                <a:round/>
                <a:headEnd type="triangle" w="med" len="lg"/>
                <a:tailEnd/>
              </a:ln>
              <a:effectLst/>
            </p:spPr>
            <p:txBody>
              <a:bodyPr/>
              <a:lstStyle/>
              <a:p>
                <a:pPr eaLnBrk="1" hangingPunct="1">
                  <a:defRPr/>
                </a:pPr>
                <a:endParaRPr lang="zh-CN" altLang="en-US">
                  <a:latin typeface="Tahoma" charset="0"/>
                  <a:ea typeface="宋体" charset="-122"/>
                  <a:cs typeface="+mn-cs"/>
                </a:endParaRPr>
              </a:p>
            </p:txBody>
          </p:sp>
        </p:grpSp>
        <p:sp>
          <p:nvSpPr>
            <p:cNvPr id="541808" name="Text Box 112">
              <a:extLst>
                <a:ext uri="{FF2B5EF4-FFF2-40B4-BE49-F238E27FC236}">
                  <a16:creationId xmlns:a16="http://schemas.microsoft.com/office/drawing/2014/main" id="{BD871F41-8FE6-844C-93CC-34F9F5BC2770}"/>
                </a:ext>
              </a:extLst>
            </p:cNvPr>
            <p:cNvSpPr txBox="1">
              <a:spLocks noChangeArrowheads="1"/>
            </p:cNvSpPr>
            <p:nvPr/>
          </p:nvSpPr>
          <p:spPr bwMode="auto">
            <a:xfrm>
              <a:off x="340" y="2508"/>
              <a:ext cx="1389" cy="1066"/>
            </a:xfrm>
            <a:prstGeom prst="rect">
              <a:avLst/>
            </a:prstGeom>
            <a:noFill/>
            <a:ln w="9525">
              <a:solidFill>
                <a:schemeClr val="tx1"/>
              </a:solidFill>
              <a:miter lim="800000"/>
              <a:headEnd/>
              <a:tailEnd/>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endParaRPr lang="en-US" altLang="zh-CN" sz="675">
                <a:solidFill>
                  <a:schemeClr val="folHlink"/>
                </a:solidFill>
                <a:latin typeface="Arial" panose="020B0604020202020204" pitchFamily="34" charset="0"/>
              </a:endParaRPr>
            </a:p>
            <a:p>
              <a:pPr algn="ctr" eaLnBrk="1" hangingPunct="1">
                <a:defRPr/>
              </a:pPr>
              <a:r>
                <a:rPr lang="zh-CN" altLang="en-US" sz="1500">
                  <a:solidFill>
                    <a:schemeClr val="folHlink"/>
                  </a:solidFill>
                  <a:latin typeface="Arial" panose="020B0604020202020204" pitchFamily="34" charset="0"/>
                </a:rPr>
                <a:t>收到三个连续的</a:t>
              </a:r>
            </a:p>
            <a:p>
              <a:pPr algn="ctr" eaLnBrk="1" hangingPunct="1">
                <a:defRPr/>
              </a:pPr>
              <a:r>
                <a:rPr lang="zh-CN" altLang="en-US" sz="1500">
                  <a:solidFill>
                    <a:schemeClr val="folHlink"/>
                  </a:solidFill>
                  <a:latin typeface="Arial" panose="020B0604020202020204" pitchFamily="34" charset="0"/>
                </a:rPr>
                <a:t>对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2</a:t>
              </a:r>
              <a:r>
                <a:rPr lang="en-US" altLang="zh-CN" sz="1500">
                  <a:solidFill>
                    <a:schemeClr val="folHlink"/>
                  </a:solidFill>
                  <a:latin typeface="Arial" panose="020B0604020202020204" pitchFamily="34" charset="0"/>
                </a:rPr>
                <a:t> </a:t>
              </a:r>
              <a:r>
                <a:rPr lang="zh-CN" altLang="en-US" sz="1500">
                  <a:solidFill>
                    <a:schemeClr val="folHlink"/>
                  </a:solidFill>
                  <a:latin typeface="Arial" panose="020B0604020202020204" pitchFamily="34" charset="0"/>
                </a:rPr>
                <a:t>的重复确认</a:t>
              </a:r>
            </a:p>
            <a:p>
              <a:pPr algn="ctr" eaLnBrk="1" hangingPunct="1">
                <a:spcBef>
                  <a:spcPct val="20000"/>
                </a:spcBef>
                <a:defRPr/>
              </a:pPr>
              <a:r>
                <a:rPr lang="zh-CN" altLang="en-US" sz="1500">
                  <a:solidFill>
                    <a:schemeClr val="folHlink"/>
                  </a:solidFill>
                  <a:latin typeface="Arial" panose="020B0604020202020204" pitchFamily="34" charset="0"/>
                </a:rPr>
                <a:t>立即重传 </a:t>
              </a:r>
              <a:r>
                <a:rPr lang="en-US" altLang="zh-CN" sz="1500">
                  <a:solidFill>
                    <a:schemeClr val="folHlink"/>
                  </a:solidFill>
                  <a:latin typeface="Arial" panose="020B0604020202020204" pitchFamily="34" charset="0"/>
                </a:rPr>
                <a:t>M</a:t>
              </a:r>
              <a:r>
                <a:rPr lang="en-US" altLang="zh-CN" sz="1500" baseline="-25000">
                  <a:solidFill>
                    <a:schemeClr val="folHlink"/>
                  </a:solidFill>
                  <a:latin typeface="Arial" panose="020B0604020202020204" pitchFamily="34" charset="0"/>
                </a:rPr>
                <a:t>3</a:t>
              </a:r>
            </a:p>
            <a:p>
              <a:pPr algn="ctr" eaLnBrk="1" hangingPunct="1">
                <a:defRPr/>
              </a:pPr>
              <a:endParaRPr lang="en-US" altLang="zh-CN" sz="675">
                <a:solidFill>
                  <a:schemeClr val="folHlink"/>
                </a:solidFill>
                <a:latin typeface="Arial" panose="020B0604020202020204" pitchFamily="34" charset="0"/>
              </a:endParaRPr>
            </a:p>
          </p:txBody>
        </p:sp>
      </p:grpSp>
      <p:sp>
        <p:nvSpPr>
          <p:cNvPr id="541809" name="AutoShape 113">
            <a:extLst>
              <a:ext uri="{FF2B5EF4-FFF2-40B4-BE49-F238E27FC236}">
                <a16:creationId xmlns:a16="http://schemas.microsoft.com/office/drawing/2014/main" id="{609B9F43-3CC8-DD46-8FC3-5F5F9C18FF3C}"/>
              </a:ext>
            </a:extLst>
          </p:cNvPr>
          <p:cNvSpPr>
            <a:spLocks noChangeArrowheads="1"/>
          </p:cNvSpPr>
          <p:nvPr/>
        </p:nvSpPr>
        <p:spPr bwMode="auto">
          <a:xfrm>
            <a:off x="5392341" y="2076456"/>
            <a:ext cx="653653" cy="822722"/>
          </a:xfrm>
          <a:prstGeom prst="irregularSeal1">
            <a:avLst/>
          </a:prstGeom>
          <a:solidFill>
            <a:srgbClr val="FFCCCC"/>
          </a:solidFill>
          <a:ln w="9525">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541810" name="Text Box 114">
            <a:extLst>
              <a:ext uri="{FF2B5EF4-FFF2-40B4-BE49-F238E27FC236}">
                <a16:creationId xmlns:a16="http://schemas.microsoft.com/office/drawing/2014/main" id="{3024F1AC-D5EE-1841-9738-C0EB0881E55B}"/>
              </a:ext>
            </a:extLst>
          </p:cNvPr>
          <p:cNvSpPr txBox="1">
            <a:spLocks noChangeArrowheads="1"/>
          </p:cNvSpPr>
          <p:nvPr/>
        </p:nvSpPr>
        <p:spPr bwMode="auto">
          <a:xfrm>
            <a:off x="5445919" y="2288386"/>
            <a:ext cx="530915"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zh-CN" altLang="en-US" sz="1350">
                <a:solidFill>
                  <a:schemeClr val="folHlink"/>
                </a:solidFill>
                <a:latin typeface="Arial" panose="020B0604020202020204" pitchFamily="34" charset="0"/>
              </a:rPr>
              <a:t>丢失</a:t>
            </a:r>
          </a:p>
        </p:txBody>
      </p:sp>
      <p:sp>
        <p:nvSpPr>
          <p:cNvPr id="541773" name="Line 77">
            <a:extLst>
              <a:ext uri="{FF2B5EF4-FFF2-40B4-BE49-F238E27FC236}">
                <a16:creationId xmlns:a16="http://schemas.microsoft.com/office/drawing/2014/main" id="{2A7B19BC-D61F-994F-AD74-E07219494BE9}"/>
              </a:ext>
            </a:extLst>
          </p:cNvPr>
          <p:cNvSpPr>
            <a:spLocks noChangeShapeType="1"/>
          </p:cNvSpPr>
          <p:nvPr/>
        </p:nvSpPr>
        <p:spPr bwMode="auto">
          <a:xfrm>
            <a:off x="4085035" y="1965728"/>
            <a:ext cx="2550319" cy="235744"/>
          </a:xfrm>
          <a:prstGeom prst="line">
            <a:avLst/>
          </a:prstGeom>
          <a:noFill/>
          <a:ln w="38100">
            <a:solidFill>
              <a:schemeClr val="tx2"/>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781" name="Line 85">
            <a:extLst>
              <a:ext uri="{FF2B5EF4-FFF2-40B4-BE49-F238E27FC236}">
                <a16:creationId xmlns:a16="http://schemas.microsoft.com/office/drawing/2014/main" id="{B5F73909-4B5A-C04A-A3FE-B381D7DCD40C}"/>
              </a:ext>
            </a:extLst>
          </p:cNvPr>
          <p:cNvSpPr>
            <a:spLocks noChangeShapeType="1"/>
          </p:cNvSpPr>
          <p:nvPr/>
        </p:nvSpPr>
        <p:spPr bwMode="auto">
          <a:xfrm>
            <a:off x="4085035" y="2355061"/>
            <a:ext cx="1372790" cy="119063"/>
          </a:xfrm>
          <a:prstGeom prst="line">
            <a:avLst/>
          </a:prstGeom>
          <a:noFill/>
          <a:ln w="38100">
            <a:solidFill>
              <a:schemeClr val="tx2"/>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797" name="Line 101">
            <a:extLst>
              <a:ext uri="{FF2B5EF4-FFF2-40B4-BE49-F238E27FC236}">
                <a16:creationId xmlns:a16="http://schemas.microsoft.com/office/drawing/2014/main" id="{E731D2BE-0AC9-534F-B83D-5EE8B737E597}"/>
              </a:ext>
            </a:extLst>
          </p:cNvPr>
          <p:cNvSpPr>
            <a:spLocks noChangeShapeType="1"/>
          </p:cNvSpPr>
          <p:nvPr/>
        </p:nvSpPr>
        <p:spPr bwMode="auto">
          <a:xfrm>
            <a:off x="4089798" y="3136112"/>
            <a:ext cx="2549128" cy="236935"/>
          </a:xfrm>
          <a:prstGeom prst="line">
            <a:avLst/>
          </a:prstGeom>
          <a:noFill/>
          <a:ln w="38100">
            <a:solidFill>
              <a:schemeClr val="tx2"/>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41798" name="Line 102">
            <a:extLst>
              <a:ext uri="{FF2B5EF4-FFF2-40B4-BE49-F238E27FC236}">
                <a16:creationId xmlns:a16="http://schemas.microsoft.com/office/drawing/2014/main" id="{8AA7A8D8-16D6-2745-B632-B0910A70E279}"/>
              </a:ext>
            </a:extLst>
          </p:cNvPr>
          <p:cNvSpPr>
            <a:spLocks noChangeShapeType="1"/>
          </p:cNvSpPr>
          <p:nvPr/>
        </p:nvSpPr>
        <p:spPr bwMode="auto">
          <a:xfrm>
            <a:off x="4089798" y="3527828"/>
            <a:ext cx="2549128" cy="235744"/>
          </a:xfrm>
          <a:prstGeom prst="line">
            <a:avLst/>
          </a:prstGeom>
          <a:noFill/>
          <a:ln w="38100">
            <a:solidFill>
              <a:schemeClr val="tx2"/>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Tree>
    <p:extLst>
      <p:ext uri="{BB962C8B-B14F-4D97-AF65-F5344CB8AC3E}">
        <p14:creationId xmlns:p14="http://schemas.microsoft.com/office/powerpoint/2010/main" val="12447525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541812"/>
                                        </p:tgtEl>
                                        <p:attrNameLst>
                                          <p:attrName>style.visibility</p:attrName>
                                        </p:attrNameLst>
                                      </p:cBhvr>
                                      <p:to>
                                        <p:strVal val="visible"/>
                                      </p:to>
                                    </p:set>
                                    <p:animEffect transition="in" filter="wipe(right)">
                                      <p:cBhvr>
                                        <p:cTn id="7" dur="1000"/>
                                        <p:tgtEl>
                                          <p:spTgt spid="541812"/>
                                        </p:tgtEl>
                                      </p:cBhvr>
                                    </p:animEffect>
                                  </p:childTnLst>
                                </p:cTn>
                              </p:par>
                            </p:childTnLst>
                          </p:cTn>
                        </p:par>
                        <p:par>
                          <p:cTn id="8" fill="hold" nodeType="afterGroup">
                            <p:stCondLst>
                              <p:cond delay="1000"/>
                            </p:stCondLst>
                            <p:childTnLst>
                              <p:par>
                                <p:cTn id="9" presetID="22" presetClass="entr" presetSubtype="8" fill="hold" nodeType="afterEffect">
                                  <p:stCondLst>
                                    <p:cond delay="500"/>
                                  </p:stCondLst>
                                  <p:childTnLst>
                                    <p:set>
                                      <p:cBhvr>
                                        <p:cTn id="10" dur="1" fill="hold">
                                          <p:stCondLst>
                                            <p:cond delay="0"/>
                                          </p:stCondLst>
                                        </p:cTn>
                                        <p:tgtEl>
                                          <p:spTgt spid="541813"/>
                                        </p:tgtEl>
                                        <p:attrNameLst>
                                          <p:attrName>style.visibility</p:attrName>
                                        </p:attrNameLst>
                                      </p:cBhvr>
                                      <p:to>
                                        <p:strVal val="visible"/>
                                      </p:to>
                                    </p:set>
                                    <p:animEffect transition="in" filter="wipe(left)">
                                      <p:cBhvr>
                                        <p:cTn id="11" dur="1000"/>
                                        <p:tgtEl>
                                          <p:spTgt spid="5418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746" name="Rectangle 2">
            <a:extLst>
              <a:ext uri="{FF2B5EF4-FFF2-40B4-BE49-F238E27FC236}">
                <a16:creationId xmlns:a16="http://schemas.microsoft.com/office/drawing/2014/main" id="{4C158095-BC39-1C42-AF2B-7F6BEA3907EA}"/>
              </a:ext>
            </a:extLst>
          </p:cNvPr>
          <p:cNvSpPr>
            <a:spLocks noGrp="1" noChangeArrowheads="1"/>
          </p:cNvSpPr>
          <p:nvPr>
            <p:ph type="title"/>
          </p:nvPr>
        </p:nvSpPr>
        <p:spPr>
          <a:xfrm>
            <a:off x="180109" y="160735"/>
            <a:ext cx="6660032" cy="790575"/>
          </a:xfrm>
        </p:spPr>
        <p:txBody>
          <a:bodyPr/>
          <a:lstStyle/>
          <a:p>
            <a:pPr eaLnBrk="1" hangingPunct="1">
              <a:defRPr/>
            </a:pPr>
            <a:r>
              <a:rPr lang="zh-CN" altLang="en-US" dirty="0">
                <a:latin typeface="Times New Roman" panose="02020603050405020304" pitchFamily="18" charset="0"/>
                <a:ea typeface="宋体" panose="02010600030101010101" pitchFamily="2" charset="-122"/>
              </a:rPr>
              <a:t>快恢复算法 </a:t>
            </a:r>
          </a:p>
        </p:txBody>
      </p:sp>
      <p:sp>
        <p:nvSpPr>
          <p:cNvPr id="543747" name="Rectangle 3">
            <a:extLst>
              <a:ext uri="{FF2B5EF4-FFF2-40B4-BE49-F238E27FC236}">
                <a16:creationId xmlns:a16="http://schemas.microsoft.com/office/drawing/2014/main" id="{7A97D220-B1AF-0E47-80A8-16650FA57463}"/>
              </a:ext>
            </a:extLst>
          </p:cNvPr>
          <p:cNvSpPr>
            <a:spLocks noGrp="1" noChangeArrowheads="1"/>
          </p:cNvSpPr>
          <p:nvPr>
            <p:ph type="body" idx="1"/>
          </p:nvPr>
        </p:nvSpPr>
        <p:spPr>
          <a:xfrm>
            <a:off x="180109" y="1006079"/>
            <a:ext cx="8742218" cy="3780234"/>
          </a:xfrm>
        </p:spPr>
        <p:txBody>
          <a:bodyPr/>
          <a:lstStyle/>
          <a:p>
            <a:pPr marL="409575" indent="-409575" eaLnBrk="1" hangingPunct="1">
              <a:buFont typeface="Wingdings" pitchFamily="2" charset="2"/>
              <a:buNone/>
              <a:defRPr/>
            </a:pPr>
            <a:r>
              <a:rPr lang="en-US" altLang="zh-CN" dirty="0">
                <a:ea typeface="宋体" panose="02010600030101010101" pitchFamily="2" charset="-122"/>
              </a:rPr>
              <a:t>(1) </a:t>
            </a:r>
            <a:r>
              <a:rPr lang="zh-CN" altLang="en-US" dirty="0">
                <a:ea typeface="宋体" panose="02010600030101010101" pitchFamily="2" charset="-122"/>
              </a:rPr>
              <a:t>当发送端收到连续三个重复的确认时，就执行“乘法减小”算法，把慢开始门限 </a:t>
            </a:r>
            <a:r>
              <a:rPr lang="en-US" altLang="zh-CN" dirty="0" err="1">
                <a:ea typeface="宋体" panose="02010600030101010101" pitchFamily="2" charset="-122"/>
              </a:rPr>
              <a:t>ssthresh</a:t>
            </a:r>
            <a:r>
              <a:rPr lang="en-US" altLang="zh-CN" dirty="0">
                <a:ea typeface="宋体" panose="02010600030101010101" pitchFamily="2" charset="-122"/>
              </a:rPr>
              <a:t> </a:t>
            </a:r>
            <a:r>
              <a:rPr lang="zh-CN" altLang="en-US" dirty="0">
                <a:ea typeface="宋体" panose="02010600030101010101" pitchFamily="2" charset="-122"/>
              </a:rPr>
              <a:t>减半。但接下去不执行慢开始算法。 </a:t>
            </a:r>
          </a:p>
          <a:p>
            <a:pPr marL="409575" indent="-409575" eaLnBrk="1" hangingPunct="1">
              <a:buFont typeface="Wingdings" pitchFamily="2" charset="2"/>
              <a:buNone/>
              <a:defRPr/>
            </a:pPr>
            <a:r>
              <a:rPr lang="en-US" altLang="zh-CN" dirty="0">
                <a:ea typeface="宋体" panose="02010600030101010101" pitchFamily="2" charset="-122"/>
              </a:rPr>
              <a:t>(2)</a:t>
            </a:r>
            <a:r>
              <a:rPr lang="zh-CN" altLang="en-US" dirty="0">
                <a:ea typeface="宋体" panose="02010600030101010101" pitchFamily="2" charset="-122"/>
              </a:rPr>
              <a:t>由于发送方现在认为网络很可能没有发生拥塞，因此现在不执行慢开始算法，即拥塞窗口 </a:t>
            </a:r>
            <a:r>
              <a:rPr lang="en-US" altLang="zh-CN" dirty="0" err="1">
                <a:ea typeface="宋体" panose="02010600030101010101" pitchFamily="2" charset="-122"/>
              </a:rPr>
              <a:t>cwnd</a:t>
            </a:r>
            <a:r>
              <a:rPr lang="en-US" altLang="zh-CN" dirty="0">
                <a:ea typeface="宋体" panose="02010600030101010101" pitchFamily="2" charset="-122"/>
              </a:rPr>
              <a:t> </a:t>
            </a:r>
            <a:r>
              <a:rPr lang="zh-CN" altLang="en-US" dirty="0">
                <a:ea typeface="宋体" panose="02010600030101010101" pitchFamily="2" charset="-122"/>
              </a:rPr>
              <a:t>现在不设置为 </a:t>
            </a:r>
            <a:r>
              <a:rPr lang="en-US" altLang="zh-CN" dirty="0">
                <a:ea typeface="宋体" panose="02010600030101010101" pitchFamily="2" charset="-122"/>
              </a:rPr>
              <a:t>1</a:t>
            </a:r>
            <a:r>
              <a:rPr lang="zh-CN" altLang="en-US" dirty="0">
                <a:ea typeface="宋体" panose="02010600030101010101" pitchFamily="2" charset="-122"/>
              </a:rPr>
              <a:t>，而是设置为慢开始门限 </a:t>
            </a:r>
            <a:r>
              <a:rPr lang="en-US" altLang="zh-CN" dirty="0" err="1">
                <a:ea typeface="宋体" panose="02010600030101010101" pitchFamily="2" charset="-122"/>
              </a:rPr>
              <a:t>ssthresh</a:t>
            </a:r>
            <a:r>
              <a:rPr lang="en-US" altLang="zh-CN" dirty="0">
                <a:ea typeface="宋体" panose="02010600030101010101" pitchFamily="2" charset="-122"/>
              </a:rPr>
              <a:t> </a:t>
            </a:r>
            <a:r>
              <a:rPr lang="zh-CN" altLang="en-US" dirty="0">
                <a:ea typeface="宋体" panose="02010600030101010101" pitchFamily="2" charset="-122"/>
              </a:rPr>
              <a:t>减半后的数值，然后开始执行拥塞避免算法（“加法增大”），使拥塞窗口缓慢地线性增大。 </a:t>
            </a:r>
          </a:p>
        </p:txBody>
      </p:sp>
      <p:sp>
        <p:nvSpPr>
          <p:cNvPr id="2" name="幻灯片编号占位符 1">
            <a:extLst>
              <a:ext uri="{FF2B5EF4-FFF2-40B4-BE49-F238E27FC236}">
                <a16:creationId xmlns:a16="http://schemas.microsoft.com/office/drawing/2014/main" id="{1C4D8D6B-B0E8-6040-97B4-82DB6D06FDDB}"/>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39B6DC3C-31ED-F54F-BE12-C03C0270B6C7}" type="slidenum">
              <a:rPr lang="en-US" altLang="zh-CN" sz="1050"/>
              <a:pPr>
                <a:defRPr/>
              </a:pPr>
              <a:t>108</a:t>
            </a:fld>
            <a:endParaRPr lang="en-US" altLang="zh-CN" sz="1050"/>
          </a:p>
        </p:txBody>
      </p:sp>
    </p:spTree>
    <p:extLst>
      <p:ext uri="{BB962C8B-B14F-4D97-AF65-F5344CB8AC3E}">
        <p14:creationId xmlns:p14="http://schemas.microsoft.com/office/powerpoint/2010/main" val="193566649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367" name="Oval 55">
            <a:extLst>
              <a:ext uri="{FF2B5EF4-FFF2-40B4-BE49-F238E27FC236}">
                <a16:creationId xmlns:a16="http://schemas.microsoft.com/office/drawing/2014/main" id="{6F445434-7193-DE44-8737-A3673675D224}"/>
              </a:ext>
            </a:extLst>
          </p:cNvPr>
          <p:cNvSpPr>
            <a:spLocks noChangeArrowheads="1"/>
          </p:cNvSpPr>
          <p:nvPr/>
        </p:nvSpPr>
        <p:spPr bwMode="auto">
          <a:xfrm>
            <a:off x="3429001" y="3490913"/>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72" name="Oval 60">
            <a:extLst>
              <a:ext uri="{FF2B5EF4-FFF2-40B4-BE49-F238E27FC236}">
                <a16:creationId xmlns:a16="http://schemas.microsoft.com/office/drawing/2014/main" id="{86852531-274B-1842-B089-07DA325B56FB}"/>
              </a:ext>
            </a:extLst>
          </p:cNvPr>
          <p:cNvSpPr>
            <a:spLocks noChangeArrowheads="1"/>
          </p:cNvSpPr>
          <p:nvPr/>
        </p:nvSpPr>
        <p:spPr bwMode="auto">
          <a:xfrm>
            <a:off x="3788569" y="2747963"/>
            <a:ext cx="69056"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73" name="Oval 61">
            <a:extLst>
              <a:ext uri="{FF2B5EF4-FFF2-40B4-BE49-F238E27FC236}">
                <a16:creationId xmlns:a16="http://schemas.microsoft.com/office/drawing/2014/main" id="{FBA50B3E-484B-A049-B5A4-70488CA7F62E}"/>
              </a:ext>
            </a:extLst>
          </p:cNvPr>
          <p:cNvSpPr>
            <a:spLocks noChangeArrowheads="1"/>
          </p:cNvSpPr>
          <p:nvPr/>
        </p:nvSpPr>
        <p:spPr bwMode="auto">
          <a:xfrm>
            <a:off x="3968354" y="2670572"/>
            <a:ext cx="69056"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74" name="Oval 62">
            <a:extLst>
              <a:ext uri="{FF2B5EF4-FFF2-40B4-BE49-F238E27FC236}">
                <a16:creationId xmlns:a16="http://schemas.microsoft.com/office/drawing/2014/main" id="{F9FC17E6-436E-F745-9339-19E16A7F2BC3}"/>
              </a:ext>
            </a:extLst>
          </p:cNvPr>
          <p:cNvSpPr>
            <a:spLocks noChangeArrowheads="1"/>
          </p:cNvSpPr>
          <p:nvPr/>
        </p:nvSpPr>
        <p:spPr bwMode="auto">
          <a:xfrm>
            <a:off x="4330303" y="2507456"/>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75" name="Oval 63">
            <a:extLst>
              <a:ext uri="{FF2B5EF4-FFF2-40B4-BE49-F238E27FC236}">
                <a16:creationId xmlns:a16="http://schemas.microsoft.com/office/drawing/2014/main" id="{4D53ED94-9F3E-2943-8B3E-9ED4AA7EBFBA}"/>
              </a:ext>
            </a:extLst>
          </p:cNvPr>
          <p:cNvSpPr>
            <a:spLocks noChangeArrowheads="1"/>
          </p:cNvSpPr>
          <p:nvPr/>
        </p:nvSpPr>
        <p:spPr bwMode="auto">
          <a:xfrm>
            <a:off x="4146947" y="2589610"/>
            <a:ext cx="70247" cy="75009"/>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76" name="Oval 64">
            <a:extLst>
              <a:ext uri="{FF2B5EF4-FFF2-40B4-BE49-F238E27FC236}">
                <a16:creationId xmlns:a16="http://schemas.microsoft.com/office/drawing/2014/main" id="{E5CBD553-933E-E740-891D-62709C44C1B0}"/>
              </a:ext>
            </a:extLst>
          </p:cNvPr>
          <p:cNvSpPr>
            <a:spLocks noChangeArrowheads="1"/>
          </p:cNvSpPr>
          <p:nvPr/>
        </p:nvSpPr>
        <p:spPr bwMode="auto">
          <a:xfrm>
            <a:off x="4510088" y="2425304"/>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77" name="Oval 65">
            <a:extLst>
              <a:ext uri="{FF2B5EF4-FFF2-40B4-BE49-F238E27FC236}">
                <a16:creationId xmlns:a16="http://schemas.microsoft.com/office/drawing/2014/main" id="{748162F6-F061-AF49-871A-B1CA028F6096}"/>
              </a:ext>
            </a:extLst>
          </p:cNvPr>
          <p:cNvSpPr>
            <a:spLocks noChangeArrowheads="1"/>
          </p:cNvSpPr>
          <p:nvPr/>
        </p:nvSpPr>
        <p:spPr bwMode="auto">
          <a:xfrm>
            <a:off x="4686301" y="2347913"/>
            <a:ext cx="69056"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79" name="Oval 67">
            <a:extLst>
              <a:ext uri="{FF2B5EF4-FFF2-40B4-BE49-F238E27FC236}">
                <a16:creationId xmlns:a16="http://schemas.microsoft.com/office/drawing/2014/main" id="{D7F5D69E-7EBF-3645-AD30-A9CDF9A6CCC6}"/>
              </a:ext>
            </a:extLst>
          </p:cNvPr>
          <p:cNvSpPr>
            <a:spLocks noChangeArrowheads="1"/>
          </p:cNvSpPr>
          <p:nvPr/>
        </p:nvSpPr>
        <p:spPr bwMode="auto">
          <a:xfrm>
            <a:off x="4864894" y="2255044"/>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96" name="Line 84">
            <a:extLst>
              <a:ext uri="{FF2B5EF4-FFF2-40B4-BE49-F238E27FC236}">
                <a16:creationId xmlns:a16="http://schemas.microsoft.com/office/drawing/2014/main" id="{37B3C522-D176-0049-8C5A-3A7D888DC07B}"/>
              </a:ext>
            </a:extLst>
          </p:cNvPr>
          <p:cNvSpPr>
            <a:spLocks noChangeShapeType="1"/>
          </p:cNvSpPr>
          <p:nvPr/>
        </p:nvSpPr>
        <p:spPr bwMode="auto">
          <a:xfrm>
            <a:off x="2988469" y="2870597"/>
            <a:ext cx="658416" cy="0"/>
          </a:xfrm>
          <a:prstGeom prst="line">
            <a:avLst/>
          </a:prstGeom>
          <a:noFill/>
          <a:ln w="9525">
            <a:solidFill>
              <a:schemeClr val="tx1"/>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408" name="Oval 96">
            <a:extLst>
              <a:ext uri="{FF2B5EF4-FFF2-40B4-BE49-F238E27FC236}">
                <a16:creationId xmlns:a16="http://schemas.microsoft.com/office/drawing/2014/main" id="{CBFE961F-775C-4643-A5D4-CE61C097B089}"/>
              </a:ext>
            </a:extLst>
          </p:cNvPr>
          <p:cNvSpPr>
            <a:spLocks noChangeArrowheads="1"/>
          </p:cNvSpPr>
          <p:nvPr/>
        </p:nvSpPr>
        <p:spPr bwMode="auto">
          <a:xfrm>
            <a:off x="5225653" y="3156347"/>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409" name="Oval 97">
            <a:extLst>
              <a:ext uri="{FF2B5EF4-FFF2-40B4-BE49-F238E27FC236}">
                <a16:creationId xmlns:a16="http://schemas.microsoft.com/office/drawing/2014/main" id="{93EC22D6-95DA-104F-8395-1E7491078211}"/>
              </a:ext>
            </a:extLst>
          </p:cNvPr>
          <p:cNvSpPr>
            <a:spLocks noChangeArrowheads="1"/>
          </p:cNvSpPr>
          <p:nvPr/>
        </p:nvSpPr>
        <p:spPr bwMode="auto">
          <a:xfrm>
            <a:off x="5410201" y="3080147"/>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410" name="Oval 98">
            <a:extLst>
              <a:ext uri="{FF2B5EF4-FFF2-40B4-BE49-F238E27FC236}">
                <a16:creationId xmlns:a16="http://schemas.microsoft.com/office/drawing/2014/main" id="{4A87E077-46D5-E349-80E9-B8DAF97DD0D5}"/>
              </a:ext>
            </a:extLst>
          </p:cNvPr>
          <p:cNvSpPr>
            <a:spLocks noChangeArrowheads="1"/>
          </p:cNvSpPr>
          <p:nvPr/>
        </p:nvSpPr>
        <p:spPr bwMode="auto">
          <a:xfrm>
            <a:off x="5585223" y="2995613"/>
            <a:ext cx="69056"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411" name="Oval 99">
            <a:extLst>
              <a:ext uri="{FF2B5EF4-FFF2-40B4-BE49-F238E27FC236}">
                <a16:creationId xmlns:a16="http://schemas.microsoft.com/office/drawing/2014/main" id="{13979CD1-E441-0340-85E3-C6C0909E06A7}"/>
              </a:ext>
            </a:extLst>
          </p:cNvPr>
          <p:cNvSpPr>
            <a:spLocks noChangeArrowheads="1"/>
          </p:cNvSpPr>
          <p:nvPr/>
        </p:nvSpPr>
        <p:spPr bwMode="auto">
          <a:xfrm>
            <a:off x="5763816" y="2921794"/>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412" name="Oval 100">
            <a:extLst>
              <a:ext uri="{FF2B5EF4-FFF2-40B4-BE49-F238E27FC236}">
                <a16:creationId xmlns:a16="http://schemas.microsoft.com/office/drawing/2014/main" id="{97A96CCC-BD88-424A-97EF-E0C6B346D587}"/>
              </a:ext>
            </a:extLst>
          </p:cNvPr>
          <p:cNvSpPr>
            <a:spLocks noChangeArrowheads="1"/>
          </p:cNvSpPr>
          <p:nvPr/>
        </p:nvSpPr>
        <p:spPr bwMode="auto">
          <a:xfrm>
            <a:off x="5945982" y="2836069"/>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413" name="Oval 101">
            <a:extLst>
              <a:ext uri="{FF2B5EF4-FFF2-40B4-BE49-F238E27FC236}">
                <a16:creationId xmlns:a16="http://schemas.microsoft.com/office/drawing/2014/main" id="{A21C47CF-E336-6040-A0BD-07283996A5BC}"/>
              </a:ext>
            </a:extLst>
          </p:cNvPr>
          <p:cNvSpPr>
            <a:spLocks noChangeArrowheads="1"/>
          </p:cNvSpPr>
          <p:nvPr/>
        </p:nvSpPr>
        <p:spPr bwMode="auto">
          <a:xfrm>
            <a:off x="6125766" y="2762250"/>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414" name="Oval 102">
            <a:extLst>
              <a:ext uri="{FF2B5EF4-FFF2-40B4-BE49-F238E27FC236}">
                <a16:creationId xmlns:a16="http://schemas.microsoft.com/office/drawing/2014/main" id="{576BE8D8-056B-EF43-8BD8-D53763231D28}"/>
              </a:ext>
            </a:extLst>
          </p:cNvPr>
          <p:cNvSpPr>
            <a:spLocks noChangeArrowheads="1"/>
          </p:cNvSpPr>
          <p:nvPr/>
        </p:nvSpPr>
        <p:spPr bwMode="auto">
          <a:xfrm>
            <a:off x="6305551" y="2672954"/>
            <a:ext cx="69056"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415" name="Oval 103">
            <a:extLst>
              <a:ext uri="{FF2B5EF4-FFF2-40B4-BE49-F238E27FC236}">
                <a16:creationId xmlns:a16="http://schemas.microsoft.com/office/drawing/2014/main" id="{46074E36-8B0B-7F45-9288-176379403C5B}"/>
              </a:ext>
            </a:extLst>
          </p:cNvPr>
          <p:cNvSpPr>
            <a:spLocks noChangeArrowheads="1"/>
          </p:cNvSpPr>
          <p:nvPr/>
        </p:nvSpPr>
        <p:spPr bwMode="auto">
          <a:xfrm>
            <a:off x="6485335" y="2586038"/>
            <a:ext cx="69056"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416" name="Oval 104">
            <a:extLst>
              <a:ext uri="{FF2B5EF4-FFF2-40B4-BE49-F238E27FC236}">
                <a16:creationId xmlns:a16="http://schemas.microsoft.com/office/drawing/2014/main" id="{309D1B70-FA39-0F45-B2F8-DB41C41AF1BC}"/>
              </a:ext>
            </a:extLst>
          </p:cNvPr>
          <p:cNvSpPr>
            <a:spLocks noChangeArrowheads="1"/>
          </p:cNvSpPr>
          <p:nvPr/>
        </p:nvSpPr>
        <p:spPr bwMode="auto">
          <a:xfrm>
            <a:off x="6660357" y="2513410"/>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80" name="Freeform 68">
            <a:extLst>
              <a:ext uri="{FF2B5EF4-FFF2-40B4-BE49-F238E27FC236}">
                <a16:creationId xmlns:a16="http://schemas.microsoft.com/office/drawing/2014/main" id="{B6176893-AF7A-8A4D-9446-615BB3752BF4}"/>
              </a:ext>
            </a:extLst>
          </p:cNvPr>
          <p:cNvSpPr>
            <a:spLocks/>
          </p:cNvSpPr>
          <p:nvPr/>
        </p:nvSpPr>
        <p:spPr bwMode="auto">
          <a:xfrm>
            <a:off x="2868217" y="2218135"/>
            <a:ext cx="2210990" cy="1862138"/>
          </a:xfrm>
          <a:custGeom>
            <a:avLst/>
            <a:gdLst>
              <a:gd name="T0" fmla="*/ 2947987 w 1773"/>
              <a:gd name="T1" fmla="*/ 0 h 1370"/>
              <a:gd name="T2" fmla="*/ 1027556 w 1773"/>
              <a:gd name="T3" fmla="*/ 882590 h 1370"/>
              <a:gd name="T4" fmla="*/ 798101 w 1773"/>
              <a:gd name="T5" fmla="*/ 1741620 h 1370"/>
              <a:gd name="T6" fmla="*/ 550357 w 1773"/>
              <a:gd name="T7" fmla="*/ 2176571 h 1370"/>
              <a:gd name="T8" fmla="*/ 310927 w 1773"/>
              <a:gd name="T9" fmla="*/ 2394047 h 1370"/>
              <a:gd name="T10" fmla="*/ 91449 w 1773"/>
              <a:gd name="T11" fmla="*/ 2481038 h 137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73" h="1370">
                <a:moveTo>
                  <a:pt x="1773" y="0"/>
                </a:moveTo>
                <a:lnTo>
                  <a:pt x="618" y="487"/>
                </a:lnTo>
                <a:lnTo>
                  <a:pt x="480" y="961"/>
                </a:lnTo>
                <a:lnTo>
                  <a:pt x="331" y="1201"/>
                </a:lnTo>
                <a:lnTo>
                  <a:pt x="187" y="1321"/>
                </a:lnTo>
                <a:cubicBezTo>
                  <a:pt x="47" y="1370"/>
                  <a:pt x="0" y="1369"/>
                  <a:pt x="55" y="1369"/>
                </a:cubicBezTo>
              </a:path>
            </a:pathLst>
          </a:custGeom>
          <a:noFill/>
          <a:ln w="28575" cmpd="sng">
            <a:solidFill>
              <a:schemeClr val="folHlink"/>
            </a:solidFill>
            <a:round/>
            <a:headEnd/>
            <a:tailEnd/>
          </a:ln>
          <a:effectLst/>
        </p:spPr>
        <p:txBody>
          <a:bodyPr wrap="none" anchor="ctr"/>
          <a:lstStyle/>
          <a:p>
            <a:pPr>
              <a:defRPr/>
            </a:pPr>
            <a:endParaRPr lang="zh-CN" altLang="en-US"/>
          </a:p>
        </p:txBody>
      </p:sp>
      <p:sp>
        <p:nvSpPr>
          <p:cNvPr id="781366" name="Text Box 54">
            <a:extLst>
              <a:ext uri="{FF2B5EF4-FFF2-40B4-BE49-F238E27FC236}">
                <a16:creationId xmlns:a16="http://schemas.microsoft.com/office/drawing/2014/main" id="{81E627E5-8F3D-7C43-BA8E-9840626A641A}"/>
              </a:ext>
            </a:extLst>
          </p:cNvPr>
          <p:cNvSpPr txBox="1">
            <a:spLocks noChangeArrowheads="1"/>
          </p:cNvSpPr>
          <p:nvPr/>
        </p:nvSpPr>
        <p:spPr bwMode="auto">
          <a:xfrm>
            <a:off x="2628900" y="2056210"/>
            <a:ext cx="37702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24</a:t>
            </a:r>
          </a:p>
        </p:txBody>
      </p:sp>
      <p:sp>
        <p:nvSpPr>
          <p:cNvPr id="3" name="内容占位符 2">
            <a:extLst>
              <a:ext uri="{FF2B5EF4-FFF2-40B4-BE49-F238E27FC236}">
                <a16:creationId xmlns:a16="http://schemas.microsoft.com/office/drawing/2014/main" id="{E5FB0379-DFFA-4C4B-A217-E64B3743ECAD}"/>
              </a:ext>
            </a:extLst>
          </p:cNvPr>
          <p:cNvSpPr>
            <a:spLocks noGrp="1"/>
          </p:cNvSpPr>
          <p:nvPr>
            <p:ph idx="1"/>
          </p:nvPr>
        </p:nvSpPr>
        <p:spPr/>
        <p:txBody>
          <a:bodyPr/>
          <a:lstStyle/>
          <a:p>
            <a:endParaRPr kumimoji="1" lang="zh-CN" altLang="en-US"/>
          </a:p>
        </p:txBody>
      </p:sp>
      <p:sp>
        <p:nvSpPr>
          <p:cNvPr id="2" name="幻灯片编号占位符 1">
            <a:extLst>
              <a:ext uri="{FF2B5EF4-FFF2-40B4-BE49-F238E27FC236}">
                <a16:creationId xmlns:a16="http://schemas.microsoft.com/office/drawing/2014/main" id="{23CBF024-911F-BE46-9FAB-1EE5CD08CAD9}"/>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24A5CE3-759B-3345-85C9-818FD768BEC5}" type="slidenum">
              <a:rPr lang="en-US" altLang="zh-CN" sz="1050"/>
              <a:pPr>
                <a:defRPr/>
              </a:pPr>
              <a:t>109</a:t>
            </a:fld>
            <a:endParaRPr lang="en-US" altLang="zh-CN" sz="1050"/>
          </a:p>
        </p:txBody>
      </p:sp>
      <p:sp>
        <p:nvSpPr>
          <p:cNvPr id="781316" name="Rectangle 4">
            <a:extLst>
              <a:ext uri="{FF2B5EF4-FFF2-40B4-BE49-F238E27FC236}">
                <a16:creationId xmlns:a16="http://schemas.microsoft.com/office/drawing/2014/main" id="{6EE6DFA9-5F35-D243-8E4B-34210B6A646A}"/>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从连续收到三个重复的确认转入拥塞避免 </a:t>
            </a:r>
          </a:p>
        </p:txBody>
      </p:sp>
      <p:sp>
        <p:nvSpPr>
          <p:cNvPr id="781317" name="Line 5">
            <a:extLst>
              <a:ext uri="{FF2B5EF4-FFF2-40B4-BE49-F238E27FC236}">
                <a16:creationId xmlns:a16="http://schemas.microsoft.com/office/drawing/2014/main" id="{61736698-DB54-AE42-B27F-5AD221B1203D}"/>
              </a:ext>
            </a:extLst>
          </p:cNvPr>
          <p:cNvSpPr>
            <a:spLocks noChangeShapeType="1"/>
          </p:cNvSpPr>
          <p:nvPr/>
        </p:nvSpPr>
        <p:spPr bwMode="auto">
          <a:xfrm>
            <a:off x="2927748" y="4175522"/>
            <a:ext cx="4249340" cy="0"/>
          </a:xfrm>
          <a:prstGeom prst="line">
            <a:avLst/>
          </a:prstGeom>
          <a:noFill/>
          <a:ln w="9525">
            <a:solidFill>
              <a:schemeClr val="folHlink"/>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781318" name="Line 6">
            <a:extLst>
              <a:ext uri="{FF2B5EF4-FFF2-40B4-BE49-F238E27FC236}">
                <a16:creationId xmlns:a16="http://schemas.microsoft.com/office/drawing/2014/main" id="{C9020A56-6505-FF45-8B28-DCDC7BD6551C}"/>
              </a:ext>
            </a:extLst>
          </p:cNvPr>
          <p:cNvSpPr>
            <a:spLocks noChangeShapeType="1"/>
          </p:cNvSpPr>
          <p:nvPr/>
        </p:nvSpPr>
        <p:spPr bwMode="auto">
          <a:xfrm>
            <a:off x="2927747" y="1891904"/>
            <a:ext cx="0" cy="2283619"/>
          </a:xfrm>
          <a:prstGeom prst="line">
            <a:avLst/>
          </a:prstGeom>
          <a:noFill/>
          <a:ln w="9525">
            <a:solidFill>
              <a:schemeClr val="folHlink"/>
            </a:solidFill>
            <a:round/>
            <a:headEnd type="triangle" w="sm" len="lg"/>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19" name="Line 7">
            <a:extLst>
              <a:ext uri="{FF2B5EF4-FFF2-40B4-BE49-F238E27FC236}">
                <a16:creationId xmlns:a16="http://schemas.microsoft.com/office/drawing/2014/main" id="{998D1400-4685-0D4A-B511-99AE9524A892}"/>
              </a:ext>
            </a:extLst>
          </p:cNvPr>
          <p:cNvSpPr>
            <a:spLocks noChangeShapeType="1"/>
          </p:cNvSpPr>
          <p:nvPr/>
        </p:nvSpPr>
        <p:spPr bwMode="auto">
          <a:xfrm>
            <a:off x="3107531" y="4110038"/>
            <a:ext cx="0" cy="65485"/>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20" name="Line 8">
            <a:extLst>
              <a:ext uri="{FF2B5EF4-FFF2-40B4-BE49-F238E27FC236}">
                <a16:creationId xmlns:a16="http://schemas.microsoft.com/office/drawing/2014/main" id="{4FBE4303-727B-C649-AE79-35AB136B425D}"/>
              </a:ext>
            </a:extLst>
          </p:cNvPr>
          <p:cNvSpPr>
            <a:spLocks noChangeShapeType="1"/>
          </p:cNvSpPr>
          <p:nvPr/>
        </p:nvSpPr>
        <p:spPr bwMode="auto">
          <a:xfrm>
            <a:off x="3287316"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21" name="Line 9">
            <a:extLst>
              <a:ext uri="{FF2B5EF4-FFF2-40B4-BE49-F238E27FC236}">
                <a16:creationId xmlns:a16="http://schemas.microsoft.com/office/drawing/2014/main" id="{C03D714C-48C8-474F-836F-5544AEE432DF}"/>
              </a:ext>
            </a:extLst>
          </p:cNvPr>
          <p:cNvSpPr>
            <a:spLocks noChangeShapeType="1"/>
          </p:cNvSpPr>
          <p:nvPr/>
        </p:nvSpPr>
        <p:spPr bwMode="auto">
          <a:xfrm>
            <a:off x="3467100"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22" name="Line 10">
            <a:extLst>
              <a:ext uri="{FF2B5EF4-FFF2-40B4-BE49-F238E27FC236}">
                <a16:creationId xmlns:a16="http://schemas.microsoft.com/office/drawing/2014/main" id="{6EB366C9-3D4E-104C-9F12-BAF02E7202DE}"/>
              </a:ext>
            </a:extLst>
          </p:cNvPr>
          <p:cNvSpPr>
            <a:spLocks noChangeShapeType="1"/>
          </p:cNvSpPr>
          <p:nvPr/>
        </p:nvSpPr>
        <p:spPr bwMode="auto">
          <a:xfrm>
            <a:off x="3646885"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23" name="Line 11">
            <a:extLst>
              <a:ext uri="{FF2B5EF4-FFF2-40B4-BE49-F238E27FC236}">
                <a16:creationId xmlns:a16="http://schemas.microsoft.com/office/drawing/2014/main" id="{96A11CDB-1376-CF43-85C6-1456313947E3}"/>
              </a:ext>
            </a:extLst>
          </p:cNvPr>
          <p:cNvSpPr>
            <a:spLocks noChangeShapeType="1"/>
          </p:cNvSpPr>
          <p:nvPr/>
        </p:nvSpPr>
        <p:spPr bwMode="auto">
          <a:xfrm>
            <a:off x="3825479"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24" name="Line 12">
            <a:extLst>
              <a:ext uri="{FF2B5EF4-FFF2-40B4-BE49-F238E27FC236}">
                <a16:creationId xmlns:a16="http://schemas.microsoft.com/office/drawing/2014/main" id="{D45B4848-E310-A84C-A534-1A48F6BA2757}"/>
              </a:ext>
            </a:extLst>
          </p:cNvPr>
          <p:cNvSpPr>
            <a:spLocks noChangeShapeType="1"/>
          </p:cNvSpPr>
          <p:nvPr/>
        </p:nvSpPr>
        <p:spPr bwMode="auto">
          <a:xfrm>
            <a:off x="4005263"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25" name="Line 13">
            <a:extLst>
              <a:ext uri="{FF2B5EF4-FFF2-40B4-BE49-F238E27FC236}">
                <a16:creationId xmlns:a16="http://schemas.microsoft.com/office/drawing/2014/main" id="{BE01CF39-AC19-4443-BDB7-156A8FFCB403}"/>
              </a:ext>
            </a:extLst>
          </p:cNvPr>
          <p:cNvSpPr>
            <a:spLocks noChangeShapeType="1"/>
          </p:cNvSpPr>
          <p:nvPr/>
        </p:nvSpPr>
        <p:spPr bwMode="auto">
          <a:xfrm>
            <a:off x="4185047"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26" name="Line 14">
            <a:extLst>
              <a:ext uri="{FF2B5EF4-FFF2-40B4-BE49-F238E27FC236}">
                <a16:creationId xmlns:a16="http://schemas.microsoft.com/office/drawing/2014/main" id="{5E9BA15D-F99A-6E45-A5B0-AAC7C96B6BA2}"/>
              </a:ext>
            </a:extLst>
          </p:cNvPr>
          <p:cNvSpPr>
            <a:spLocks noChangeShapeType="1"/>
          </p:cNvSpPr>
          <p:nvPr/>
        </p:nvSpPr>
        <p:spPr bwMode="auto">
          <a:xfrm>
            <a:off x="4364831"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27" name="Line 15">
            <a:extLst>
              <a:ext uri="{FF2B5EF4-FFF2-40B4-BE49-F238E27FC236}">
                <a16:creationId xmlns:a16="http://schemas.microsoft.com/office/drawing/2014/main" id="{556F2E3E-DEBF-C342-A662-3E3A38752DCD}"/>
              </a:ext>
            </a:extLst>
          </p:cNvPr>
          <p:cNvSpPr>
            <a:spLocks noChangeShapeType="1"/>
          </p:cNvSpPr>
          <p:nvPr/>
        </p:nvSpPr>
        <p:spPr bwMode="auto">
          <a:xfrm>
            <a:off x="4543425"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28" name="Line 16">
            <a:extLst>
              <a:ext uri="{FF2B5EF4-FFF2-40B4-BE49-F238E27FC236}">
                <a16:creationId xmlns:a16="http://schemas.microsoft.com/office/drawing/2014/main" id="{F4D2EBE5-6E66-2743-9C4C-943D683AF6B0}"/>
              </a:ext>
            </a:extLst>
          </p:cNvPr>
          <p:cNvSpPr>
            <a:spLocks noChangeShapeType="1"/>
          </p:cNvSpPr>
          <p:nvPr/>
        </p:nvSpPr>
        <p:spPr bwMode="auto">
          <a:xfrm>
            <a:off x="4723210"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29" name="Line 17">
            <a:extLst>
              <a:ext uri="{FF2B5EF4-FFF2-40B4-BE49-F238E27FC236}">
                <a16:creationId xmlns:a16="http://schemas.microsoft.com/office/drawing/2014/main" id="{C69CD38E-8D39-FF48-8B68-396F6FAB252B}"/>
              </a:ext>
            </a:extLst>
          </p:cNvPr>
          <p:cNvSpPr>
            <a:spLocks noChangeShapeType="1"/>
          </p:cNvSpPr>
          <p:nvPr/>
        </p:nvSpPr>
        <p:spPr bwMode="auto">
          <a:xfrm>
            <a:off x="4902994"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30" name="Line 18">
            <a:extLst>
              <a:ext uri="{FF2B5EF4-FFF2-40B4-BE49-F238E27FC236}">
                <a16:creationId xmlns:a16="http://schemas.microsoft.com/office/drawing/2014/main" id="{08B4E509-CBBB-8C4D-810C-3BBD2BEFAB5D}"/>
              </a:ext>
            </a:extLst>
          </p:cNvPr>
          <p:cNvSpPr>
            <a:spLocks noChangeShapeType="1"/>
          </p:cNvSpPr>
          <p:nvPr/>
        </p:nvSpPr>
        <p:spPr bwMode="auto">
          <a:xfrm>
            <a:off x="5082779"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31" name="Line 19">
            <a:extLst>
              <a:ext uri="{FF2B5EF4-FFF2-40B4-BE49-F238E27FC236}">
                <a16:creationId xmlns:a16="http://schemas.microsoft.com/office/drawing/2014/main" id="{4E164D84-DFB1-EE47-A8EA-DA3E3044D415}"/>
              </a:ext>
            </a:extLst>
          </p:cNvPr>
          <p:cNvSpPr>
            <a:spLocks noChangeShapeType="1"/>
          </p:cNvSpPr>
          <p:nvPr/>
        </p:nvSpPr>
        <p:spPr bwMode="auto">
          <a:xfrm>
            <a:off x="5261372"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32" name="Line 20">
            <a:extLst>
              <a:ext uri="{FF2B5EF4-FFF2-40B4-BE49-F238E27FC236}">
                <a16:creationId xmlns:a16="http://schemas.microsoft.com/office/drawing/2014/main" id="{69819F81-8AF5-D949-A086-5AE0B34FE066}"/>
              </a:ext>
            </a:extLst>
          </p:cNvPr>
          <p:cNvSpPr>
            <a:spLocks noChangeShapeType="1"/>
          </p:cNvSpPr>
          <p:nvPr/>
        </p:nvSpPr>
        <p:spPr bwMode="auto">
          <a:xfrm>
            <a:off x="5441156" y="4110038"/>
            <a:ext cx="0" cy="65485"/>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33" name="Line 21">
            <a:extLst>
              <a:ext uri="{FF2B5EF4-FFF2-40B4-BE49-F238E27FC236}">
                <a16:creationId xmlns:a16="http://schemas.microsoft.com/office/drawing/2014/main" id="{6502C18A-C634-C845-93A4-358EBC9733CE}"/>
              </a:ext>
            </a:extLst>
          </p:cNvPr>
          <p:cNvSpPr>
            <a:spLocks noChangeShapeType="1"/>
          </p:cNvSpPr>
          <p:nvPr/>
        </p:nvSpPr>
        <p:spPr bwMode="auto">
          <a:xfrm>
            <a:off x="5620941"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34" name="Line 22">
            <a:extLst>
              <a:ext uri="{FF2B5EF4-FFF2-40B4-BE49-F238E27FC236}">
                <a16:creationId xmlns:a16="http://schemas.microsoft.com/office/drawing/2014/main" id="{C5BF9630-6188-5B48-83D5-9215DCDBC7CE}"/>
              </a:ext>
            </a:extLst>
          </p:cNvPr>
          <p:cNvSpPr>
            <a:spLocks noChangeShapeType="1"/>
          </p:cNvSpPr>
          <p:nvPr/>
        </p:nvSpPr>
        <p:spPr bwMode="auto">
          <a:xfrm>
            <a:off x="5800725"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35" name="Line 23">
            <a:extLst>
              <a:ext uri="{FF2B5EF4-FFF2-40B4-BE49-F238E27FC236}">
                <a16:creationId xmlns:a16="http://schemas.microsoft.com/office/drawing/2014/main" id="{FB27D09E-23C7-FC43-8B9B-6D8389727EA4}"/>
              </a:ext>
            </a:extLst>
          </p:cNvPr>
          <p:cNvSpPr>
            <a:spLocks noChangeShapeType="1"/>
          </p:cNvSpPr>
          <p:nvPr/>
        </p:nvSpPr>
        <p:spPr bwMode="auto">
          <a:xfrm>
            <a:off x="5980510"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36" name="Line 24">
            <a:extLst>
              <a:ext uri="{FF2B5EF4-FFF2-40B4-BE49-F238E27FC236}">
                <a16:creationId xmlns:a16="http://schemas.microsoft.com/office/drawing/2014/main" id="{3BA86F04-8A96-D64C-9896-13734C5330A2}"/>
              </a:ext>
            </a:extLst>
          </p:cNvPr>
          <p:cNvSpPr>
            <a:spLocks noChangeShapeType="1"/>
          </p:cNvSpPr>
          <p:nvPr/>
        </p:nvSpPr>
        <p:spPr bwMode="auto">
          <a:xfrm>
            <a:off x="6159104"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37" name="Line 25">
            <a:extLst>
              <a:ext uri="{FF2B5EF4-FFF2-40B4-BE49-F238E27FC236}">
                <a16:creationId xmlns:a16="http://schemas.microsoft.com/office/drawing/2014/main" id="{8A7A9577-53A7-B84F-BC7A-7D31580B2250}"/>
              </a:ext>
            </a:extLst>
          </p:cNvPr>
          <p:cNvSpPr>
            <a:spLocks noChangeShapeType="1"/>
          </p:cNvSpPr>
          <p:nvPr/>
        </p:nvSpPr>
        <p:spPr bwMode="auto">
          <a:xfrm>
            <a:off x="6338888"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38" name="Line 26">
            <a:extLst>
              <a:ext uri="{FF2B5EF4-FFF2-40B4-BE49-F238E27FC236}">
                <a16:creationId xmlns:a16="http://schemas.microsoft.com/office/drawing/2014/main" id="{2C1302D8-CAE7-B647-9D53-3690CED77A07}"/>
              </a:ext>
            </a:extLst>
          </p:cNvPr>
          <p:cNvSpPr>
            <a:spLocks noChangeShapeType="1"/>
          </p:cNvSpPr>
          <p:nvPr/>
        </p:nvSpPr>
        <p:spPr bwMode="auto">
          <a:xfrm>
            <a:off x="6518672"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39" name="Line 27">
            <a:extLst>
              <a:ext uri="{FF2B5EF4-FFF2-40B4-BE49-F238E27FC236}">
                <a16:creationId xmlns:a16="http://schemas.microsoft.com/office/drawing/2014/main" id="{5B13E497-E3B8-694E-BA84-6A4ACCAFFA36}"/>
              </a:ext>
            </a:extLst>
          </p:cNvPr>
          <p:cNvSpPr>
            <a:spLocks noChangeShapeType="1"/>
          </p:cNvSpPr>
          <p:nvPr/>
        </p:nvSpPr>
        <p:spPr bwMode="auto">
          <a:xfrm>
            <a:off x="6698456"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40" name="Line 28">
            <a:extLst>
              <a:ext uri="{FF2B5EF4-FFF2-40B4-BE49-F238E27FC236}">
                <a16:creationId xmlns:a16="http://schemas.microsoft.com/office/drawing/2014/main" id="{304CEAB3-E041-FB40-840B-02831940C976}"/>
              </a:ext>
            </a:extLst>
          </p:cNvPr>
          <p:cNvSpPr>
            <a:spLocks noChangeShapeType="1"/>
          </p:cNvSpPr>
          <p:nvPr/>
        </p:nvSpPr>
        <p:spPr bwMode="auto">
          <a:xfrm>
            <a:off x="6877050" y="4045744"/>
            <a:ext cx="0" cy="129779"/>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42" name="Line 30">
            <a:extLst>
              <a:ext uri="{FF2B5EF4-FFF2-40B4-BE49-F238E27FC236}">
                <a16:creationId xmlns:a16="http://schemas.microsoft.com/office/drawing/2014/main" id="{7E583D4D-F75B-D542-AC11-F34139566822}"/>
              </a:ext>
            </a:extLst>
          </p:cNvPr>
          <p:cNvSpPr>
            <a:spLocks noChangeShapeType="1"/>
          </p:cNvSpPr>
          <p:nvPr/>
        </p:nvSpPr>
        <p:spPr bwMode="auto">
          <a:xfrm>
            <a:off x="2927747" y="3849291"/>
            <a:ext cx="17978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43" name="Line 31">
            <a:extLst>
              <a:ext uri="{FF2B5EF4-FFF2-40B4-BE49-F238E27FC236}">
                <a16:creationId xmlns:a16="http://schemas.microsoft.com/office/drawing/2014/main" id="{6F0094F7-5913-4C4E-8877-374EE47810FD}"/>
              </a:ext>
            </a:extLst>
          </p:cNvPr>
          <p:cNvSpPr>
            <a:spLocks noChangeShapeType="1"/>
          </p:cNvSpPr>
          <p:nvPr/>
        </p:nvSpPr>
        <p:spPr bwMode="auto">
          <a:xfrm>
            <a:off x="2927747" y="3523060"/>
            <a:ext cx="17978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44" name="Line 32">
            <a:extLst>
              <a:ext uri="{FF2B5EF4-FFF2-40B4-BE49-F238E27FC236}">
                <a16:creationId xmlns:a16="http://schemas.microsoft.com/office/drawing/2014/main" id="{485FE1EE-4D6B-3E45-A6BE-D4A5D2EBB008}"/>
              </a:ext>
            </a:extLst>
          </p:cNvPr>
          <p:cNvSpPr>
            <a:spLocks noChangeShapeType="1"/>
          </p:cNvSpPr>
          <p:nvPr/>
        </p:nvSpPr>
        <p:spPr bwMode="auto">
          <a:xfrm>
            <a:off x="2927747" y="3196829"/>
            <a:ext cx="17978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45" name="Line 33">
            <a:extLst>
              <a:ext uri="{FF2B5EF4-FFF2-40B4-BE49-F238E27FC236}">
                <a16:creationId xmlns:a16="http://schemas.microsoft.com/office/drawing/2014/main" id="{985DCD70-0459-8140-AAF3-2A537AF84219}"/>
              </a:ext>
            </a:extLst>
          </p:cNvPr>
          <p:cNvSpPr>
            <a:spLocks noChangeShapeType="1"/>
          </p:cNvSpPr>
          <p:nvPr/>
        </p:nvSpPr>
        <p:spPr bwMode="auto">
          <a:xfrm>
            <a:off x="2927747" y="2870597"/>
            <a:ext cx="17978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46" name="Line 34">
            <a:extLst>
              <a:ext uri="{FF2B5EF4-FFF2-40B4-BE49-F238E27FC236}">
                <a16:creationId xmlns:a16="http://schemas.microsoft.com/office/drawing/2014/main" id="{59FABB68-EA1E-9D47-B34A-0998BC8B1793}"/>
              </a:ext>
            </a:extLst>
          </p:cNvPr>
          <p:cNvSpPr>
            <a:spLocks noChangeShapeType="1"/>
          </p:cNvSpPr>
          <p:nvPr/>
        </p:nvSpPr>
        <p:spPr bwMode="auto">
          <a:xfrm>
            <a:off x="2927747" y="2544366"/>
            <a:ext cx="17978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47" name="Line 35">
            <a:extLst>
              <a:ext uri="{FF2B5EF4-FFF2-40B4-BE49-F238E27FC236}">
                <a16:creationId xmlns:a16="http://schemas.microsoft.com/office/drawing/2014/main" id="{81AD9229-0D43-8A4D-98FD-CAB997D2F1D8}"/>
              </a:ext>
            </a:extLst>
          </p:cNvPr>
          <p:cNvSpPr>
            <a:spLocks noChangeShapeType="1"/>
          </p:cNvSpPr>
          <p:nvPr/>
        </p:nvSpPr>
        <p:spPr bwMode="auto">
          <a:xfrm>
            <a:off x="2927747" y="2218135"/>
            <a:ext cx="179784" cy="0"/>
          </a:xfrm>
          <a:prstGeom prst="line">
            <a:avLst/>
          </a:prstGeom>
          <a:no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48" name="Text Box 36">
            <a:extLst>
              <a:ext uri="{FF2B5EF4-FFF2-40B4-BE49-F238E27FC236}">
                <a16:creationId xmlns:a16="http://schemas.microsoft.com/office/drawing/2014/main" id="{C8C87D8D-2979-E643-8997-9B08B6666E24}"/>
              </a:ext>
            </a:extLst>
          </p:cNvPr>
          <p:cNvSpPr txBox="1">
            <a:spLocks noChangeArrowheads="1"/>
          </p:cNvSpPr>
          <p:nvPr/>
        </p:nvSpPr>
        <p:spPr bwMode="auto">
          <a:xfrm>
            <a:off x="3167062" y="4176712"/>
            <a:ext cx="28084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2</a:t>
            </a:r>
          </a:p>
        </p:txBody>
      </p:sp>
      <p:sp>
        <p:nvSpPr>
          <p:cNvPr id="781349" name="Text Box 37">
            <a:extLst>
              <a:ext uri="{FF2B5EF4-FFF2-40B4-BE49-F238E27FC236}">
                <a16:creationId xmlns:a16="http://schemas.microsoft.com/office/drawing/2014/main" id="{9B1F08B0-580D-6545-B26C-D92E975D08AA}"/>
              </a:ext>
            </a:extLst>
          </p:cNvPr>
          <p:cNvSpPr txBox="1">
            <a:spLocks noChangeArrowheads="1"/>
          </p:cNvSpPr>
          <p:nvPr/>
        </p:nvSpPr>
        <p:spPr bwMode="auto">
          <a:xfrm>
            <a:off x="3526631" y="4176712"/>
            <a:ext cx="28084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4</a:t>
            </a:r>
          </a:p>
        </p:txBody>
      </p:sp>
      <p:sp>
        <p:nvSpPr>
          <p:cNvPr id="781350" name="Text Box 38">
            <a:extLst>
              <a:ext uri="{FF2B5EF4-FFF2-40B4-BE49-F238E27FC236}">
                <a16:creationId xmlns:a16="http://schemas.microsoft.com/office/drawing/2014/main" id="{EFE5648C-EF46-DE45-8B1F-81645D0E9F69}"/>
              </a:ext>
            </a:extLst>
          </p:cNvPr>
          <p:cNvSpPr txBox="1">
            <a:spLocks noChangeArrowheads="1"/>
          </p:cNvSpPr>
          <p:nvPr/>
        </p:nvSpPr>
        <p:spPr bwMode="auto">
          <a:xfrm>
            <a:off x="3886200" y="4176712"/>
            <a:ext cx="28084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6</a:t>
            </a:r>
          </a:p>
        </p:txBody>
      </p:sp>
      <p:sp>
        <p:nvSpPr>
          <p:cNvPr id="781351" name="Text Box 39">
            <a:extLst>
              <a:ext uri="{FF2B5EF4-FFF2-40B4-BE49-F238E27FC236}">
                <a16:creationId xmlns:a16="http://schemas.microsoft.com/office/drawing/2014/main" id="{CDD21D09-6025-7240-86FF-CFCA78CAFB21}"/>
              </a:ext>
            </a:extLst>
          </p:cNvPr>
          <p:cNvSpPr txBox="1">
            <a:spLocks noChangeArrowheads="1"/>
          </p:cNvSpPr>
          <p:nvPr/>
        </p:nvSpPr>
        <p:spPr bwMode="auto">
          <a:xfrm>
            <a:off x="4254103" y="4176712"/>
            <a:ext cx="28084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8</a:t>
            </a:r>
          </a:p>
        </p:txBody>
      </p:sp>
      <p:sp>
        <p:nvSpPr>
          <p:cNvPr id="781352" name="Text Box 40">
            <a:extLst>
              <a:ext uri="{FF2B5EF4-FFF2-40B4-BE49-F238E27FC236}">
                <a16:creationId xmlns:a16="http://schemas.microsoft.com/office/drawing/2014/main" id="{56AECC5A-9FE9-9E44-974C-C1D5A088B017}"/>
              </a:ext>
            </a:extLst>
          </p:cNvPr>
          <p:cNvSpPr txBox="1">
            <a:spLocks noChangeArrowheads="1"/>
          </p:cNvSpPr>
          <p:nvPr/>
        </p:nvSpPr>
        <p:spPr bwMode="auto">
          <a:xfrm>
            <a:off x="4554141" y="4176712"/>
            <a:ext cx="37702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10</a:t>
            </a:r>
          </a:p>
        </p:txBody>
      </p:sp>
      <p:sp>
        <p:nvSpPr>
          <p:cNvPr id="781353" name="Text Box 41">
            <a:extLst>
              <a:ext uri="{FF2B5EF4-FFF2-40B4-BE49-F238E27FC236}">
                <a16:creationId xmlns:a16="http://schemas.microsoft.com/office/drawing/2014/main" id="{44B30DD3-6200-FA4F-B2D5-662A8FBDE599}"/>
              </a:ext>
            </a:extLst>
          </p:cNvPr>
          <p:cNvSpPr txBox="1">
            <a:spLocks noChangeArrowheads="1"/>
          </p:cNvSpPr>
          <p:nvPr/>
        </p:nvSpPr>
        <p:spPr bwMode="auto">
          <a:xfrm>
            <a:off x="4942285" y="4176712"/>
            <a:ext cx="37702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12</a:t>
            </a:r>
          </a:p>
        </p:txBody>
      </p:sp>
      <p:sp>
        <p:nvSpPr>
          <p:cNvPr id="781354" name="Text Box 42">
            <a:extLst>
              <a:ext uri="{FF2B5EF4-FFF2-40B4-BE49-F238E27FC236}">
                <a16:creationId xmlns:a16="http://schemas.microsoft.com/office/drawing/2014/main" id="{C7BC397A-BF20-BC45-9F97-337E974EA3EA}"/>
              </a:ext>
            </a:extLst>
          </p:cNvPr>
          <p:cNvSpPr txBox="1">
            <a:spLocks noChangeArrowheads="1"/>
          </p:cNvSpPr>
          <p:nvPr/>
        </p:nvSpPr>
        <p:spPr bwMode="auto">
          <a:xfrm>
            <a:off x="5281612" y="4176712"/>
            <a:ext cx="37702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14</a:t>
            </a:r>
          </a:p>
        </p:txBody>
      </p:sp>
      <p:sp>
        <p:nvSpPr>
          <p:cNvPr id="781355" name="Text Box 43">
            <a:extLst>
              <a:ext uri="{FF2B5EF4-FFF2-40B4-BE49-F238E27FC236}">
                <a16:creationId xmlns:a16="http://schemas.microsoft.com/office/drawing/2014/main" id="{08C8EB29-B49F-B34B-87CD-D5A1F94464D0}"/>
              </a:ext>
            </a:extLst>
          </p:cNvPr>
          <p:cNvSpPr txBox="1">
            <a:spLocks noChangeArrowheads="1"/>
          </p:cNvSpPr>
          <p:nvPr/>
        </p:nvSpPr>
        <p:spPr bwMode="auto">
          <a:xfrm>
            <a:off x="5641181" y="4176712"/>
            <a:ext cx="37702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16</a:t>
            </a:r>
          </a:p>
        </p:txBody>
      </p:sp>
      <p:sp>
        <p:nvSpPr>
          <p:cNvPr id="781356" name="Text Box 44">
            <a:extLst>
              <a:ext uri="{FF2B5EF4-FFF2-40B4-BE49-F238E27FC236}">
                <a16:creationId xmlns:a16="http://schemas.microsoft.com/office/drawing/2014/main" id="{561BEB37-9D8F-804E-92F3-B2184983F1D8}"/>
              </a:ext>
            </a:extLst>
          </p:cNvPr>
          <p:cNvSpPr txBox="1">
            <a:spLocks noChangeArrowheads="1"/>
          </p:cNvSpPr>
          <p:nvPr/>
        </p:nvSpPr>
        <p:spPr bwMode="auto">
          <a:xfrm>
            <a:off x="6019800" y="4176712"/>
            <a:ext cx="37702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18</a:t>
            </a:r>
          </a:p>
        </p:txBody>
      </p:sp>
      <p:sp>
        <p:nvSpPr>
          <p:cNvPr id="781357" name="Text Box 45">
            <a:extLst>
              <a:ext uri="{FF2B5EF4-FFF2-40B4-BE49-F238E27FC236}">
                <a16:creationId xmlns:a16="http://schemas.microsoft.com/office/drawing/2014/main" id="{00324532-1AF9-2942-845B-5CA06799F14F}"/>
              </a:ext>
            </a:extLst>
          </p:cNvPr>
          <p:cNvSpPr txBox="1">
            <a:spLocks noChangeArrowheads="1"/>
          </p:cNvSpPr>
          <p:nvPr/>
        </p:nvSpPr>
        <p:spPr bwMode="auto">
          <a:xfrm>
            <a:off x="6379369" y="4176712"/>
            <a:ext cx="37702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20</a:t>
            </a:r>
          </a:p>
        </p:txBody>
      </p:sp>
      <p:sp>
        <p:nvSpPr>
          <p:cNvPr id="781358" name="Text Box 46">
            <a:extLst>
              <a:ext uri="{FF2B5EF4-FFF2-40B4-BE49-F238E27FC236}">
                <a16:creationId xmlns:a16="http://schemas.microsoft.com/office/drawing/2014/main" id="{866B2DF5-D493-204C-B365-37734133C34E}"/>
              </a:ext>
            </a:extLst>
          </p:cNvPr>
          <p:cNvSpPr txBox="1">
            <a:spLocks noChangeArrowheads="1"/>
          </p:cNvSpPr>
          <p:nvPr/>
        </p:nvSpPr>
        <p:spPr bwMode="auto">
          <a:xfrm>
            <a:off x="6728222" y="4176712"/>
            <a:ext cx="37702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22</a:t>
            </a:r>
          </a:p>
        </p:txBody>
      </p:sp>
      <p:sp>
        <p:nvSpPr>
          <p:cNvPr id="781359" name="Text Box 47">
            <a:extLst>
              <a:ext uri="{FF2B5EF4-FFF2-40B4-BE49-F238E27FC236}">
                <a16:creationId xmlns:a16="http://schemas.microsoft.com/office/drawing/2014/main" id="{AA5920F0-6F67-9B4C-8E5D-31BB76FACCB1}"/>
              </a:ext>
            </a:extLst>
          </p:cNvPr>
          <p:cNvSpPr txBox="1">
            <a:spLocks noChangeArrowheads="1"/>
          </p:cNvSpPr>
          <p:nvPr/>
        </p:nvSpPr>
        <p:spPr bwMode="auto">
          <a:xfrm>
            <a:off x="2838450" y="4176712"/>
            <a:ext cx="28084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0</a:t>
            </a:r>
          </a:p>
        </p:txBody>
      </p:sp>
      <p:sp>
        <p:nvSpPr>
          <p:cNvPr id="781360" name="Text Box 48">
            <a:extLst>
              <a:ext uri="{FF2B5EF4-FFF2-40B4-BE49-F238E27FC236}">
                <a16:creationId xmlns:a16="http://schemas.microsoft.com/office/drawing/2014/main" id="{FC29D888-8BEA-E74F-8850-21FFACCD0E57}"/>
              </a:ext>
            </a:extLst>
          </p:cNvPr>
          <p:cNvSpPr txBox="1">
            <a:spLocks noChangeArrowheads="1"/>
          </p:cNvSpPr>
          <p:nvPr/>
        </p:nvSpPr>
        <p:spPr bwMode="auto">
          <a:xfrm>
            <a:off x="2719387" y="3981450"/>
            <a:ext cx="28084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0</a:t>
            </a:r>
          </a:p>
        </p:txBody>
      </p:sp>
      <p:sp>
        <p:nvSpPr>
          <p:cNvPr id="781361" name="Text Box 49">
            <a:extLst>
              <a:ext uri="{FF2B5EF4-FFF2-40B4-BE49-F238E27FC236}">
                <a16:creationId xmlns:a16="http://schemas.microsoft.com/office/drawing/2014/main" id="{ADCD6713-02E2-B948-9A92-FA69423E1C96}"/>
              </a:ext>
            </a:extLst>
          </p:cNvPr>
          <p:cNvSpPr txBox="1">
            <a:spLocks noChangeArrowheads="1"/>
          </p:cNvSpPr>
          <p:nvPr/>
        </p:nvSpPr>
        <p:spPr bwMode="auto">
          <a:xfrm>
            <a:off x="2719387" y="3655219"/>
            <a:ext cx="28084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4</a:t>
            </a:r>
          </a:p>
        </p:txBody>
      </p:sp>
      <p:sp>
        <p:nvSpPr>
          <p:cNvPr id="781362" name="Text Box 50">
            <a:extLst>
              <a:ext uri="{FF2B5EF4-FFF2-40B4-BE49-F238E27FC236}">
                <a16:creationId xmlns:a16="http://schemas.microsoft.com/office/drawing/2014/main" id="{9EF04C0C-4DA2-244A-B978-8E00E96B92BD}"/>
              </a:ext>
            </a:extLst>
          </p:cNvPr>
          <p:cNvSpPr txBox="1">
            <a:spLocks noChangeArrowheads="1"/>
          </p:cNvSpPr>
          <p:nvPr/>
        </p:nvSpPr>
        <p:spPr bwMode="auto">
          <a:xfrm>
            <a:off x="2719387" y="3339703"/>
            <a:ext cx="28084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8</a:t>
            </a:r>
          </a:p>
        </p:txBody>
      </p:sp>
      <p:sp>
        <p:nvSpPr>
          <p:cNvPr id="781363" name="Text Box 51">
            <a:extLst>
              <a:ext uri="{FF2B5EF4-FFF2-40B4-BE49-F238E27FC236}">
                <a16:creationId xmlns:a16="http://schemas.microsoft.com/office/drawing/2014/main" id="{0B8D3080-716F-7143-8CB3-8177CE9ABEF4}"/>
              </a:ext>
            </a:extLst>
          </p:cNvPr>
          <p:cNvSpPr txBox="1">
            <a:spLocks noChangeArrowheads="1"/>
          </p:cNvSpPr>
          <p:nvPr/>
        </p:nvSpPr>
        <p:spPr bwMode="auto">
          <a:xfrm>
            <a:off x="2628900" y="3024187"/>
            <a:ext cx="37702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12</a:t>
            </a:r>
          </a:p>
        </p:txBody>
      </p:sp>
      <p:sp>
        <p:nvSpPr>
          <p:cNvPr id="781364" name="Text Box 52">
            <a:extLst>
              <a:ext uri="{FF2B5EF4-FFF2-40B4-BE49-F238E27FC236}">
                <a16:creationId xmlns:a16="http://schemas.microsoft.com/office/drawing/2014/main" id="{29C25546-32A2-9945-83D0-0EEC1BE7BC23}"/>
              </a:ext>
            </a:extLst>
          </p:cNvPr>
          <p:cNvSpPr txBox="1">
            <a:spLocks noChangeArrowheads="1"/>
          </p:cNvSpPr>
          <p:nvPr/>
        </p:nvSpPr>
        <p:spPr bwMode="auto">
          <a:xfrm>
            <a:off x="2628900" y="2708672"/>
            <a:ext cx="37702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16</a:t>
            </a:r>
          </a:p>
        </p:txBody>
      </p:sp>
      <p:sp>
        <p:nvSpPr>
          <p:cNvPr id="781365" name="Text Box 53">
            <a:extLst>
              <a:ext uri="{FF2B5EF4-FFF2-40B4-BE49-F238E27FC236}">
                <a16:creationId xmlns:a16="http://schemas.microsoft.com/office/drawing/2014/main" id="{3EC9E603-8E8D-6342-8C67-D327D09AA02C}"/>
              </a:ext>
            </a:extLst>
          </p:cNvPr>
          <p:cNvSpPr txBox="1">
            <a:spLocks noChangeArrowheads="1"/>
          </p:cNvSpPr>
          <p:nvPr/>
        </p:nvSpPr>
        <p:spPr bwMode="auto">
          <a:xfrm>
            <a:off x="2628900" y="2382441"/>
            <a:ext cx="377026" cy="300082"/>
          </a:xfrm>
          <a:prstGeom prst="rect">
            <a:avLst/>
          </a:prstGeom>
          <a:noFill/>
          <a:ln>
            <a:noFill/>
          </a:ln>
          <a:effectLst/>
        </p:spPr>
        <p:txBody>
          <a:bodyPr wrap="none">
            <a:spAutoFit/>
          </a:bodyPr>
          <a:lstStyle/>
          <a:p>
            <a:pPr eaLnBrk="1" hangingPunct="1">
              <a:defRPr/>
            </a:pPr>
            <a:r>
              <a:rPr kumimoji="1" lang="en-US" altLang="zh-CN" sz="1350">
                <a:solidFill>
                  <a:schemeClr val="folHlink"/>
                </a:solidFill>
                <a:latin typeface="Arial" charset="0"/>
                <a:ea typeface="黑体" charset="-122"/>
              </a:rPr>
              <a:t>20</a:t>
            </a:r>
          </a:p>
        </p:txBody>
      </p:sp>
      <p:sp>
        <p:nvSpPr>
          <p:cNvPr id="781368" name="Oval 56">
            <a:extLst>
              <a:ext uri="{FF2B5EF4-FFF2-40B4-BE49-F238E27FC236}">
                <a16:creationId xmlns:a16="http://schemas.microsoft.com/office/drawing/2014/main" id="{D234A32D-DEEB-E142-A074-B9029F0D3952}"/>
              </a:ext>
            </a:extLst>
          </p:cNvPr>
          <p:cNvSpPr>
            <a:spLocks noChangeArrowheads="1"/>
          </p:cNvSpPr>
          <p:nvPr/>
        </p:nvSpPr>
        <p:spPr bwMode="auto">
          <a:xfrm>
            <a:off x="3250407" y="3817144"/>
            <a:ext cx="69056"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69" name="Oval 57">
            <a:extLst>
              <a:ext uri="{FF2B5EF4-FFF2-40B4-BE49-F238E27FC236}">
                <a16:creationId xmlns:a16="http://schemas.microsoft.com/office/drawing/2014/main" id="{02AEA23F-5BB1-5345-B10C-46B7E4475041}"/>
              </a:ext>
            </a:extLst>
          </p:cNvPr>
          <p:cNvSpPr>
            <a:spLocks noChangeArrowheads="1"/>
          </p:cNvSpPr>
          <p:nvPr/>
        </p:nvSpPr>
        <p:spPr bwMode="auto">
          <a:xfrm>
            <a:off x="2897982" y="4029075"/>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70" name="Oval 58">
            <a:extLst>
              <a:ext uri="{FF2B5EF4-FFF2-40B4-BE49-F238E27FC236}">
                <a16:creationId xmlns:a16="http://schemas.microsoft.com/office/drawing/2014/main" id="{BE6998C1-4A07-7740-9A89-867D71C1DA16}"/>
              </a:ext>
            </a:extLst>
          </p:cNvPr>
          <p:cNvSpPr>
            <a:spLocks noChangeArrowheads="1"/>
          </p:cNvSpPr>
          <p:nvPr/>
        </p:nvSpPr>
        <p:spPr bwMode="auto">
          <a:xfrm>
            <a:off x="3063479" y="3971925"/>
            <a:ext cx="69056"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71" name="Oval 59">
            <a:extLst>
              <a:ext uri="{FF2B5EF4-FFF2-40B4-BE49-F238E27FC236}">
                <a16:creationId xmlns:a16="http://schemas.microsoft.com/office/drawing/2014/main" id="{ACE6E768-B27C-4B4D-8680-5B5E9BE3962F}"/>
              </a:ext>
            </a:extLst>
          </p:cNvPr>
          <p:cNvSpPr>
            <a:spLocks noChangeArrowheads="1"/>
          </p:cNvSpPr>
          <p:nvPr/>
        </p:nvSpPr>
        <p:spPr bwMode="auto">
          <a:xfrm>
            <a:off x="3608785" y="2834879"/>
            <a:ext cx="70247" cy="76200"/>
          </a:xfrm>
          <a:prstGeom prst="ellipse">
            <a:avLst/>
          </a:prstGeom>
          <a:solidFill>
            <a:schemeClr val="tx2"/>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78" name="Oval 66">
            <a:extLst>
              <a:ext uri="{FF2B5EF4-FFF2-40B4-BE49-F238E27FC236}">
                <a16:creationId xmlns:a16="http://schemas.microsoft.com/office/drawing/2014/main" id="{D60B4800-A0F9-174C-9CCC-B58025C34DE4}"/>
              </a:ext>
            </a:extLst>
          </p:cNvPr>
          <p:cNvSpPr>
            <a:spLocks noChangeArrowheads="1"/>
          </p:cNvSpPr>
          <p:nvPr/>
        </p:nvSpPr>
        <p:spPr bwMode="auto">
          <a:xfrm>
            <a:off x="5041107" y="2172891"/>
            <a:ext cx="70247" cy="76200"/>
          </a:xfrm>
          <a:prstGeom prst="ellipse">
            <a:avLst/>
          </a:prstGeom>
          <a:solidFill>
            <a:schemeClr val="tx1"/>
          </a:solidFill>
          <a:ln w="9525">
            <a:solidFill>
              <a:schemeClr val="tx1"/>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81" name="Oval 69">
            <a:extLst>
              <a:ext uri="{FF2B5EF4-FFF2-40B4-BE49-F238E27FC236}">
                <a16:creationId xmlns:a16="http://schemas.microsoft.com/office/drawing/2014/main" id="{A43A86DA-D348-E845-BC0B-BF8E14652FF6}"/>
              </a:ext>
            </a:extLst>
          </p:cNvPr>
          <p:cNvSpPr>
            <a:spLocks noChangeArrowheads="1"/>
          </p:cNvSpPr>
          <p:nvPr/>
        </p:nvSpPr>
        <p:spPr bwMode="auto">
          <a:xfrm>
            <a:off x="5949553" y="3156347"/>
            <a:ext cx="70247" cy="76200"/>
          </a:xfrm>
          <a:prstGeom prst="ellipse">
            <a:avLst/>
          </a:prstGeom>
          <a:solidFill>
            <a:srgbClr val="808080"/>
          </a:solidFill>
          <a:ln w="9525">
            <a:solidFill>
              <a:srgbClr val="808080"/>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82" name="Oval 70">
            <a:extLst>
              <a:ext uri="{FF2B5EF4-FFF2-40B4-BE49-F238E27FC236}">
                <a16:creationId xmlns:a16="http://schemas.microsoft.com/office/drawing/2014/main" id="{55902A12-84CE-3848-938E-BDB1DC908EB6}"/>
              </a:ext>
            </a:extLst>
          </p:cNvPr>
          <p:cNvSpPr>
            <a:spLocks noChangeArrowheads="1"/>
          </p:cNvSpPr>
          <p:nvPr/>
        </p:nvSpPr>
        <p:spPr bwMode="auto">
          <a:xfrm>
            <a:off x="5404248" y="3963591"/>
            <a:ext cx="69056" cy="76200"/>
          </a:xfrm>
          <a:prstGeom prst="ellipse">
            <a:avLst/>
          </a:prstGeom>
          <a:solidFill>
            <a:srgbClr val="808080"/>
          </a:solidFill>
          <a:ln w="9525">
            <a:solidFill>
              <a:srgbClr val="808080"/>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83" name="Oval 71">
            <a:extLst>
              <a:ext uri="{FF2B5EF4-FFF2-40B4-BE49-F238E27FC236}">
                <a16:creationId xmlns:a16="http://schemas.microsoft.com/office/drawing/2014/main" id="{A8DAFF78-B059-0A4C-9210-09F76798F731}"/>
              </a:ext>
            </a:extLst>
          </p:cNvPr>
          <p:cNvSpPr>
            <a:spLocks noChangeArrowheads="1"/>
          </p:cNvSpPr>
          <p:nvPr/>
        </p:nvSpPr>
        <p:spPr bwMode="auto">
          <a:xfrm>
            <a:off x="5587604" y="3804047"/>
            <a:ext cx="69056" cy="76200"/>
          </a:xfrm>
          <a:prstGeom prst="ellipse">
            <a:avLst/>
          </a:prstGeom>
          <a:solidFill>
            <a:srgbClr val="808080"/>
          </a:solidFill>
          <a:ln w="9525">
            <a:solidFill>
              <a:srgbClr val="808080"/>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84" name="Oval 72">
            <a:extLst>
              <a:ext uri="{FF2B5EF4-FFF2-40B4-BE49-F238E27FC236}">
                <a16:creationId xmlns:a16="http://schemas.microsoft.com/office/drawing/2014/main" id="{02AEC2F4-6CC9-2A4F-AA04-F75286D8BD08}"/>
              </a:ext>
            </a:extLst>
          </p:cNvPr>
          <p:cNvSpPr>
            <a:spLocks noChangeArrowheads="1"/>
          </p:cNvSpPr>
          <p:nvPr/>
        </p:nvSpPr>
        <p:spPr bwMode="auto">
          <a:xfrm>
            <a:off x="5220891" y="4029075"/>
            <a:ext cx="70247" cy="76200"/>
          </a:xfrm>
          <a:prstGeom prst="ellipse">
            <a:avLst/>
          </a:prstGeom>
          <a:solidFill>
            <a:srgbClr val="808080"/>
          </a:solidFill>
          <a:ln w="9525">
            <a:solidFill>
              <a:srgbClr val="808080"/>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85" name="Oval 73">
            <a:extLst>
              <a:ext uri="{FF2B5EF4-FFF2-40B4-BE49-F238E27FC236}">
                <a16:creationId xmlns:a16="http://schemas.microsoft.com/office/drawing/2014/main" id="{6044734D-90B0-8D4C-8EC0-2766685B7922}"/>
              </a:ext>
            </a:extLst>
          </p:cNvPr>
          <p:cNvSpPr>
            <a:spLocks noChangeArrowheads="1"/>
          </p:cNvSpPr>
          <p:nvPr/>
        </p:nvSpPr>
        <p:spPr bwMode="auto">
          <a:xfrm>
            <a:off x="5759053" y="3482579"/>
            <a:ext cx="70247" cy="76200"/>
          </a:xfrm>
          <a:prstGeom prst="ellipse">
            <a:avLst/>
          </a:prstGeom>
          <a:solidFill>
            <a:srgbClr val="808080"/>
          </a:solidFill>
          <a:ln w="9525">
            <a:solidFill>
              <a:srgbClr val="808080"/>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86" name="Oval 74">
            <a:extLst>
              <a:ext uri="{FF2B5EF4-FFF2-40B4-BE49-F238E27FC236}">
                <a16:creationId xmlns:a16="http://schemas.microsoft.com/office/drawing/2014/main" id="{FD2A903A-19F1-AA4B-9EFA-4C596AD9632A}"/>
              </a:ext>
            </a:extLst>
          </p:cNvPr>
          <p:cNvSpPr>
            <a:spLocks noChangeArrowheads="1"/>
          </p:cNvSpPr>
          <p:nvPr/>
        </p:nvSpPr>
        <p:spPr bwMode="auto">
          <a:xfrm>
            <a:off x="6125766" y="3070622"/>
            <a:ext cx="70247" cy="76200"/>
          </a:xfrm>
          <a:prstGeom prst="ellipse">
            <a:avLst/>
          </a:prstGeom>
          <a:solidFill>
            <a:srgbClr val="808080"/>
          </a:solidFill>
          <a:ln w="9525">
            <a:solidFill>
              <a:srgbClr val="808080"/>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87" name="Oval 75">
            <a:extLst>
              <a:ext uri="{FF2B5EF4-FFF2-40B4-BE49-F238E27FC236}">
                <a16:creationId xmlns:a16="http://schemas.microsoft.com/office/drawing/2014/main" id="{B9E15DB4-BE6F-5444-95ED-F0DF90E87713}"/>
              </a:ext>
            </a:extLst>
          </p:cNvPr>
          <p:cNvSpPr>
            <a:spLocks noChangeArrowheads="1"/>
          </p:cNvSpPr>
          <p:nvPr/>
        </p:nvSpPr>
        <p:spPr bwMode="auto">
          <a:xfrm>
            <a:off x="6660357" y="2825354"/>
            <a:ext cx="70247" cy="76200"/>
          </a:xfrm>
          <a:prstGeom prst="ellipse">
            <a:avLst/>
          </a:prstGeom>
          <a:solidFill>
            <a:srgbClr val="808080"/>
          </a:solidFill>
          <a:ln w="9525">
            <a:solidFill>
              <a:srgbClr val="808080"/>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88" name="Oval 76">
            <a:extLst>
              <a:ext uri="{FF2B5EF4-FFF2-40B4-BE49-F238E27FC236}">
                <a16:creationId xmlns:a16="http://schemas.microsoft.com/office/drawing/2014/main" id="{DF66A48A-636B-D54E-B0CC-CB33DF4D1EA9}"/>
              </a:ext>
            </a:extLst>
          </p:cNvPr>
          <p:cNvSpPr>
            <a:spLocks noChangeArrowheads="1"/>
          </p:cNvSpPr>
          <p:nvPr/>
        </p:nvSpPr>
        <p:spPr bwMode="auto">
          <a:xfrm>
            <a:off x="6301979" y="2984897"/>
            <a:ext cx="69056" cy="76200"/>
          </a:xfrm>
          <a:prstGeom prst="ellipse">
            <a:avLst/>
          </a:prstGeom>
          <a:solidFill>
            <a:srgbClr val="808080"/>
          </a:solidFill>
          <a:ln w="9525">
            <a:solidFill>
              <a:srgbClr val="808080"/>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89" name="Oval 77">
            <a:extLst>
              <a:ext uri="{FF2B5EF4-FFF2-40B4-BE49-F238E27FC236}">
                <a16:creationId xmlns:a16="http://schemas.microsoft.com/office/drawing/2014/main" id="{A927344C-F797-1D43-9274-7683EFB8C1A6}"/>
              </a:ext>
            </a:extLst>
          </p:cNvPr>
          <p:cNvSpPr>
            <a:spLocks noChangeArrowheads="1"/>
          </p:cNvSpPr>
          <p:nvPr/>
        </p:nvSpPr>
        <p:spPr bwMode="auto">
          <a:xfrm>
            <a:off x="6480572" y="2907506"/>
            <a:ext cx="70247" cy="76200"/>
          </a:xfrm>
          <a:prstGeom prst="ellipse">
            <a:avLst/>
          </a:prstGeom>
          <a:solidFill>
            <a:srgbClr val="808080"/>
          </a:solidFill>
          <a:ln w="9525">
            <a:solidFill>
              <a:srgbClr val="808080"/>
            </a:solidFill>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90" name="Text Box 78">
            <a:extLst>
              <a:ext uri="{FF2B5EF4-FFF2-40B4-BE49-F238E27FC236}">
                <a16:creationId xmlns:a16="http://schemas.microsoft.com/office/drawing/2014/main" id="{06AD2CFF-EA72-1740-B407-DA90446CB3BB}"/>
              </a:ext>
            </a:extLst>
          </p:cNvPr>
          <p:cNvSpPr txBox="1">
            <a:spLocks noChangeArrowheads="1"/>
          </p:cNvSpPr>
          <p:nvPr/>
        </p:nvSpPr>
        <p:spPr bwMode="auto">
          <a:xfrm>
            <a:off x="6877051" y="3851672"/>
            <a:ext cx="877163"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传输轮次</a:t>
            </a:r>
          </a:p>
        </p:txBody>
      </p:sp>
      <p:sp>
        <p:nvSpPr>
          <p:cNvPr id="781391" name="Text Box 79">
            <a:extLst>
              <a:ext uri="{FF2B5EF4-FFF2-40B4-BE49-F238E27FC236}">
                <a16:creationId xmlns:a16="http://schemas.microsoft.com/office/drawing/2014/main" id="{568BE80D-3BB7-1B4C-B3EF-A7A34EDD169A}"/>
              </a:ext>
            </a:extLst>
          </p:cNvPr>
          <p:cNvSpPr txBox="1">
            <a:spLocks noChangeArrowheads="1"/>
          </p:cNvSpPr>
          <p:nvPr/>
        </p:nvSpPr>
        <p:spPr bwMode="auto">
          <a:xfrm>
            <a:off x="2227660" y="1643062"/>
            <a:ext cx="1329210"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拥塞窗口 </a:t>
            </a:r>
            <a:r>
              <a:rPr kumimoji="1" lang="en-US" altLang="zh-CN" sz="1350">
                <a:solidFill>
                  <a:schemeClr val="folHlink"/>
                </a:solidFill>
                <a:latin typeface="Arial" panose="020B0604020202020204" pitchFamily="34" charset="0"/>
              </a:rPr>
              <a:t>cwnd</a:t>
            </a:r>
          </a:p>
        </p:txBody>
      </p:sp>
      <p:sp>
        <p:nvSpPr>
          <p:cNvPr id="781392" name="Text Box 80">
            <a:extLst>
              <a:ext uri="{FF2B5EF4-FFF2-40B4-BE49-F238E27FC236}">
                <a16:creationId xmlns:a16="http://schemas.microsoft.com/office/drawing/2014/main" id="{47D781CB-C43D-A648-A9AF-6313C914FAB9}"/>
              </a:ext>
            </a:extLst>
          </p:cNvPr>
          <p:cNvSpPr txBox="1">
            <a:spLocks noChangeArrowheads="1"/>
          </p:cNvSpPr>
          <p:nvPr/>
        </p:nvSpPr>
        <p:spPr bwMode="auto">
          <a:xfrm>
            <a:off x="5274520" y="1703785"/>
            <a:ext cx="1762022"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收到 </a:t>
            </a:r>
            <a:r>
              <a:rPr kumimoji="1" lang="en-US" altLang="zh-CN" sz="1350">
                <a:solidFill>
                  <a:schemeClr val="folHlink"/>
                </a:solidFill>
                <a:latin typeface="Arial" panose="020B0604020202020204" pitchFamily="34" charset="0"/>
              </a:rPr>
              <a:t>3 </a:t>
            </a:r>
            <a:r>
              <a:rPr kumimoji="1" lang="zh-CN" altLang="en-US" sz="1350">
                <a:solidFill>
                  <a:schemeClr val="folHlink"/>
                </a:solidFill>
                <a:latin typeface="Arial" panose="020B0604020202020204" pitchFamily="34" charset="0"/>
              </a:rPr>
              <a:t>个重复的确认</a:t>
            </a:r>
          </a:p>
          <a:p>
            <a:pPr algn="ctr" eaLnBrk="1" hangingPunct="1">
              <a:defRPr/>
            </a:pPr>
            <a:r>
              <a:rPr kumimoji="1" lang="zh-CN" altLang="en-US" sz="1350">
                <a:solidFill>
                  <a:schemeClr val="folHlink"/>
                </a:solidFill>
                <a:latin typeface="Arial" panose="020B0604020202020204" pitchFamily="34" charset="0"/>
              </a:rPr>
              <a:t>执行快重传算法</a:t>
            </a:r>
          </a:p>
        </p:txBody>
      </p:sp>
      <p:sp>
        <p:nvSpPr>
          <p:cNvPr id="781393" name="Line 81">
            <a:extLst>
              <a:ext uri="{FF2B5EF4-FFF2-40B4-BE49-F238E27FC236}">
                <a16:creationId xmlns:a16="http://schemas.microsoft.com/office/drawing/2014/main" id="{58ACEA92-370F-2C41-A029-DC8B61EF288C}"/>
              </a:ext>
            </a:extLst>
          </p:cNvPr>
          <p:cNvSpPr>
            <a:spLocks noChangeShapeType="1"/>
          </p:cNvSpPr>
          <p:nvPr/>
        </p:nvSpPr>
        <p:spPr bwMode="auto">
          <a:xfrm flipH="1">
            <a:off x="5098256" y="2031207"/>
            <a:ext cx="381000" cy="178594"/>
          </a:xfrm>
          <a:prstGeom prst="line">
            <a:avLst/>
          </a:prstGeom>
          <a:noFill/>
          <a:ln w="9525">
            <a:solidFill>
              <a:schemeClr val="tx2"/>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781394" name="Line 82">
            <a:extLst>
              <a:ext uri="{FF2B5EF4-FFF2-40B4-BE49-F238E27FC236}">
                <a16:creationId xmlns:a16="http://schemas.microsoft.com/office/drawing/2014/main" id="{E1B3D562-40E7-304D-85B6-F9F51C649280}"/>
              </a:ext>
            </a:extLst>
          </p:cNvPr>
          <p:cNvSpPr>
            <a:spLocks noChangeShapeType="1"/>
          </p:cNvSpPr>
          <p:nvPr/>
        </p:nvSpPr>
        <p:spPr bwMode="auto">
          <a:xfrm>
            <a:off x="3839766" y="2401491"/>
            <a:ext cx="451247" cy="184547"/>
          </a:xfrm>
          <a:prstGeom prst="line">
            <a:avLst/>
          </a:prstGeom>
          <a:noFill/>
          <a:ln w="9525">
            <a:solidFill>
              <a:schemeClr val="tx2"/>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781395" name="Rectangle 83">
            <a:extLst>
              <a:ext uri="{FF2B5EF4-FFF2-40B4-BE49-F238E27FC236}">
                <a16:creationId xmlns:a16="http://schemas.microsoft.com/office/drawing/2014/main" id="{19407396-5CFC-DF46-A2CA-4F140DBCC49D}"/>
              </a:ext>
            </a:extLst>
          </p:cNvPr>
          <p:cNvSpPr>
            <a:spLocks noChangeArrowheads="1"/>
          </p:cNvSpPr>
          <p:nvPr/>
        </p:nvSpPr>
        <p:spPr bwMode="auto">
          <a:xfrm>
            <a:off x="2988469" y="2152650"/>
            <a:ext cx="148829" cy="1740694"/>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81398" name="Line 86">
            <a:extLst>
              <a:ext uri="{FF2B5EF4-FFF2-40B4-BE49-F238E27FC236}">
                <a16:creationId xmlns:a16="http://schemas.microsoft.com/office/drawing/2014/main" id="{1D3AE5AD-5FCD-C64E-80D3-FB4CE40BE445}"/>
              </a:ext>
            </a:extLst>
          </p:cNvPr>
          <p:cNvSpPr>
            <a:spLocks noChangeShapeType="1"/>
          </p:cNvSpPr>
          <p:nvPr/>
        </p:nvSpPr>
        <p:spPr bwMode="auto">
          <a:xfrm rot="10800000">
            <a:off x="2988469" y="3196829"/>
            <a:ext cx="2272904" cy="7144"/>
          </a:xfrm>
          <a:prstGeom prst="line">
            <a:avLst/>
          </a:prstGeom>
          <a:noFill/>
          <a:ln w="9525">
            <a:solidFill>
              <a:schemeClr val="tx1"/>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1399" name="Rectangle 87">
            <a:extLst>
              <a:ext uri="{FF2B5EF4-FFF2-40B4-BE49-F238E27FC236}">
                <a16:creationId xmlns:a16="http://schemas.microsoft.com/office/drawing/2014/main" id="{83C4EB4D-C78F-294F-8E8A-209C28BEE215}"/>
              </a:ext>
            </a:extLst>
          </p:cNvPr>
          <p:cNvSpPr>
            <a:spLocks noChangeArrowheads="1"/>
          </p:cNvSpPr>
          <p:nvPr/>
        </p:nvSpPr>
        <p:spPr bwMode="auto">
          <a:xfrm>
            <a:off x="3227785" y="3980260"/>
            <a:ext cx="1914525" cy="12977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81400" name="Rectangle 88">
            <a:extLst>
              <a:ext uri="{FF2B5EF4-FFF2-40B4-BE49-F238E27FC236}">
                <a16:creationId xmlns:a16="http://schemas.microsoft.com/office/drawing/2014/main" id="{9CA439F5-90A3-2F49-B672-D35A693E83F8}"/>
              </a:ext>
            </a:extLst>
          </p:cNvPr>
          <p:cNvSpPr>
            <a:spLocks noChangeArrowheads="1"/>
          </p:cNvSpPr>
          <p:nvPr/>
        </p:nvSpPr>
        <p:spPr bwMode="auto">
          <a:xfrm>
            <a:off x="5561410" y="3980260"/>
            <a:ext cx="1376363" cy="129778"/>
          </a:xfrm>
          <a:prstGeom prst="rect">
            <a:avLst/>
          </a:prstGeom>
          <a:solidFill>
            <a:schemeClr val="bg1"/>
          </a:solidFill>
          <a:ln>
            <a:noFill/>
          </a:ln>
          <a:effectLst/>
        </p:spPr>
        <p:txBody>
          <a:bodyPr wrap="none" anchor="ctr"/>
          <a:lstStyle/>
          <a:p>
            <a:pPr eaLnBrk="1" hangingPunct="1">
              <a:defRPr/>
            </a:pPr>
            <a:endParaRPr lang="zh-CN" altLang="en-US">
              <a:latin typeface="Tahoma" charset="0"/>
              <a:ea typeface="宋体" charset="-122"/>
              <a:cs typeface="+mn-cs"/>
            </a:endParaRPr>
          </a:p>
        </p:txBody>
      </p:sp>
      <p:sp>
        <p:nvSpPr>
          <p:cNvPr id="781401" name="Line 89">
            <a:extLst>
              <a:ext uri="{FF2B5EF4-FFF2-40B4-BE49-F238E27FC236}">
                <a16:creationId xmlns:a16="http://schemas.microsoft.com/office/drawing/2014/main" id="{868AE73C-478F-284E-BC8F-7D8377E457BC}"/>
              </a:ext>
            </a:extLst>
          </p:cNvPr>
          <p:cNvSpPr>
            <a:spLocks noChangeShapeType="1"/>
          </p:cNvSpPr>
          <p:nvPr/>
        </p:nvSpPr>
        <p:spPr bwMode="auto">
          <a:xfrm>
            <a:off x="4752975" y="2226469"/>
            <a:ext cx="0" cy="978694"/>
          </a:xfrm>
          <a:prstGeom prst="line">
            <a:avLst/>
          </a:prstGeom>
          <a:noFill/>
          <a:ln w="9525">
            <a:solidFill>
              <a:schemeClr val="tx1"/>
            </a:solidFill>
            <a:round/>
            <a:headEnd type="triangle" w="sm" len="med"/>
            <a:tailEnd type="triangle" w="sm" len="med"/>
          </a:ln>
          <a:effectLst/>
        </p:spPr>
        <p:txBody>
          <a:bodyPr wrap="none" anchor="ctr"/>
          <a:lstStyle/>
          <a:p>
            <a:pPr eaLnBrk="1" hangingPunct="1">
              <a:defRPr/>
            </a:pPr>
            <a:endParaRPr lang="zh-CN" altLang="en-US">
              <a:latin typeface="Tahoma" charset="0"/>
              <a:ea typeface="宋体" charset="-122"/>
              <a:cs typeface="+mn-cs"/>
            </a:endParaRPr>
          </a:p>
        </p:txBody>
      </p:sp>
      <p:sp>
        <p:nvSpPr>
          <p:cNvPr id="781402" name="Text Box 90">
            <a:extLst>
              <a:ext uri="{FF2B5EF4-FFF2-40B4-BE49-F238E27FC236}">
                <a16:creationId xmlns:a16="http://schemas.microsoft.com/office/drawing/2014/main" id="{F13C6CA6-2ACF-154C-87E9-750EC30B29DF}"/>
              </a:ext>
            </a:extLst>
          </p:cNvPr>
          <p:cNvSpPr txBox="1">
            <a:spLocks noChangeArrowheads="1"/>
          </p:cNvSpPr>
          <p:nvPr/>
        </p:nvSpPr>
        <p:spPr bwMode="auto">
          <a:xfrm>
            <a:off x="1895475" y="3743325"/>
            <a:ext cx="673894" cy="507831"/>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781403" name="Line 91">
            <a:extLst>
              <a:ext uri="{FF2B5EF4-FFF2-40B4-BE49-F238E27FC236}">
                <a16:creationId xmlns:a16="http://schemas.microsoft.com/office/drawing/2014/main" id="{84411994-EA31-8D45-A0CF-34D62452F15D}"/>
              </a:ext>
            </a:extLst>
          </p:cNvPr>
          <p:cNvSpPr>
            <a:spLocks noChangeShapeType="1"/>
          </p:cNvSpPr>
          <p:nvPr/>
        </p:nvSpPr>
        <p:spPr bwMode="auto">
          <a:xfrm>
            <a:off x="2478881" y="3931444"/>
            <a:ext cx="419100" cy="129779"/>
          </a:xfrm>
          <a:prstGeom prst="line">
            <a:avLst/>
          </a:prstGeom>
          <a:noFill/>
          <a:ln w="9525">
            <a:solidFill>
              <a:schemeClr val="tx1"/>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781404" name="Text Box 92">
            <a:extLst>
              <a:ext uri="{FF2B5EF4-FFF2-40B4-BE49-F238E27FC236}">
                <a16:creationId xmlns:a16="http://schemas.microsoft.com/office/drawing/2014/main" id="{9CC353A6-04C4-574B-AB54-C28DEEC05638}"/>
              </a:ext>
            </a:extLst>
          </p:cNvPr>
          <p:cNvSpPr txBox="1">
            <a:spLocks noChangeArrowheads="1"/>
          </p:cNvSpPr>
          <p:nvPr/>
        </p:nvSpPr>
        <p:spPr bwMode="auto">
          <a:xfrm>
            <a:off x="4300538" y="2606278"/>
            <a:ext cx="941785" cy="300082"/>
          </a:xfrm>
          <a:prstGeom prst="rect">
            <a:avLst/>
          </a:prstGeom>
          <a:solidFill>
            <a:schemeClr val="bg1"/>
          </a:solid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乘法减小”</a:t>
            </a:r>
          </a:p>
        </p:txBody>
      </p:sp>
      <p:sp>
        <p:nvSpPr>
          <p:cNvPr id="781405" name="Text Box 93">
            <a:extLst>
              <a:ext uri="{FF2B5EF4-FFF2-40B4-BE49-F238E27FC236}">
                <a16:creationId xmlns:a16="http://schemas.microsoft.com/office/drawing/2014/main" id="{1CD3D517-5DE3-C14D-A748-6A41D37B096C}"/>
              </a:ext>
            </a:extLst>
          </p:cNvPr>
          <p:cNvSpPr txBox="1">
            <a:spLocks noChangeArrowheads="1"/>
          </p:cNvSpPr>
          <p:nvPr/>
        </p:nvSpPr>
        <p:spPr bwMode="auto">
          <a:xfrm>
            <a:off x="5160444" y="2315767"/>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hlink"/>
                </a:solidFill>
                <a:latin typeface="Arial" panose="020B0604020202020204" pitchFamily="34" charset="0"/>
              </a:rPr>
              <a:t>拥塞避免</a:t>
            </a:r>
          </a:p>
          <a:p>
            <a:pPr algn="ctr" eaLnBrk="1" hangingPunct="1">
              <a:defRPr/>
            </a:pPr>
            <a:r>
              <a:rPr kumimoji="1" lang="zh-CN" altLang="en-US" sz="1350">
                <a:solidFill>
                  <a:schemeClr val="hlink"/>
                </a:solidFill>
                <a:latin typeface="Arial" panose="020B0604020202020204" pitchFamily="34" charset="0"/>
              </a:rPr>
              <a:t>“加法增大”</a:t>
            </a:r>
          </a:p>
        </p:txBody>
      </p:sp>
      <p:sp>
        <p:nvSpPr>
          <p:cNvPr id="781406" name="Freeform 94">
            <a:extLst>
              <a:ext uri="{FF2B5EF4-FFF2-40B4-BE49-F238E27FC236}">
                <a16:creationId xmlns:a16="http://schemas.microsoft.com/office/drawing/2014/main" id="{0D1B82C5-3EA0-1F46-A17D-632D9980D745}"/>
              </a:ext>
            </a:extLst>
          </p:cNvPr>
          <p:cNvSpPr>
            <a:spLocks/>
          </p:cNvSpPr>
          <p:nvPr/>
        </p:nvSpPr>
        <p:spPr bwMode="auto">
          <a:xfrm>
            <a:off x="5072063" y="2228850"/>
            <a:ext cx="1735931" cy="1843088"/>
          </a:xfrm>
          <a:custGeom>
            <a:avLst/>
            <a:gdLst>
              <a:gd name="T0" fmla="*/ 0 w 1392"/>
              <a:gd name="T1" fmla="*/ 0 h 1356"/>
              <a:gd name="T2" fmla="*/ 252741 w 1392"/>
              <a:gd name="T3" fmla="*/ 2457450 h 1356"/>
              <a:gd name="T4" fmla="*/ 498831 w 1392"/>
              <a:gd name="T5" fmla="*/ 2355962 h 1356"/>
              <a:gd name="T6" fmla="*/ 744921 w 1392"/>
              <a:gd name="T7" fmla="*/ 2152987 h 1356"/>
              <a:gd name="T8" fmla="*/ 957755 w 1392"/>
              <a:gd name="T9" fmla="*/ 1725289 h 1356"/>
              <a:gd name="T10" fmla="*/ 1210496 w 1392"/>
              <a:gd name="T11" fmla="*/ 1283093 h 1356"/>
              <a:gd name="T12" fmla="*/ 2314575 w 1392"/>
              <a:gd name="T13" fmla="*/ 775655 h 135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92" h="1356">
                <a:moveTo>
                  <a:pt x="0" y="0"/>
                </a:moveTo>
                <a:lnTo>
                  <a:pt x="152" y="1356"/>
                </a:lnTo>
                <a:lnTo>
                  <a:pt x="300" y="1300"/>
                </a:lnTo>
                <a:lnTo>
                  <a:pt x="448" y="1188"/>
                </a:lnTo>
                <a:lnTo>
                  <a:pt x="576" y="952"/>
                </a:lnTo>
                <a:lnTo>
                  <a:pt x="728" y="708"/>
                </a:lnTo>
                <a:lnTo>
                  <a:pt x="1392" y="428"/>
                </a:lnTo>
              </a:path>
            </a:pathLst>
          </a:custGeom>
          <a:noFill/>
          <a:ln w="9525" cap="flat">
            <a:solidFill>
              <a:schemeClr val="tx1"/>
            </a:solidFill>
            <a:prstDash val="dash"/>
            <a:round/>
            <a:headEnd/>
            <a:tailEnd/>
          </a:ln>
          <a:effectLst/>
        </p:spPr>
        <p:txBody>
          <a:bodyPr/>
          <a:lstStyle/>
          <a:p>
            <a:pPr>
              <a:defRPr/>
            </a:pPr>
            <a:endParaRPr lang="zh-CN" altLang="en-US"/>
          </a:p>
        </p:txBody>
      </p:sp>
      <p:sp>
        <p:nvSpPr>
          <p:cNvPr id="781417" name="Text Box 105">
            <a:extLst>
              <a:ext uri="{FF2B5EF4-FFF2-40B4-BE49-F238E27FC236}">
                <a16:creationId xmlns:a16="http://schemas.microsoft.com/office/drawing/2014/main" id="{8C52F3F8-4E98-374A-B6F8-ECB51EF746C1}"/>
              </a:ext>
            </a:extLst>
          </p:cNvPr>
          <p:cNvSpPr txBox="1">
            <a:spLocks noChangeArrowheads="1"/>
          </p:cNvSpPr>
          <p:nvPr/>
        </p:nvSpPr>
        <p:spPr bwMode="auto">
          <a:xfrm>
            <a:off x="6794288" y="2252663"/>
            <a:ext cx="989438" cy="507831"/>
          </a:xfrm>
          <a:prstGeom prst="rect">
            <a:avLst/>
          </a:prstGeom>
          <a:solidFill>
            <a:srgbClr val="FFFF99"/>
          </a:solidFill>
          <a:ln>
            <a:noFill/>
          </a:ln>
          <a:effectLst>
            <a:outerShdw blurRad="63500" dist="38099"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TCP Reno</a:t>
            </a:r>
          </a:p>
          <a:p>
            <a:pPr algn="ctr" eaLnBrk="1" hangingPunct="1">
              <a:defRPr/>
            </a:pPr>
            <a:r>
              <a:rPr kumimoji="1" lang="zh-CN" altLang="en-US" sz="1350">
                <a:solidFill>
                  <a:schemeClr val="folHlink"/>
                </a:solidFill>
                <a:latin typeface="Arial" panose="020B0604020202020204" pitchFamily="34" charset="0"/>
              </a:rPr>
              <a:t>版本</a:t>
            </a:r>
          </a:p>
        </p:txBody>
      </p:sp>
      <p:sp>
        <p:nvSpPr>
          <p:cNvPr id="781418" name="Text Box 106">
            <a:extLst>
              <a:ext uri="{FF2B5EF4-FFF2-40B4-BE49-F238E27FC236}">
                <a16:creationId xmlns:a16="http://schemas.microsoft.com/office/drawing/2014/main" id="{DDDFF570-42BC-A64F-AC99-08C86DE367FC}"/>
              </a:ext>
            </a:extLst>
          </p:cNvPr>
          <p:cNvSpPr txBox="1">
            <a:spLocks noChangeArrowheads="1"/>
          </p:cNvSpPr>
          <p:nvPr/>
        </p:nvSpPr>
        <p:spPr bwMode="auto">
          <a:xfrm>
            <a:off x="6229284" y="3180160"/>
            <a:ext cx="1438407" cy="507831"/>
          </a:xfrm>
          <a:prstGeom prst="rect">
            <a:avLst/>
          </a:prstGeom>
          <a:solidFill>
            <a:srgbClr val="CCECFF"/>
          </a:solidFill>
          <a:ln>
            <a:noFill/>
          </a:ln>
          <a:effectLst>
            <a:outerShdw blurRad="63500" dist="46662" dir="2115817"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TCP Tahoe </a:t>
            </a:r>
            <a:r>
              <a:rPr kumimoji="1" lang="zh-CN" altLang="en-US" sz="1350">
                <a:solidFill>
                  <a:schemeClr val="folHlink"/>
                </a:solidFill>
                <a:latin typeface="Arial" panose="020B0604020202020204" pitchFamily="34" charset="0"/>
              </a:rPr>
              <a:t>版本</a:t>
            </a:r>
          </a:p>
          <a:p>
            <a:pPr algn="ctr" eaLnBrk="1" hangingPunct="1">
              <a:defRPr/>
            </a:pPr>
            <a:r>
              <a:rPr kumimoji="1" lang="en-US" altLang="zh-CN" sz="1350">
                <a:solidFill>
                  <a:schemeClr val="folHlink"/>
                </a:solidFill>
                <a:latin typeface="Arial" panose="020B0604020202020204" pitchFamily="34" charset="0"/>
              </a:rPr>
              <a:t>(</a:t>
            </a:r>
            <a:r>
              <a:rPr kumimoji="1" lang="zh-CN" altLang="en-US" sz="1350">
                <a:solidFill>
                  <a:schemeClr val="folHlink"/>
                </a:solidFill>
                <a:latin typeface="Arial" panose="020B0604020202020204" pitchFamily="34" charset="0"/>
              </a:rPr>
              <a:t>已废弃不用）</a:t>
            </a:r>
          </a:p>
        </p:txBody>
      </p:sp>
      <p:sp>
        <p:nvSpPr>
          <p:cNvPr id="781419" name="Text Box 107">
            <a:extLst>
              <a:ext uri="{FF2B5EF4-FFF2-40B4-BE49-F238E27FC236}">
                <a16:creationId xmlns:a16="http://schemas.microsoft.com/office/drawing/2014/main" id="{F1CD0C71-AD30-C342-8FDD-62F3896BBC41}"/>
              </a:ext>
            </a:extLst>
          </p:cNvPr>
          <p:cNvSpPr txBox="1">
            <a:spLocks noChangeArrowheads="1"/>
          </p:cNvSpPr>
          <p:nvPr/>
        </p:nvSpPr>
        <p:spPr bwMode="auto">
          <a:xfrm>
            <a:off x="1187395" y="2721769"/>
            <a:ext cx="1579278"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的初始值</a:t>
            </a:r>
          </a:p>
        </p:txBody>
      </p:sp>
      <p:sp>
        <p:nvSpPr>
          <p:cNvPr id="781420" name="Text Box 108">
            <a:extLst>
              <a:ext uri="{FF2B5EF4-FFF2-40B4-BE49-F238E27FC236}">
                <a16:creationId xmlns:a16="http://schemas.microsoft.com/office/drawing/2014/main" id="{9B1BE906-889A-FC49-9758-DFCADF17437B}"/>
              </a:ext>
            </a:extLst>
          </p:cNvPr>
          <p:cNvSpPr txBox="1">
            <a:spLocks noChangeArrowheads="1"/>
          </p:cNvSpPr>
          <p:nvPr/>
        </p:nvSpPr>
        <p:spPr bwMode="auto">
          <a:xfrm>
            <a:off x="2899447" y="2191942"/>
            <a:ext cx="1223413" cy="507831"/>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hlink"/>
                </a:solidFill>
                <a:latin typeface="Arial" panose="020B0604020202020204" pitchFamily="34" charset="0"/>
              </a:rPr>
              <a:t>拥塞避免</a:t>
            </a:r>
          </a:p>
          <a:p>
            <a:pPr algn="ctr" eaLnBrk="1" hangingPunct="1">
              <a:defRPr/>
            </a:pPr>
            <a:r>
              <a:rPr kumimoji="1" lang="zh-CN" altLang="en-US" sz="1350">
                <a:solidFill>
                  <a:schemeClr val="hlink"/>
                </a:solidFill>
                <a:latin typeface="Arial" panose="020B0604020202020204" pitchFamily="34" charset="0"/>
              </a:rPr>
              <a:t>“加法增大”</a:t>
            </a:r>
          </a:p>
        </p:txBody>
      </p:sp>
      <p:sp>
        <p:nvSpPr>
          <p:cNvPr id="781421" name="Text Box 109">
            <a:extLst>
              <a:ext uri="{FF2B5EF4-FFF2-40B4-BE49-F238E27FC236}">
                <a16:creationId xmlns:a16="http://schemas.microsoft.com/office/drawing/2014/main" id="{6614A4A0-32D3-5742-BEA8-D17748119A7D}"/>
              </a:ext>
            </a:extLst>
          </p:cNvPr>
          <p:cNvSpPr txBox="1">
            <a:spLocks noChangeArrowheads="1"/>
          </p:cNvSpPr>
          <p:nvPr/>
        </p:nvSpPr>
        <p:spPr bwMode="auto">
          <a:xfrm>
            <a:off x="1311229" y="3031331"/>
            <a:ext cx="1454244" cy="300082"/>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eaLnBrk="1" hangingPunct="1">
              <a:defRPr/>
            </a:pPr>
            <a:r>
              <a:rPr kumimoji="1" lang="zh-CN" altLang="en-US" sz="1350">
                <a:solidFill>
                  <a:schemeClr val="folHlink"/>
                </a:solidFill>
                <a:latin typeface="Arial" panose="020B0604020202020204" pitchFamily="34" charset="0"/>
              </a:rPr>
              <a:t>新的 </a:t>
            </a:r>
            <a:r>
              <a:rPr kumimoji="1" lang="en-US" altLang="zh-CN" sz="1350">
                <a:solidFill>
                  <a:schemeClr val="folHlink"/>
                </a:solidFill>
                <a:latin typeface="Arial" panose="020B0604020202020204" pitchFamily="34" charset="0"/>
              </a:rPr>
              <a:t>ssthresh </a:t>
            </a:r>
            <a:r>
              <a:rPr kumimoji="1" lang="zh-CN" altLang="en-US" sz="1350">
                <a:solidFill>
                  <a:schemeClr val="folHlink"/>
                </a:solidFill>
                <a:latin typeface="Arial" panose="020B0604020202020204" pitchFamily="34" charset="0"/>
              </a:rPr>
              <a:t>值</a:t>
            </a:r>
          </a:p>
        </p:txBody>
      </p:sp>
      <p:sp>
        <p:nvSpPr>
          <p:cNvPr id="781422" name="Line 110">
            <a:extLst>
              <a:ext uri="{FF2B5EF4-FFF2-40B4-BE49-F238E27FC236}">
                <a16:creationId xmlns:a16="http://schemas.microsoft.com/office/drawing/2014/main" id="{5AF877B3-9720-E64F-BCA9-0EA8F466BB88}"/>
              </a:ext>
            </a:extLst>
          </p:cNvPr>
          <p:cNvSpPr>
            <a:spLocks noChangeShapeType="1"/>
          </p:cNvSpPr>
          <p:nvPr/>
        </p:nvSpPr>
        <p:spPr bwMode="auto">
          <a:xfrm>
            <a:off x="5875735" y="3388519"/>
            <a:ext cx="451247" cy="0"/>
          </a:xfrm>
          <a:prstGeom prst="line">
            <a:avLst/>
          </a:prstGeom>
          <a:noFill/>
          <a:ln w="9525">
            <a:solidFill>
              <a:schemeClr val="tx2"/>
            </a:solidFill>
            <a:round/>
            <a:headEnd/>
            <a:tailEnd/>
          </a:ln>
          <a:effectLst/>
        </p:spPr>
        <p:txBody>
          <a:bodyPr/>
          <a:lstStyle/>
          <a:p>
            <a:pPr eaLnBrk="1" hangingPunct="1">
              <a:defRPr/>
            </a:pPr>
            <a:endParaRPr lang="zh-CN" altLang="en-US">
              <a:latin typeface="Tahoma" charset="0"/>
              <a:ea typeface="宋体" charset="-122"/>
              <a:cs typeface="+mn-cs"/>
            </a:endParaRPr>
          </a:p>
        </p:txBody>
      </p:sp>
      <p:sp>
        <p:nvSpPr>
          <p:cNvPr id="781423" name="Line 111">
            <a:extLst>
              <a:ext uri="{FF2B5EF4-FFF2-40B4-BE49-F238E27FC236}">
                <a16:creationId xmlns:a16="http://schemas.microsoft.com/office/drawing/2014/main" id="{814076EC-077D-5F4F-9491-D24CBFA002EB}"/>
              </a:ext>
            </a:extLst>
          </p:cNvPr>
          <p:cNvSpPr>
            <a:spLocks noChangeShapeType="1"/>
          </p:cNvSpPr>
          <p:nvPr/>
        </p:nvSpPr>
        <p:spPr bwMode="auto">
          <a:xfrm>
            <a:off x="4776788" y="3936207"/>
            <a:ext cx="419100" cy="130969"/>
          </a:xfrm>
          <a:prstGeom prst="line">
            <a:avLst/>
          </a:prstGeom>
          <a:noFill/>
          <a:ln w="9525">
            <a:solidFill>
              <a:schemeClr val="tx2"/>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781424" name="Text Box 112">
            <a:extLst>
              <a:ext uri="{FF2B5EF4-FFF2-40B4-BE49-F238E27FC236}">
                <a16:creationId xmlns:a16="http://schemas.microsoft.com/office/drawing/2014/main" id="{4B465BFB-4C07-9046-8E69-3601CCB76B82}"/>
              </a:ext>
            </a:extLst>
          </p:cNvPr>
          <p:cNvSpPr txBox="1">
            <a:spLocks noChangeArrowheads="1"/>
          </p:cNvSpPr>
          <p:nvPr/>
        </p:nvSpPr>
        <p:spPr bwMode="auto">
          <a:xfrm>
            <a:off x="4139804" y="3759994"/>
            <a:ext cx="787003" cy="300082"/>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慢开始</a:t>
            </a:r>
          </a:p>
        </p:txBody>
      </p:sp>
      <p:sp>
        <p:nvSpPr>
          <p:cNvPr id="781425" name="Text Box 113">
            <a:extLst>
              <a:ext uri="{FF2B5EF4-FFF2-40B4-BE49-F238E27FC236}">
                <a16:creationId xmlns:a16="http://schemas.microsoft.com/office/drawing/2014/main" id="{0905F7AB-39DB-3F4C-9138-8617893558E9}"/>
              </a:ext>
            </a:extLst>
          </p:cNvPr>
          <p:cNvSpPr txBox="1">
            <a:spLocks noChangeArrowheads="1"/>
          </p:cNvSpPr>
          <p:nvPr/>
        </p:nvSpPr>
        <p:spPr bwMode="auto">
          <a:xfrm>
            <a:off x="4235054" y="3224212"/>
            <a:ext cx="672703" cy="507831"/>
          </a:xfrm>
          <a:prstGeom prst="rect">
            <a:avLst/>
          </a:prstGeom>
          <a:noFill/>
          <a:ln>
            <a:noFill/>
          </a:ln>
          <a:effectLst/>
        </p:spPr>
        <p:txBody>
          <a:bodyPr>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kumimoji="1" lang="zh-CN" altLang="en-US" sz="1350">
                <a:solidFill>
                  <a:schemeClr val="folHlink"/>
                </a:solidFill>
                <a:latin typeface="Arial" panose="020B0604020202020204" pitchFamily="34" charset="0"/>
              </a:rPr>
              <a:t>快恢复</a:t>
            </a:r>
          </a:p>
        </p:txBody>
      </p:sp>
      <p:sp>
        <p:nvSpPr>
          <p:cNvPr id="781426" name="Line 114">
            <a:extLst>
              <a:ext uri="{FF2B5EF4-FFF2-40B4-BE49-F238E27FC236}">
                <a16:creationId xmlns:a16="http://schemas.microsoft.com/office/drawing/2014/main" id="{5E86837D-C5E9-CB42-8387-AE63D9F1FB73}"/>
              </a:ext>
            </a:extLst>
          </p:cNvPr>
          <p:cNvSpPr>
            <a:spLocks noChangeShapeType="1"/>
          </p:cNvSpPr>
          <p:nvPr/>
        </p:nvSpPr>
        <p:spPr bwMode="auto">
          <a:xfrm flipV="1">
            <a:off x="4800600" y="3225404"/>
            <a:ext cx="439341" cy="163115"/>
          </a:xfrm>
          <a:prstGeom prst="line">
            <a:avLst/>
          </a:prstGeom>
          <a:noFill/>
          <a:ln w="9525">
            <a:solidFill>
              <a:schemeClr val="tx1"/>
            </a:solidFill>
            <a:round/>
            <a:headEnd/>
            <a:tailEnd type="triangle" w="sm" len="lg"/>
          </a:ln>
          <a:effectLst/>
        </p:spPr>
        <p:txBody>
          <a:bodyPr wrap="none" anchor="ctr"/>
          <a:lstStyle/>
          <a:p>
            <a:pPr eaLnBrk="1" hangingPunct="1">
              <a:defRPr/>
            </a:pPr>
            <a:endParaRPr lang="zh-CN" altLang="en-US">
              <a:latin typeface="Tahoma" charset="0"/>
              <a:ea typeface="宋体" charset="-122"/>
              <a:cs typeface="+mn-cs"/>
            </a:endParaRPr>
          </a:p>
        </p:txBody>
      </p:sp>
      <p:sp>
        <p:nvSpPr>
          <p:cNvPr id="781407" name="Freeform 95">
            <a:extLst>
              <a:ext uri="{FF2B5EF4-FFF2-40B4-BE49-F238E27FC236}">
                <a16:creationId xmlns:a16="http://schemas.microsoft.com/office/drawing/2014/main" id="{7FA1CDAC-E254-ED45-86C7-E9CD835F2552}"/>
              </a:ext>
            </a:extLst>
          </p:cNvPr>
          <p:cNvSpPr>
            <a:spLocks/>
          </p:cNvSpPr>
          <p:nvPr/>
        </p:nvSpPr>
        <p:spPr bwMode="auto">
          <a:xfrm>
            <a:off x="5082779" y="2209800"/>
            <a:ext cx="1668065" cy="995363"/>
          </a:xfrm>
          <a:custGeom>
            <a:avLst/>
            <a:gdLst>
              <a:gd name="T0" fmla="*/ 0 w 1338"/>
              <a:gd name="T1" fmla="*/ 0 h 732"/>
              <a:gd name="T2" fmla="*/ 229390 w 1338"/>
              <a:gd name="T3" fmla="*/ 1327150 h 732"/>
              <a:gd name="T4" fmla="*/ 2224087 w 1338"/>
              <a:gd name="T5" fmla="*/ 424253 h 732"/>
              <a:gd name="T6" fmla="*/ 0 60000 65536"/>
              <a:gd name="T7" fmla="*/ 0 60000 65536"/>
              <a:gd name="T8" fmla="*/ 0 60000 65536"/>
            </a:gdLst>
            <a:ahLst/>
            <a:cxnLst>
              <a:cxn ang="T6">
                <a:pos x="T0" y="T1"/>
              </a:cxn>
              <a:cxn ang="T7">
                <a:pos x="T2" y="T3"/>
              </a:cxn>
              <a:cxn ang="T8">
                <a:pos x="T4" y="T5"/>
              </a:cxn>
            </a:cxnLst>
            <a:rect l="0" t="0" r="r" b="b"/>
            <a:pathLst>
              <a:path w="1338" h="732">
                <a:moveTo>
                  <a:pt x="0" y="0"/>
                </a:moveTo>
                <a:lnTo>
                  <a:pt x="138" y="732"/>
                </a:lnTo>
                <a:lnTo>
                  <a:pt x="1338" y="234"/>
                </a:lnTo>
              </a:path>
            </a:pathLst>
          </a:custGeom>
          <a:noFill/>
          <a:ln w="28575" cmpd="sng">
            <a:solidFill>
              <a:schemeClr val="tx2"/>
            </a:solidFill>
            <a:round/>
            <a:headEnd/>
            <a:tailEnd/>
          </a:ln>
          <a:effectLst/>
        </p:spPr>
        <p:txBody>
          <a:bodyPr/>
          <a:lstStyle/>
          <a:p>
            <a:pPr>
              <a:defRPr/>
            </a:pPr>
            <a:endParaRPr lang="zh-CN" altLang="en-US"/>
          </a:p>
        </p:txBody>
      </p:sp>
      <p:sp>
        <p:nvSpPr>
          <p:cNvPr id="781397" name="Line 85">
            <a:extLst>
              <a:ext uri="{FF2B5EF4-FFF2-40B4-BE49-F238E27FC236}">
                <a16:creationId xmlns:a16="http://schemas.microsoft.com/office/drawing/2014/main" id="{81356997-A015-DF41-AB1B-2478B01303E3}"/>
              </a:ext>
            </a:extLst>
          </p:cNvPr>
          <p:cNvSpPr>
            <a:spLocks noChangeShapeType="1"/>
          </p:cNvSpPr>
          <p:nvPr/>
        </p:nvSpPr>
        <p:spPr bwMode="auto">
          <a:xfrm>
            <a:off x="2988469" y="2218135"/>
            <a:ext cx="3290888" cy="0"/>
          </a:xfrm>
          <a:prstGeom prst="line">
            <a:avLst/>
          </a:prstGeom>
          <a:noFill/>
          <a:ln w="9525">
            <a:solidFill>
              <a:schemeClr val="tx1"/>
            </a:solidFill>
            <a:prstDash val="dash"/>
            <a:round/>
            <a:headEnd/>
            <a:tailEnd/>
          </a:ln>
          <a:effectLst/>
        </p:spPr>
        <p:txBody>
          <a:bodyPr wrap="none" anchor="ctr"/>
          <a:lstStyle/>
          <a:p>
            <a:pPr eaLnBrk="1" hangingPunct="1">
              <a:defRPr/>
            </a:pPr>
            <a:endParaRPr lang="zh-CN" altLang="en-US">
              <a:latin typeface="Tahoma" charset="0"/>
              <a:ea typeface="宋体" charset="-122"/>
              <a:cs typeface="+mn-cs"/>
            </a:endParaRPr>
          </a:p>
        </p:txBody>
      </p:sp>
    </p:spTree>
    <p:extLst>
      <p:ext uri="{BB962C8B-B14F-4D97-AF65-F5344CB8AC3E}">
        <p14:creationId xmlns:p14="http://schemas.microsoft.com/office/powerpoint/2010/main" val="39971107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mph" presetSubtype="0" repeatCount="4000" fill="hold" grpId="0" nodeType="afterEffect">
                                  <p:stCondLst>
                                    <p:cond delay="0"/>
                                  </p:stCondLst>
                                  <p:childTnLst>
                                    <p:anim calcmode="discrete" valueType="str">
                                      <p:cBhvr override="childStyle">
                                        <p:cTn id="6" dur="1000" fill="hold"/>
                                        <p:tgtEl>
                                          <p:spTgt spid="781418">
                                            <p:txEl>
                                              <p:charRg st="4294967295" end="4294967295"/>
                                            </p:txEl>
                                          </p:spTgt>
                                        </p:tgtEl>
                                        <p:attrNameLst>
                                          <p:attrName>style.fontWeight</p:attrName>
                                        </p:attrNameLst>
                                      </p:cBhvr>
                                      <p:tavLst>
                                        <p:tav tm="0">
                                          <p:val>
                                            <p:strVal val="normal"/>
                                          </p:val>
                                        </p:tav>
                                        <p:tav tm="50000">
                                          <p:val>
                                            <p:strVal val="bold"/>
                                          </p:val>
                                        </p:tav>
                                        <p:tav tm="60000">
                                          <p:val>
                                            <p:strVal val="normal"/>
                                          </p:val>
                                        </p:tav>
                                        <p:tav tm="100000">
                                          <p:val>
                                            <p:strVal val="normal"/>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1418"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794" name="Rectangle 2">
            <a:extLst>
              <a:ext uri="{FF2B5EF4-FFF2-40B4-BE49-F238E27FC236}">
                <a16:creationId xmlns:a16="http://schemas.microsoft.com/office/drawing/2014/main" id="{A011A65A-6513-1E48-9AAF-1812262E3077}"/>
              </a:ext>
            </a:extLst>
          </p:cNvPr>
          <p:cNvSpPr>
            <a:spLocks noChangeArrowheads="1"/>
          </p:cNvSpPr>
          <p:nvPr/>
        </p:nvSpPr>
        <p:spPr bwMode="auto">
          <a:xfrm>
            <a:off x="1040150" y="1913117"/>
            <a:ext cx="7246143" cy="589359"/>
          </a:xfrm>
          <a:prstGeom prst="rect">
            <a:avLst/>
          </a:prstGeom>
          <a:solidFill>
            <a:srgbClr val="FFFFCC"/>
          </a:solidFill>
          <a:ln w="9525">
            <a:solidFill>
              <a:srgbClr val="333399"/>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801795" name="Rectangle 3">
            <a:extLst>
              <a:ext uri="{FF2B5EF4-FFF2-40B4-BE49-F238E27FC236}">
                <a16:creationId xmlns:a16="http://schemas.microsoft.com/office/drawing/2014/main" id="{BB4B0209-7141-C84A-BF8B-3FEFD531247D}"/>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发送窗口的上限值</a:t>
            </a:r>
          </a:p>
        </p:txBody>
      </p:sp>
      <p:sp>
        <p:nvSpPr>
          <p:cNvPr id="801796" name="Rectangle 4">
            <a:extLst>
              <a:ext uri="{FF2B5EF4-FFF2-40B4-BE49-F238E27FC236}">
                <a16:creationId xmlns:a16="http://schemas.microsoft.com/office/drawing/2014/main" id="{2DEA4890-26FF-6243-9951-1FF8504CB7CD}"/>
              </a:ext>
            </a:extLst>
          </p:cNvPr>
          <p:cNvSpPr>
            <a:spLocks noGrp="1" noChangeArrowheads="1"/>
          </p:cNvSpPr>
          <p:nvPr>
            <p:ph type="body" idx="1"/>
          </p:nvPr>
        </p:nvSpPr>
        <p:spPr>
          <a:xfrm>
            <a:off x="332509" y="1108365"/>
            <a:ext cx="8606007" cy="3569602"/>
          </a:xfrm>
        </p:spPr>
        <p:txBody>
          <a:bodyPr/>
          <a:lstStyle/>
          <a:p>
            <a:pPr eaLnBrk="1" hangingPunct="1">
              <a:lnSpc>
                <a:spcPct val="90000"/>
              </a:lnSpc>
              <a:defRPr/>
            </a:pPr>
            <a:r>
              <a:rPr lang="zh-CN" altLang="en-US" dirty="0">
                <a:ea typeface="宋体" panose="02010600030101010101" pitchFamily="2" charset="-122"/>
              </a:rPr>
              <a:t>发送方的发送窗口的上限值应当取为接收方窗口 </a:t>
            </a:r>
            <a:r>
              <a:rPr lang="en-US" altLang="zh-CN" dirty="0" err="1">
                <a:ea typeface="宋体" panose="02010600030101010101" pitchFamily="2" charset="-122"/>
              </a:rPr>
              <a:t>rwnd</a:t>
            </a:r>
            <a:r>
              <a:rPr lang="en-US" altLang="zh-CN" dirty="0">
                <a:ea typeface="宋体" panose="02010600030101010101" pitchFamily="2" charset="-122"/>
              </a:rPr>
              <a:t> </a:t>
            </a:r>
            <a:r>
              <a:rPr lang="zh-CN" altLang="en-US" dirty="0">
                <a:ea typeface="宋体" panose="02010600030101010101" pitchFamily="2" charset="-122"/>
              </a:rPr>
              <a:t>和拥塞窗口 </a:t>
            </a:r>
            <a:r>
              <a:rPr lang="en-US" altLang="zh-CN" dirty="0" err="1">
                <a:ea typeface="宋体" panose="02010600030101010101" pitchFamily="2" charset="-122"/>
              </a:rPr>
              <a:t>cwnd</a:t>
            </a:r>
            <a:r>
              <a:rPr lang="en-US" altLang="zh-CN" dirty="0">
                <a:ea typeface="宋体" panose="02010600030101010101" pitchFamily="2" charset="-122"/>
              </a:rPr>
              <a:t> </a:t>
            </a:r>
            <a:r>
              <a:rPr lang="zh-CN" altLang="en-US" dirty="0">
                <a:ea typeface="宋体" panose="02010600030101010101" pitchFamily="2" charset="-122"/>
              </a:rPr>
              <a:t>这两个变量中较小的一个，即应按以下公式确定：</a:t>
            </a:r>
          </a:p>
          <a:p>
            <a:pPr eaLnBrk="1" hangingPunct="1">
              <a:lnSpc>
                <a:spcPct val="90000"/>
              </a:lnSpc>
              <a:spcBef>
                <a:spcPct val="70000"/>
              </a:spcBef>
              <a:spcAft>
                <a:spcPct val="60000"/>
              </a:spcAft>
              <a:buFont typeface="Wingdings" pitchFamily="2" charset="2"/>
              <a:buNone/>
              <a:defRPr/>
            </a:pPr>
            <a:r>
              <a:rPr lang="zh-CN" altLang="en-US" dirty="0">
                <a:ea typeface="宋体" panose="02010600030101010101" pitchFamily="2" charset="-122"/>
              </a:rPr>
              <a:t>           发送窗口的上限值 </a:t>
            </a:r>
            <a:r>
              <a:rPr lang="zh-CN" altLang="en-US" dirty="0">
                <a:ea typeface="宋体" panose="02010600030101010101" pitchFamily="2" charset="-122"/>
                <a:sym typeface="Symbol" pitchFamily="2" charset="2"/>
              </a:rPr>
              <a:t></a:t>
            </a:r>
            <a:r>
              <a:rPr lang="zh-CN" altLang="en-US" dirty="0">
                <a:ea typeface="宋体" panose="02010600030101010101" pitchFamily="2" charset="-122"/>
              </a:rPr>
              <a:t> </a:t>
            </a:r>
            <a:r>
              <a:rPr lang="en-US" altLang="zh-CN" dirty="0">
                <a:ea typeface="宋体" panose="02010600030101010101" pitchFamily="2" charset="-122"/>
              </a:rPr>
              <a:t>Min [</a:t>
            </a:r>
            <a:r>
              <a:rPr lang="en-US" altLang="zh-CN" dirty="0" err="1">
                <a:ea typeface="宋体" panose="02010600030101010101" pitchFamily="2" charset="-122"/>
              </a:rPr>
              <a:t>rwnd</a:t>
            </a:r>
            <a:r>
              <a:rPr lang="en-US" altLang="zh-CN" dirty="0">
                <a:ea typeface="宋体" panose="02010600030101010101" pitchFamily="2" charset="-122"/>
              </a:rPr>
              <a:t>, </a:t>
            </a:r>
            <a:r>
              <a:rPr lang="en-US" altLang="zh-CN" dirty="0" err="1">
                <a:ea typeface="宋体" panose="02010600030101010101" pitchFamily="2" charset="-122"/>
              </a:rPr>
              <a:t>cwnd</a:t>
            </a:r>
            <a:r>
              <a:rPr lang="en-US" altLang="zh-CN" dirty="0">
                <a:ea typeface="宋体" panose="02010600030101010101" pitchFamily="2" charset="-122"/>
              </a:rPr>
              <a:t>]                 (5-8)</a:t>
            </a:r>
          </a:p>
          <a:p>
            <a:pPr eaLnBrk="1" hangingPunct="1">
              <a:lnSpc>
                <a:spcPct val="90000"/>
              </a:lnSpc>
              <a:defRPr/>
            </a:pPr>
            <a:r>
              <a:rPr lang="zh-CN" altLang="en-US" dirty="0">
                <a:ea typeface="宋体" panose="02010600030101010101" pitchFamily="2" charset="-122"/>
              </a:rPr>
              <a:t>当 </a:t>
            </a:r>
            <a:r>
              <a:rPr lang="en-US" altLang="zh-CN" dirty="0" err="1">
                <a:ea typeface="宋体" panose="02010600030101010101" pitchFamily="2" charset="-122"/>
              </a:rPr>
              <a:t>rwnd</a:t>
            </a:r>
            <a:r>
              <a:rPr lang="en-US" altLang="zh-CN" dirty="0">
                <a:ea typeface="宋体" panose="02010600030101010101" pitchFamily="2" charset="-122"/>
              </a:rPr>
              <a:t> &lt; </a:t>
            </a:r>
            <a:r>
              <a:rPr lang="en-US" altLang="zh-CN" dirty="0" err="1">
                <a:ea typeface="宋体" panose="02010600030101010101" pitchFamily="2" charset="-122"/>
              </a:rPr>
              <a:t>cwnd</a:t>
            </a:r>
            <a:r>
              <a:rPr lang="en-US" altLang="zh-CN" dirty="0">
                <a:ea typeface="宋体" panose="02010600030101010101" pitchFamily="2" charset="-122"/>
              </a:rPr>
              <a:t> </a:t>
            </a:r>
            <a:r>
              <a:rPr lang="zh-CN" altLang="en-US" dirty="0">
                <a:ea typeface="宋体" panose="02010600030101010101" pitchFamily="2" charset="-122"/>
              </a:rPr>
              <a:t>时，是接收方的接收能力限制发送窗口的最大值。</a:t>
            </a:r>
          </a:p>
          <a:p>
            <a:pPr eaLnBrk="1" hangingPunct="1">
              <a:lnSpc>
                <a:spcPct val="90000"/>
              </a:lnSpc>
              <a:defRPr/>
            </a:pPr>
            <a:r>
              <a:rPr lang="zh-CN" altLang="en-US" dirty="0">
                <a:ea typeface="宋体" panose="02010600030101010101" pitchFamily="2" charset="-122"/>
              </a:rPr>
              <a:t>当 </a:t>
            </a:r>
            <a:r>
              <a:rPr lang="en-US" altLang="zh-CN" dirty="0" err="1">
                <a:ea typeface="宋体" panose="02010600030101010101" pitchFamily="2" charset="-122"/>
              </a:rPr>
              <a:t>cwnd</a:t>
            </a:r>
            <a:r>
              <a:rPr lang="en-US" altLang="zh-CN" dirty="0">
                <a:ea typeface="宋体" panose="02010600030101010101" pitchFamily="2" charset="-122"/>
              </a:rPr>
              <a:t> &lt; </a:t>
            </a:r>
            <a:r>
              <a:rPr lang="en-US" altLang="zh-CN" dirty="0" err="1">
                <a:ea typeface="宋体" panose="02010600030101010101" pitchFamily="2" charset="-122"/>
              </a:rPr>
              <a:t>rwnd</a:t>
            </a:r>
            <a:r>
              <a:rPr lang="en-US" altLang="zh-CN" dirty="0">
                <a:ea typeface="宋体" panose="02010600030101010101" pitchFamily="2" charset="-122"/>
              </a:rPr>
              <a:t> </a:t>
            </a:r>
            <a:r>
              <a:rPr lang="zh-CN" altLang="en-US" dirty="0">
                <a:ea typeface="宋体" panose="02010600030101010101" pitchFamily="2" charset="-122"/>
              </a:rPr>
              <a:t>时，则是网络的拥塞限制发送窗口的最大值。</a:t>
            </a:r>
            <a:r>
              <a:rPr lang="zh-CN" altLang="en-US" sz="2800" dirty="0">
                <a:latin typeface="Times New Roman" panose="02020603050405020304" pitchFamily="18" charset="0"/>
                <a:ea typeface="宋体" panose="02010600030101010101" pitchFamily="2" charset="-122"/>
              </a:rPr>
              <a:t> </a:t>
            </a:r>
            <a:endParaRPr lang="zh-CN" altLang="en-US" dirty="0">
              <a:ea typeface="宋体" panose="02010600030101010101" pitchFamily="2" charset="-122"/>
            </a:endParaRPr>
          </a:p>
          <a:p>
            <a:pPr eaLnBrk="1" hangingPunct="1">
              <a:lnSpc>
                <a:spcPct val="90000"/>
              </a:lnSpc>
              <a:defRPr/>
            </a:pPr>
            <a:endParaRPr lang="zh-CN" altLang="en-US" dirty="0">
              <a:ea typeface="宋体" panose="02010600030101010101" pitchFamily="2" charset="-122"/>
            </a:endParaRPr>
          </a:p>
        </p:txBody>
      </p:sp>
      <p:sp>
        <p:nvSpPr>
          <p:cNvPr id="2" name="幻灯片编号占位符 1">
            <a:extLst>
              <a:ext uri="{FF2B5EF4-FFF2-40B4-BE49-F238E27FC236}">
                <a16:creationId xmlns:a16="http://schemas.microsoft.com/office/drawing/2014/main" id="{75AA2967-8915-6843-8A45-1D804F19B752}"/>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8BF42E4-4421-CC48-BC2F-C41A1766395E}" type="slidenum">
              <a:rPr lang="en-US" altLang="zh-CN" sz="1050"/>
              <a:pPr>
                <a:defRPr/>
              </a:pPr>
              <a:t>110</a:t>
            </a:fld>
            <a:endParaRPr lang="en-US" altLang="zh-CN" sz="1050"/>
          </a:p>
        </p:txBody>
      </p:sp>
    </p:spTree>
    <p:extLst>
      <p:ext uri="{BB962C8B-B14F-4D97-AF65-F5344CB8AC3E}">
        <p14:creationId xmlns:p14="http://schemas.microsoft.com/office/powerpoint/2010/main" val="4452988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1796">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0179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1796" grpId="0" build="p"/>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034" name="Rectangle 2">
            <a:extLst>
              <a:ext uri="{FF2B5EF4-FFF2-40B4-BE49-F238E27FC236}">
                <a16:creationId xmlns:a16="http://schemas.microsoft.com/office/drawing/2014/main" id="{0CBF4FBF-AD42-F14F-B631-0D29DFCB88EA}"/>
              </a:ext>
            </a:extLst>
          </p:cNvPr>
          <p:cNvSpPr>
            <a:spLocks noGrp="1" noChangeArrowheads="1"/>
          </p:cNvSpPr>
          <p:nvPr>
            <p:ph type="title"/>
          </p:nvPr>
        </p:nvSpPr>
        <p:spPr>
          <a:xfrm>
            <a:off x="166256" y="269083"/>
            <a:ext cx="7781168" cy="589900"/>
          </a:xfrm>
        </p:spPr>
        <p:txBody>
          <a:bodyPr/>
          <a:lstStyle/>
          <a:p>
            <a:pPr eaLnBrk="1" hangingPunct="1">
              <a:defRPr/>
            </a:pPr>
            <a:r>
              <a:rPr lang="en-US" altLang="zh-CN" dirty="0">
                <a:latin typeface="Times New Roman" panose="02020603050405020304" pitchFamily="18" charset="0"/>
                <a:ea typeface="宋体" panose="02010600030101010101" pitchFamily="2" charset="-122"/>
              </a:rPr>
              <a:t>5.9    TCP </a:t>
            </a:r>
            <a:r>
              <a:rPr lang="zh-CN" altLang="en-US" dirty="0">
                <a:latin typeface="Times New Roman" panose="02020603050405020304" pitchFamily="18" charset="0"/>
                <a:ea typeface="宋体" panose="02010600030101010101" pitchFamily="2" charset="-122"/>
              </a:rPr>
              <a:t>的运输连接管理</a:t>
            </a:r>
          </a:p>
        </p:txBody>
      </p:sp>
      <p:sp>
        <p:nvSpPr>
          <p:cNvPr id="556035" name="Rectangle 3">
            <a:extLst>
              <a:ext uri="{FF2B5EF4-FFF2-40B4-BE49-F238E27FC236}">
                <a16:creationId xmlns:a16="http://schemas.microsoft.com/office/drawing/2014/main" id="{CBAE706A-4629-E846-939E-A1E96CA91AB1}"/>
              </a:ext>
            </a:extLst>
          </p:cNvPr>
          <p:cNvSpPr>
            <a:spLocks noGrp="1" noChangeArrowheads="1"/>
          </p:cNvSpPr>
          <p:nvPr>
            <p:ph type="body" idx="1"/>
          </p:nvPr>
        </p:nvSpPr>
        <p:spPr>
          <a:xfrm>
            <a:off x="166256" y="1607127"/>
            <a:ext cx="8769926" cy="3232764"/>
          </a:xfrm>
        </p:spPr>
        <p:txBody>
          <a:bodyPr/>
          <a:lstStyle/>
          <a:p>
            <a:pPr eaLnBrk="1" hangingPunct="1">
              <a:lnSpc>
                <a:spcPct val="90000"/>
              </a:lnSpc>
              <a:defRPr/>
            </a:pPr>
            <a:r>
              <a:rPr lang="zh-CN" altLang="en-US" dirty="0">
                <a:latin typeface="Times New Roman" panose="02020603050405020304" pitchFamily="18" charset="0"/>
                <a:ea typeface="宋体" panose="02010600030101010101" pitchFamily="2" charset="-122"/>
              </a:rPr>
              <a:t>运输连接就有三个阶段，即：</a:t>
            </a:r>
            <a:r>
              <a:rPr lang="zh-CN" altLang="en-US" dirty="0">
                <a:solidFill>
                  <a:schemeClr val="hlink"/>
                </a:solidFill>
                <a:latin typeface="Times New Roman" panose="02020603050405020304" pitchFamily="18" charset="0"/>
                <a:ea typeface="宋体" panose="02010600030101010101" pitchFamily="2" charset="-122"/>
              </a:rPr>
              <a:t>连接建立</a:t>
            </a:r>
            <a:r>
              <a:rPr lang="zh-CN" altLang="en-US" dirty="0">
                <a:latin typeface="Times New Roman" panose="02020603050405020304" pitchFamily="18" charset="0"/>
                <a:ea typeface="宋体" panose="02010600030101010101" pitchFamily="2" charset="-122"/>
              </a:rPr>
              <a:t>、</a:t>
            </a:r>
            <a:r>
              <a:rPr lang="zh-CN" altLang="en-US" dirty="0">
                <a:solidFill>
                  <a:schemeClr val="hlink"/>
                </a:solidFill>
                <a:latin typeface="Times New Roman" panose="02020603050405020304" pitchFamily="18" charset="0"/>
                <a:ea typeface="宋体" panose="02010600030101010101" pitchFamily="2" charset="-122"/>
              </a:rPr>
              <a:t>数据传送</a:t>
            </a:r>
            <a:r>
              <a:rPr lang="zh-CN" altLang="en-US" dirty="0">
                <a:latin typeface="Times New Roman" panose="02020603050405020304" pitchFamily="18" charset="0"/>
                <a:ea typeface="宋体" panose="02010600030101010101" pitchFamily="2" charset="-122"/>
              </a:rPr>
              <a:t>和</a:t>
            </a:r>
            <a:r>
              <a:rPr lang="zh-CN" altLang="en-US" dirty="0">
                <a:solidFill>
                  <a:schemeClr val="hlink"/>
                </a:solidFill>
                <a:latin typeface="Times New Roman" panose="02020603050405020304" pitchFamily="18" charset="0"/>
                <a:ea typeface="宋体" panose="02010600030101010101" pitchFamily="2" charset="-122"/>
              </a:rPr>
              <a:t>连接释放</a:t>
            </a:r>
            <a:r>
              <a:rPr lang="zh-CN" altLang="en-US" dirty="0">
                <a:latin typeface="Times New Roman" panose="02020603050405020304" pitchFamily="18" charset="0"/>
                <a:ea typeface="宋体" panose="02010600030101010101" pitchFamily="2" charset="-122"/>
              </a:rPr>
              <a:t>。运输连接的管理就是使运输连接的建立和释放都能正常地进行。</a:t>
            </a:r>
          </a:p>
          <a:p>
            <a:pPr eaLnBrk="1" hangingPunct="1">
              <a:lnSpc>
                <a:spcPct val="90000"/>
              </a:lnSpc>
              <a:defRPr/>
            </a:pPr>
            <a:r>
              <a:rPr lang="zh-CN" altLang="en-US" dirty="0">
                <a:latin typeface="Times New Roman" panose="02020603050405020304" pitchFamily="18" charset="0"/>
                <a:ea typeface="宋体" panose="02010600030101010101" pitchFamily="2" charset="-122"/>
              </a:rPr>
              <a:t>连接建立过程中要解决以下三个问题：</a:t>
            </a:r>
          </a:p>
          <a:p>
            <a:pPr lvl="1" eaLnBrk="1" hangingPunct="1">
              <a:lnSpc>
                <a:spcPct val="90000"/>
              </a:lnSpc>
              <a:defRPr/>
            </a:pPr>
            <a:r>
              <a:rPr lang="zh-CN" altLang="en-US" dirty="0">
                <a:solidFill>
                  <a:srgbClr val="333399"/>
                </a:solidFill>
                <a:latin typeface="黑体" panose="02010609060101010101" pitchFamily="49" charset="-122"/>
                <a:ea typeface="宋体" panose="02010600030101010101" pitchFamily="2" charset="-122"/>
              </a:rPr>
              <a:t>要使每一方能够确知对方的存在。</a:t>
            </a:r>
          </a:p>
          <a:p>
            <a:pPr lvl="1" eaLnBrk="1" hangingPunct="1">
              <a:lnSpc>
                <a:spcPct val="90000"/>
              </a:lnSpc>
              <a:defRPr/>
            </a:pPr>
            <a:r>
              <a:rPr lang="zh-CN" altLang="en-US" dirty="0">
                <a:solidFill>
                  <a:srgbClr val="333399"/>
                </a:solidFill>
                <a:latin typeface="黑体" panose="02010609060101010101" pitchFamily="49" charset="-122"/>
                <a:ea typeface="宋体" panose="02010600030101010101" pitchFamily="2" charset="-122"/>
              </a:rPr>
              <a:t>要允许双方协商一些参数（如最大报文段长度，最大窗口大小，服务质量等）。</a:t>
            </a:r>
          </a:p>
          <a:p>
            <a:pPr lvl="1" eaLnBrk="1" hangingPunct="1">
              <a:lnSpc>
                <a:spcPct val="90000"/>
              </a:lnSpc>
              <a:defRPr/>
            </a:pPr>
            <a:r>
              <a:rPr lang="zh-CN" altLang="en-US" dirty="0">
                <a:solidFill>
                  <a:srgbClr val="333399"/>
                </a:solidFill>
                <a:latin typeface="黑体" panose="02010609060101010101" pitchFamily="49" charset="-122"/>
                <a:ea typeface="宋体" panose="02010600030101010101" pitchFamily="2" charset="-122"/>
              </a:rPr>
              <a:t>能够对运输实体资源（如缓存大小，连接表中的项目等）进行分配。  </a:t>
            </a:r>
          </a:p>
        </p:txBody>
      </p:sp>
      <p:sp>
        <p:nvSpPr>
          <p:cNvPr id="2" name="幻灯片编号占位符 1">
            <a:extLst>
              <a:ext uri="{FF2B5EF4-FFF2-40B4-BE49-F238E27FC236}">
                <a16:creationId xmlns:a16="http://schemas.microsoft.com/office/drawing/2014/main" id="{41F81AC3-332D-E04B-8E9D-30F5F29F72E3}"/>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9F1EB80-F464-3A41-9D86-EC1CFF0D336C}" type="slidenum">
              <a:rPr lang="en-US" altLang="zh-CN" sz="1050"/>
              <a:pPr>
                <a:defRPr/>
              </a:pPr>
              <a:t>111</a:t>
            </a:fld>
            <a:endParaRPr lang="en-US" altLang="zh-CN" sz="1050"/>
          </a:p>
        </p:txBody>
      </p:sp>
      <p:sp>
        <p:nvSpPr>
          <p:cNvPr id="3" name="矩形 2">
            <a:extLst>
              <a:ext uri="{FF2B5EF4-FFF2-40B4-BE49-F238E27FC236}">
                <a16:creationId xmlns:a16="http://schemas.microsoft.com/office/drawing/2014/main" id="{13590BB8-CCD6-7A49-ACBF-6A60B473F826}"/>
              </a:ext>
            </a:extLst>
          </p:cNvPr>
          <p:cNvSpPr/>
          <p:nvPr/>
        </p:nvSpPr>
        <p:spPr>
          <a:xfrm>
            <a:off x="180111" y="992969"/>
            <a:ext cx="4572000" cy="523220"/>
          </a:xfrm>
          <a:prstGeom prst="rect">
            <a:avLst/>
          </a:prstGeom>
        </p:spPr>
        <p:txBody>
          <a:bodyPr>
            <a:spAutoFit/>
          </a:bodyPr>
          <a:lstStyle/>
          <a:p>
            <a:r>
              <a:rPr lang="en-US" altLang="zh-CN" sz="2800" dirty="0"/>
              <a:t>1.  </a:t>
            </a:r>
            <a:r>
              <a:rPr lang="zh-CN" altLang="en-US" sz="2800" dirty="0"/>
              <a:t>运输连接的三个阶段</a:t>
            </a:r>
            <a:r>
              <a:rPr lang="zh-CN" altLang="en-US" sz="2800" dirty="0">
                <a:latin typeface="Times New Roman" panose="02020603050405020304" pitchFamily="18" charset="0"/>
              </a:rPr>
              <a:t> </a:t>
            </a:r>
            <a:endParaRPr lang="zh-CN" altLang="en-US" sz="2800" dirty="0"/>
          </a:p>
        </p:txBody>
      </p:sp>
    </p:spTree>
    <p:extLst>
      <p:ext uri="{BB962C8B-B14F-4D97-AF65-F5344CB8AC3E}">
        <p14:creationId xmlns:p14="http://schemas.microsoft.com/office/powerpoint/2010/main" val="28533122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5603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5603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5603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5603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Rectangle 2">
            <a:extLst>
              <a:ext uri="{FF2B5EF4-FFF2-40B4-BE49-F238E27FC236}">
                <a16:creationId xmlns:a16="http://schemas.microsoft.com/office/drawing/2014/main" id="{878DF4C4-0E3E-C54C-98FF-416A9DCDE660}"/>
              </a:ext>
            </a:extLst>
          </p:cNvPr>
          <p:cNvSpPr>
            <a:spLocks noGrp="1" noChangeArrowheads="1"/>
          </p:cNvSpPr>
          <p:nvPr>
            <p:ph type="title"/>
          </p:nvPr>
        </p:nvSpPr>
        <p:spPr>
          <a:xfrm>
            <a:off x="161274" y="302564"/>
            <a:ext cx="6923272" cy="513880"/>
          </a:xfrm>
        </p:spPr>
        <p:txBody>
          <a:bodyPr/>
          <a:lstStyle/>
          <a:p>
            <a:pPr eaLnBrk="1" hangingPunct="1">
              <a:defRPr/>
            </a:pPr>
            <a:r>
              <a:rPr lang="zh-CN" altLang="en-US" dirty="0">
                <a:latin typeface="Times New Roman" panose="02020603050405020304" pitchFamily="18" charset="0"/>
                <a:ea typeface="宋体" panose="02010600030101010101" pitchFamily="2" charset="-122"/>
              </a:rPr>
              <a:t>客户</a:t>
            </a:r>
            <a:r>
              <a:rPr lang="zh-CN" altLang="en-US" dirty="0">
                <a:latin typeface="Times New Roman" panose="02020603050405020304" pitchFamily="18" charset="0"/>
                <a:ea typeface="宋体" panose="02010600030101010101" pitchFamily="2" charset="-122"/>
                <a:sym typeface="Symbol" pitchFamily="2" charset="2"/>
              </a:rPr>
              <a:t></a:t>
            </a:r>
            <a:r>
              <a:rPr lang="zh-CN" altLang="en-US" dirty="0">
                <a:latin typeface="Times New Roman" panose="02020603050405020304" pitchFamily="18" charset="0"/>
                <a:ea typeface="宋体" panose="02010600030101010101" pitchFamily="2" charset="-122"/>
              </a:rPr>
              <a:t>服务器方式 </a:t>
            </a:r>
          </a:p>
        </p:txBody>
      </p:sp>
      <p:sp>
        <p:nvSpPr>
          <p:cNvPr id="557059" name="Rectangle 3">
            <a:extLst>
              <a:ext uri="{FF2B5EF4-FFF2-40B4-BE49-F238E27FC236}">
                <a16:creationId xmlns:a16="http://schemas.microsoft.com/office/drawing/2014/main" id="{C42A1D9B-98A9-C44A-B003-39320184AE48}"/>
              </a:ext>
            </a:extLst>
          </p:cNvPr>
          <p:cNvSpPr>
            <a:spLocks noGrp="1" noChangeArrowheads="1"/>
          </p:cNvSpPr>
          <p:nvPr>
            <p:ph type="body" idx="1"/>
          </p:nvPr>
        </p:nvSpPr>
        <p:spPr/>
        <p:txBody>
          <a:bodyPr/>
          <a:lstStyle/>
          <a:p>
            <a:pPr eaLnBrk="1" hangingPunct="1">
              <a:defRPr/>
            </a:pPr>
            <a:r>
              <a:rPr lang="en-US" altLang="zh-CN">
                <a:latin typeface="Times New Roman" panose="02020603050405020304" pitchFamily="18" charset="0"/>
                <a:ea typeface="宋体" panose="02010600030101010101" pitchFamily="2" charset="-122"/>
              </a:rPr>
              <a:t>TCP </a:t>
            </a:r>
            <a:r>
              <a:rPr lang="zh-CN" altLang="en-US">
                <a:latin typeface="Times New Roman" panose="02020603050405020304" pitchFamily="18" charset="0"/>
                <a:ea typeface="宋体" panose="02010600030101010101" pitchFamily="2" charset="-122"/>
              </a:rPr>
              <a:t>连接的建立都是采用客户服务器方式。</a:t>
            </a:r>
          </a:p>
          <a:p>
            <a:pPr eaLnBrk="1" hangingPunct="1">
              <a:defRPr/>
            </a:pPr>
            <a:r>
              <a:rPr lang="zh-CN" altLang="en-US">
                <a:latin typeface="Times New Roman" panose="02020603050405020304" pitchFamily="18" charset="0"/>
                <a:ea typeface="宋体" panose="02010600030101010101" pitchFamily="2" charset="-122"/>
              </a:rPr>
              <a:t>主动发起连接建立的应用进程叫做</a:t>
            </a:r>
            <a:r>
              <a:rPr lang="zh-CN" altLang="en-US">
                <a:solidFill>
                  <a:schemeClr val="hlink"/>
                </a:solidFill>
                <a:latin typeface="Times New Roman" panose="02020603050405020304" pitchFamily="18" charset="0"/>
                <a:ea typeface="宋体" panose="02010600030101010101" pitchFamily="2" charset="-122"/>
              </a:rPr>
              <a:t>客户</a:t>
            </a:r>
            <a:r>
              <a:rPr lang="en-US" altLang="zh-CN">
                <a:latin typeface="Times New Roman" panose="02020603050405020304" pitchFamily="18" charset="0"/>
                <a:ea typeface="宋体" panose="02010600030101010101" pitchFamily="2" charset="-122"/>
              </a:rPr>
              <a:t>(client)</a:t>
            </a:r>
            <a:r>
              <a:rPr lang="zh-CN" altLang="en-US">
                <a:latin typeface="Times New Roman" panose="02020603050405020304" pitchFamily="18" charset="0"/>
                <a:ea typeface="宋体" panose="02010600030101010101" pitchFamily="2" charset="-122"/>
              </a:rPr>
              <a:t>。</a:t>
            </a:r>
          </a:p>
          <a:p>
            <a:pPr eaLnBrk="1" hangingPunct="1">
              <a:defRPr/>
            </a:pPr>
            <a:r>
              <a:rPr lang="zh-CN" altLang="en-US">
                <a:latin typeface="Times New Roman" panose="02020603050405020304" pitchFamily="18" charset="0"/>
                <a:ea typeface="宋体" panose="02010600030101010101" pitchFamily="2" charset="-122"/>
              </a:rPr>
              <a:t>被动等待连接建立的应用进程叫做</a:t>
            </a:r>
            <a:r>
              <a:rPr lang="zh-CN" altLang="en-US">
                <a:solidFill>
                  <a:schemeClr val="hlink"/>
                </a:solidFill>
                <a:latin typeface="Times New Roman" panose="02020603050405020304" pitchFamily="18" charset="0"/>
                <a:ea typeface="宋体" panose="02010600030101010101" pitchFamily="2" charset="-122"/>
              </a:rPr>
              <a:t>服务器</a:t>
            </a:r>
            <a:r>
              <a:rPr lang="en-US" altLang="zh-CN">
                <a:latin typeface="Times New Roman" panose="02020603050405020304" pitchFamily="18" charset="0"/>
                <a:ea typeface="宋体" panose="02010600030101010101" pitchFamily="2" charset="-122"/>
              </a:rPr>
              <a:t>(server)</a:t>
            </a:r>
            <a:r>
              <a:rPr lang="zh-CN" altLang="en-US">
                <a:latin typeface="Times New Roman" panose="02020603050405020304" pitchFamily="18" charset="0"/>
                <a:ea typeface="宋体" panose="02010600030101010101" pitchFamily="2" charset="-122"/>
              </a:rPr>
              <a:t>。 </a:t>
            </a:r>
          </a:p>
        </p:txBody>
      </p:sp>
      <p:sp>
        <p:nvSpPr>
          <p:cNvPr id="2" name="幻灯片编号占位符 1">
            <a:extLst>
              <a:ext uri="{FF2B5EF4-FFF2-40B4-BE49-F238E27FC236}">
                <a16:creationId xmlns:a16="http://schemas.microsoft.com/office/drawing/2014/main" id="{5CA85704-C90C-C748-B8B9-590013560391}"/>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21BEA79E-4429-504E-B71B-448D520FA569}" type="slidenum">
              <a:rPr lang="en-US" altLang="zh-CN" sz="1050"/>
              <a:pPr>
                <a:defRPr/>
              </a:pPr>
              <a:t>112</a:t>
            </a:fld>
            <a:endParaRPr lang="en-US" altLang="zh-CN" sz="1050"/>
          </a:p>
        </p:txBody>
      </p:sp>
    </p:spTree>
    <p:extLst>
      <p:ext uri="{BB962C8B-B14F-4D97-AF65-F5344CB8AC3E}">
        <p14:creationId xmlns:p14="http://schemas.microsoft.com/office/powerpoint/2010/main" val="38307608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5705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5705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8593" name="Group 77">
            <a:extLst>
              <a:ext uri="{FF2B5EF4-FFF2-40B4-BE49-F238E27FC236}">
                <a16:creationId xmlns:a16="http://schemas.microsoft.com/office/drawing/2014/main" id="{E04C2AF4-5887-984B-B37F-4324944B529E}"/>
              </a:ext>
            </a:extLst>
          </p:cNvPr>
          <p:cNvGrpSpPr>
            <a:grpSpLocks/>
          </p:cNvGrpSpPr>
          <p:nvPr/>
        </p:nvGrpSpPr>
        <p:grpSpPr bwMode="auto">
          <a:xfrm>
            <a:off x="2897981" y="2247900"/>
            <a:ext cx="3186113" cy="2581275"/>
            <a:chOff x="1474" y="1888"/>
            <a:chExt cx="2676" cy="2432"/>
          </a:xfrm>
        </p:grpSpPr>
        <p:sp>
          <p:nvSpPr>
            <p:cNvPr id="558155" name="Line 75">
              <a:extLst>
                <a:ext uri="{FF2B5EF4-FFF2-40B4-BE49-F238E27FC236}">
                  <a16:creationId xmlns:a16="http://schemas.microsoft.com/office/drawing/2014/main" id="{11A2FC05-2101-8948-A5F4-B6FB5CB6C211}"/>
                </a:ext>
              </a:extLst>
            </p:cNvPr>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558156" name="Line 76">
              <a:extLst>
                <a:ext uri="{FF2B5EF4-FFF2-40B4-BE49-F238E27FC236}">
                  <a16:creationId xmlns:a16="http://schemas.microsoft.com/office/drawing/2014/main" id="{608ED33B-81D3-6E45-9BF9-24037B6D98F0}"/>
                </a:ext>
              </a:extLst>
            </p:cNvPr>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sp>
        <p:nvSpPr>
          <p:cNvPr id="4" name="内容占位符 3">
            <a:extLst>
              <a:ext uri="{FF2B5EF4-FFF2-40B4-BE49-F238E27FC236}">
                <a16:creationId xmlns:a16="http://schemas.microsoft.com/office/drawing/2014/main" id="{A9085E44-A47C-8A4F-ACB6-5C0CADA68953}"/>
              </a:ext>
            </a:extLst>
          </p:cNvPr>
          <p:cNvSpPr>
            <a:spLocks noGrp="1"/>
          </p:cNvSpPr>
          <p:nvPr>
            <p:ph idx="1"/>
          </p:nvPr>
        </p:nvSpPr>
        <p:spPr>
          <a:xfrm>
            <a:off x="133563" y="990200"/>
            <a:ext cx="8804953" cy="577750"/>
          </a:xfrm>
        </p:spPr>
        <p:txBody>
          <a:bodyPr/>
          <a:lstStyle/>
          <a:p>
            <a:r>
              <a:rPr lang="zh-CN" altLang="en-US" sz="2800" dirty="0">
                <a:ea typeface="宋体" panose="02010600030101010101" pitchFamily="2" charset="-122"/>
              </a:rPr>
              <a:t>用三次握手建立 </a:t>
            </a:r>
            <a:r>
              <a:rPr lang="en-US" altLang="zh-CN" sz="2800" dirty="0">
                <a:ea typeface="宋体" panose="02010600030101010101" pitchFamily="2" charset="-122"/>
              </a:rPr>
              <a:t>TCP </a:t>
            </a:r>
            <a:r>
              <a:rPr lang="zh-CN" altLang="en-US" sz="2800" dirty="0">
                <a:ea typeface="宋体" panose="02010600030101010101" pitchFamily="2" charset="-122"/>
              </a:rPr>
              <a:t>连接 </a:t>
            </a:r>
            <a:endParaRPr kumimoji="1" lang="zh-CN" altLang="en-US" sz="2800" dirty="0"/>
          </a:p>
        </p:txBody>
      </p:sp>
      <p:sp>
        <p:nvSpPr>
          <p:cNvPr id="2" name="幻灯片编号占位符 1">
            <a:extLst>
              <a:ext uri="{FF2B5EF4-FFF2-40B4-BE49-F238E27FC236}">
                <a16:creationId xmlns:a16="http://schemas.microsoft.com/office/drawing/2014/main" id="{204473C8-41C8-094A-B58E-F9744B38B03A}"/>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3A981BB-708C-0041-9565-0735A84C5CBA}" type="slidenum">
              <a:rPr lang="en-US" altLang="zh-CN" sz="1050"/>
              <a:pPr>
                <a:defRPr/>
              </a:pPr>
              <a:t>113</a:t>
            </a:fld>
            <a:endParaRPr lang="en-US" altLang="zh-CN" sz="1050"/>
          </a:p>
        </p:txBody>
      </p:sp>
      <p:sp>
        <p:nvSpPr>
          <p:cNvPr id="558084" name="Rectangle 4">
            <a:extLst>
              <a:ext uri="{FF2B5EF4-FFF2-40B4-BE49-F238E27FC236}">
                <a16:creationId xmlns:a16="http://schemas.microsoft.com/office/drawing/2014/main" id="{230A84E3-02A2-3D48-A0A9-53D10088399B}"/>
              </a:ext>
            </a:extLst>
          </p:cNvPr>
          <p:cNvSpPr>
            <a:spLocks noGrp="1" noChangeArrowheads="1"/>
          </p:cNvSpPr>
          <p:nvPr>
            <p:ph type="title"/>
          </p:nvPr>
        </p:nvSpPr>
        <p:spPr/>
        <p:txBody>
          <a:bodyPr/>
          <a:lstStyle/>
          <a:p>
            <a:pPr eaLnBrk="1" hangingPunct="1">
              <a:defRPr/>
            </a:pPr>
            <a:r>
              <a:rPr lang="en-US" altLang="zh-CN" dirty="0">
                <a:solidFill>
                  <a:srgbClr val="333399"/>
                </a:solidFill>
                <a:latin typeface="Arial" panose="020B0604020202020204" pitchFamily="34" charset="0"/>
              </a:rPr>
              <a:t>5.9.1  TCP </a:t>
            </a:r>
            <a:r>
              <a:rPr lang="zh-CN" altLang="en-US" dirty="0">
                <a:solidFill>
                  <a:srgbClr val="333399"/>
                </a:solidFill>
                <a:latin typeface="Arial" panose="020B0604020202020204" pitchFamily="34" charset="0"/>
              </a:rPr>
              <a:t>的连接建立</a:t>
            </a:r>
            <a:endParaRPr lang="zh-CN" altLang="en-US" sz="3000" dirty="0">
              <a:latin typeface="Times New Roman" panose="02020603050405020304" pitchFamily="18" charset="0"/>
              <a:ea typeface="宋体" panose="02010600030101010101" pitchFamily="2" charset="-122"/>
            </a:endParaRPr>
          </a:p>
        </p:txBody>
      </p:sp>
      <p:grpSp>
        <p:nvGrpSpPr>
          <p:cNvPr id="558141" name="Group 61">
            <a:extLst>
              <a:ext uri="{FF2B5EF4-FFF2-40B4-BE49-F238E27FC236}">
                <a16:creationId xmlns:a16="http://schemas.microsoft.com/office/drawing/2014/main" id="{97329CC9-8DDA-C249-AC21-253C08C68010}"/>
              </a:ext>
            </a:extLst>
          </p:cNvPr>
          <p:cNvGrpSpPr>
            <a:grpSpLocks/>
          </p:cNvGrpSpPr>
          <p:nvPr/>
        </p:nvGrpSpPr>
        <p:grpSpPr bwMode="auto">
          <a:xfrm>
            <a:off x="2952750" y="2734761"/>
            <a:ext cx="3083719" cy="619124"/>
            <a:chOff x="1520" y="1878"/>
            <a:chExt cx="2590" cy="520"/>
          </a:xfrm>
        </p:grpSpPr>
        <p:sp>
          <p:nvSpPr>
            <p:cNvPr id="558105" name="Rectangle 25">
              <a:extLst>
                <a:ext uri="{FF2B5EF4-FFF2-40B4-BE49-F238E27FC236}">
                  <a16:creationId xmlns:a16="http://schemas.microsoft.com/office/drawing/2014/main" id="{FB4E500A-AD91-9F45-9B3E-7AB930B37A2E}"/>
                </a:ext>
              </a:extLst>
            </p:cNvPr>
            <p:cNvSpPr>
              <a:spLocks noChangeArrowheads="1"/>
            </p:cNvSpPr>
            <p:nvPr/>
          </p:nvSpPr>
          <p:spPr bwMode="auto">
            <a:xfrm rot="665985">
              <a:off x="2097" y="1878"/>
              <a:ext cx="1342" cy="250"/>
            </a:xfrm>
            <a:prstGeom prst="rect">
              <a:avLst/>
            </a:prstGeom>
            <a:noFill/>
            <a:ln>
              <a:noFill/>
            </a:ln>
            <a:effectLst/>
          </p:spPr>
          <p:txBody>
            <a:bodyPr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chemeClr val="folHlink"/>
                  </a:solidFill>
                  <a:latin typeface="Times New Roman" charset="0"/>
                  <a:ea typeface="黑体" charset="-122"/>
                </a:rPr>
                <a:t>SYN = 1, seq = x</a:t>
              </a:r>
            </a:p>
          </p:txBody>
        </p:sp>
        <p:sp>
          <p:nvSpPr>
            <p:cNvPr id="558108" name="Line 28">
              <a:extLst>
                <a:ext uri="{FF2B5EF4-FFF2-40B4-BE49-F238E27FC236}">
                  <a16:creationId xmlns:a16="http://schemas.microsoft.com/office/drawing/2014/main" id="{40D82DD2-2E62-8547-9C2C-67912468B0EE}"/>
                </a:ext>
              </a:extLst>
            </p:cNvPr>
            <p:cNvSpPr>
              <a:spLocks noChangeShapeType="1"/>
            </p:cNvSpPr>
            <p:nvPr/>
          </p:nvSpPr>
          <p:spPr bwMode="auto">
            <a:xfrm>
              <a:off x="1520" y="1893"/>
              <a:ext cx="2590" cy="505"/>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sp>
        <p:nvSpPr>
          <p:cNvPr id="558111" name="Rectangle 31">
            <a:extLst>
              <a:ext uri="{FF2B5EF4-FFF2-40B4-BE49-F238E27FC236}">
                <a16:creationId xmlns:a16="http://schemas.microsoft.com/office/drawing/2014/main" id="{82165C1A-CF16-5242-B215-0D35665A133E}"/>
              </a:ext>
            </a:extLst>
          </p:cNvPr>
          <p:cNvSpPr>
            <a:spLocks noChangeArrowheads="1"/>
          </p:cNvSpPr>
          <p:nvPr/>
        </p:nvSpPr>
        <p:spPr bwMode="auto">
          <a:xfrm>
            <a:off x="2220517" y="2294231"/>
            <a:ext cx="725090" cy="411956"/>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558112" name="Text Box 32">
            <a:extLst>
              <a:ext uri="{FF2B5EF4-FFF2-40B4-BE49-F238E27FC236}">
                <a16:creationId xmlns:a16="http://schemas.microsoft.com/office/drawing/2014/main" id="{262DDBA0-9EA4-5C49-8547-5F418315008B}"/>
              </a:ext>
            </a:extLst>
          </p:cNvPr>
          <p:cNvSpPr txBox="1">
            <a:spLocks noChangeArrowheads="1"/>
          </p:cNvSpPr>
          <p:nvPr/>
        </p:nvSpPr>
        <p:spPr bwMode="auto">
          <a:xfrm>
            <a:off x="2183607" y="2340665"/>
            <a:ext cx="857927" cy="300082"/>
          </a:xfrm>
          <a:prstGeom prst="rect">
            <a:avLst/>
          </a:prstGeom>
          <a:noFill/>
          <a:ln>
            <a:noFill/>
          </a:ln>
          <a:effectLst/>
        </p:spPr>
        <p:txBody>
          <a:bodyPr wrap="none">
            <a:spAutoFit/>
          </a:bodyP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sp>
        <p:nvSpPr>
          <p:cNvPr id="558117" name="Rectangle 37">
            <a:extLst>
              <a:ext uri="{FF2B5EF4-FFF2-40B4-BE49-F238E27FC236}">
                <a16:creationId xmlns:a16="http://schemas.microsoft.com/office/drawing/2014/main" id="{028E74E8-338E-4941-9DE5-BC86A44F180C}"/>
              </a:ext>
            </a:extLst>
          </p:cNvPr>
          <p:cNvSpPr>
            <a:spLocks noChangeArrowheads="1"/>
          </p:cNvSpPr>
          <p:nvPr/>
        </p:nvSpPr>
        <p:spPr bwMode="auto">
          <a:xfrm>
            <a:off x="6037660" y="2294231"/>
            <a:ext cx="739378" cy="411956"/>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558119" name="Text Box 39">
            <a:extLst>
              <a:ext uri="{FF2B5EF4-FFF2-40B4-BE49-F238E27FC236}">
                <a16:creationId xmlns:a16="http://schemas.microsoft.com/office/drawing/2014/main" id="{8E77B9E9-75CB-084A-97EB-667701777A84}"/>
              </a:ext>
            </a:extLst>
          </p:cNvPr>
          <p:cNvSpPr txBox="1">
            <a:spLocks noChangeArrowheads="1"/>
          </p:cNvSpPr>
          <p:nvPr/>
        </p:nvSpPr>
        <p:spPr bwMode="auto">
          <a:xfrm>
            <a:off x="6007894" y="2340665"/>
            <a:ext cx="857927" cy="300082"/>
          </a:xfrm>
          <a:prstGeom prst="rect">
            <a:avLst/>
          </a:prstGeom>
          <a:noFill/>
          <a:ln>
            <a:noFill/>
          </a:ln>
          <a:effectLst/>
        </p:spPr>
        <p:txBody>
          <a:bodyPr wrap="none">
            <a:spAutoFit/>
          </a:bodyP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grpSp>
        <p:nvGrpSpPr>
          <p:cNvPr id="558147" name="Group 67">
            <a:extLst>
              <a:ext uri="{FF2B5EF4-FFF2-40B4-BE49-F238E27FC236}">
                <a16:creationId xmlns:a16="http://schemas.microsoft.com/office/drawing/2014/main" id="{8FD5E579-25A0-6547-9684-5101A005B65D}"/>
              </a:ext>
            </a:extLst>
          </p:cNvPr>
          <p:cNvGrpSpPr>
            <a:grpSpLocks/>
          </p:cNvGrpSpPr>
          <p:nvPr/>
        </p:nvGrpSpPr>
        <p:grpSpPr bwMode="auto">
          <a:xfrm>
            <a:off x="1439466" y="2041818"/>
            <a:ext cx="990600" cy="710804"/>
            <a:chOff x="249" y="1296"/>
            <a:chExt cx="832" cy="597"/>
          </a:xfrm>
        </p:grpSpPr>
        <p:sp>
          <p:nvSpPr>
            <p:cNvPr id="558124" name="Rectangle 44">
              <a:extLst>
                <a:ext uri="{FF2B5EF4-FFF2-40B4-BE49-F238E27FC236}">
                  <a16:creationId xmlns:a16="http://schemas.microsoft.com/office/drawing/2014/main" id="{91D1E5B5-38B7-2B40-A749-353841B12ADD}"/>
                </a:ext>
              </a:extLst>
            </p:cNvPr>
            <p:cNvSpPr>
              <a:spLocks noChangeArrowheads="1"/>
            </p:cNvSpPr>
            <p:nvPr/>
          </p:nvSpPr>
          <p:spPr bwMode="auto">
            <a:xfrm>
              <a:off x="251" y="1638"/>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主动打开</a:t>
              </a:r>
            </a:p>
          </p:txBody>
        </p:sp>
        <p:sp>
          <p:nvSpPr>
            <p:cNvPr id="558126" name="Freeform 46">
              <a:extLst>
                <a:ext uri="{FF2B5EF4-FFF2-40B4-BE49-F238E27FC236}">
                  <a16:creationId xmlns:a16="http://schemas.microsoft.com/office/drawing/2014/main" id="{682AED87-9AAD-4C4F-9410-18BAE860B288}"/>
                </a:ext>
              </a:extLst>
            </p:cNvPr>
            <p:cNvSpPr>
              <a:spLocks/>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grpSp>
      <p:grpSp>
        <p:nvGrpSpPr>
          <p:cNvPr id="558146" name="Group 66">
            <a:extLst>
              <a:ext uri="{FF2B5EF4-FFF2-40B4-BE49-F238E27FC236}">
                <a16:creationId xmlns:a16="http://schemas.microsoft.com/office/drawing/2014/main" id="{B774B357-BB18-4D49-8A25-7139B893F354}"/>
              </a:ext>
            </a:extLst>
          </p:cNvPr>
          <p:cNvGrpSpPr>
            <a:grpSpLocks/>
          </p:cNvGrpSpPr>
          <p:nvPr/>
        </p:nvGrpSpPr>
        <p:grpSpPr bwMode="auto">
          <a:xfrm>
            <a:off x="6560344" y="2047772"/>
            <a:ext cx="1046560" cy="704850"/>
            <a:chOff x="4550" y="1301"/>
            <a:chExt cx="879" cy="592"/>
          </a:xfrm>
        </p:grpSpPr>
        <p:sp>
          <p:nvSpPr>
            <p:cNvPr id="558125" name="Rectangle 45">
              <a:extLst>
                <a:ext uri="{FF2B5EF4-FFF2-40B4-BE49-F238E27FC236}">
                  <a16:creationId xmlns:a16="http://schemas.microsoft.com/office/drawing/2014/main" id="{B8CA437E-D1C1-7A4E-BBF7-944817E2689C}"/>
                </a:ext>
              </a:extLst>
            </p:cNvPr>
            <p:cNvSpPr>
              <a:spLocks noChangeArrowheads="1"/>
            </p:cNvSpPr>
            <p:nvPr/>
          </p:nvSpPr>
          <p:spPr bwMode="auto">
            <a:xfrm>
              <a:off x="4732" y="1617"/>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被动打开</a:t>
              </a:r>
            </a:p>
          </p:txBody>
        </p:sp>
        <p:sp>
          <p:nvSpPr>
            <p:cNvPr id="558130" name="Freeform 50">
              <a:extLst>
                <a:ext uri="{FF2B5EF4-FFF2-40B4-BE49-F238E27FC236}">
                  <a16:creationId xmlns:a16="http://schemas.microsoft.com/office/drawing/2014/main" id="{C5EEDFDC-AAEF-A94B-896E-B2BBAEC83251}"/>
                </a:ext>
              </a:extLst>
            </p:cNvPr>
            <p:cNvSpPr>
              <a:spLocks/>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grpSp>
      <p:pic>
        <p:nvPicPr>
          <p:cNvPr id="558133" name="Picture 53">
            <a:extLst>
              <a:ext uri="{FF2B5EF4-FFF2-40B4-BE49-F238E27FC236}">
                <a16:creationId xmlns:a16="http://schemas.microsoft.com/office/drawing/2014/main" id="{3E4D3CA7-B514-3245-A3DE-5BDB84B31575}"/>
              </a:ext>
            </a:extLst>
          </p:cNvPr>
          <p:cNvPicPr>
            <a:picLocks noChangeArrowheads="1"/>
          </p:cNvPicPr>
          <p:nvPr/>
        </p:nvPicPr>
        <p:blipFill>
          <a:blip r:embed="rId3"/>
          <a:srcRect/>
          <a:stretch>
            <a:fillRect/>
          </a:stretch>
        </p:blipFill>
        <p:spPr bwMode="auto">
          <a:xfrm>
            <a:off x="2395537" y="1833459"/>
            <a:ext cx="376238" cy="388144"/>
          </a:xfrm>
          <a:prstGeom prst="rect">
            <a:avLst/>
          </a:prstGeom>
          <a:noFill/>
          <a:ln>
            <a:noFill/>
          </a:ln>
          <a:effectLst/>
        </p:spPr>
      </p:pic>
      <p:pic>
        <p:nvPicPr>
          <p:cNvPr id="558134" name="Picture 54">
            <a:extLst>
              <a:ext uri="{FF2B5EF4-FFF2-40B4-BE49-F238E27FC236}">
                <a16:creationId xmlns:a16="http://schemas.microsoft.com/office/drawing/2014/main" id="{DD07295F-8C27-D14A-919E-57FE0D317C1C}"/>
              </a:ext>
            </a:extLst>
          </p:cNvPr>
          <p:cNvPicPr>
            <a:picLocks noChangeArrowheads="1"/>
          </p:cNvPicPr>
          <p:nvPr/>
        </p:nvPicPr>
        <p:blipFill>
          <a:blip r:embed="rId3"/>
          <a:srcRect/>
          <a:stretch>
            <a:fillRect/>
          </a:stretch>
        </p:blipFill>
        <p:spPr bwMode="auto">
          <a:xfrm>
            <a:off x="6219825" y="1833459"/>
            <a:ext cx="376238" cy="388144"/>
          </a:xfrm>
          <a:prstGeom prst="rect">
            <a:avLst/>
          </a:prstGeom>
          <a:noFill/>
          <a:ln>
            <a:noFill/>
          </a:ln>
          <a:effectLst/>
        </p:spPr>
      </p:pic>
      <p:sp>
        <p:nvSpPr>
          <p:cNvPr id="558135" name="Rectangle 55">
            <a:extLst>
              <a:ext uri="{FF2B5EF4-FFF2-40B4-BE49-F238E27FC236}">
                <a16:creationId xmlns:a16="http://schemas.microsoft.com/office/drawing/2014/main" id="{B30CD018-B583-5A4E-8F21-D9F8BE307E47}"/>
              </a:ext>
            </a:extLst>
          </p:cNvPr>
          <p:cNvSpPr>
            <a:spLocks noChangeArrowheads="1"/>
          </p:cNvSpPr>
          <p:nvPr/>
        </p:nvSpPr>
        <p:spPr bwMode="auto">
          <a:xfrm>
            <a:off x="2713435" y="1833459"/>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558136" name="Rectangle 56">
            <a:extLst>
              <a:ext uri="{FF2B5EF4-FFF2-40B4-BE49-F238E27FC236}">
                <a16:creationId xmlns:a16="http://schemas.microsoft.com/office/drawing/2014/main" id="{1CA5AE53-818C-534D-861C-65B3CF1878CD}"/>
              </a:ext>
            </a:extLst>
          </p:cNvPr>
          <p:cNvSpPr>
            <a:spLocks noChangeArrowheads="1"/>
          </p:cNvSpPr>
          <p:nvPr/>
        </p:nvSpPr>
        <p:spPr bwMode="auto">
          <a:xfrm>
            <a:off x="6044804" y="1833459"/>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558137" name="Rectangle 57">
            <a:extLst>
              <a:ext uri="{FF2B5EF4-FFF2-40B4-BE49-F238E27FC236}">
                <a16:creationId xmlns:a16="http://schemas.microsoft.com/office/drawing/2014/main" id="{14078BF8-5665-3444-8896-7DB40A5F6815}"/>
              </a:ext>
            </a:extLst>
          </p:cNvPr>
          <p:cNvSpPr>
            <a:spLocks noChangeArrowheads="1"/>
          </p:cNvSpPr>
          <p:nvPr/>
        </p:nvSpPr>
        <p:spPr bwMode="auto">
          <a:xfrm>
            <a:off x="2334816" y="1567950"/>
            <a:ext cx="48330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客户</a:t>
            </a:r>
          </a:p>
        </p:txBody>
      </p:sp>
      <p:sp>
        <p:nvSpPr>
          <p:cNvPr id="558138" name="Rectangle 58">
            <a:extLst>
              <a:ext uri="{FF2B5EF4-FFF2-40B4-BE49-F238E27FC236}">
                <a16:creationId xmlns:a16="http://schemas.microsoft.com/office/drawing/2014/main" id="{0D5EC353-C7A1-A443-8272-1ECA9323F852}"/>
              </a:ext>
            </a:extLst>
          </p:cNvPr>
          <p:cNvSpPr>
            <a:spLocks noChangeArrowheads="1"/>
          </p:cNvSpPr>
          <p:nvPr/>
        </p:nvSpPr>
        <p:spPr bwMode="auto">
          <a:xfrm>
            <a:off x="6081713" y="1567950"/>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服务器</a:t>
            </a:r>
          </a:p>
        </p:txBody>
      </p:sp>
      <p:sp>
        <p:nvSpPr>
          <p:cNvPr id="558158" name="Text Box 78">
            <a:extLst>
              <a:ext uri="{FF2B5EF4-FFF2-40B4-BE49-F238E27FC236}">
                <a16:creationId xmlns:a16="http://schemas.microsoft.com/office/drawing/2014/main" id="{D2284B5C-F33E-5A49-B692-11FC4F923F45}"/>
              </a:ext>
            </a:extLst>
          </p:cNvPr>
          <p:cNvSpPr txBox="1">
            <a:spLocks noChangeArrowheads="1"/>
          </p:cNvSpPr>
          <p:nvPr/>
        </p:nvSpPr>
        <p:spPr bwMode="auto">
          <a:xfrm>
            <a:off x="169529" y="3919135"/>
            <a:ext cx="8804941" cy="738664"/>
          </a:xfrm>
          <a:prstGeom prst="rect">
            <a:avLst/>
          </a:prstGeom>
          <a:solidFill>
            <a:srgbClr val="FFFF99"/>
          </a:solidFill>
          <a:ln w="9525">
            <a:solidFill>
              <a:schemeClr val="folHlink"/>
            </a:solidFill>
            <a:miter lim="800000"/>
            <a:headEnd/>
            <a:tailEnd/>
          </a:ln>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2100" dirty="0">
                <a:solidFill>
                  <a:srgbClr val="333399"/>
                </a:solidFill>
                <a:latin typeface="Arial" panose="020B0604020202020204" pitchFamily="34" charset="0"/>
              </a:rPr>
              <a:t>A </a:t>
            </a:r>
            <a:r>
              <a:rPr lang="zh-CN" altLang="en-US" sz="2100" dirty="0">
                <a:solidFill>
                  <a:srgbClr val="333399"/>
                </a:solidFill>
                <a:latin typeface="Arial" panose="020B0604020202020204" pitchFamily="34" charset="0"/>
              </a:rPr>
              <a:t>的 </a:t>
            </a:r>
            <a:r>
              <a:rPr lang="en-US" altLang="zh-CN" sz="2100" dirty="0">
                <a:solidFill>
                  <a:srgbClr val="333399"/>
                </a:solidFill>
                <a:latin typeface="Arial" panose="020B0604020202020204" pitchFamily="34" charset="0"/>
              </a:rPr>
              <a:t>TCP </a:t>
            </a:r>
            <a:r>
              <a:rPr lang="zh-CN" altLang="en-US" sz="2100" dirty="0">
                <a:solidFill>
                  <a:srgbClr val="333399"/>
                </a:solidFill>
                <a:latin typeface="Arial" panose="020B0604020202020204" pitchFamily="34" charset="0"/>
              </a:rPr>
              <a:t>向 </a:t>
            </a:r>
            <a:r>
              <a:rPr lang="en-US" altLang="zh-CN" sz="2100" dirty="0">
                <a:solidFill>
                  <a:srgbClr val="333399"/>
                </a:solidFill>
                <a:latin typeface="Arial" panose="020B0604020202020204" pitchFamily="34" charset="0"/>
              </a:rPr>
              <a:t>B </a:t>
            </a:r>
            <a:r>
              <a:rPr lang="zh-CN" altLang="en-US" sz="2100" dirty="0">
                <a:solidFill>
                  <a:srgbClr val="333399"/>
                </a:solidFill>
                <a:latin typeface="Arial" panose="020B0604020202020204" pitchFamily="34" charset="0"/>
              </a:rPr>
              <a:t>发出连接请求报文段，其首部中的同步位 </a:t>
            </a:r>
            <a:r>
              <a:rPr lang="en-US" altLang="zh-CN" sz="2100" dirty="0">
                <a:solidFill>
                  <a:srgbClr val="333399"/>
                </a:solidFill>
                <a:latin typeface="Arial" panose="020B0604020202020204" pitchFamily="34" charset="0"/>
              </a:rPr>
              <a:t>SYN = 1</a:t>
            </a:r>
            <a:r>
              <a:rPr lang="zh-CN" altLang="en-US" sz="2100" dirty="0">
                <a:solidFill>
                  <a:srgbClr val="333399"/>
                </a:solidFill>
                <a:latin typeface="Arial" panose="020B0604020202020204" pitchFamily="34" charset="0"/>
              </a:rPr>
              <a:t>，并选择序号 </a:t>
            </a:r>
            <a:r>
              <a:rPr lang="en-US" altLang="zh-CN" sz="2100" dirty="0">
                <a:solidFill>
                  <a:srgbClr val="333399"/>
                </a:solidFill>
                <a:latin typeface="Arial" panose="020B0604020202020204" pitchFamily="34" charset="0"/>
              </a:rPr>
              <a:t>seq = x</a:t>
            </a:r>
            <a:r>
              <a:rPr lang="zh-CN" altLang="en-US" sz="2100" dirty="0">
                <a:solidFill>
                  <a:srgbClr val="333399"/>
                </a:solidFill>
                <a:latin typeface="Arial" panose="020B0604020202020204" pitchFamily="34" charset="0"/>
              </a:rPr>
              <a:t>，表明传送数据时的第一个数据字节的序号是 </a:t>
            </a:r>
            <a:r>
              <a:rPr lang="en-US" altLang="zh-CN" sz="2100" dirty="0">
                <a:solidFill>
                  <a:srgbClr val="333399"/>
                </a:solidFill>
                <a:latin typeface="Arial" panose="020B0604020202020204" pitchFamily="34" charset="0"/>
              </a:rPr>
              <a:t>x</a:t>
            </a:r>
            <a:r>
              <a:rPr lang="zh-CN" altLang="en-US" sz="2100" dirty="0">
                <a:solidFill>
                  <a:srgbClr val="333399"/>
                </a:solidFill>
                <a:latin typeface="Arial" panose="020B0604020202020204" pitchFamily="34" charset="0"/>
              </a:rPr>
              <a:t>。</a:t>
            </a:r>
          </a:p>
        </p:txBody>
      </p:sp>
    </p:spTree>
    <p:extLst>
      <p:ext uri="{BB962C8B-B14F-4D97-AF65-F5344CB8AC3E}">
        <p14:creationId xmlns:p14="http://schemas.microsoft.com/office/powerpoint/2010/main" val="9889121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558146"/>
                                        </p:tgtEl>
                                        <p:attrNameLst>
                                          <p:attrName>style.visibility</p:attrName>
                                        </p:attrNameLst>
                                      </p:cBhvr>
                                      <p:to>
                                        <p:strVal val="visible"/>
                                      </p:to>
                                    </p:set>
                                    <p:animEffect transition="in" filter="wipe(up)">
                                      <p:cBhvr>
                                        <p:cTn id="7" dur="1000"/>
                                        <p:tgtEl>
                                          <p:spTgt spid="5581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558147"/>
                                        </p:tgtEl>
                                        <p:attrNameLst>
                                          <p:attrName>style.visibility</p:attrName>
                                        </p:attrNameLst>
                                      </p:cBhvr>
                                      <p:to>
                                        <p:strVal val="visible"/>
                                      </p:to>
                                    </p:set>
                                    <p:animEffect transition="in" filter="wipe(up)">
                                      <p:cBhvr>
                                        <p:cTn id="12" dur="1000"/>
                                        <p:tgtEl>
                                          <p:spTgt spid="558147"/>
                                        </p:tgtEl>
                                      </p:cBhvr>
                                    </p:animEffect>
                                  </p:childTnLst>
                                </p:cTn>
                              </p:par>
                            </p:childTnLst>
                          </p:cTn>
                        </p:par>
                        <p:par>
                          <p:cTn id="13" fill="hold" nodeType="afterGroup">
                            <p:stCondLst>
                              <p:cond delay="1000"/>
                            </p:stCondLst>
                            <p:childTnLst>
                              <p:par>
                                <p:cTn id="14" presetID="1" presetClass="entr" presetSubtype="0" fill="hold" grpId="0" nodeType="afterEffect">
                                  <p:stCondLst>
                                    <p:cond delay="0"/>
                                  </p:stCondLst>
                                  <p:childTnLst>
                                    <p:set>
                                      <p:cBhvr>
                                        <p:cTn id="15" dur="1" fill="hold">
                                          <p:stCondLst>
                                            <p:cond delay="0"/>
                                          </p:stCondLst>
                                        </p:cTn>
                                        <p:tgtEl>
                                          <p:spTgt spid="558158"/>
                                        </p:tgtEl>
                                        <p:attrNameLst>
                                          <p:attrName>style.visibility</p:attrName>
                                        </p:attrNameLst>
                                      </p:cBhvr>
                                      <p:to>
                                        <p:strVal val="visible"/>
                                      </p:to>
                                    </p:set>
                                  </p:childTnLst>
                                </p:cTn>
                              </p:par>
                            </p:childTnLst>
                          </p:cTn>
                        </p:par>
                        <p:par>
                          <p:cTn id="16" fill="hold" nodeType="afterGroup">
                            <p:stCondLst>
                              <p:cond delay="1000"/>
                            </p:stCondLst>
                            <p:childTnLst>
                              <p:par>
                                <p:cTn id="17" presetID="22" presetClass="entr" presetSubtype="8" fill="hold" nodeType="afterEffect">
                                  <p:stCondLst>
                                    <p:cond delay="2000"/>
                                  </p:stCondLst>
                                  <p:childTnLst>
                                    <p:set>
                                      <p:cBhvr>
                                        <p:cTn id="18" dur="1" fill="hold">
                                          <p:stCondLst>
                                            <p:cond delay="0"/>
                                          </p:stCondLst>
                                        </p:cTn>
                                        <p:tgtEl>
                                          <p:spTgt spid="558141"/>
                                        </p:tgtEl>
                                        <p:attrNameLst>
                                          <p:attrName>style.visibility</p:attrName>
                                        </p:attrNameLst>
                                      </p:cBhvr>
                                      <p:to>
                                        <p:strVal val="visible"/>
                                      </p:to>
                                    </p:set>
                                    <p:animEffect transition="in" filter="wipe(left)">
                                      <p:cBhvr>
                                        <p:cTn id="19" dur="1000"/>
                                        <p:tgtEl>
                                          <p:spTgt spid="558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8158"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0641" name="Group 18">
            <a:extLst>
              <a:ext uri="{FF2B5EF4-FFF2-40B4-BE49-F238E27FC236}">
                <a16:creationId xmlns:a16="http://schemas.microsoft.com/office/drawing/2014/main" id="{56E529AF-D369-DF4E-9D0D-76C7EDF01C8D}"/>
              </a:ext>
            </a:extLst>
          </p:cNvPr>
          <p:cNvGrpSpPr>
            <a:grpSpLocks/>
          </p:cNvGrpSpPr>
          <p:nvPr/>
        </p:nvGrpSpPr>
        <p:grpSpPr bwMode="auto">
          <a:xfrm>
            <a:off x="2897981" y="2524996"/>
            <a:ext cx="3186113" cy="2581275"/>
            <a:chOff x="1474" y="1888"/>
            <a:chExt cx="2676" cy="2432"/>
          </a:xfrm>
        </p:grpSpPr>
        <p:sp>
          <p:nvSpPr>
            <p:cNvPr id="784403" name="Line 19">
              <a:extLst>
                <a:ext uri="{FF2B5EF4-FFF2-40B4-BE49-F238E27FC236}">
                  <a16:creationId xmlns:a16="http://schemas.microsoft.com/office/drawing/2014/main" id="{5D37AC5D-32DB-BD4B-8393-07F13F13F920}"/>
                </a:ext>
              </a:extLst>
            </p:cNvPr>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84404" name="Line 20">
              <a:extLst>
                <a:ext uri="{FF2B5EF4-FFF2-40B4-BE49-F238E27FC236}">
                  <a16:creationId xmlns:a16="http://schemas.microsoft.com/office/drawing/2014/main" id="{D20F6AF2-DD20-6D47-9E33-535A0864837F}"/>
                </a:ext>
              </a:extLst>
            </p:cNvPr>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grpSp>
        <p:nvGrpSpPr>
          <p:cNvPr id="240643" name="Group 22">
            <a:extLst>
              <a:ext uri="{FF2B5EF4-FFF2-40B4-BE49-F238E27FC236}">
                <a16:creationId xmlns:a16="http://schemas.microsoft.com/office/drawing/2014/main" id="{8481AFAC-B837-7E40-8964-C2912D31963A}"/>
              </a:ext>
            </a:extLst>
          </p:cNvPr>
          <p:cNvGrpSpPr>
            <a:grpSpLocks/>
          </p:cNvGrpSpPr>
          <p:nvPr/>
        </p:nvGrpSpPr>
        <p:grpSpPr bwMode="auto">
          <a:xfrm>
            <a:off x="2952750" y="2513089"/>
            <a:ext cx="3083719" cy="619124"/>
            <a:chOff x="1520" y="1878"/>
            <a:chExt cx="2590" cy="520"/>
          </a:xfrm>
        </p:grpSpPr>
        <p:sp>
          <p:nvSpPr>
            <p:cNvPr id="784407" name="Rectangle 23">
              <a:extLst>
                <a:ext uri="{FF2B5EF4-FFF2-40B4-BE49-F238E27FC236}">
                  <a16:creationId xmlns:a16="http://schemas.microsoft.com/office/drawing/2014/main" id="{C8AE9E42-8F69-164A-9DF0-A2CF96D762FE}"/>
                </a:ext>
              </a:extLst>
            </p:cNvPr>
            <p:cNvSpPr>
              <a:spLocks noChangeArrowheads="1"/>
            </p:cNvSpPr>
            <p:nvPr/>
          </p:nvSpPr>
          <p:spPr bwMode="auto">
            <a:xfrm rot="665985">
              <a:off x="2097" y="1878"/>
              <a:ext cx="1342" cy="250"/>
            </a:xfrm>
            <a:prstGeom prst="rect">
              <a:avLst/>
            </a:prstGeom>
            <a:noFill/>
            <a:ln>
              <a:noFill/>
            </a:ln>
            <a:effectLst/>
          </p:spPr>
          <p:txBody>
            <a:bodyPr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chemeClr val="folHlink"/>
                  </a:solidFill>
                  <a:latin typeface="Times New Roman" charset="0"/>
                  <a:ea typeface="黑体" charset="-122"/>
                </a:rPr>
                <a:t>SYN = 1, seq = x</a:t>
              </a:r>
            </a:p>
          </p:txBody>
        </p:sp>
        <p:sp>
          <p:nvSpPr>
            <p:cNvPr id="784408" name="Line 24">
              <a:extLst>
                <a:ext uri="{FF2B5EF4-FFF2-40B4-BE49-F238E27FC236}">
                  <a16:creationId xmlns:a16="http://schemas.microsoft.com/office/drawing/2014/main" id="{C3892D67-E932-2747-93F7-D734554BF863}"/>
                </a:ext>
              </a:extLst>
            </p:cNvPr>
            <p:cNvSpPr>
              <a:spLocks noChangeShapeType="1"/>
            </p:cNvSpPr>
            <p:nvPr/>
          </p:nvSpPr>
          <p:spPr bwMode="auto">
            <a:xfrm>
              <a:off x="1520" y="1893"/>
              <a:ext cx="2590" cy="505"/>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sp>
        <p:nvSpPr>
          <p:cNvPr id="784412" name="Rectangle 28">
            <a:extLst>
              <a:ext uri="{FF2B5EF4-FFF2-40B4-BE49-F238E27FC236}">
                <a16:creationId xmlns:a16="http://schemas.microsoft.com/office/drawing/2014/main" id="{E7534C2D-C7A7-EA40-8235-A78AEF056C21}"/>
              </a:ext>
            </a:extLst>
          </p:cNvPr>
          <p:cNvSpPr>
            <a:spLocks noChangeArrowheads="1"/>
          </p:cNvSpPr>
          <p:nvPr/>
        </p:nvSpPr>
        <p:spPr bwMode="auto">
          <a:xfrm>
            <a:off x="2220517" y="2072559"/>
            <a:ext cx="725090" cy="411956"/>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84413" name="Text Box 29">
            <a:extLst>
              <a:ext uri="{FF2B5EF4-FFF2-40B4-BE49-F238E27FC236}">
                <a16:creationId xmlns:a16="http://schemas.microsoft.com/office/drawing/2014/main" id="{F2A5E1CF-6EE2-5E41-9531-959443AA254E}"/>
              </a:ext>
            </a:extLst>
          </p:cNvPr>
          <p:cNvSpPr txBox="1">
            <a:spLocks noChangeArrowheads="1"/>
          </p:cNvSpPr>
          <p:nvPr/>
        </p:nvSpPr>
        <p:spPr bwMode="auto">
          <a:xfrm>
            <a:off x="2183607" y="2118993"/>
            <a:ext cx="857927" cy="300082"/>
          </a:xfrm>
          <a:prstGeom prst="rect">
            <a:avLst/>
          </a:prstGeom>
          <a:noFill/>
          <a:ln>
            <a:noFill/>
          </a:ln>
          <a:effectLst/>
        </p:spPr>
        <p:txBody>
          <a:bodyPr wrap="none">
            <a:spAutoFit/>
          </a:bodyP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sp>
        <p:nvSpPr>
          <p:cNvPr id="784414" name="Rectangle 30">
            <a:extLst>
              <a:ext uri="{FF2B5EF4-FFF2-40B4-BE49-F238E27FC236}">
                <a16:creationId xmlns:a16="http://schemas.microsoft.com/office/drawing/2014/main" id="{DC5D5D35-5AB1-2549-9488-D95D057BF42B}"/>
              </a:ext>
            </a:extLst>
          </p:cNvPr>
          <p:cNvSpPr>
            <a:spLocks noChangeArrowheads="1"/>
          </p:cNvSpPr>
          <p:nvPr/>
        </p:nvSpPr>
        <p:spPr bwMode="auto">
          <a:xfrm>
            <a:off x="6037660" y="2072559"/>
            <a:ext cx="739378" cy="411956"/>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84415" name="Text Box 31">
            <a:extLst>
              <a:ext uri="{FF2B5EF4-FFF2-40B4-BE49-F238E27FC236}">
                <a16:creationId xmlns:a16="http://schemas.microsoft.com/office/drawing/2014/main" id="{39270BED-759D-4E45-9584-7661B3794B9B}"/>
              </a:ext>
            </a:extLst>
          </p:cNvPr>
          <p:cNvSpPr txBox="1">
            <a:spLocks noChangeArrowheads="1"/>
          </p:cNvSpPr>
          <p:nvPr/>
        </p:nvSpPr>
        <p:spPr bwMode="auto">
          <a:xfrm>
            <a:off x="6007894" y="2118993"/>
            <a:ext cx="857927" cy="300082"/>
          </a:xfrm>
          <a:prstGeom prst="rect">
            <a:avLst/>
          </a:prstGeom>
          <a:noFill/>
          <a:ln>
            <a:noFill/>
          </a:ln>
          <a:effectLst/>
        </p:spPr>
        <p:txBody>
          <a:bodyPr wrap="none">
            <a:spAutoFit/>
          </a:bodyP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grpSp>
        <p:nvGrpSpPr>
          <p:cNvPr id="240648" name="Group 35">
            <a:extLst>
              <a:ext uri="{FF2B5EF4-FFF2-40B4-BE49-F238E27FC236}">
                <a16:creationId xmlns:a16="http://schemas.microsoft.com/office/drawing/2014/main" id="{5B2B055F-7292-144E-A87D-FA224CFE4889}"/>
              </a:ext>
            </a:extLst>
          </p:cNvPr>
          <p:cNvGrpSpPr>
            <a:grpSpLocks/>
          </p:cNvGrpSpPr>
          <p:nvPr/>
        </p:nvGrpSpPr>
        <p:grpSpPr bwMode="auto">
          <a:xfrm>
            <a:off x="1439466" y="1820146"/>
            <a:ext cx="990600" cy="710804"/>
            <a:chOff x="249" y="1296"/>
            <a:chExt cx="832" cy="597"/>
          </a:xfrm>
        </p:grpSpPr>
        <p:sp>
          <p:nvSpPr>
            <p:cNvPr id="784420" name="Rectangle 36">
              <a:extLst>
                <a:ext uri="{FF2B5EF4-FFF2-40B4-BE49-F238E27FC236}">
                  <a16:creationId xmlns:a16="http://schemas.microsoft.com/office/drawing/2014/main" id="{7BDB9472-3F8C-254D-B5E1-1DD4ED2445A9}"/>
                </a:ext>
              </a:extLst>
            </p:cNvPr>
            <p:cNvSpPr>
              <a:spLocks noChangeArrowheads="1"/>
            </p:cNvSpPr>
            <p:nvPr/>
          </p:nvSpPr>
          <p:spPr bwMode="auto">
            <a:xfrm>
              <a:off x="251" y="1638"/>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主动打开</a:t>
              </a:r>
            </a:p>
          </p:txBody>
        </p:sp>
        <p:sp>
          <p:nvSpPr>
            <p:cNvPr id="784421" name="Freeform 37">
              <a:extLst>
                <a:ext uri="{FF2B5EF4-FFF2-40B4-BE49-F238E27FC236}">
                  <a16:creationId xmlns:a16="http://schemas.microsoft.com/office/drawing/2014/main" id="{AFBF140E-7CF4-2B42-9160-A148577A44E0}"/>
                </a:ext>
              </a:extLst>
            </p:cNvPr>
            <p:cNvSpPr>
              <a:spLocks/>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grpSp>
      <p:grpSp>
        <p:nvGrpSpPr>
          <p:cNvPr id="240649" name="Group 38">
            <a:extLst>
              <a:ext uri="{FF2B5EF4-FFF2-40B4-BE49-F238E27FC236}">
                <a16:creationId xmlns:a16="http://schemas.microsoft.com/office/drawing/2014/main" id="{6C800D94-60C7-CC43-A01F-D99E523A1808}"/>
              </a:ext>
            </a:extLst>
          </p:cNvPr>
          <p:cNvGrpSpPr>
            <a:grpSpLocks/>
          </p:cNvGrpSpPr>
          <p:nvPr/>
        </p:nvGrpSpPr>
        <p:grpSpPr bwMode="auto">
          <a:xfrm>
            <a:off x="6560344" y="1826100"/>
            <a:ext cx="1046560" cy="704850"/>
            <a:chOff x="4550" y="1301"/>
            <a:chExt cx="879" cy="592"/>
          </a:xfrm>
        </p:grpSpPr>
        <p:sp>
          <p:nvSpPr>
            <p:cNvPr id="784423" name="Rectangle 39">
              <a:extLst>
                <a:ext uri="{FF2B5EF4-FFF2-40B4-BE49-F238E27FC236}">
                  <a16:creationId xmlns:a16="http://schemas.microsoft.com/office/drawing/2014/main" id="{2E4663F3-8601-B94E-8B8C-9CDB3C402392}"/>
                </a:ext>
              </a:extLst>
            </p:cNvPr>
            <p:cNvSpPr>
              <a:spLocks noChangeArrowheads="1"/>
            </p:cNvSpPr>
            <p:nvPr/>
          </p:nvSpPr>
          <p:spPr bwMode="auto">
            <a:xfrm>
              <a:off x="4732" y="1617"/>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被动打开</a:t>
              </a:r>
            </a:p>
          </p:txBody>
        </p:sp>
        <p:sp>
          <p:nvSpPr>
            <p:cNvPr id="784424" name="Freeform 40">
              <a:extLst>
                <a:ext uri="{FF2B5EF4-FFF2-40B4-BE49-F238E27FC236}">
                  <a16:creationId xmlns:a16="http://schemas.microsoft.com/office/drawing/2014/main" id="{F9C922AD-F397-6949-9190-F1041B6A914C}"/>
                </a:ext>
              </a:extLst>
            </p:cNvPr>
            <p:cNvSpPr>
              <a:spLocks/>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grpSp>
      <p:pic>
        <p:nvPicPr>
          <p:cNvPr id="784425" name="Picture 41">
            <a:extLst>
              <a:ext uri="{FF2B5EF4-FFF2-40B4-BE49-F238E27FC236}">
                <a16:creationId xmlns:a16="http://schemas.microsoft.com/office/drawing/2014/main" id="{56F36ABF-796B-9945-B546-264D6EE6F0B9}"/>
              </a:ext>
            </a:extLst>
          </p:cNvPr>
          <p:cNvPicPr>
            <a:picLocks noChangeArrowheads="1"/>
          </p:cNvPicPr>
          <p:nvPr/>
        </p:nvPicPr>
        <p:blipFill>
          <a:blip r:embed="rId3"/>
          <a:srcRect/>
          <a:stretch>
            <a:fillRect/>
          </a:stretch>
        </p:blipFill>
        <p:spPr bwMode="auto">
          <a:xfrm>
            <a:off x="2395537" y="1611787"/>
            <a:ext cx="376238" cy="388144"/>
          </a:xfrm>
          <a:prstGeom prst="rect">
            <a:avLst/>
          </a:prstGeom>
          <a:noFill/>
          <a:ln>
            <a:noFill/>
          </a:ln>
          <a:effectLst/>
        </p:spPr>
      </p:pic>
      <p:pic>
        <p:nvPicPr>
          <p:cNvPr id="784426" name="Picture 42">
            <a:extLst>
              <a:ext uri="{FF2B5EF4-FFF2-40B4-BE49-F238E27FC236}">
                <a16:creationId xmlns:a16="http://schemas.microsoft.com/office/drawing/2014/main" id="{AC473776-53E5-B640-ACAD-685516ECB575}"/>
              </a:ext>
            </a:extLst>
          </p:cNvPr>
          <p:cNvPicPr>
            <a:picLocks noChangeArrowheads="1"/>
          </p:cNvPicPr>
          <p:nvPr/>
        </p:nvPicPr>
        <p:blipFill>
          <a:blip r:embed="rId3"/>
          <a:srcRect/>
          <a:stretch>
            <a:fillRect/>
          </a:stretch>
        </p:blipFill>
        <p:spPr bwMode="auto">
          <a:xfrm>
            <a:off x="6219825" y="1611787"/>
            <a:ext cx="376238" cy="388144"/>
          </a:xfrm>
          <a:prstGeom prst="rect">
            <a:avLst/>
          </a:prstGeom>
          <a:noFill/>
          <a:ln>
            <a:noFill/>
          </a:ln>
          <a:effectLst/>
        </p:spPr>
      </p:pic>
      <p:sp>
        <p:nvSpPr>
          <p:cNvPr id="784427" name="Rectangle 43">
            <a:extLst>
              <a:ext uri="{FF2B5EF4-FFF2-40B4-BE49-F238E27FC236}">
                <a16:creationId xmlns:a16="http://schemas.microsoft.com/office/drawing/2014/main" id="{4F17D86F-BDA1-164C-848E-31FA378A4B6F}"/>
              </a:ext>
            </a:extLst>
          </p:cNvPr>
          <p:cNvSpPr>
            <a:spLocks noChangeArrowheads="1"/>
          </p:cNvSpPr>
          <p:nvPr/>
        </p:nvSpPr>
        <p:spPr bwMode="auto">
          <a:xfrm>
            <a:off x="2713435" y="1611787"/>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784428" name="Rectangle 44">
            <a:extLst>
              <a:ext uri="{FF2B5EF4-FFF2-40B4-BE49-F238E27FC236}">
                <a16:creationId xmlns:a16="http://schemas.microsoft.com/office/drawing/2014/main" id="{32BADFA0-FB64-E54E-B230-0D11375E7555}"/>
              </a:ext>
            </a:extLst>
          </p:cNvPr>
          <p:cNvSpPr>
            <a:spLocks noChangeArrowheads="1"/>
          </p:cNvSpPr>
          <p:nvPr/>
        </p:nvSpPr>
        <p:spPr bwMode="auto">
          <a:xfrm>
            <a:off x="6044804" y="1611787"/>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784429" name="Rectangle 45">
            <a:extLst>
              <a:ext uri="{FF2B5EF4-FFF2-40B4-BE49-F238E27FC236}">
                <a16:creationId xmlns:a16="http://schemas.microsoft.com/office/drawing/2014/main" id="{987AFABA-807C-184A-BFD8-9E8574026297}"/>
              </a:ext>
            </a:extLst>
          </p:cNvPr>
          <p:cNvSpPr>
            <a:spLocks noChangeArrowheads="1"/>
          </p:cNvSpPr>
          <p:nvPr/>
        </p:nvSpPr>
        <p:spPr bwMode="auto">
          <a:xfrm>
            <a:off x="2334816" y="1346278"/>
            <a:ext cx="48330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客户</a:t>
            </a:r>
          </a:p>
        </p:txBody>
      </p:sp>
      <p:sp>
        <p:nvSpPr>
          <p:cNvPr id="784430" name="Rectangle 46">
            <a:extLst>
              <a:ext uri="{FF2B5EF4-FFF2-40B4-BE49-F238E27FC236}">
                <a16:creationId xmlns:a16="http://schemas.microsoft.com/office/drawing/2014/main" id="{66A720E8-715A-2B43-9836-4D47865BC73A}"/>
              </a:ext>
            </a:extLst>
          </p:cNvPr>
          <p:cNvSpPr>
            <a:spLocks noChangeArrowheads="1"/>
          </p:cNvSpPr>
          <p:nvPr/>
        </p:nvSpPr>
        <p:spPr bwMode="auto">
          <a:xfrm>
            <a:off x="6081713" y="1346278"/>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服务器</a:t>
            </a:r>
          </a:p>
        </p:txBody>
      </p:sp>
      <p:grpSp>
        <p:nvGrpSpPr>
          <p:cNvPr id="784432" name="Group 48">
            <a:extLst>
              <a:ext uri="{FF2B5EF4-FFF2-40B4-BE49-F238E27FC236}">
                <a16:creationId xmlns:a16="http://schemas.microsoft.com/office/drawing/2014/main" id="{7499BE12-CBD6-7E4F-ADF8-E6307A169109}"/>
              </a:ext>
            </a:extLst>
          </p:cNvPr>
          <p:cNvGrpSpPr>
            <a:grpSpLocks/>
          </p:cNvGrpSpPr>
          <p:nvPr/>
        </p:nvGrpSpPr>
        <p:grpSpPr bwMode="auto">
          <a:xfrm>
            <a:off x="2896791" y="3188175"/>
            <a:ext cx="3139678" cy="601265"/>
            <a:chOff x="1473" y="2445"/>
            <a:chExt cx="2637" cy="505"/>
          </a:xfrm>
        </p:grpSpPr>
        <p:sp>
          <p:nvSpPr>
            <p:cNvPr id="784433" name="Line 49">
              <a:extLst>
                <a:ext uri="{FF2B5EF4-FFF2-40B4-BE49-F238E27FC236}">
                  <a16:creationId xmlns:a16="http://schemas.microsoft.com/office/drawing/2014/main" id="{423AC2A1-7166-194A-9D37-FE28F2EBF03B}"/>
                </a:ext>
              </a:extLst>
            </p:cNvPr>
            <p:cNvSpPr>
              <a:spLocks noChangeShapeType="1"/>
            </p:cNvSpPr>
            <p:nvPr/>
          </p:nvSpPr>
          <p:spPr bwMode="auto">
            <a:xfrm flipH="1">
              <a:off x="1520" y="2445"/>
              <a:ext cx="2590" cy="505"/>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84434" name="Rectangle 50">
              <a:extLst>
                <a:ext uri="{FF2B5EF4-FFF2-40B4-BE49-F238E27FC236}">
                  <a16:creationId xmlns:a16="http://schemas.microsoft.com/office/drawing/2014/main" id="{00347F92-4417-DD4E-A3F5-480D3E0310A5}"/>
                </a:ext>
              </a:extLst>
            </p:cNvPr>
            <p:cNvSpPr>
              <a:spLocks noChangeArrowheads="1"/>
            </p:cNvSpPr>
            <p:nvPr/>
          </p:nvSpPr>
          <p:spPr bwMode="auto">
            <a:xfrm rot="20990024" flipH="1">
              <a:off x="1473" y="2474"/>
              <a:ext cx="2408"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SYN = 1, ACK = 1, seq = y, ack= x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grpSp>
      <p:sp>
        <p:nvSpPr>
          <p:cNvPr id="784435" name="Text Box 51">
            <a:extLst>
              <a:ext uri="{FF2B5EF4-FFF2-40B4-BE49-F238E27FC236}">
                <a16:creationId xmlns:a16="http://schemas.microsoft.com/office/drawing/2014/main" id="{2A917711-5F00-D149-B216-357167DC3F2F}"/>
              </a:ext>
            </a:extLst>
          </p:cNvPr>
          <p:cNvSpPr txBox="1">
            <a:spLocks noChangeArrowheads="1"/>
          </p:cNvSpPr>
          <p:nvPr/>
        </p:nvSpPr>
        <p:spPr bwMode="auto">
          <a:xfrm>
            <a:off x="113540" y="3932104"/>
            <a:ext cx="8650219" cy="1061829"/>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buFontTx/>
              <a:buChar char="•"/>
              <a:defRPr/>
            </a:pPr>
            <a:r>
              <a:rPr lang="en-US" altLang="zh-CN" sz="2100" dirty="0">
                <a:solidFill>
                  <a:srgbClr val="333399"/>
                </a:solidFill>
                <a:latin typeface="Arial" panose="020B0604020202020204" pitchFamily="34" charset="0"/>
              </a:rPr>
              <a:t>  B </a:t>
            </a:r>
            <a:r>
              <a:rPr lang="zh-CN" altLang="en-US" sz="2100" dirty="0">
                <a:solidFill>
                  <a:srgbClr val="333399"/>
                </a:solidFill>
                <a:latin typeface="Arial" panose="020B0604020202020204" pitchFamily="34" charset="0"/>
              </a:rPr>
              <a:t>的 </a:t>
            </a:r>
            <a:r>
              <a:rPr lang="en-US" altLang="zh-CN" sz="2100" dirty="0">
                <a:solidFill>
                  <a:srgbClr val="333399"/>
                </a:solidFill>
                <a:latin typeface="Arial" panose="020B0604020202020204" pitchFamily="34" charset="0"/>
              </a:rPr>
              <a:t>TCP </a:t>
            </a:r>
            <a:r>
              <a:rPr lang="zh-CN" altLang="en-US" sz="2100" dirty="0">
                <a:solidFill>
                  <a:srgbClr val="333399"/>
                </a:solidFill>
                <a:latin typeface="Arial" panose="020B0604020202020204" pitchFamily="34" charset="0"/>
              </a:rPr>
              <a:t>收到连接请求报文段后，如同意，则   发回确认。</a:t>
            </a:r>
          </a:p>
          <a:p>
            <a:pPr eaLnBrk="1" hangingPunct="1">
              <a:buFontTx/>
              <a:buChar char="•"/>
              <a:defRPr/>
            </a:pPr>
            <a:r>
              <a:rPr lang="zh-CN" altLang="en-US" sz="2100" dirty="0">
                <a:solidFill>
                  <a:srgbClr val="333399"/>
                </a:solidFill>
                <a:latin typeface="Arial" panose="020B0604020202020204" pitchFamily="34" charset="0"/>
              </a:rPr>
              <a:t>  </a:t>
            </a:r>
            <a:r>
              <a:rPr lang="en-US" altLang="zh-CN" sz="2100" dirty="0">
                <a:solidFill>
                  <a:srgbClr val="333399"/>
                </a:solidFill>
                <a:latin typeface="Arial" panose="020B0604020202020204" pitchFamily="34" charset="0"/>
              </a:rPr>
              <a:t>B </a:t>
            </a:r>
            <a:r>
              <a:rPr lang="zh-CN" altLang="en-US" sz="2100" dirty="0">
                <a:solidFill>
                  <a:srgbClr val="333399"/>
                </a:solidFill>
                <a:latin typeface="Arial" panose="020B0604020202020204" pitchFamily="34" charset="0"/>
              </a:rPr>
              <a:t>在确认报文段中应使 </a:t>
            </a:r>
            <a:r>
              <a:rPr lang="en-US" altLang="zh-CN" sz="2100" dirty="0">
                <a:solidFill>
                  <a:srgbClr val="333399"/>
                </a:solidFill>
                <a:latin typeface="Arial" panose="020B0604020202020204" pitchFamily="34" charset="0"/>
              </a:rPr>
              <a:t>SYN = 1</a:t>
            </a:r>
            <a:r>
              <a:rPr lang="zh-CN" altLang="en-US" sz="2100" dirty="0">
                <a:solidFill>
                  <a:srgbClr val="333399"/>
                </a:solidFill>
                <a:latin typeface="Arial" panose="020B0604020202020204" pitchFamily="34" charset="0"/>
              </a:rPr>
              <a:t>，使 </a:t>
            </a:r>
            <a:r>
              <a:rPr lang="en-US" altLang="zh-CN" sz="2100" dirty="0">
                <a:solidFill>
                  <a:srgbClr val="333399"/>
                </a:solidFill>
                <a:latin typeface="Arial" panose="020B0604020202020204" pitchFamily="34" charset="0"/>
              </a:rPr>
              <a:t>ACK = 1</a:t>
            </a:r>
            <a:r>
              <a:rPr lang="zh-CN" altLang="en-US" sz="2100" dirty="0">
                <a:solidFill>
                  <a:srgbClr val="333399"/>
                </a:solidFill>
                <a:latin typeface="Arial" panose="020B0604020202020204" pitchFamily="34" charset="0"/>
              </a:rPr>
              <a:t>，其确认号</a:t>
            </a:r>
            <a:r>
              <a:rPr lang="en-US" altLang="zh-CN" sz="2100" dirty="0">
                <a:solidFill>
                  <a:srgbClr val="333399"/>
                </a:solidFill>
                <a:latin typeface="Arial" panose="020B0604020202020204" pitchFamily="34" charset="0"/>
              </a:rPr>
              <a:t>ack = x </a:t>
            </a:r>
            <a:r>
              <a:rPr lang="en-US" altLang="zh-CN" sz="2100" dirty="0">
                <a:solidFill>
                  <a:srgbClr val="333399"/>
                </a:solidFill>
                <a:latin typeface="Arial" panose="020B0604020202020204" pitchFamily="34" charset="0"/>
                <a:sym typeface="Symbol" pitchFamily="2" charset="2"/>
              </a:rPr>
              <a:t></a:t>
            </a:r>
            <a:r>
              <a:rPr lang="en-US" altLang="zh-CN" sz="2100" dirty="0">
                <a:solidFill>
                  <a:srgbClr val="333399"/>
                </a:solidFill>
                <a:latin typeface="Arial" panose="020B0604020202020204" pitchFamily="34" charset="0"/>
              </a:rPr>
              <a:t> 1</a:t>
            </a:r>
            <a:r>
              <a:rPr lang="zh-CN" altLang="en-US" sz="2100" dirty="0">
                <a:solidFill>
                  <a:srgbClr val="333399"/>
                </a:solidFill>
                <a:latin typeface="Arial" panose="020B0604020202020204" pitchFamily="34" charset="0"/>
              </a:rPr>
              <a:t>，自己选择的序号 </a:t>
            </a:r>
            <a:r>
              <a:rPr lang="en-US" altLang="zh-CN" sz="2100" dirty="0">
                <a:solidFill>
                  <a:srgbClr val="333399"/>
                </a:solidFill>
                <a:latin typeface="Arial" panose="020B0604020202020204" pitchFamily="34" charset="0"/>
              </a:rPr>
              <a:t>seq = y</a:t>
            </a:r>
            <a:r>
              <a:rPr lang="zh-CN" altLang="en-US" sz="2100" dirty="0">
                <a:solidFill>
                  <a:srgbClr val="333399"/>
                </a:solidFill>
                <a:latin typeface="Arial" panose="020B0604020202020204" pitchFamily="34" charset="0"/>
              </a:rPr>
              <a:t>。</a:t>
            </a:r>
          </a:p>
        </p:txBody>
      </p:sp>
      <p:sp>
        <p:nvSpPr>
          <p:cNvPr id="2" name="幻灯片编号占位符 1">
            <a:extLst>
              <a:ext uri="{FF2B5EF4-FFF2-40B4-BE49-F238E27FC236}">
                <a16:creationId xmlns:a16="http://schemas.microsoft.com/office/drawing/2014/main" id="{F47D3C75-FD87-AB47-96C1-97F61B9D6A65}"/>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170A8A06-059D-BF4C-AC90-4544EEBFF9AB}" type="slidenum">
              <a:rPr lang="en-US" altLang="zh-CN" sz="1050"/>
              <a:pPr>
                <a:defRPr/>
              </a:pPr>
              <a:t>114</a:t>
            </a:fld>
            <a:endParaRPr lang="en-US" altLang="zh-CN" sz="1050"/>
          </a:p>
        </p:txBody>
      </p:sp>
      <p:sp>
        <p:nvSpPr>
          <p:cNvPr id="34" name="内容占位符 3">
            <a:extLst>
              <a:ext uri="{FF2B5EF4-FFF2-40B4-BE49-F238E27FC236}">
                <a16:creationId xmlns:a16="http://schemas.microsoft.com/office/drawing/2014/main" id="{CF4A6622-6431-4144-820E-B31DBAA9396B}"/>
              </a:ext>
            </a:extLst>
          </p:cNvPr>
          <p:cNvSpPr>
            <a:spLocks noGrp="1"/>
          </p:cNvSpPr>
          <p:nvPr>
            <p:ph idx="1"/>
          </p:nvPr>
        </p:nvSpPr>
        <p:spPr>
          <a:xfrm>
            <a:off x="133563" y="934780"/>
            <a:ext cx="8804953" cy="577750"/>
          </a:xfrm>
        </p:spPr>
        <p:txBody>
          <a:bodyPr/>
          <a:lstStyle/>
          <a:p>
            <a:r>
              <a:rPr lang="zh-CN" altLang="en-US" sz="2800" dirty="0">
                <a:ea typeface="宋体" panose="02010600030101010101" pitchFamily="2" charset="-122"/>
              </a:rPr>
              <a:t>用三次握手建立 </a:t>
            </a:r>
            <a:r>
              <a:rPr lang="en-US" altLang="zh-CN" sz="2800" dirty="0">
                <a:ea typeface="宋体" panose="02010600030101010101" pitchFamily="2" charset="-122"/>
              </a:rPr>
              <a:t>TCP </a:t>
            </a:r>
            <a:r>
              <a:rPr lang="zh-CN" altLang="en-US" sz="2800" dirty="0">
                <a:ea typeface="宋体" panose="02010600030101010101" pitchFamily="2" charset="-122"/>
              </a:rPr>
              <a:t>连接 </a:t>
            </a:r>
            <a:endParaRPr kumimoji="1" lang="zh-CN" altLang="en-US" sz="2800" dirty="0"/>
          </a:p>
        </p:txBody>
      </p:sp>
      <p:sp>
        <p:nvSpPr>
          <p:cNvPr id="35" name="Rectangle 4">
            <a:extLst>
              <a:ext uri="{FF2B5EF4-FFF2-40B4-BE49-F238E27FC236}">
                <a16:creationId xmlns:a16="http://schemas.microsoft.com/office/drawing/2014/main" id="{9068EEB5-D839-A84D-BB4A-0D8B50376E8B}"/>
              </a:ext>
            </a:extLst>
          </p:cNvPr>
          <p:cNvSpPr>
            <a:spLocks noGrp="1" noChangeArrowheads="1"/>
          </p:cNvSpPr>
          <p:nvPr>
            <p:ph type="title"/>
          </p:nvPr>
        </p:nvSpPr>
        <p:spPr>
          <a:xfrm>
            <a:off x="133563" y="254319"/>
            <a:ext cx="8804953" cy="647700"/>
          </a:xfrm>
        </p:spPr>
        <p:txBody>
          <a:bodyPr/>
          <a:lstStyle/>
          <a:p>
            <a:pPr eaLnBrk="1" hangingPunct="1">
              <a:defRPr/>
            </a:pPr>
            <a:r>
              <a:rPr lang="en-US" altLang="zh-CN" dirty="0">
                <a:solidFill>
                  <a:srgbClr val="333399"/>
                </a:solidFill>
                <a:latin typeface="Arial" panose="020B0604020202020204" pitchFamily="34" charset="0"/>
              </a:rPr>
              <a:t>5.9.1  TCP </a:t>
            </a:r>
            <a:r>
              <a:rPr lang="zh-CN" altLang="en-US" dirty="0">
                <a:solidFill>
                  <a:srgbClr val="333399"/>
                </a:solidFill>
                <a:latin typeface="Arial" panose="020B0604020202020204" pitchFamily="34" charset="0"/>
              </a:rPr>
              <a:t>的连接建立</a:t>
            </a:r>
            <a:endParaRPr lang="zh-CN" altLang="en-US" sz="30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1649898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784435"/>
                                        </p:tgtEl>
                                        <p:attrNameLst>
                                          <p:attrName>style.visibility</p:attrName>
                                        </p:attrNameLst>
                                      </p:cBhvr>
                                      <p:to>
                                        <p:strVal val="visible"/>
                                      </p:to>
                                    </p:set>
                                  </p:childTnLst>
                                </p:cTn>
                              </p:par>
                            </p:childTnLst>
                          </p:cTn>
                        </p:par>
                        <p:par>
                          <p:cTn id="7" fill="hold" nodeType="afterGroup">
                            <p:stCondLst>
                              <p:cond delay="0"/>
                            </p:stCondLst>
                            <p:childTnLst>
                              <p:par>
                                <p:cTn id="8" presetID="22" presetClass="entr" presetSubtype="2" fill="hold" nodeType="afterEffect">
                                  <p:stCondLst>
                                    <p:cond delay="2000"/>
                                  </p:stCondLst>
                                  <p:childTnLst>
                                    <p:set>
                                      <p:cBhvr>
                                        <p:cTn id="9" dur="1" fill="hold">
                                          <p:stCondLst>
                                            <p:cond delay="0"/>
                                          </p:stCondLst>
                                        </p:cTn>
                                        <p:tgtEl>
                                          <p:spTgt spid="784432"/>
                                        </p:tgtEl>
                                        <p:attrNameLst>
                                          <p:attrName>style.visibility</p:attrName>
                                        </p:attrNameLst>
                                      </p:cBhvr>
                                      <p:to>
                                        <p:strVal val="visible"/>
                                      </p:to>
                                    </p:set>
                                    <p:animEffect transition="in" filter="wipe(right)">
                                      <p:cBhvr>
                                        <p:cTn id="10" dur="1000"/>
                                        <p:tgtEl>
                                          <p:spTgt spid="7844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4435"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2689" name="Group 18">
            <a:extLst>
              <a:ext uri="{FF2B5EF4-FFF2-40B4-BE49-F238E27FC236}">
                <a16:creationId xmlns:a16="http://schemas.microsoft.com/office/drawing/2014/main" id="{75401736-0A54-8F4D-B76F-0824FA2A0ADF}"/>
              </a:ext>
            </a:extLst>
          </p:cNvPr>
          <p:cNvGrpSpPr>
            <a:grpSpLocks/>
          </p:cNvGrpSpPr>
          <p:nvPr/>
        </p:nvGrpSpPr>
        <p:grpSpPr bwMode="auto">
          <a:xfrm>
            <a:off x="2897981" y="2247900"/>
            <a:ext cx="3186113" cy="2581275"/>
            <a:chOff x="1474" y="1888"/>
            <a:chExt cx="2676" cy="2432"/>
          </a:xfrm>
        </p:grpSpPr>
        <p:sp>
          <p:nvSpPr>
            <p:cNvPr id="786451" name="Line 19">
              <a:extLst>
                <a:ext uri="{FF2B5EF4-FFF2-40B4-BE49-F238E27FC236}">
                  <a16:creationId xmlns:a16="http://schemas.microsoft.com/office/drawing/2014/main" id="{7BB15E38-4996-3D4A-921C-F4C7D3F6BB00}"/>
                </a:ext>
              </a:extLst>
            </p:cNvPr>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86452" name="Line 20">
              <a:extLst>
                <a:ext uri="{FF2B5EF4-FFF2-40B4-BE49-F238E27FC236}">
                  <a16:creationId xmlns:a16="http://schemas.microsoft.com/office/drawing/2014/main" id="{64FB8AED-0BEA-054D-855C-00F49ADBB05B}"/>
                </a:ext>
              </a:extLst>
            </p:cNvPr>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grpSp>
        <p:nvGrpSpPr>
          <p:cNvPr id="242690" name="Group 22">
            <a:extLst>
              <a:ext uri="{FF2B5EF4-FFF2-40B4-BE49-F238E27FC236}">
                <a16:creationId xmlns:a16="http://schemas.microsoft.com/office/drawing/2014/main" id="{3E13AA88-1CC5-D94B-96BB-C658FF32A1D5}"/>
              </a:ext>
            </a:extLst>
          </p:cNvPr>
          <p:cNvGrpSpPr>
            <a:grpSpLocks/>
          </p:cNvGrpSpPr>
          <p:nvPr/>
        </p:nvGrpSpPr>
        <p:grpSpPr bwMode="auto">
          <a:xfrm>
            <a:off x="2952750" y="2235993"/>
            <a:ext cx="3083719" cy="619124"/>
            <a:chOff x="1520" y="1878"/>
            <a:chExt cx="2590" cy="520"/>
          </a:xfrm>
        </p:grpSpPr>
        <p:sp>
          <p:nvSpPr>
            <p:cNvPr id="786455" name="Rectangle 23">
              <a:extLst>
                <a:ext uri="{FF2B5EF4-FFF2-40B4-BE49-F238E27FC236}">
                  <a16:creationId xmlns:a16="http://schemas.microsoft.com/office/drawing/2014/main" id="{B183F87B-1487-DB46-B5EE-693CC2B60119}"/>
                </a:ext>
              </a:extLst>
            </p:cNvPr>
            <p:cNvSpPr>
              <a:spLocks noChangeArrowheads="1"/>
            </p:cNvSpPr>
            <p:nvPr/>
          </p:nvSpPr>
          <p:spPr bwMode="auto">
            <a:xfrm rot="665985">
              <a:off x="2097" y="1878"/>
              <a:ext cx="1342" cy="250"/>
            </a:xfrm>
            <a:prstGeom prst="rect">
              <a:avLst/>
            </a:prstGeom>
            <a:noFill/>
            <a:ln>
              <a:noFill/>
            </a:ln>
            <a:effectLst/>
          </p:spPr>
          <p:txBody>
            <a:bodyPr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chemeClr val="folHlink"/>
                  </a:solidFill>
                  <a:latin typeface="Times New Roman" charset="0"/>
                  <a:ea typeface="黑体" charset="-122"/>
                </a:rPr>
                <a:t>SYN = 1, seq = x</a:t>
              </a:r>
            </a:p>
          </p:txBody>
        </p:sp>
        <p:sp>
          <p:nvSpPr>
            <p:cNvPr id="786456" name="Line 24">
              <a:extLst>
                <a:ext uri="{FF2B5EF4-FFF2-40B4-BE49-F238E27FC236}">
                  <a16:creationId xmlns:a16="http://schemas.microsoft.com/office/drawing/2014/main" id="{B483AF71-5859-104F-BE6A-9E49CAFD843A}"/>
                </a:ext>
              </a:extLst>
            </p:cNvPr>
            <p:cNvSpPr>
              <a:spLocks noChangeShapeType="1"/>
            </p:cNvSpPr>
            <p:nvPr/>
          </p:nvSpPr>
          <p:spPr bwMode="auto">
            <a:xfrm>
              <a:off x="1520" y="1893"/>
              <a:ext cx="2590" cy="505"/>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786457" name="Group 25">
            <a:extLst>
              <a:ext uri="{FF2B5EF4-FFF2-40B4-BE49-F238E27FC236}">
                <a16:creationId xmlns:a16="http://schemas.microsoft.com/office/drawing/2014/main" id="{66D954C0-0C10-A34B-BD0D-1AB81E794591}"/>
              </a:ext>
            </a:extLst>
          </p:cNvPr>
          <p:cNvGrpSpPr>
            <a:grpSpLocks/>
          </p:cNvGrpSpPr>
          <p:nvPr/>
        </p:nvGrpSpPr>
        <p:grpSpPr bwMode="auto">
          <a:xfrm>
            <a:off x="2952750" y="3567113"/>
            <a:ext cx="3083719" cy="600075"/>
            <a:chOff x="1520" y="2996"/>
            <a:chExt cx="2590" cy="504"/>
          </a:xfrm>
        </p:grpSpPr>
        <p:sp>
          <p:nvSpPr>
            <p:cNvPr id="786458" name="Rectangle 26">
              <a:extLst>
                <a:ext uri="{FF2B5EF4-FFF2-40B4-BE49-F238E27FC236}">
                  <a16:creationId xmlns:a16="http://schemas.microsoft.com/office/drawing/2014/main" id="{09E52D6D-04D8-4343-9B8D-6760632F272A}"/>
                </a:ext>
              </a:extLst>
            </p:cNvPr>
            <p:cNvSpPr>
              <a:spLocks noChangeArrowheads="1"/>
            </p:cNvSpPr>
            <p:nvPr/>
          </p:nvSpPr>
          <p:spPr bwMode="auto">
            <a:xfrm rot="649536">
              <a:off x="1962" y="3064"/>
              <a:ext cx="2098" cy="231"/>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ACK = 1, seq = x + 1, ack = y </a:t>
              </a:r>
              <a:r>
                <a:rPr kumimoji="1" lang="en-US" altLang="zh-CN" sz="1350" b="1">
                  <a:solidFill>
                    <a:schemeClr val="folHlink"/>
                  </a:solidFill>
                  <a:latin typeface="Times New Roman" charset="0"/>
                  <a:ea typeface="黑体" charset="-122"/>
                  <a:sym typeface="Symbol" charset="2"/>
                </a:rPr>
                <a:t></a:t>
              </a:r>
              <a:r>
                <a:rPr kumimoji="1" lang="en-US" altLang="zh-CN" sz="1350">
                  <a:solidFill>
                    <a:schemeClr val="folHlink"/>
                  </a:solidFill>
                  <a:latin typeface="Times New Roman" charset="0"/>
                  <a:ea typeface="黑体" charset="-122"/>
                  <a:sym typeface="Symbol" charset="2"/>
                </a:rPr>
                <a:t> 1</a:t>
              </a:r>
            </a:p>
          </p:txBody>
        </p:sp>
        <p:sp>
          <p:nvSpPr>
            <p:cNvPr id="786459" name="Line 27">
              <a:extLst>
                <a:ext uri="{FF2B5EF4-FFF2-40B4-BE49-F238E27FC236}">
                  <a16:creationId xmlns:a16="http://schemas.microsoft.com/office/drawing/2014/main" id="{AE79EDF4-0099-D34C-8369-3517DF241136}"/>
                </a:ext>
              </a:extLst>
            </p:cNvPr>
            <p:cNvSpPr>
              <a:spLocks noChangeShapeType="1"/>
            </p:cNvSpPr>
            <p:nvPr/>
          </p:nvSpPr>
          <p:spPr bwMode="auto">
            <a:xfrm>
              <a:off x="1520" y="2996"/>
              <a:ext cx="2590" cy="504"/>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sp>
        <p:nvSpPr>
          <p:cNvPr id="786460" name="Rectangle 28">
            <a:extLst>
              <a:ext uri="{FF2B5EF4-FFF2-40B4-BE49-F238E27FC236}">
                <a16:creationId xmlns:a16="http://schemas.microsoft.com/office/drawing/2014/main" id="{229FCEE5-74FB-1341-84F0-B5041245EC10}"/>
              </a:ext>
            </a:extLst>
          </p:cNvPr>
          <p:cNvSpPr>
            <a:spLocks noChangeArrowheads="1"/>
          </p:cNvSpPr>
          <p:nvPr/>
        </p:nvSpPr>
        <p:spPr bwMode="auto">
          <a:xfrm>
            <a:off x="2220517" y="1795463"/>
            <a:ext cx="725090" cy="411956"/>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86461" name="Text Box 29">
            <a:extLst>
              <a:ext uri="{FF2B5EF4-FFF2-40B4-BE49-F238E27FC236}">
                <a16:creationId xmlns:a16="http://schemas.microsoft.com/office/drawing/2014/main" id="{BD3EA904-1EFD-2A44-BC30-12CA70D91ABB}"/>
              </a:ext>
            </a:extLst>
          </p:cNvPr>
          <p:cNvSpPr txBox="1">
            <a:spLocks noChangeArrowheads="1"/>
          </p:cNvSpPr>
          <p:nvPr/>
        </p:nvSpPr>
        <p:spPr bwMode="auto">
          <a:xfrm>
            <a:off x="2183607" y="1841897"/>
            <a:ext cx="857927" cy="300082"/>
          </a:xfrm>
          <a:prstGeom prst="rect">
            <a:avLst/>
          </a:prstGeom>
          <a:noFill/>
          <a:ln>
            <a:noFill/>
          </a:ln>
          <a:effectLst/>
        </p:spPr>
        <p:txBody>
          <a:bodyPr wrap="none">
            <a:spAutoFit/>
          </a:bodyP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sp>
        <p:nvSpPr>
          <p:cNvPr id="786462" name="Rectangle 30">
            <a:extLst>
              <a:ext uri="{FF2B5EF4-FFF2-40B4-BE49-F238E27FC236}">
                <a16:creationId xmlns:a16="http://schemas.microsoft.com/office/drawing/2014/main" id="{B1C10A6C-A40D-6A41-AE3B-D4D361EE67E7}"/>
              </a:ext>
            </a:extLst>
          </p:cNvPr>
          <p:cNvSpPr>
            <a:spLocks noChangeArrowheads="1"/>
          </p:cNvSpPr>
          <p:nvPr/>
        </p:nvSpPr>
        <p:spPr bwMode="auto">
          <a:xfrm>
            <a:off x="6037660" y="1795463"/>
            <a:ext cx="739378" cy="411956"/>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86463" name="Text Box 31">
            <a:extLst>
              <a:ext uri="{FF2B5EF4-FFF2-40B4-BE49-F238E27FC236}">
                <a16:creationId xmlns:a16="http://schemas.microsoft.com/office/drawing/2014/main" id="{99F17950-EF86-C04C-AFE3-D827774816F2}"/>
              </a:ext>
            </a:extLst>
          </p:cNvPr>
          <p:cNvSpPr txBox="1">
            <a:spLocks noChangeArrowheads="1"/>
          </p:cNvSpPr>
          <p:nvPr/>
        </p:nvSpPr>
        <p:spPr bwMode="auto">
          <a:xfrm>
            <a:off x="6007894" y="1841897"/>
            <a:ext cx="857927" cy="300082"/>
          </a:xfrm>
          <a:prstGeom prst="rect">
            <a:avLst/>
          </a:prstGeom>
          <a:noFill/>
          <a:ln>
            <a:noFill/>
          </a:ln>
          <a:effectLst/>
        </p:spPr>
        <p:txBody>
          <a:bodyPr wrap="none">
            <a:spAutoFit/>
          </a:bodyP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grpSp>
        <p:nvGrpSpPr>
          <p:cNvPr id="242696" name="Group 35">
            <a:extLst>
              <a:ext uri="{FF2B5EF4-FFF2-40B4-BE49-F238E27FC236}">
                <a16:creationId xmlns:a16="http://schemas.microsoft.com/office/drawing/2014/main" id="{E9DE9828-AC85-6446-B254-3ABD0BF949D4}"/>
              </a:ext>
            </a:extLst>
          </p:cNvPr>
          <p:cNvGrpSpPr>
            <a:grpSpLocks/>
          </p:cNvGrpSpPr>
          <p:nvPr/>
        </p:nvGrpSpPr>
        <p:grpSpPr bwMode="auto">
          <a:xfrm>
            <a:off x="1439466" y="1543050"/>
            <a:ext cx="990600" cy="710804"/>
            <a:chOff x="249" y="1296"/>
            <a:chExt cx="832" cy="597"/>
          </a:xfrm>
        </p:grpSpPr>
        <p:sp>
          <p:nvSpPr>
            <p:cNvPr id="786468" name="Rectangle 36">
              <a:extLst>
                <a:ext uri="{FF2B5EF4-FFF2-40B4-BE49-F238E27FC236}">
                  <a16:creationId xmlns:a16="http://schemas.microsoft.com/office/drawing/2014/main" id="{8436966D-A34B-C143-AFC4-E26834905490}"/>
                </a:ext>
              </a:extLst>
            </p:cNvPr>
            <p:cNvSpPr>
              <a:spLocks noChangeArrowheads="1"/>
            </p:cNvSpPr>
            <p:nvPr/>
          </p:nvSpPr>
          <p:spPr bwMode="auto">
            <a:xfrm>
              <a:off x="251" y="1638"/>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主动打开</a:t>
              </a:r>
            </a:p>
          </p:txBody>
        </p:sp>
        <p:sp>
          <p:nvSpPr>
            <p:cNvPr id="786469" name="Freeform 37">
              <a:extLst>
                <a:ext uri="{FF2B5EF4-FFF2-40B4-BE49-F238E27FC236}">
                  <a16:creationId xmlns:a16="http://schemas.microsoft.com/office/drawing/2014/main" id="{33C25C74-64B6-9E40-A809-AA25E6119540}"/>
                </a:ext>
              </a:extLst>
            </p:cNvPr>
            <p:cNvSpPr>
              <a:spLocks/>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grpSp>
      <p:grpSp>
        <p:nvGrpSpPr>
          <p:cNvPr id="242697" name="Group 38">
            <a:extLst>
              <a:ext uri="{FF2B5EF4-FFF2-40B4-BE49-F238E27FC236}">
                <a16:creationId xmlns:a16="http://schemas.microsoft.com/office/drawing/2014/main" id="{7F04A6D5-5E1A-2744-AEA2-70B192F27C54}"/>
              </a:ext>
            </a:extLst>
          </p:cNvPr>
          <p:cNvGrpSpPr>
            <a:grpSpLocks/>
          </p:cNvGrpSpPr>
          <p:nvPr/>
        </p:nvGrpSpPr>
        <p:grpSpPr bwMode="auto">
          <a:xfrm>
            <a:off x="6560344" y="1549004"/>
            <a:ext cx="1046560" cy="704850"/>
            <a:chOff x="4550" y="1301"/>
            <a:chExt cx="879" cy="592"/>
          </a:xfrm>
        </p:grpSpPr>
        <p:sp>
          <p:nvSpPr>
            <p:cNvPr id="786471" name="Rectangle 39">
              <a:extLst>
                <a:ext uri="{FF2B5EF4-FFF2-40B4-BE49-F238E27FC236}">
                  <a16:creationId xmlns:a16="http://schemas.microsoft.com/office/drawing/2014/main" id="{E1A0AC2E-3F6F-334D-8A06-38F8ADD1A440}"/>
                </a:ext>
              </a:extLst>
            </p:cNvPr>
            <p:cNvSpPr>
              <a:spLocks noChangeArrowheads="1"/>
            </p:cNvSpPr>
            <p:nvPr/>
          </p:nvSpPr>
          <p:spPr bwMode="auto">
            <a:xfrm>
              <a:off x="4732" y="1617"/>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被动打开</a:t>
              </a:r>
            </a:p>
          </p:txBody>
        </p:sp>
        <p:sp>
          <p:nvSpPr>
            <p:cNvPr id="786472" name="Freeform 40">
              <a:extLst>
                <a:ext uri="{FF2B5EF4-FFF2-40B4-BE49-F238E27FC236}">
                  <a16:creationId xmlns:a16="http://schemas.microsoft.com/office/drawing/2014/main" id="{8A2D315F-F30B-8141-93A8-4B4895661D3B}"/>
                </a:ext>
              </a:extLst>
            </p:cNvPr>
            <p:cNvSpPr>
              <a:spLocks/>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grpSp>
      <p:pic>
        <p:nvPicPr>
          <p:cNvPr id="786473" name="Picture 41">
            <a:extLst>
              <a:ext uri="{FF2B5EF4-FFF2-40B4-BE49-F238E27FC236}">
                <a16:creationId xmlns:a16="http://schemas.microsoft.com/office/drawing/2014/main" id="{D3155839-CA94-0C44-A131-434793279519}"/>
              </a:ext>
            </a:extLst>
          </p:cNvPr>
          <p:cNvPicPr>
            <a:picLocks noChangeArrowheads="1"/>
          </p:cNvPicPr>
          <p:nvPr/>
        </p:nvPicPr>
        <p:blipFill>
          <a:blip r:embed="rId3"/>
          <a:srcRect/>
          <a:stretch>
            <a:fillRect/>
          </a:stretch>
        </p:blipFill>
        <p:spPr bwMode="auto">
          <a:xfrm>
            <a:off x="2395537" y="1334691"/>
            <a:ext cx="376238" cy="388144"/>
          </a:xfrm>
          <a:prstGeom prst="rect">
            <a:avLst/>
          </a:prstGeom>
          <a:noFill/>
          <a:ln>
            <a:noFill/>
          </a:ln>
          <a:effectLst/>
        </p:spPr>
      </p:pic>
      <p:pic>
        <p:nvPicPr>
          <p:cNvPr id="786474" name="Picture 42">
            <a:extLst>
              <a:ext uri="{FF2B5EF4-FFF2-40B4-BE49-F238E27FC236}">
                <a16:creationId xmlns:a16="http://schemas.microsoft.com/office/drawing/2014/main" id="{58073C19-5ED3-2B4D-A322-0D908F016974}"/>
              </a:ext>
            </a:extLst>
          </p:cNvPr>
          <p:cNvPicPr>
            <a:picLocks noChangeArrowheads="1"/>
          </p:cNvPicPr>
          <p:nvPr/>
        </p:nvPicPr>
        <p:blipFill>
          <a:blip r:embed="rId3"/>
          <a:srcRect/>
          <a:stretch>
            <a:fillRect/>
          </a:stretch>
        </p:blipFill>
        <p:spPr bwMode="auto">
          <a:xfrm>
            <a:off x="6219825" y="1334691"/>
            <a:ext cx="376238" cy="388144"/>
          </a:xfrm>
          <a:prstGeom prst="rect">
            <a:avLst/>
          </a:prstGeom>
          <a:noFill/>
          <a:ln>
            <a:noFill/>
          </a:ln>
          <a:effectLst/>
        </p:spPr>
      </p:pic>
      <p:sp>
        <p:nvSpPr>
          <p:cNvPr id="786475" name="Rectangle 43">
            <a:extLst>
              <a:ext uri="{FF2B5EF4-FFF2-40B4-BE49-F238E27FC236}">
                <a16:creationId xmlns:a16="http://schemas.microsoft.com/office/drawing/2014/main" id="{83F1ED6F-9C17-EF41-9E2A-0DEE1B92E360}"/>
              </a:ext>
            </a:extLst>
          </p:cNvPr>
          <p:cNvSpPr>
            <a:spLocks noChangeArrowheads="1"/>
          </p:cNvSpPr>
          <p:nvPr/>
        </p:nvSpPr>
        <p:spPr bwMode="auto">
          <a:xfrm>
            <a:off x="2713435" y="1334691"/>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786476" name="Rectangle 44">
            <a:extLst>
              <a:ext uri="{FF2B5EF4-FFF2-40B4-BE49-F238E27FC236}">
                <a16:creationId xmlns:a16="http://schemas.microsoft.com/office/drawing/2014/main" id="{AF5A650D-CE8C-F742-9329-CE220481EA14}"/>
              </a:ext>
            </a:extLst>
          </p:cNvPr>
          <p:cNvSpPr>
            <a:spLocks noChangeArrowheads="1"/>
          </p:cNvSpPr>
          <p:nvPr/>
        </p:nvSpPr>
        <p:spPr bwMode="auto">
          <a:xfrm>
            <a:off x="6044804" y="1334691"/>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786477" name="Rectangle 45">
            <a:extLst>
              <a:ext uri="{FF2B5EF4-FFF2-40B4-BE49-F238E27FC236}">
                <a16:creationId xmlns:a16="http://schemas.microsoft.com/office/drawing/2014/main" id="{E2A1E3F0-03CA-3D46-ADCB-A8BFFC4AEB60}"/>
              </a:ext>
            </a:extLst>
          </p:cNvPr>
          <p:cNvSpPr>
            <a:spLocks noChangeArrowheads="1"/>
          </p:cNvSpPr>
          <p:nvPr/>
        </p:nvSpPr>
        <p:spPr bwMode="auto">
          <a:xfrm>
            <a:off x="2334816" y="1069182"/>
            <a:ext cx="48330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客户</a:t>
            </a:r>
          </a:p>
        </p:txBody>
      </p:sp>
      <p:sp>
        <p:nvSpPr>
          <p:cNvPr id="786478" name="Rectangle 46">
            <a:extLst>
              <a:ext uri="{FF2B5EF4-FFF2-40B4-BE49-F238E27FC236}">
                <a16:creationId xmlns:a16="http://schemas.microsoft.com/office/drawing/2014/main" id="{4AFD87D3-B601-7148-9BE4-2A0224CB5C62}"/>
              </a:ext>
            </a:extLst>
          </p:cNvPr>
          <p:cNvSpPr>
            <a:spLocks noChangeArrowheads="1"/>
          </p:cNvSpPr>
          <p:nvPr/>
        </p:nvSpPr>
        <p:spPr bwMode="auto">
          <a:xfrm>
            <a:off x="6081713" y="1069182"/>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服务器</a:t>
            </a:r>
          </a:p>
        </p:txBody>
      </p:sp>
      <p:grpSp>
        <p:nvGrpSpPr>
          <p:cNvPr id="242704" name="Group 48">
            <a:extLst>
              <a:ext uri="{FF2B5EF4-FFF2-40B4-BE49-F238E27FC236}">
                <a16:creationId xmlns:a16="http://schemas.microsoft.com/office/drawing/2014/main" id="{2CFFB125-4BA2-C944-9427-5AE6C75FE495}"/>
              </a:ext>
            </a:extLst>
          </p:cNvPr>
          <p:cNvGrpSpPr>
            <a:grpSpLocks/>
          </p:cNvGrpSpPr>
          <p:nvPr/>
        </p:nvGrpSpPr>
        <p:grpSpPr bwMode="auto">
          <a:xfrm>
            <a:off x="2896791" y="2911079"/>
            <a:ext cx="3139678" cy="601265"/>
            <a:chOff x="1473" y="2445"/>
            <a:chExt cx="2637" cy="505"/>
          </a:xfrm>
        </p:grpSpPr>
        <p:sp>
          <p:nvSpPr>
            <p:cNvPr id="786481" name="Line 49">
              <a:extLst>
                <a:ext uri="{FF2B5EF4-FFF2-40B4-BE49-F238E27FC236}">
                  <a16:creationId xmlns:a16="http://schemas.microsoft.com/office/drawing/2014/main" id="{3FB42A20-F988-B94A-B01C-0AE8BAB59662}"/>
                </a:ext>
              </a:extLst>
            </p:cNvPr>
            <p:cNvSpPr>
              <a:spLocks noChangeShapeType="1"/>
            </p:cNvSpPr>
            <p:nvPr/>
          </p:nvSpPr>
          <p:spPr bwMode="auto">
            <a:xfrm flipH="1">
              <a:off x="1520" y="2445"/>
              <a:ext cx="2590" cy="505"/>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86482" name="Rectangle 50">
              <a:extLst>
                <a:ext uri="{FF2B5EF4-FFF2-40B4-BE49-F238E27FC236}">
                  <a16:creationId xmlns:a16="http://schemas.microsoft.com/office/drawing/2014/main" id="{C697F539-3867-6246-858F-180E84716B28}"/>
                </a:ext>
              </a:extLst>
            </p:cNvPr>
            <p:cNvSpPr>
              <a:spLocks noChangeArrowheads="1"/>
            </p:cNvSpPr>
            <p:nvPr/>
          </p:nvSpPr>
          <p:spPr bwMode="auto">
            <a:xfrm rot="20990024" flipH="1">
              <a:off x="1473" y="2474"/>
              <a:ext cx="2408"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SYN = 1, ACK = 1, seq = y, ack= x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grpSp>
      <p:sp>
        <p:nvSpPr>
          <p:cNvPr id="786483" name="Text Box 51">
            <a:extLst>
              <a:ext uri="{FF2B5EF4-FFF2-40B4-BE49-F238E27FC236}">
                <a16:creationId xmlns:a16="http://schemas.microsoft.com/office/drawing/2014/main" id="{B5DD98E0-B7F9-BC4D-A092-FF929C19DAFE}"/>
              </a:ext>
            </a:extLst>
          </p:cNvPr>
          <p:cNvSpPr txBox="1">
            <a:spLocks noChangeArrowheads="1"/>
          </p:cNvSpPr>
          <p:nvPr/>
        </p:nvSpPr>
        <p:spPr bwMode="auto">
          <a:xfrm>
            <a:off x="138546" y="130321"/>
            <a:ext cx="8866910" cy="706347"/>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just" eaLnBrk="1" hangingPunct="1">
              <a:lnSpc>
                <a:spcPct val="90000"/>
              </a:lnSpc>
              <a:buFontTx/>
              <a:buChar char="•"/>
              <a:defRPr/>
            </a:pPr>
            <a:r>
              <a:rPr lang="en-US" altLang="zh-CN" sz="2100" dirty="0">
                <a:solidFill>
                  <a:srgbClr val="333399"/>
                </a:solidFill>
                <a:latin typeface="Arial" panose="020B0604020202020204" pitchFamily="34" charset="0"/>
              </a:rPr>
              <a:t>  A </a:t>
            </a:r>
            <a:r>
              <a:rPr lang="zh-CN" altLang="en-US" sz="2100" dirty="0">
                <a:solidFill>
                  <a:srgbClr val="333399"/>
                </a:solidFill>
                <a:latin typeface="Arial" panose="020B0604020202020204" pitchFamily="34" charset="0"/>
              </a:rPr>
              <a:t>收到此报文段后向 </a:t>
            </a:r>
            <a:r>
              <a:rPr lang="en-US" altLang="zh-CN" sz="2100" dirty="0">
                <a:solidFill>
                  <a:srgbClr val="333399"/>
                </a:solidFill>
                <a:latin typeface="Arial" panose="020B0604020202020204" pitchFamily="34" charset="0"/>
              </a:rPr>
              <a:t>B </a:t>
            </a:r>
            <a:r>
              <a:rPr lang="zh-CN" altLang="en-US" sz="2100" dirty="0">
                <a:solidFill>
                  <a:srgbClr val="333399"/>
                </a:solidFill>
                <a:latin typeface="Arial" panose="020B0604020202020204" pitchFamily="34" charset="0"/>
              </a:rPr>
              <a:t>给出确认，其 </a:t>
            </a:r>
            <a:r>
              <a:rPr lang="en-US" altLang="zh-CN" sz="2100" dirty="0">
                <a:solidFill>
                  <a:srgbClr val="333399"/>
                </a:solidFill>
                <a:latin typeface="Arial" panose="020B0604020202020204" pitchFamily="34" charset="0"/>
              </a:rPr>
              <a:t>ACK = 1</a:t>
            </a:r>
            <a:r>
              <a:rPr lang="zh-CN" altLang="en-US" sz="2100" dirty="0">
                <a:solidFill>
                  <a:srgbClr val="333399"/>
                </a:solidFill>
                <a:latin typeface="Arial" panose="020B0604020202020204" pitchFamily="34" charset="0"/>
              </a:rPr>
              <a:t>，确认号 </a:t>
            </a:r>
            <a:r>
              <a:rPr lang="en-US" altLang="zh-CN" sz="2100" dirty="0">
                <a:solidFill>
                  <a:srgbClr val="333399"/>
                </a:solidFill>
                <a:latin typeface="Arial" panose="020B0604020202020204" pitchFamily="34" charset="0"/>
              </a:rPr>
              <a:t>ack = y </a:t>
            </a:r>
            <a:r>
              <a:rPr lang="en-US" altLang="zh-CN" sz="2100" dirty="0">
                <a:solidFill>
                  <a:srgbClr val="333399"/>
                </a:solidFill>
                <a:latin typeface="Arial" panose="020B0604020202020204" pitchFamily="34" charset="0"/>
                <a:sym typeface="Symbol" pitchFamily="2" charset="2"/>
              </a:rPr>
              <a:t></a:t>
            </a:r>
            <a:r>
              <a:rPr lang="en-US" altLang="zh-CN" sz="2100" dirty="0">
                <a:solidFill>
                  <a:srgbClr val="333399"/>
                </a:solidFill>
                <a:latin typeface="Arial" panose="020B0604020202020204" pitchFamily="34" charset="0"/>
              </a:rPr>
              <a:t> 1</a:t>
            </a:r>
            <a:r>
              <a:rPr lang="zh-CN" altLang="en-US" sz="2100" dirty="0">
                <a:solidFill>
                  <a:srgbClr val="333399"/>
                </a:solidFill>
                <a:latin typeface="Arial" panose="020B0604020202020204" pitchFamily="34" charset="0"/>
              </a:rPr>
              <a:t>。</a:t>
            </a:r>
          </a:p>
          <a:p>
            <a:pPr algn="just" eaLnBrk="1" hangingPunct="1">
              <a:buFontTx/>
              <a:buChar char="•"/>
              <a:defRPr/>
            </a:pPr>
            <a:r>
              <a:rPr lang="zh-CN" altLang="en-US" sz="2100" dirty="0">
                <a:solidFill>
                  <a:srgbClr val="333399"/>
                </a:solidFill>
                <a:latin typeface="Arial" panose="020B0604020202020204" pitchFamily="34" charset="0"/>
              </a:rPr>
              <a:t>  </a:t>
            </a:r>
            <a:r>
              <a:rPr lang="en-US" altLang="zh-CN" sz="2100" dirty="0">
                <a:solidFill>
                  <a:srgbClr val="333399"/>
                </a:solidFill>
                <a:latin typeface="Arial" panose="020B0604020202020204" pitchFamily="34" charset="0"/>
              </a:rPr>
              <a:t>A </a:t>
            </a:r>
            <a:r>
              <a:rPr lang="zh-CN" altLang="en-US" sz="2100" dirty="0">
                <a:solidFill>
                  <a:srgbClr val="333399"/>
                </a:solidFill>
                <a:latin typeface="Arial" panose="020B0604020202020204" pitchFamily="34" charset="0"/>
              </a:rPr>
              <a:t>的 </a:t>
            </a:r>
            <a:r>
              <a:rPr lang="en-US" altLang="zh-CN" sz="2100" dirty="0">
                <a:solidFill>
                  <a:srgbClr val="333399"/>
                </a:solidFill>
                <a:latin typeface="Arial" panose="020B0604020202020204" pitchFamily="34" charset="0"/>
              </a:rPr>
              <a:t>TCP </a:t>
            </a:r>
            <a:r>
              <a:rPr lang="zh-CN" altLang="en-US" sz="2100" dirty="0">
                <a:solidFill>
                  <a:srgbClr val="333399"/>
                </a:solidFill>
                <a:latin typeface="Arial" panose="020B0604020202020204" pitchFamily="34" charset="0"/>
              </a:rPr>
              <a:t>通知上层应用进程，连接已经建立。   </a:t>
            </a:r>
          </a:p>
        </p:txBody>
      </p:sp>
      <p:sp>
        <p:nvSpPr>
          <p:cNvPr id="2" name="幻灯片编号占位符 1">
            <a:extLst>
              <a:ext uri="{FF2B5EF4-FFF2-40B4-BE49-F238E27FC236}">
                <a16:creationId xmlns:a16="http://schemas.microsoft.com/office/drawing/2014/main" id="{E742D491-F3CE-B74B-BE43-7B99BC321E50}"/>
              </a:ext>
            </a:extLst>
          </p:cNvPr>
          <p:cNvSpPr>
            <a:spLocks noGrp="1"/>
          </p:cNvSpPr>
          <p:nvPr>
            <p:ph type="sldNum" sz="quarter" idx="10"/>
          </p:nvPr>
        </p:nvSpPr>
        <p:spPr>
          <a:xfrm>
            <a:off x="8714508" y="4829174"/>
            <a:ext cx="421157" cy="280987"/>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0536EE4A-F6C4-7841-A415-D985205A6A43}" type="slidenum">
              <a:rPr lang="en-US" altLang="zh-CN" sz="1050"/>
              <a:pPr>
                <a:defRPr/>
              </a:pPr>
              <a:t>115</a:t>
            </a:fld>
            <a:endParaRPr lang="en-US" altLang="zh-CN" sz="1050"/>
          </a:p>
        </p:txBody>
      </p:sp>
    </p:spTree>
    <p:extLst>
      <p:ext uri="{BB962C8B-B14F-4D97-AF65-F5344CB8AC3E}">
        <p14:creationId xmlns:p14="http://schemas.microsoft.com/office/powerpoint/2010/main" val="32407375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2000"/>
                                  </p:stCondLst>
                                  <p:childTnLst>
                                    <p:set>
                                      <p:cBhvr>
                                        <p:cTn id="6" dur="1" fill="hold">
                                          <p:stCondLst>
                                            <p:cond delay="0"/>
                                          </p:stCondLst>
                                        </p:cTn>
                                        <p:tgtEl>
                                          <p:spTgt spid="786457"/>
                                        </p:tgtEl>
                                        <p:attrNameLst>
                                          <p:attrName>style.visibility</p:attrName>
                                        </p:attrNameLst>
                                      </p:cBhvr>
                                      <p:to>
                                        <p:strVal val="visible"/>
                                      </p:to>
                                    </p:set>
                                    <p:animEffect transition="in" filter="wipe(left)">
                                      <p:cBhvr>
                                        <p:cTn id="7" dur="1000"/>
                                        <p:tgtEl>
                                          <p:spTgt spid="7864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4737" name="Group 18">
            <a:extLst>
              <a:ext uri="{FF2B5EF4-FFF2-40B4-BE49-F238E27FC236}">
                <a16:creationId xmlns:a16="http://schemas.microsoft.com/office/drawing/2014/main" id="{20668188-2804-EF4C-8DA9-F6B500F1E1C4}"/>
              </a:ext>
            </a:extLst>
          </p:cNvPr>
          <p:cNvGrpSpPr>
            <a:grpSpLocks/>
          </p:cNvGrpSpPr>
          <p:nvPr/>
        </p:nvGrpSpPr>
        <p:grpSpPr bwMode="auto">
          <a:xfrm>
            <a:off x="2897981" y="2247900"/>
            <a:ext cx="3186113" cy="2581275"/>
            <a:chOff x="1474" y="1888"/>
            <a:chExt cx="2676" cy="2432"/>
          </a:xfrm>
        </p:grpSpPr>
        <p:sp>
          <p:nvSpPr>
            <p:cNvPr id="788499" name="Line 19">
              <a:extLst>
                <a:ext uri="{FF2B5EF4-FFF2-40B4-BE49-F238E27FC236}">
                  <a16:creationId xmlns:a16="http://schemas.microsoft.com/office/drawing/2014/main" id="{8E47A2E3-5A14-FB44-B115-A7F286DCC674}"/>
                </a:ext>
              </a:extLst>
            </p:cNvPr>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88500" name="Line 20">
              <a:extLst>
                <a:ext uri="{FF2B5EF4-FFF2-40B4-BE49-F238E27FC236}">
                  <a16:creationId xmlns:a16="http://schemas.microsoft.com/office/drawing/2014/main" id="{FC77F43C-6ECB-CA48-A56F-158A310A418B}"/>
                </a:ext>
              </a:extLst>
            </p:cNvPr>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grpSp>
        <p:nvGrpSpPr>
          <p:cNvPr id="244738" name="Group 22">
            <a:extLst>
              <a:ext uri="{FF2B5EF4-FFF2-40B4-BE49-F238E27FC236}">
                <a16:creationId xmlns:a16="http://schemas.microsoft.com/office/drawing/2014/main" id="{1F02614E-D4B0-4D49-8D60-58CDBA2BF218}"/>
              </a:ext>
            </a:extLst>
          </p:cNvPr>
          <p:cNvGrpSpPr>
            <a:grpSpLocks/>
          </p:cNvGrpSpPr>
          <p:nvPr/>
        </p:nvGrpSpPr>
        <p:grpSpPr bwMode="auto">
          <a:xfrm>
            <a:off x="2952750" y="2235993"/>
            <a:ext cx="3083719" cy="619124"/>
            <a:chOff x="1520" y="1878"/>
            <a:chExt cx="2590" cy="520"/>
          </a:xfrm>
        </p:grpSpPr>
        <p:sp>
          <p:nvSpPr>
            <p:cNvPr id="788503" name="Rectangle 23">
              <a:extLst>
                <a:ext uri="{FF2B5EF4-FFF2-40B4-BE49-F238E27FC236}">
                  <a16:creationId xmlns:a16="http://schemas.microsoft.com/office/drawing/2014/main" id="{DBA1ACF4-DE8B-F648-BB8E-FCB64879CA97}"/>
                </a:ext>
              </a:extLst>
            </p:cNvPr>
            <p:cNvSpPr>
              <a:spLocks noChangeArrowheads="1"/>
            </p:cNvSpPr>
            <p:nvPr/>
          </p:nvSpPr>
          <p:spPr bwMode="auto">
            <a:xfrm rot="665985">
              <a:off x="2097" y="1878"/>
              <a:ext cx="1342" cy="250"/>
            </a:xfrm>
            <a:prstGeom prst="rect">
              <a:avLst/>
            </a:prstGeom>
            <a:noFill/>
            <a:ln>
              <a:noFill/>
            </a:ln>
            <a:effectLst/>
          </p:spPr>
          <p:txBody>
            <a:bodyPr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chemeClr val="folHlink"/>
                  </a:solidFill>
                  <a:latin typeface="Times New Roman" charset="0"/>
                  <a:ea typeface="黑体" charset="-122"/>
                </a:rPr>
                <a:t>SYN = 1, seq = x</a:t>
              </a:r>
            </a:p>
          </p:txBody>
        </p:sp>
        <p:sp>
          <p:nvSpPr>
            <p:cNvPr id="788504" name="Line 24">
              <a:extLst>
                <a:ext uri="{FF2B5EF4-FFF2-40B4-BE49-F238E27FC236}">
                  <a16:creationId xmlns:a16="http://schemas.microsoft.com/office/drawing/2014/main" id="{0F7A0709-2996-4E49-A309-9B5393AAEC26}"/>
                </a:ext>
              </a:extLst>
            </p:cNvPr>
            <p:cNvSpPr>
              <a:spLocks noChangeShapeType="1"/>
            </p:cNvSpPr>
            <p:nvPr/>
          </p:nvSpPr>
          <p:spPr bwMode="auto">
            <a:xfrm>
              <a:off x="1520" y="1893"/>
              <a:ext cx="2590" cy="505"/>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44739" name="Group 25">
            <a:extLst>
              <a:ext uri="{FF2B5EF4-FFF2-40B4-BE49-F238E27FC236}">
                <a16:creationId xmlns:a16="http://schemas.microsoft.com/office/drawing/2014/main" id="{7A4FC463-C3D5-D440-89E4-E8AAFB198F13}"/>
              </a:ext>
            </a:extLst>
          </p:cNvPr>
          <p:cNvGrpSpPr>
            <a:grpSpLocks/>
          </p:cNvGrpSpPr>
          <p:nvPr/>
        </p:nvGrpSpPr>
        <p:grpSpPr bwMode="auto">
          <a:xfrm>
            <a:off x="2952750" y="3567113"/>
            <a:ext cx="3083719" cy="600075"/>
            <a:chOff x="1520" y="2996"/>
            <a:chExt cx="2590" cy="504"/>
          </a:xfrm>
        </p:grpSpPr>
        <p:sp>
          <p:nvSpPr>
            <p:cNvPr id="788506" name="Rectangle 26">
              <a:extLst>
                <a:ext uri="{FF2B5EF4-FFF2-40B4-BE49-F238E27FC236}">
                  <a16:creationId xmlns:a16="http://schemas.microsoft.com/office/drawing/2014/main" id="{1E3AAA7E-A31B-DF45-AD6A-85DEA7E63707}"/>
                </a:ext>
              </a:extLst>
            </p:cNvPr>
            <p:cNvSpPr>
              <a:spLocks noChangeArrowheads="1"/>
            </p:cNvSpPr>
            <p:nvPr/>
          </p:nvSpPr>
          <p:spPr bwMode="auto">
            <a:xfrm rot="649536">
              <a:off x="1962" y="3064"/>
              <a:ext cx="2098" cy="231"/>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ACK = 1, seq = x + 1, ack = y </a:t>
              </a:r>
              <a:r>
                <a:rPr kumimoji="1" lang="en-US" altLang="zh-CN" sz="1350" b="1">
                  <a:solidFill>
                    <a:schemeClr val="folHlink"/>
                  </a:solidFill>
                  <a:latin typeface="Times New Roman" charset="0"/>
                  <a:ea typeface="黑体" charset="-122"/>
                  <a:sym typeface="Symbol" charset="2"/>
                </a:rPr>
                <a:t></a:t>
              </a:r>
              <a:r>
                <a:rPr kumimoji="1" lang="en-US" altLang="zh-CN" sz="1350">
                  <a:solidFill>
                    <a:schemeClr val="folHlink"/>
                  </a:solidFill>
                  <a:latin typeface="Times New Roman" charset="0"/>
                  <a:ea typeface="黑体" charset="-122"/>
                  <a:sym typeface="Symbol" charset="2"/>
                </a:rPr>
                <a:t> 1</a:t>
              </a:r>
            </a:p>
          </p:txBody>
        </p:sp>
        <p:sp>
          <p:nvSpPr>
            <p:cNvPr id="788507" name="Line 27">
              <a:extLst>
                <a:ext uri="{FF2B5EF4-FFF2-40B4-BE49-F238E27FC236}">
                  <a16:creationId xmlns:a16="http://schemas.microsoft.com/office/drawing/2014/main" id="{2CF0BB2F-313E-C04A-9397-2E8A0D869917}"/>
                </a:ext>
              </a:extLst>
            </p:cNvPr>
            <p:cNvSpPr>
              <a:spLocks noChangeShapeType="1"/>
            </p:cNvSpPr>
            <p:nvPr/>
          </p:nvSpPr>
          <p:spPr bwMode="auto">
            <a:xfrm>
              <a:off x="1520" y="2996"/>
              <a:ext cx="2590" cy="504"/>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sp>
        <p:nvSpPr>
          <p:cNvPr id="788508" name="Rectangle 28">
            <a:extLst>
              <a:ext uri="{FF2B5EF4-FFF2-40B4-BE49-F238E27FC236}">
                <a16:creationId xmlns:a16="http://schemas.microsoft.com/office/drawing/2014/main" id="{2BE0488E-7788-2645-B89A-3F7DFA588DE4}"/>
              </a:ext>
            </a:extLst>
          </p:cNvPr>
          <p:cNvSpPr>
            <a:spLocks noChangeArrowheads="1"/>
          </p:cNvSpPr>
          <p:nvPr/>
        </p:nvSpPr>
        <p:spPr bwMode="auto">
          <a:xfrm>
            <a:off x="2220517" y="1795463"/>
            <a:ext cx="725090" cy="411956"/>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88509" name="Text Box 29">
            <a:extLst>
              <a:ext uri="{FF2B5EF4-FFF2-40B4-BE49-F238E27FC236}">
                <a16:creationId xmlns:a16="http://schemas.microsoft.com/office/drawing/2014/main" id="{D3F3B1A4-FAD6-2D46-9F90-817F3603A594}"/>
              </a:ext>
            </a:extLst>
          </p:cNvPr>
          <p:cNvSpPr txBox="1">
            <a:spLocks noChangeArrowheads="1"/>
          </p:cNvSpPr>
          <p:nvPr/>
        </p:nvSpPr>
        <p:spPr bwMode="auto">
          <a:xfrm>
            <a:off x="2183607" y="1841897"/>
            <a:ext cx="857927" cy="300082"/>
          </a:xfrm>
          <a:prstGeom prst="rect">
            <a:avLst/>
          </a:prstGeom>
          <a:noFill/>
          <a:ln>
            <a:noFill/>
          </a:ln>
          <a:effectLst/>
        </p:spPr>
        <p:txBody>
          <a:bodyPr wrap="none">
            <a:spAutoFit/>
          </a:bodyP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sp>
        <p:nvSpPr>
          <p:cNvPr id="788510" name="Rectangle 30">
            <a:extLst>
              <a:ext uri="{FF2B5EF4-FFF2-40B4-BE49-F238E27FC236}">
                <a16:creationId xmlns:a16="http://schemas.microsoft.com/office/drawing/2014/main" id="{B25F6370-C576-7B48-921B-BD43297D97E9}"/>
              </a:ext>
            </a:extLst>
          </p:cNvPr>
          <p:cNvSpPr>
            <a:spLocks noChangeArrowheads="1"/>
          </p:cNvSpPr>
          <p:nvPr/>
        </p:nvSpPr>
        <p:spPr bwMode="auto">
          <a:xfrm>
            <a:off x="6037660" y="1795463"/>
            <a:ext cx="739378" cy="411956"/>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88511" name="Text Box 31">
            <a:extLst>
              <a:ext uri="{FF2B5EF4-FFF2-40B4-BE49-F238E27FC236}">
                <a16:creationId xmlns:a16="http://schemas.microsoft.com/office/drawing/2014/main" id="{85CE91B7-FD0D-7943-A2B7-8745C518C317}"/>
              </a:ext>
            </a:extLst>
          </p:cNvPr>
          <p:cNvSpPr txBox="1">
            <a:spLocks noChangeArrowheads="1"/>
          </p:cNvSpPr>
          <p:nvPr/>
        </p:nvSpPr>
        <p:spPr bwMode="auto">
          <a:xfrm>
            <a:off x="6007894" y="1841897"/>
            <a:ext cx="857927" cy="300082"/>
          </a:xfrm>
          <a:prstGeom prst="rect">
            <a:avLst/>
          </a:prstGeom>
          <a:noFill/>
          <a:ln>
            <a:noFill/>
          </a:ln>
          <a:effectLst/>
        </p:spPr>
        <p:txBody>
          <a:bodyPr wrap="none">
            <a:spAutoFit/>
          </a:bodyP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grpSp>
        <p:nvGrpSpPr>
          <p:cNvPr id="788512" name="Group 32">
            <a:extLst>
              <a:ext uri="{FF2B5EF4-FFF2-40B4-BE49-F238E27FC236}">
                <a16:creationId xmlns:a16="http://schemas.microsoft.com/office/drawing/2014/main" id="{C297D8FA-96EA-354C-8BC2-1532454CE4B0}"/>
              </a:ext>
            </a:extLst>
          </p:cNvPr>
          <p:cNvGrpSpPr>
            <a:grpSpLocks/>
          </p:cNvGrpSpPr>
          <p:nvPr/>
        </p:nvGrpSpPr>
        <p:grpSpPr bwMode="auto">
          <a:xfrm>
            <a:off x="3629025" y="4380321"/>
            <a:ext cx="1778794" cy="275035"/>
            <a:chOff x="2088" y="3679"/>
            <a:chExt cx="1494" cy="231"/>
          </a:xfrm>
        </p:grpSpPr>
        <p:sp>
          <p:nvSpPr>
            <p:cNvPr id="788513" name="AutoShape 33">
              <a:extLst>
                <a:ext uri="{FF2B5EF4-FFF2-40B4-BE49-F238E27FC236}">
                  <a16:creationId xmlns:a16="http://schemas.microsoft.com/office/drawing/2014/main" id="{91470DE9-5511-8E40-9147-E1761717979D}"/>
                </a:ext>
              </a:extLst>
            </p:cNvPr>
            <p:cNvSpPr>
              <a:spLocks noChangeArrowheads="1"/>
            </p:cNvSpPr>
            <p:nvPr/>
          </p:nvSpPr>
          <p:spPr bwMode="auto">
            <a:xfrm>
              <a:off x="2088" y="3735"/>
              <a:ext cx="1494" cy="166"/>
            </a:xfrm>
            <a:prstGeom prst="leftRightArrow">
              <a:avLst>
                <a:gd name="adj1" fmla="val 55880"/>
                <a:gd name="adj2" fmla="val 103167"/>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88514" name="Rectangle 34">
              <a:extLst>
                <a:ext uri="{FF2B5EF4-FFF2-40B4-BE49-F238E27FC236}">
                  <a16:creationId xmlns:a16="http://schemas.microsoft.com/office/drawing/2014/main" id="{76DCA65E-904A-5844-8889-9D221CE1DC35}"/>
                </a:ext>
              </a:extLst>
            </p:cNvPr>
            <p:cNvSpPr>
              <a:spLocks noChangeArrowheads="1"/>
            </p:cNvSpPr>
            <p:nvPr/>
          </p:nvSpPr>
          <p:spPr bwMode="auto">
            <a:xfrm>
              <a:off x="2462" y="3679"/>
              <a:ext cx="697" cy="231"/>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grpSp>
      <p:grpSp>
        <p:nvGrpSpPr>
          <p:cNvPr id="244745" name="Group 35">
            <a:extLst>
              <a:ext uri="{FF2B5EF4-FFF2-40B4-BE49-F238E27FC236}">
                <a16:creationId xmlns:a16="http://schemas.microsoft.com/office/drawing/2014/main" id="{0DC5310A-C2EF-794F-B2AA-742359E70DE5}"/>
              </a:ext>
            </a:extLst>
          </p:cNvPr>
          <p:cNvGrpSpPr>
            <a:grpSpLocks/>
          </p:cNvGrpSpPr>
          <p:nvPr/>
        </p:nvGrpSpPr>
        <p:grpSpPr bwMode="auto">
          <a:xfrm>
            <a:off x="1439466" y="1543050"/>
            <a:ext cx="990600" cy="710804"/>
            <a:chOff x="249" y="1296"/>
            <a:chExt cx="832" cy="597"/>
          </a:xfrm>
        </p:grpSpPr>
        <p:sp>
          <p:nvSpPr>
            <p:cNvPr id="788516" name="Rectangle 36">
              <a:extLst>
                <a:ext uri="{FF2B5EF4-FFF2-40B4-BE49-F238E27FC236}">
                  <a16:creationId xmlns:a16="http://schemas.microsoft.com/office/drawing/2014/main" id="{6B7B47E4-87E6-3445-BA56-DEF4FC3F4ED4}"/>
                </a:ext>
              </a:extLst>
            </p:cNvPr>
            <p:cNvSpPr>
              <a:spLocks noChangeArrowheads="1"/>
            </p:cNvSpPr>
            <p:nvPr/>
          </p:nvSpPr>
          <p:spPr bwMode="auto">
            <a:xfrm>
              <a:off x="251" y="1638"/>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主动打开</a:t>
              </a:r>
            </a:p>
          </p:txBody>
        </p:sp>
        <p:sp>
          <p:nvSpPr>
            <p:cNvPr id="788517" name="Freeform 37">
              <a:extLst>
                <a:ext uri="{FF2B5EF4-FFF2-40B4-BE49-F238E27FC236}">
                  <a16:creationId xmlns:a16="http://schemas.microsoft.com/office/drawing/2014/main" id="{16165E4F-A1AB-EE48-9DDD-4D0D9FDE9EE8}"/>
                </a:ext>
              </a:extLst>
            </p:cNvPr>
            <p:cNvSpPr>
              <a:spLocks/>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grpSp>
      <p:grpSp>
        <p:nvGrpSpPr>
          <p:cNvPr id="244746" name="Group 38">
            <a:extLst>
              <a:ext uri="{FF2B5EF4-FFF2-40B4-BE49-F238E27FC236}">
                <a16:creationId xmlns:a16="http://schemas.microsoft.com/office/drawing/2014/main" id="{61270F54-CEB6-F545-9661-6F4582FFEB12}"/>
              </a:ext>
            </a:extLst>
          </p:cNvPr>
          <p:cNvGrpSpPr>
            <a:grpSpLocks/>
          </p:cNvGrpSpPr>
          <p:nvPr/>
        </p:nvGrpSpPr>
        <p:grpSpPr bwMode="auto">
          <a:xfrm>
            <a:off x="6560344" y="1549004"/>
            <a:ext cx="1046560" cy="704850"/>
            <a:chOff x="4550" y="1301"/>
            <a:chExt cx="879" cy="592"/>
          </a:xfrm>
        </p:grpSpPr>
        <p:sp>
          <p:nvSpPr>
            <p:cNvPr id="788519" name="Rectangle 39">
              <a:extLst>
                <a:ext uri="{FF2B5EF4-FFF2-40B4-BE49-F238E27FC236}">
                  <a16:creationId xmlns:a16="http://schemas.microsoft.com/office/drawing/2014/main" id="{BD687D08-F844-2941-ABA8-EB8367918F71}"/>
                </a:ext>
              </a:extLst>
            </p:cNvPr>
            <p:cNvSpPr>
              <a:spLocks noChangeArrowheads="1"/>
            </p:cNvSpPr>
            <p:nvPr/>
          </p:nvSpPr>
          <p:spPr bwMode="auto">
            <a:xfrm>
              <a:off x="4732" y="1617"/>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被动打开</a:t>
              </a:r>
            </a:p>
          </p:txBody>
        </p:sp>
        <p:sp>
          <p:nvSpPr>
            <p:cNvPr id="788520" name="Freeform 40">
              <a:extLst>
                <a:ext uri="{FF2B5EF4-FFF2-40B4-BE49-F238E27FC236}">
                  <a16:creationId xmlns:a16="http://schemas.microsoft.com/office/drawing/2014/main" id="{B8ECB422-5759-484B-B10D-5786B6BD12C6}"/>
                </a:ext>
              </a:extLst>
            </p:cNvPr>
            <p:cNvSpPr>
              <a:spLocks/>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grpSp>
      <p:pic>
        <p:nvPicPr>
          <p:cNvPr id="788521" name="Picture 41">
            <a:extLst>
              <a:ext uri="{FF2B5EF4-FFF2-40B4-BE49-F238E27FC236}">
                <a16:creationId xmlns:a16="http://schemas.microsoft.com/office/drawing/2014/main" id="{36242EA5-B1D9-7D48-9312-BB319A7A5C37}"/>
              </a:ext>
            </a:extLst>
          </p:cNvPr>
          <p:cNvPicPr>
            <a:picLocks noChangeArrowheads="1"/>
          </p:cNvPicPr>
          <p:nvPr/>
        </p:nvPicPr>
        <p:blipFill>
          <a:blip r:embed="rId3"/>
          <a:srcRect/>
          <a:stretch>
            <a:fillRect/>
          </a:stretch>
        </p:blipFill>
        <p:spPr bwMode="auto">
          <a:xfrm>
            <a:off x="2395537" y="1334691"/>
            <a:ext cx="376238" cy="388144"/>
          </a:xfrm>
          <a:prstGeom prst="rect">
            <a:avLst/>
          </a:prstGeom>
          <a:noFill/>
          <a:ln>
            <a:noFill/>
          </a:ln>
          <a:effectLst/>
        </p:spPr>
      </p:pic>
      <p:pic>
        <p:nvPicPr>
          <p:cNvPr id="788522" name="Picture 42">
            <a:extLst>
              <a:ext uri="{FF2B5EF4-FFF2-40B4-BE49-F238E27FC236}">
                <a16:creationId xmlns:a16="http://schemas.microsoft.com/office/drawing/2014/main" id="{62BE8FA3-A9D3-5E4E-A720-AAE117F0EB95}"/>
              </a:ext>
            </a:extLst>
          </p:cNvPr>
          <p:cNvPicPr>
            <a:picLocks noChangeArrowheads="1"/>
          </p:cNvPicPr>
          <p:nvPr/>
        </p:nvPicPr>
        <p:blipFill>
          <a:blip r:embed="rId3"/>
          <a:srcRect/>
          <a:stretch>
            <a:fillRect/>
          </a:stretch>
        </p:blipFill>
        <p:spPr bwMode="auto">
          <a:xfrm>
            <a:off x="6219825" y="1334691"/>
            <a:ext cx="376238" cy="388144"/>
          </a:xfrm>
          <a:prstGeom prst="rect">
            <a:avLst/>
          </a:prstGeom>
          <a:noFill/>
          <a:ln>
            <a:noFill/>
          </a:ln>
          <a:effectLst/>
        </p:spPr>
      </p:pic>
      <p:sp>
        <p:nvSpPr>
          <p:cNvPr id="788523" name="Rectangle 43">
            <a:extLst>
              <a:ext uri="{FF2B5EF4-FFF2-40B4-BE49-F238E27FC236}">
                <a16:creationId xmlns:a16="http://schemas.microsoft.com/office/drawing/2014/main" id="{6486A7DB-9DA8-9B43-9635-6407F453B226}"/>
              </a:ext>
            </a:extLst>
          </p:cNvPr>
          <p:cNvSpPr>
            <a:spLocks noChangeArrowheads="1"/>
          </p:cNvSpPr>
          <p:nvPr/>
        </p:nvSpPr>
        <p:spPr bwMode="auto">
          <a:xfrm>
            <a:off x="2713435" y="1334691"/>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788524" name="Rectangle 44">
            <a:extLst>
              <a:ext uri="{FF2B5EF4-FFF2-40B4-BE49-F238E27FC236}">
                <a16:creationId xmlns:a16="http://schemas.microsoft.com/office/drawing/2014/main" id="{50C97614-29E6-1548-864B-8578776439A6}"/>
              </a:ext>
            </a:extLst>
          </p:cNvPr>
          <p:cNvSpPr>
            <a:spLocks noChangeArrowheads="1"/>
          </p:cNvSpPr>
          <p:nvPr/>
        </p:nvSpPr>
        <p:spPr bwMode="auto">
          <a:xfrm>
            <a:off x="6044804" y="1334691"/>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788525" name="Rectangle 45">
            <a:extLst>
              <a:ext uri="{FF2B5EF4-FFF2-40B4-BE49-F238E27FC236}">
                <a16:creationId xmlns:a16="http://schemas.microsoft.com/office/drawing/2014/main" id="{FE38A27B-7C96-7C42-B74C-670A2482BA8E}"/>
              </a:ext>
            </a:extLst>
          </p:cNvPr>
          <p:cNvSpPr>
            <a:spLocks noChangeArrowheads="1"/>
          </p:cNvSpPr>
          <p:nvPr/>
        </p:nvSpPr>
        <p:spPr bwMode="auto">
          <a:xfrm>
            <a:off x="2334816" y="1069182"/>
            <a:ext cx="48330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客户</a:t>
            </a:r>
          </a:p>
        </p:txBody>
      </p:sp>
      <p:sp>
        <p:nvSpPr>
          <p:cNvPr id="788526" name="Rectangle 46">
            <a:extLst>
              <a:ext uri="{FF2B5EF4-FFF2-40B4-BE49-F238E27FC236}">
                <a16:creationId xmlns:a16="http://schemas.microsoft.com/office/drawing/2014/main" id="{2DD83F12-D089-1041-AC9C-9CC71375CA2B}"/>
              </a:ext>
            </a:extLst>
          </p:cNvPr>
          <p:cNvSpPr>
            <a:spLocks noChangeArrowheads="1"/>
          </p:cNvSpPr>
          <p:nvPr/>
        </p:nvSpPr>
        <p:spPr bwMode="auto">
          <a:xfrm>
            <a:off x="6081713" y="1069182"/>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服务器</a:t>
            </a:r>
          </a:p>
        </p:txBody>
      </p:sp>
      <p:grpSp>
        <p:nvGrpSpPr>
          <p:cNvPr id="244753" name="Group 48">
            <a:extLst>
              <a:ext uri="{FF2B5EF4-FFF2-40B4-BE49-F238E27FC236}">
                <a16:creationId xmlns:a16="http://schemas.microsoft.com/office/drawing/2014/main" id="{E2351BF2-FFCF-5C43-8999-5E13E942B9C4}"/>
              </a:ext>
            </a:extLst>
          </p:cNvPr>
          <p:cNvGrpSpPr>
            <a:grpSpLocks/>
          </p:cNvGrpSpPr>
          <p:nvPr/>
        </p:nvGrpSpPr>
        <p:grpSpPr bwMode="auto">
          <a:xfrm>
            <a:off x="2896791" y="2911079"/>
            <a:ext cx="3139678" cy="601265"/>
            <a:chOff x="1473" y="2445"/>
            <a:chExt cx="2637" cy="505"/>
          </a:xfrm>
        </p:grpSpPr>
        <p:sp>
          <p:nvSpPr>
            <p:cNvPr id="788529" name="Line 49">
              <a:extLst>
                <a:ext uri="{FF2B5EF4-FFF2-40B4-BE49-F238E27FC236}">
                  <a16:creationId xmlns:a16="http://schemas.microsoft.com/office/drawing/2014/main" id="{947E35FE-7E08-8E43-95B4-F935CC06CBF7}"/>
                </a:ext>
              </a:extLst>
            </p:cNvPr>
            <p:cNvSpPr>
              <a:spLocks noChangeShapeType="1"/>
            </p:cNvSpPr>
            <p:nvPr/>
          </p:nvSpPr>
          <p:spPr bwMode="auto">
            <a:xfrm flipH="1">
              <a:off x="1520" y="2445"/>
              <a:ext cx="2590" cy="505"/>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88530" name="Rectangle 50">
              <a:extLst>
                <a:ext uri="{FF2B5EF4-FFF2-40B4-BE49-F238E27FC236}">
                  <a16:creationId xmlns:a16="http://schemas.microsoft.com/office/drawing/2014/main" id="{E63095F7-89C3-DF48-B3D9-59B1FA81B846}"/>
                </a:ext>
              </a:extLst>
            </p:cNvPr>
            <p:cNvSpPr>
              <a:spLocks noChangeArrowheads="1"/>
            </p:cNvSpPr>
            <p:nvPr/>
          </p:nvSpPr>
          <p:spPr bwMode="auto">
            <a:xfrm rot="20990024" flipH="1">
              <a:off x="1473" y="2474"/>
              <a:ext cx="2408"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SYN = 1, ACK = 1, seq = y, ack= x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grpSp>
      <p:sp>
        <p:nvSpPr>
          <p:cNvPr id="788532" name="Text Box 52">
            <a:extLst>
              <a:ext uri="{FF2B5EF4-FFF2-40B4-BE49-F238E27FC236}">
                <a16:creationId xmlns:a16="http://schemas.microsoft.com/office/drawing/2014/main" id="{25BD6B93-1038-6B43-BB19-795DF44490A0}"/>
              </a:ext>
            </a:extLst>
          </p:cNvPr>
          <p:cNvSpPr txBox="1">
            <a:spLocks noChangeArrowheads="1"/>
          </p:cNvSpPr>
          <p:nvPr/>
        </p:nvSpPr>
        <p:spPr bwMode="auto">
          <a:xfrm>
            <a:off x="221673" y="191692"/>
            <a:ext cx="8756071" cy="674031"/>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marL="190500" indent="-190500" algn="just" eaLnBrk="1" hangingPunct="1">
              <a:lnSpc>
                <a:spcPct val="90000"/>
              </a:lnSpc>
              <a:buFontTx/>
              <a:buChar char="•"/>
              <a:defRPr/>
            </a:pPr>
            <a:r>
              <a:rPr lang="en-US" altLang="zh-CN" sz="2100" dirty="0">
                <a:solidFill>
                  <a:srgbClr val="333399"/>
                </a:solidFill>
                <a:latin typeface="Arial" panose="020B0604020202020204" pitchFamily="34" charset="0"/>
              </a:rPr>
              <a:t>B</a:t>
            </a:r>
            <a:r>
              <a:rPr lang="zh-CN" altLang="en-US" sz="2100" dirty="0">
                <a:solidFill>
                  <a:srgbClr val="333399"/>
                </a:solidFill>
                <a:latin typeface="Arial" panose="020B0604020202020204" pitchFamily="34" charset="0"/>
              </a:rPr>
              <a:t>的 </a:t>
            </a:r>
            <a:r>
              <a:rPr lang="en-US" altLang="zh-CN" sz="2100" dirty="0">
                <a:solidFill>
                  <a:srgbClr val="333399"/>
                </a:solidFill>
                <a:latin typeface="Arial" panose="020B0604020202020204" pitchFamily="34" charset="0"/>
              </a:rPr>
              <a:t>TCP </a:t>
            </a:r>
            <a:r>
              <a:rPr lang="zh-CN" altLang="en-US" sz="2100" dirty="0">
                <a:solidFill>
                  <a:srgbClr val="333399"/>
                </a:solidFill>
                <a:latin typeface="Arial" panose="020B0604020202020204" pitchFamily="34" charset="0"/>
              </a:rPr>
              <a:t>收到主机 </a:t>
            </a:r>
            <a:r>
              <a:rPr lang="en-US" altLang="zh-CN" sz="2100" dirty="0">
                <a:solidFill>
                  <a:srgbClr val="333399"/>
                </a:solidFill>
                <a:latin typeface="Arial" panose="020B0604020202020204" pitchFamily="34" charset="0"/>
              </a:rPr>
              <a:t>A </a:t>
            </a:r>
            <a:r>
              <a:rPr lang="zh-CN" altLang="en-US" sz="2100" dirty="0">
                <a:solidFill>
                  <a:srgbClr val="333399"/>
                </a:solidFill>
                <a:latin typeface="Arial" panose="020B0604020202020204" pitchFamily="34" charset="0"/>
              </a:rPr>
              <a:t>的确认后，也通知其上层应用进程：</a:t>
            </a:r>
            <a:r>
              <a:rPr lang="en-US" altLang="zh-CN" sz="2100" dirty="0">
                <a:solidFill>
                  <a:srgbClr val="333399"/>
                </a:solidFill>
                <a:latin typeface="Arial" panose="020B0604020202020204" pitchFamily="34" charset="0"/>
              </a:rPr>
              <a:t>TCP </a:t>
            </a:r>
            <a:r>
              <a:rPr lang="zh-CN" altLang="en-US" sz="2100" dirty="0">
                <a:solidFill>
                  <a:srgbClr val="333399"/>
                </a:solidFill>
                <a:latin typeface="Arial" panose="020B0604020202020204" pitchFamily="34" charset="0"/>
              </a:rPr>
              <a:t>连接已经建立。</a:t>
            </a:r>
          </a:p>
        </p:txBody>
      </p:sp>
      <p:sp>
        <p:nvSpPr>
          <p:cNvPr id="2" name="幻灯片编号占位符 1">
            <a:extLst>
              <a:ext uri="{FF2B5EF4-FFF2-40B4-BE49-F238E27FC236}">
                <a16:creationId xmlns:a16="http://schemas.microsoft.com/office/drawing/2014/main" id="{67783B9B-A5D1-014E-9ADF-C978D46A2601}"/>
              </a:ext>
            </a:extLst>
          </p:cNvPr>
          <p:cNvSpPr>
            <a:spLocks noGrp="1"/>
          </p:cNvSpPr>
          <p:nvPr>
            <p:ph type="sldNum" sz="quarter" idx="10"/>
          </p:nvPr>
        </p:nvSpPr>
        <p:spPr>
          <a:xfrm>
            <a:off x="8631382" y="4814488"/>
            <a:ext cx="504283" cy="329011"/>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83EA854-C774-4242-8AC7-B3FE3F2F77C8}" type="slidenum">
              <a:rPr lang="en-US" altLang="zh-CN" sz="1050"/>
              <a:pPr>
                <a:defRPr/>
              </a:pPr>
              <a:t>116</a:t>
            </a:fld>
            <a:endParaRPr lang="en-US" altLang="zh-CN" sz="1050" dirty="0"/>
          </a:p>
        </p:txBody>
      </p:sp>
    </p:spTree>
    <p:extLst>
      <p:ext uri="{BB962C8B-B14F-4D97-AF65-F5344CB8AC3E}">
        <p14:creationId xmlns:p14="http://schemas.microsoft.com/office/powerpoint/2010/main" val="39109184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2000"/>
                                  </p:stCondLst>
                                  <p:childTnLst>
                                    <p:set>
                                      <p:cBhvr>
                                        <p:cTn id="6" dur="1" fill="hold">
                                          <p:stCondLst>
                                            <p:cond delay="0"/>
                                          </p:stCondLst>
                                        </p:cTn>
                                        <p:tgtEl>
                                          <p:spTgt spid="7885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6785" name="Group 2">
            <a:extLst>
              <a:ext uri="{FF2B5EF4-FFF2-40B4-BE49-F238E27FC236}">
                <a16:creationId xmlns:a16="http://schemas.microsoft.com/office/drawing/2014/main" id="{8FF22231-4165-4045-931D-CD5BEACE85D2}"/>
              </a:ext>
            </a:extLst>
          </p:cNvPr>
          <p:cNvGrpSpPr>
            <a:grpSpLocks/>
          </p:cNvGrpSpPr>
          <p:nvPr/>
        </p:nvGrpSpPr>
        <p:grpSpPr bwMode="auto">
          <a:xfrm>
            <a:off x="2212182" y="2253853"/>
            <a:ext cx="4576762" cy="2824163"/>
            <a:chOff x="898" y="1893"/>
            <a:chExt cx="3844" cy="2372"/>
          </a:xfrm>
        </p:grpSpPr>
        <p:grpSp>
          <p:nvGrpSpPr>
            <p:cNvPr id="246817" name="Group 3">
              <a:extLst>
                <a:ext uri="{FF2B5EF4-FFF2-40B4-BE49-F238E27FC236}">
                  <a16:creationId xmlns:a16="http://schemas.microsoft.com/office/drawing/2014/main" id="{1BC03905-E773-9141-A891-9433A3EB1C37}"/>
                </a:ext>
              </a:extLst>
            </p:cNvPr>
            <p:cNvGrpSpPr>
              <a:grpSpLocks/>
            </p:cNvGrpSpPr>
            <p:nvPr/>
          </p:nvGrpSpPr>
          <p:grpSpPr bwMode="auto">
            <a:xfrm>
              <a:off x="899" y="1916"/>
              <a:ext cx="622" cy="1048"/>
              <a:chOff x="899" y="1916"/>
              <a:chExt cx="622" cy="1048"/>
            </a:xfrm>
          </p:grpSpPr>
          <p:sp>
            <p:nvSpPr>
              <p:cNvPr id="790532" name="Rectangle 4">
                <a:extLst>
                  <a:ext uri="{FF2B5EF4-FFF2-40B4-BE49-F238E27FC236}">
                    <a16:creationId xmlns:a16="http://schemas.microsoft.com/office/drawing/2014/main" id="{D827E89A-4BF7-F042-BC53-14FB5F2843D3}"/>
                  </a:ext>
                </a:extLst>
              </p:cNvPr>
              <p:cNvSpPr>
                <a:spLocks noChangeArrowheads="1"/>
              </p:cNvSpPr>
              <p:nvPr/>
            </p:nvSpPr>
            <p:spPr bwMode="auto">
              <a:xfrm>
                <a:off x="899" y="1916"/>
                <a:ext cx="622" cy="1048"/>
              </a:xfrm>
              <a:prstGeom prst="rect">
                <a:avLst/>
              </a:prstGeom>
              <a:solidFill>
                <a:srgbClr val="FFCCCC"/>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0533" name="Rectangle 5">
                <a:extLst>
                  <a:ext uri="{FF2B5EF4-FFF2-40B4-BE49-F238E27FC236}">
                    <a16:creationId xmlns:a16="http://schemas.microsoft.com/office/drawing/2014/main" id="{5A30E18C-50FC-9840-8C6B-09BE54B7EE73}"/>
                  </a:ext>
                </a:extLst>
              </p:cNvPr>
              <p:cNvSpPr>
                <a:spLocks noChangeArrowheads="1"/>
              </p:cNvSpPr>
              <p:nvPr/>
            </p:nvSpPr>
            <p:spPr bwMode="auto">
              <a:xfrm>
                <a:off x="970" y="2169"/>
                <a:ext cx="479" cy="40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SYN-</a:t>
                </a:r>
              </a:p>
              <a:p>
                <a:pPr algn="ctr">
                  <a:defRPr/>
                </a:pPr>
                <a:r>
                  <a:rPr kumimoji="1" lang="en-US" altLang="zh-CN" sz="1350">
                    <a:solidFill>
                      <a:schemeClr val="folHlink"/>
                    </a:solidFill>
                    <a:latin typeface="Times New Roman" charset="0"/>
                    <a:ea typeface="黑体" charset="-122"/>
                  </a:rPr>
                  <a:t>SENT</a:t>
                </a:r>
              </a:p>
            </p:txBody>
          </p:sp>
        </p:grpSp>
        <p:grpSp>
          <p:nvGrpSpPr>
            <p:cNvPr id="246818" name="Group 6">
              <a:extLst>
                <a:ext uri="{FF2B5EF4-FFF2-40B4-BE49-F238E27FC236}">
                  <a16:creationId xmlns:a16="http://schemas.microsoft.com/office/drawing/2014/main" id="{D8061ED6-6037-C945-B04F-5B561324AB55}"/>
                </a:ext>
              </a:extLst>
            </p:cNvPr>
            <p:cNvGrpSpPr>
              <a:grpSpLocks/>
            </p:cNvGrpSpPr>
            <p:nvPr/>
          </p:nvGrpSpPr>
          <p:grpSpPr bwMode="auto">
            <a:xfrm>
              <a:off x="898" y="3013"/>
              <a:ext cx="632" cy="1252"/>
              <a:chOff x="898" y="3013"/>
              <a:chExt cx="632" cy="1252"/>
            </a:xfrm>
          </p:grpSpPr>
          <p:sp>
            <p:nvSpPr>
              <p:cNvPr id="790535" name="Rectangle 7">
                <a:extLst>
                  <a:ext uri="{FF2B5EF4-FFF2-40B4-BE49-F238E27FC236}">
                    <a16:creationId xmlns:a16="http://schemas.microsoft.com/office/drawing/2014/main" id="{9BD9155E-3BBF-E64F-A9AF-8B466B8EF916}"/>
                  </a:ext>
                </a:extLst>
              </p:cNvPr>
              <p:cNvSpPr>
                <a:spLocks noChangeArrowheads="1"/>
              </p:cNvSpPr>
              <p:nvPr/>
            </p:nvSpPr>
            <p:spPr bwMode="auto">
              <a:xfrm>
                <a:off x="905" y="3013"/>
                <a:ext cx="609" cy="1252"/>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0536" name="Rectangle 8">
                <a:extLst>
                  <a:ext uri="{FF2B5EF4-FFF2-40B4-BE49-F238E27FC236}">
                    <a16:creationId xmlns:a16="http://schemas.microsoft.com/office/drawing/2014/main" id="{B99E2DBE-34AA-EB4C-BB76-CC43E69BC264}"/>
                  </a:ext>
                </a:extLst>
              </p:cNvPr>
              <p:cNvSpPr>
                <a:spLocks noChangeArrowheads="1"/>
              </p:cNvSpPr>
              <p:nvPr/>
            </p:nvSpPr>
            <p:spPr bwMode="auto">
              <a:xfrm>
                <a:off x="898" y="3383"/>
                <a:ext cx="632" cy="40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grpSp>
        <p:grpSp>
          <p:nvGrpSpPr>
            <p:cNvPr id="246819" name="Group 9">
              <a:extLst>
                <a:ext uri="{FF2B5EF4-FFF2-40B4-BE49-F238E27FC236}">
                  <a16:creationId xmlns:a16="http://schemas.microsoft.com/office/drawing/2014/main" id="{4795DB78-0C8E-694C-B497-23C1A98384A2}"/>
                </a:ext>
              </a:extLst>
            </p:cNvPr>
            <p:cNvGrpSpPr>
              <a:grpSpLocks/>
            </p:cNvGrpSpPr>
            <p:nvPr/>
          </p:nvGrpSpPr>
          <p:grpSpPr bwMode="auto">
            <a:xfrm>
              <a:off x="4111" y="2445"/>
              <a:ext cx="621" cy="1064"/>
              <a:chOff x="4111" y="2445"/>
              <a:chExt cx="621" cy="1064"/>
            </a:xfrm>
          </p:grpSpPr>
          <p:sp>
            <p:nvSpPr>
              <p:cNvPr id="790538" name="Rectangle 10">
                <a:extLst>
                  <a:ext uri="{FF2B5EF4-FFF2-40B4-BE49-F238E27FC236}">
                    <a16:creationId xmlns:a16="http://schemas.microsoft.com/office/drawing/2014/main" id="{508E9C70-E88C-5B45-B11F-EED33852C444}"/>
                  </a:ext>
                </a:extLst>
              </p:cNvPr>
              <p:cNvSpPr>
                <a:spLocks noChangeArrowheads="1"/>
              </p:cNvSpPr>
              <p:nvPr/>
            </p:nvSpPr>
            <p:spPr bwMode="auto">
              <a:xfrm>
                <a:off x="4111" y="2445"/>
                <a:ext cx="621" cy="1064"/>
              </a:xfrm>
              <a:prstGeom prst="rect">
                <a:avLst/>
              </a:prstGeom>
              <a:solidFill>
                <a:srgbClr val="FFCCCC"/>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0539" name="Rectangle 11">
                <a:extLst>
                  <a:ext uri="{FF2B5EF4-FFF2-40B4-BE49-F238E27FC236}">
                    <a16:creationId xmlns:a16="http://schemas.microsoft.com/office/drawing/2014/main" id="{88434875-7645-CC48-B7CC-069A0324C161}"/>
                  </a:ext>
                </a:extLst>
              </p:cNvPr>
              <p:cNvSpPr>
                <a:spLocks noChangeArrowheads="1"/>
              </p:cNvSpPr>
              <p:nvPr/>
            </p:nvSpPr>
            <p:spPr bwMode="auto">
              <a:xfrm>
                <a:off x="4161" y="2721"/>
                <a:ext cx="519" cy="40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SYN-</a:t>
                </a:r>
              </a:p>
              <a:p>
                <a:pPr algn="ctr">
                  <a:defRPr/>
                </a:pPr>
                <a:r>
                  <a:rPr kumimoji="1" lang="en-US" altLang="zh-CN" sz="1350">
                    <a:solidFill>
                      <a:schemeClr val="folHlink"/>
                    </a:solidFill>
                    <a:latin typeface="Times New Roman" charset="0"/>
                    <a:ea typeface="黑体" charset="-122"/>
                  </a:rPr>
                  <a:t>RCVD</a:t>
                </a:r>
              </a:p>
            </p:txBody>
          </p:sp>
        </p:grpSp>
        <p:grpSp>
          <p:nvGrpSpPr>
            <p:cNvPr id="246820" name="Group 12">
              <a:extLst>
                <a:ext uri="{FF2B5EF4-FFF2-40B4-BE49-F238E27FC236}">
                  <a16:creationId xmlns:a16="http://schemas.microsoft.com/office/drawing/2014/main" id="{9E11820D-229F-C74F-B1BD-517FDCA4A208}"/>
                </a:ext>
              </a:extLst>
            </p:cNvPr>
            <p:cNvGrpSpPr>
              <a:grpSpLocks/>
            </p:cNvGrpSpPr>
            <p:nvPr/>
          </p:nvGrpSpPr>
          <p:grpSpPr bwMode="auto">
            <a:xfrm>
              <a:off x="4111" y="1893"/>
              <a:ext cx="623" cy="519"/>
              <a:chOff x="4111" y="1893"/>
              <a:chExt cx="623" cy="519"/>
            </a:xfrm>
          </p:grpSpPr>
          <p:sp>
            <p:nvSpPr>
              <p:cNvPr id="790541" name="Rectangle 13">
                <a:extLst>
                  <a:ext uri="{FF2B5EF4-FFF2-40B4-BE49-F238E27FC236}">
                    <a16:creationId xmlns:a16="http://schemas.microsoft.com/office/drawing/2014/main" id="{0F83C6A7-16F7-904A-8C8F-A50A77F068D9}"/>
                  </a:ext>
                </a:extLst>
              </p:cNvPr>
              <p:cNvSpPr>
                <a:spLocks noChangeArrowheads="1"/>
              </p:cNvSpPr>
              <p:nvPr/>
            </p:nvSpPr>
            <p:spPr bwMode="auto">
              <a:xfrm>
                <a:off x="4111" y="1893"/>
                <a:ext cx="621" cy="519"/>
              </a:xfrm>
              <a:prstGeom prst="rect">
                <a:avLst/>
              </a:prstGeom>
              <a:solidFill>
                <a:srgbClr val="FF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0542" name="Rectangle 14">
                <a:extLst>
                  <a:ext uri="{FF2B5EF4-FFF2-40B4-BE49-F238E27FC236}">
                    <a16:creationId xmlns:a16="http://schemas.microsoft.com/office/drawing/2014/main" id="{A044F331-F960-0B4A-B841-36BC01CA47F2}"/>
                  </a:ext>
                </a:extLst>
              </p:cNvPr>
              <p:cNvSpPr>
                <a:spLocks noChangeArrowheads="1"/>
              </p:cNvSpPr>
              <p:nvPr/>
            </p:nvSpPr>
            <p:spPr bwMode="auto">
              <a:xfrm>
                <a:off x="4118" y="2004"/>
                <a:ext cx="616" cy="231"/>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LISTEN</a:t>
                </a:r>
              </a:p>
            </p:txBody>
          </p:sp>
        </p:grpSp>
        <p:grpSp>
          <p:nvGrpSpPr>
            <p:cNvPr id="246821" name="Group 15">
              <a:extLst>
                <a:ext uri="{FF2B5EF4-FFF2-40B4-BE49-F238E27FC236}">
                  <a16:creationId xmlns:a16="http://schemas.microsoft.com/office/drawing/2014/main" id="{232C5E05-0904-C743-9ACA-8E283DB5F2CF}"/>
                </a:ext>
              </a:extLst>
            </p:cNvPr>
            <p:cNvGrpSpPr>
              <a:grpSpLocks/>
            </p:cNvGrpSpPr>
            <p:nvPr/>
          </p:nvGrpSpPr>
          <p:grpSpPr bwMode="auto">
            <a:xfrm>
              <a:off x="4110" y="3564"/>
              <a:ext cx="632" cy="701"/>
              <a:chOff x="4110" y="3564"/>
              <a:chExt cx="632" cy="701"/>
            </a:xfrm>
          </p:grpSpPr>
          <p:sp>
            <p:nvSpPr>
              <p:cNvPr id="790544" name="Rectangle 16">
                <a:extLst>
                  <a:ext uri="{FF2B5EF4-FFF2-40B4-BE49-F238E27FC236}">
                    <a16:creationId xmlns:a16="http://schemas.microsoft.com/office/drawing/2014/main" id="{FB0E8CF0-4648-094B-8BDF-DAD877BD0235}"/>
                  </a:ext>
                </a:extLst>
              </p:cNvPr>
              <p:cNvSpPr>
                <a:spLocks noChangeArrowheads="1"/>
              </p:cNvSpPr>
              <p:nvPr/>
            </p:nvSpPr>
            <p:spPr bwMode="auto">
              <a:xfrm>
                <a:off x="4111" y="3564"/>
                <a:ext cx="621" cy="701"/>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0545" name="Rectangle 17">
                <a:extLst>
                  <a:ext uri="{FF2B5EF4-FFF2-40B4-BE49-F238E27FC236}">
                    <a16:creationId xmlns:a16="http://schemas.microsoft.com/office/drawing/2014/main" id="{486EF25D-74D5-E444-B4D8-C65007A7774A}"/>
                  </a:ext>
                </a:extLst>
              </p:cNvPr>
              <p:cNvSpPr>
                <a:spLocks noChangeArrowheads="1"/>
              </p:cNvSpPr>
              <p:nvPr/>
            </p:nvSpPr>
            <p:spPr bwMode="auto">
              <a:xfrm>
                <a:off x="4110" y="3708"/>
                <a:ext cx="632" cy="40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grpSp>
      </p:grpSp>
      <p:sp>
        <p:nvSpPr>
          <p:cNvPr id="2" name="幻灯片编号占位符 1">
            <a:extLst>
              <a:ext uri="{FF2B5EF4-FFF2-40B4-BE49-F238E27FC236}">
                <a16:creationId xmlns:a16="http://schemas.microsoft.com/office/drawing/2014/main" id="{3696049A-D269-BD4A-98FC-E3627F2D353C}"/>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6A88E84E-56D9-E241-8401-2251F087BD95}" type="slidenum">
              <a:rPr lang="en-US" altLang="zh-CN" sz="1050"/>
              <a:pPr>
                <a:defRPr/>
              </a:pPr>
              <a:t>117</a:t>
            </a:fld>
            <a:endParaRPr lang="en-US" altLang="zh-CN" sz="1050"/>
          </a:p>
        </p:txBody>
      </p:sp>
      <p:sp>
        <p:nvSpPr>
          <p:cNvPr id="790549" name="Rectangle 21">
            <a:extLst>
              <a:ext uri="{FF2B5EF4-FFF2-40B4-BE49-F238E27FC236}">
                <a16:creationId xmlns:a16="http://schemas.microsoft.com/office/drawing/2014/main" id="{3554F256-6159-3D41-A053-FB3DC7AFFDBF}"/>
              </a:ext>
            </a:extLst>
          </p:cNvPr>
          <p:cNvSpPr>
            <a:spLocks noGrp="1" noChangeArrowheads="1"/>
          </p:cNvSpPr>
          <p:nvPr>
            <p:ph type="title"/>
          </p:nvPr>
        </p:nvSpPr>
        <p:spPr/>
        <p:txBody>
          <a:bodyPr/>
          <a:lstStyle/>
          <a:p>
            <a:pPr eaLnBrk="1" hangingPunct="1">
              <a:defRPr/>
            </a:pPr>
            <a:r>
              <a:rPr lang="zh-CN" altLang="en-US" dirty="0">
                <a:latin typeface="Times New Roman" panose="02020603050405020304" pitchFamily="18" charset="0"/>
                <a:ea typeface="宋体" panose="02010600030101010101" pitchFamily="2" charset="-122"/>
              </a:rPr>
              <a:t>用三次握手建立 </a:t>
            </a:r>
            <a:r>
              <a:rPr lang="en-US" altLang="zh-CN" dirty="0">
                <a:latin typeface="Times New Roman" panose="02020603050405020304" pitchFamily="18" charset="0"/>
                <a:ea typeface="宋体" panose="02010600030101010101" pitchFamily="2" charset="-122"/>
              </a:rPr>
              <a:t>TCP </a:t>
            </a:r>
            <a:r>
              <a:rPr lang="zh-CN" altLang="en-US" dirty="0">
                <a:latin typeface="Times New Roman" panose="02020603050405020304" pitchFamily="18" charset="0"/>
                <a:ea typeface="宋体" panose="02010600030101010101" pitchFamily="2" charset="-122"/>
              </a:rPr>
              <a:t>连接的各状态</a:t>
            </a:r>
            <a:r>
              <a:rPr lang="zh-CN" altLang="en-US" sz="3000" dirty="0">
                <a:latin typeface="Times New Roman" panose="02020603050405020304" pitchFamily="18" charset="0"/>
                <a:ea typeface="宋体" panose="02010600030101010101" pitchFamily="2" charset="-122"/>
              </a:rPr>
              <a:t> </a:t>
            </a:r>
          </a:p>
        </p:txBody>
      </p:sp>
      <p:grpSp>
        <p:nvGrpSpPr>
          <p:cNvPr id="246787" name="Group 22">
            <a:extLst>
              <a:ext uri="{FF2B5EF4-FFF2-40B4-BE49-F238E27FC236}">
                <a16:creationId xmlns:a16="http://schemas.microsoft.com/office/drawing/2014/main" id="{89FCCA23-C8A9-6246-8F38-FE4A87CADD82}"/>
              </a:ext>
            </a:extLst>
          </p:cNvPr>
          <p:cNvGrpSpPr>
            <a:grpSpLocks/>
          </p:cNvGrpSpPr>
          <p:nvPr/>
        </p:nvGrpSpPr>
        <p:grpSpPr bwMode="auto">
          <a:xfrm>
            <a:off x="2952750" y="2235993"/>
            <a:ext cx="3083719" cy="619124"/>
            <a:chOff x="1520" y="1878"/>
            <a:chExt cx="2590" cy="520"/>
          </a:xfrm>
        </p:grpSpPr>
        <p:sp>
          <p:nvSpPr>
            <p:cNvPr id="790551" name="Rectangle 23">
              <a:extLst>
                <a:ext uri="{FF2B5EF4-FFF2-40B4-BE49-F238E27FC236}">
                  <a16:creationId xmlns:a16="http://schemas.microsoft.com/office/drawing/2014/main" id="{6D41BEF0-881E-4943-856B-5DBE73C3EFA9}"/>
                </a:ext>
              </a:extLst>
            </p:cNvPr>
            <p:cNvSpPr>
              <a:spLocks noChangeArrowheads="1"/>
            </p:cNvSpPr>
            <p:nvPr/>
          </p:nvSpPr>
          <p:spPr bwMode="auto">
            <a:xfrm rot="665985">
              <a:off x="2097" y="1878"/>
              <a:ext cx="1342" cy="250"/>
            </a:xfrm>
            <a:prstGeom prst="rect">
              <a:avLst/>
            </a:prstGeom>
            <a:noFill/>
            <a:ln>
              <a:noFill/>
            </a:ln>
            <a:effectLst/>
          </p:spPr>
          <p:txBody>
            <a:bodyPr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chemeClr val="folHlink"/>
                  </a:solidFill>
                  <a:latin typeface="Times New Roman" charset="0"/>
                  <a:ea typeface="黑体" charset="-122"/>
                </a:rPr>
                <a:t>SYN = 1, seq = x</a:t>
              </a:r>
            </a:p>
          </p:txBody>
        </p:sp>
        <p:sp>
          <p:nvSpPr>
            <p:cNvPr id="790552" name="Line 24">
              <a:extLst>
                <a:ext uri="{FF2B5EF4-FFF2-40B4-BE49-F238E27FC236}">
                  <a16:creationId xmlns:a16="http://schemas.microsoft.com/office/drawing/2014/main" id="{EF80C95B-32A4-4B43-8C0C-0244DA0F14FC}"/>
                </a:ext>
              </a:extLst>
            </p:cNvPr>
            <p:cNvSpPr>
              <a:spLocks noChangeShapeType="1"/>
            </p:cNvSpPr>
            <p:nvPr/>
          </p:nvSpPr>
          <p:spPr bwMode="auto">
            <a:xfrm>
              <a:off x="1520" y="1893"/>
              <a:ext cx="2590" cy="505"/>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46788" name="Group 25">
            <a:extLst>
              <a:ext uri="{FF2B5EF4-FFF2-40B4-BE49-F238E27FC236}">
                <a16:creationId xmlns:a16="http://schemas.microsoft.com/office/drawing/2014/main" id="{8DC1A970-CD70-1A49-B6F8-AF5902ED8DA6}"/>
              </a:ext>
            </a:extLst>
          </p:cNvPr>
          <p:cNvGrpSpPr>
            <a:grpSpLocks/>
          </p:cNvGrpSpPr>
          <p:nvPr/>
        </p:nvGrpSpPr>
        <p:grpSpPr bwMode="auto">
          <a:xfrm>
            <a:off x="2952750" y="3567113"/>
            <a:ext cx="3083719" cy="600075"/>
            <a:chOff x="1520" y="2996"/>
            <a:chExt cx="2590" cy="504"/>
          </a:xfrm>
        </p:grpSpPr>
        <p:sp>
          <p:nvSpPr>
            <p:cNvPr id="790554" name="Rectangle 26">
              <a:extLst>
                <a:ext uri="{FF2B5EF4-FFF2-40B4-BE49-F238E27FC236}">
                  <a16:creationId xmlns:a16="http://schemas.microsoft.com/office/drawing/2014/main" id="{AB4DE67D-7DA1-9743-B99A-27B69C5B6720}"/>
                </a:ext>
              </a:extLst>
            </p:cNvPr>
            <p:cNvSpPr>
              <a:spLocks noChangeArrowheads="1"/>
            </p:cNvSpPr>
            <p:nvPr/>
          </p:nvSpPr>
          <p:spPr bwMode="auto">
            <a:xfrm rot="649536">
              <a:off x="1962" y="3064"/>
              <a:ext cx="2098" cy="231"/>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ACK = 1, seq = x + 1, ack = y </a:t>
              </a:r>
              <a:r>
                <a:rPr kumimoji="1" lang="en-US" altLang="zh-CN" sz="1350" b="1">
                  <a:solidFill>
                    <a:schemeClr val="folHlink"/>
                  </a:solidFill>
                  <a:latin typeface="Times New Roman" charset="0"/>
                  <a:ea typeface="黑体" charset="-122"/>
                  <a:sym typeface="Symbol" charset="2"/>
                </a:rPr>
                <a:t></a:t>
              </a:r>
              <a:r>
                <a:rPr kumimoji="1" lang="en-US" altLang="zh-CN" sz="1350">
                  <a:solidFill>
                    <a:schemeClr val="folHlink"/>
                  </a:solidFill>
                  <a:latin typeface="Times New Roman" charset="0"/>
                  <a:ea typeface="黑体" charset="-122"/>
                  <a:sym typeface="Symbol" charset="2"/>
                </a:rPr>
                <a:t> 1</a:t>
              </a:r>
            </a:p>
          </p:txBody>
        </p:sp>
        <p:sp>
          <p:nvSpPr>
            <p:cNvPr id="790555" name="Line 27">
              <a:extLst>
                <a:ext uri="{FF2B5EF4-FFF2-40B4-BE49-F238E27FC236}">
                  <a16:creationId xmlns:a16="http://schemas.microsoft.com/office/drawing/2014/main" id="{8A47EBE8-61A9-654B-95AE-E7897179EA3D}"/>
                </a:ext>
              </a:extLst>
            </p:cNvPr>
            <p:cNvSpPr>
              <a:spLocks noChangeShapeType="1"/>
            </p:cNvSpPr>
            <p:nvPr/>
          </p:nvSpPr>
          <p:spPr bwMode="auto">
            <a:xfrm>
              <a:off x="1520" y="2996"/>
              <a:ext cx="2590" cy="504"/>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sp>
        <p:nvSpPr>
          <p:cNvPr id="790556" name="Rectangle 28">
            <a:extLst>
              <a:ext uri="{FF2B5EF4-FFF2-40B4-BE49-F238E27FC236}">
                <a16:creationId xmlns:a16="http://schemas.microsoft.com/office/drawing/2014/main" id="{C64D7793-5CDF-6045-BC15-851D8EFE2280}"/>
              </a:ext>
            </a:extLst>
          </p:cNvPr>
          <p:cNvSpPr>
            <a:spLocks noChangeArrowheads="1"/>
          </p:cNvSpPr>
          <p:nvPr/>
        </p:nvSpPr>
        <p:spPr bwMode="auto">
          <a:xfrm>
            <a:off x="2220517" y="1795463"/>
            <a:ext cx="725090" cy="411956"/>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0557" name="Text Box 29">
            <a:extLst>
              <a:ext uri="{FF2B5EF4-FFF2-40B4-BE49-F238E27FC236}">
                <a16:creationId xmlns:a16="http://schemas.microsoft.com/office/drawing/2014/main" id="{7FC2B009-C711-1A4D-9586-142729066A8F}"/>
              </a:ext>
            </a:extLst>
          </p:cNvPr>
          <p:cNvSpPr txBox="1">
            <a:spLocks noChangeArrowheads="1"/>
          </p:cNvSpPr>
          <p:nvPr/>
        </p:nvSpPr>
        <p:spPr bwMode="auto">
          <a:xfrm>
            <a:off x="2183607" y="1841897"/>
            <a:ext cx="857927" cy="300082"/>
          </a:xfrm>
          <a:prstGeom prst="rect">
            <a:avLst/>
          </a:prstGeom>
          <a:noFill/>
          <a:ln>
            <a:noFill/>
          </a:ln>
          <a:effectLst/>
        </p:spPr>
        <p:txBody>
          <a:bodyPr wrap="none">
            <a:spAutoFit/>
          </a:bodyP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sp>
        <p:nvSpPr>
          <p:cNvPr id="790558" name="Rectangle 30">
            <a:extLst>
              <a:ext uri="{FF2B5EF4-FFF2-40B4-BE49-F238E27FC236}">
                <a16:creationId xmlns:a16="http://schemas.microsoft.com/office/drawing/2014/main" id="{767154CA-6362-6043-BF5E-AAFE972666BA}"/>
              </a:ext>
            </a:extLst>
          </p:cNvPr>
          <p:cNvSpPr>
            <a:spLocks noChangeArrowheads="1"/>
          </p:cNvSpPr>
          <p:nvPr/>
        </p:nvSpPr>
        <p:spPr bwMode="auto">
          <a:xfrm>
            <a:off x="6037660" y="1795463"/>
            <a:ext cx="739378" cy="411956"/>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0559" name="Text Box 31">
            <a:extLst>
              <a:ext uri="{FF2B5EF4-FFF2-40B4-BE49-F238E27FC236}">
                <a16:creationId xmlns:a16="http://schemas.microsoft.com/office/drawing/2014/main" id="{9B39179C-3D88-B142-BBC1-52A3C84DBB9E}"/>
              </a:ext>
            </a:extLst>
          </p:cNvPr>
          <p:cNvSpPr txBox="1">
            <a:spLocks noChangeArrowheads="1"/>
          </p:cNvSpPr>
          <p:nvPr/>
        </p:nvSpPr>
        <p:spPr bwMode="auto">
          <a:xfrm>
            <a:off x="6007894" y="1841897"/>
            <a:ext cx="857927" cy="300082"/>
          </a:xfrm>
          <a:prstGeom prst="rect">
            <a:avLst/>
          </a:prstGeom>
          <a:noFill/>
          <a:ln>
            <a:noFill/>
          </a:ln>
          <a:effectLst/>
        </p:spPr>
        <p:txBody>
          <a:bodyPr wrap="none">
            <a:spAutoFit/>
          </a:bodyP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grpSp>
        <p:nvGrpSpPr>
          <p:cNvPr id="246793" name="Group 32">
            <a:extLst>
              <a:ext uri="{FF2B5EF4-FFF2-40B4-BE49-F238E27FC236}">
                <a16:creationId xmlns:a16="http://schemas.microsoft.com/office/drawing/2014/main" id="{F8B6D53D-7418-5847-BA97-7AE29EE94B99}"/>
              </a:ext>
            </a:extLst>
          </p:cNvPr>
          <p:cNvGrpSpPr>
            <a:grpSpLocks/>
          </p:cNvGrpSpPr>
          <p:nvPr/>
        </p:nvGrpSpPr>
        <p:grpSpPr bwMode="auto">
          <a:xfrm>
            <a:off x="3629025" y="4380321"/>
            <a:ext cx="1778794" cy="275035"/>
            <a:chOff x="2088" y="3679"/>
            <a:chExt cx="1494" cy="231"/>
          </a:xfrm>
        </p:grpSpPr>
        <p:sp>
          <p:nvSpPr>
            <p:cNvPr id="790561" name="AutoShape 33">
              <a:extLst>
                <a:ext uri="{FF2B5EF4-FFF2-40B4-BE49-F238E27FC236}">
                  <a16:creationId xmlns:a16="http://schemas.microsoft.com/office/drawing/2014/main" id="{6BA343D1-0DB2-7945-8CBC-8113D7F854BB}"/>
                </a:ext>
              </a:extLst>
            </p:cNvPr>
            <p:cNvSpPr>
              <a:spLocks noChangeArrowheads="1"/>
            </p:cNvSpPr>
            <p:nvPr/>
          </p:nvSpPr>
          <p:spPr bwMode="auto">
            <a:xfrm>
              <a:off x="2088" y="3735"/>
              <a:ext cx="1494" cy="166"/>
            </a:xfrm>
            <a:prstGeom prst="leftRightArrow">
              <a:avLst>
                <a:gd name="adj1" fmla="val 55880"/>
                <a:gd name="adj2" fmla="val 103167"/>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90562" name="Rectangle 34">
              <a:extLst>
                <a:ext uri="{FF2B5EF4-FFF2-40B4-BE49-F238E27FC236}">
                  <a16:creationId xmlns:a16="http://schemas.microsoft.com/office/drawing/2014/main" id="{C3B86E93-94F0-2747-BC46-759FB5DF2716}"/>
                </a:ext>
              </a:extLst>
            </p:cNvPr>
            <p:cNvSpPr>
              <a:spLocks noChangeArrowheads="1"/>
            </p:cNvSpPr>
            <p:nvPr/>
          </p:nvSpPr>
          <p:spPr bwMode="auto">
            <a:xfrm>
              <a:off x="2462" y="3679"/>
              <a:ext cx="697" cy="231"/>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grpSp>
      <p:grpSp>
        <p:nvGrpSpPr>
          <p:cNvPr id="246794" name="Group 35">
            <a:extLst>
              <a:ext uri="{FF2B5EF4-FFF2-40B4-BE49-F238E27FC236}">
                <a16:creationId xmlns:a16="http://schemas.microsoft.com/office/drawing/2014/main" id="{3EE0773A-F757-BA4E-810A-DE97466B4EEA}"/>
              </a:ext>
            </a:extLst>
          </p:cNvPr>
          <p:cNvGrpSpPr>
            <a:grpSpLocks/>
          </p:cNvGrpSpPr>
          <p:nvPr/>
        </p:nvGrpSpPr>
        <p:grpSpPr bwMode="auto">
          <a:xfrm>
            <a:off x="1439466" y="1543050"/>
            <a:ext cx="990600" cy="710804"/>
            <a:chOff x="249" y="1296"/>
            <a:chExt cx="832" cy="597"/>
          </a:xfrm>
        </p:grpSpPr>
        <p:sp>
          <p:nvSpPr>
            <p:cNvPr id="790564" name="Rectangle 36">
              <a:extLst>
                <a:ext uri="{FF2B5EF4-FFF2-40B4-BE49-F238E27FC236}">
                  <a16:creationId xmlns:a16="http://schemas.microsoft.com/office/drawing/2014/main" id="{BBCF45F2-1530-0148-9AE4-E200A49B3932}"/>
                </a:ext>
              </a:extLst>
            </p:cNvPr>
            <p:cNvSpPr>
              <a:spLocks noChangeArrowheads="1"/>
            </p:cNvSpPr>
            <p:nvPr/>
          </p:nvSpPr>
          <p:spPr bwMode="auto">
            <a:xfrm>
              <a:off x="251" y="1638"/>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主动打开</a:t>
              </a:r>
            </a:p>
          </p:txBody>
        </p:sp>
        <p:sp>
          <p:nvSpPr>
            <p:cNvPr id="790565" name="Freeform 37">
              <a:extLst>
                <a:ext uri="{FF2B5EF4-FFF2-40B4-BE49-F238E27FC236}">
                  <a16:creationId xmlns:a16="http://schemas.microsoft.com/office/drawing/2014/main" id="{E0623B9D-D6B6-E541-B6AE-6CE6A118A25B}"/>
                </a:ext>
              </a:extLst>
            </p:cNvPr>
            <p:cNvSpPr>
              <a:spLocks/>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grpSp>
      <p:grpSp>
        <p:nvGrpSpPr>
          <p:cNvPr id="246795" name="Group 38">
            <a:extLst>
              <a:ext uri="{FF2B5EF4-FFF2-40B4-BE49-F238E27FC236}">
                <a16:creationId xmlns:a16="http://schemas.microsoft.com/office/drawing/2014/main" id="{F93D299F-7C06-2841-94CD-B66C501FFF3D}"/>
              </a:ext>
            </a:extLst>
          </p:cNvPr>
          <p:cNvGrpSpPr>
            <a:grpSpLocks/>
          </p:cNvGrpSpPr>
          <p:nvPr/>
        </p:nvGrpSpPr>
        <p:grpSpPr bwMode="auto">
          <a:xfrm>
            <a:off x="6560344" y="1549004"/>
            <a:ext cx="1046560" cy="704850"/>
            <a:chOff x="4550" y="1301"/>
            <a:chExt cx="879" cy="592"/>
          </a:xfrm>
        </p:grpSpPr>
        <p:sp>
          <p:nvSpPr>
            <p:cNvPr id="790567" name="Rectangle 39">
              <a:extLst>
                <a:ext uri="{FF2B5EF4-FFF2-40B4-BE49-F238E27FC236}">
                  <a16:creationId xmlns:a16="http://schemas.microsoft.com/office/drawing/2014/main" id="{D6E1EF38-9928-EB4A-A9D4-C7C74AE47A07}"/>
                </a:ext>
              </a:extLst>
            </p:cNvPr>
            <p:cNvSpPr>
              <a:spLocks noChangeArrowheads="1"/>
            </p:cNvSpPr>
            <p:nvPr/>
          </p:nvSpPr>
          <p:spPr bwMode="auto">
            <a:xfrm>
              <a:off x="4732" y="1617"/>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被动打开</a:t>
              </a:r>
            </a:p>
          </p:txBody>
        </p:sp>
        <p:sp>
          <p:nvSpPr>
            <p:cNvPr id="790568" name="Freeform 40">
              <a:extLst>
                <a:ext uri="{FF2B5EF4-FFF2-40B4-BE49-F238E27FC236}">
                  <a16:creationId xmlns:a16="http://schemas.microsoft.com/office/drawing/2014/main" id="{5BC6EFE0-4196-FC4F-A01D-73DF2709B252}"/>
                </a:ext>
              </a:extLst>
            </p:cNvPr>
            <p:cNvSpPr>
              <a:spLocks/>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grpSp>
      <p:pic>
        <p:nvPicPr>
          <p:cNvPr id="790569" name="Picture 41">
            <a:extLst>
              <a:ext uri="{FF2B5EF4-FFF2-40B4-BE49-F238E27FC236}">
                <a16:creationId xmlns:a16="http://schemas.microsoft.com/office/drawing/2014/main" id="{95C3C548-4BA4-9544-A1D3-9F370E6D74A1}"/>
              </a:ext>
            </a:extLst>
          </p:cNvPr>
          <p:cNvPicPr>
            <a:picLocks noChangeArrowheads="1"/>
          </p:cNvPicPr>
          <p:nvPr/>
        </p:nvPicPr>
        <p:blipFill>
          <a:blip r:embed="rId3"/>
          <a:srcRect/>
          <a:stretch>
            <a:fillRect/>
          </a:stretch>
        </p:blipFill>
        <p:spPr bwMode="auto">
          <a:xfrm>
            <a:off x="2395537" y="1334691"/>
            <a:ext cx="376238" cy="388144"/>
          </a:xfrm>
          <a:prstGeom prst="rect">
            <a:avLst/>
          </a:prstGeom>
          <a:noFill/>
          <a:ln>
            <a:noFill/>
          </a:ln>
          <a:effectLst/>
        </p:spPr>
      </p:pic>
      <p:pic>
        <p:nvPicPr>
          <p:cNvPr id="790570" name="Picture 42">
            <a:extLst>
              <a:ext uri="{FF2B5EF4-FFF2-40B4-BE49-F238E27FC236}">
                <a16:creationId xmlns:a16="http://schemas.microsoft.com/office/drawing/2014/main" id="{7B307AA8-8053-BF4B-80A6-0A89C1049E81}"/>
              </a:ext>
            </a:extLst>
          </p:cNvPr>
          <p:cNvPicPr>
            <a:picLocks noChangeArrowheads="1"/>
          </p:cNvPicPr>
          <p:nvPr/>
        </p:nvPicPr>
        <p:blipFill>
          <a:blip r:embed="rId3"/>
          <a:srcRect/>
          <a:stretch>
            <a:fillRect/>
          </a:stretch>
        </p:blipFill>
        <p:spPr bwMode="auto">
          <a:xfrm>
            <a:off x="6219825" y="1334691"/>
            <a:ext cx="376238" cy="388144"/>
          </a:xfrm>
          <a:prstGeom prst="rect">
            <a:avLst/>
          </a:prstGeom>
          <a:noFill/>
          <a:ln>
            <a:noFill/>
          </a:ln>
          <a:effectLst/>
        </p:spPr>
      </p:pic>
      <p:sp>
        <p:nvSpPr>
          <p:cNvPr id="790571" name="Rectangle 43">
            <a:extLst>
              <a:ext uri="{FF2B5EF4-FFF2-40B4-BE49-F238E27FC236}">
                <a16:creationId xmlns:a16="http://schemas.microsoft.com/office/drawing/2014/main" id="{25FAD82B-475B-6343-8CDD-3CBE0ABEF534}"/>
              </a:ext>
            </a:extLst>
          </p:cNvPr>
          <p:cNvSpPr>
            <a:spLocks noChangeArrowheads="1"/>
          </p:cNvSpPr>
          <p:nvPr/>
        </p:nvSpPr>
        <p:spPr bwMode="auto">
          <a:xfrm>
            <a:off x="2713435" y="1334691"/>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790572" name="Rectangle 44">
            <a:extLst>
              <a:ext uri="{FF2B5EF4-FFF2-40B4-BE49-F238E27FC236}">
                <a16:creationId xmlns:a16="http://schemas.microsoft.com/office/drawing/2014/main" id="{F091AC22-6B8F-7A4A-94F4-466670C59DB8}"/>
              </a:ext>
            </a:extLst>
          </p:cNvPr>
          <p:cNvSpPr>
            <a:spLocks noChangeArrowheads="1"/>
          </p:cNvSpPr>
          <p:nvPr/>
        </p:nvSpPr>
        <p:spPr bwMode="auto">
          <a:xfrm>
            <a:off x="6044804" y="1334691"/>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790573" name="Rectangle 45">
            <a:extLst>
              <a:ext uri="{FF2B5EF4-FFF2-40B4-BE49-F238E27FC236}">
                <a16:creationId xmlns:a16="http://schemas.microsoft.com/office/drawing/2014/main" id="{D886AC5C-3CE8-554F-AE67-E1352242AF4A}"/>
              </a:ext>
            </a:extLst>
          </p:cNvPr>
          <p:cNvSpPr>
            <a:spLocks noChangeArrowheads="1"/>
          </p:cNvSpPr>
          <p:nvPr/>
        </p:nvSpPr>
        <p:spPr bwMode="auto">
          <a:xfrm>
            <a:off x="2334816" y="1069182"/>
            <a:ext cx="48330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客户</a:t>
            </a:r>
          </a:p>
        </p:txBody>
      </p:sp>
      <p:sp>
        <p:nvSpPr>
          <p:cNvPr id="790574" name="Rectangle 46">
            <a:extLst>
              <a:ext uri="{FF2B5EF4-FFF2-40B4-BE49-F238E27FC236}">
                <a16:creationId xmlns:a16="http://schemas.microsoft.com/office/drawing/2014/main" id="{DB3EB61F-1C86-ED40-9F13-C0E6248C4902}"/>
              </a:ext>
            </a:extLst>
          </p:cNvPr>
          <p:cNvSpPr>
            <a:spLocks noChangeArrowheads="1"/>
          </p:cNvSpPr>
          <p:nvPr/>
        </p:nvSpPr>
        <p:spPr bwMode="auto">
          <a:xfrm>
            <a:off x="6081713" y="1069182"/>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服务器</a:t>
            </a:r>
          </a:p>
        </p:txBody>
      </p:sp>
      <p:grpSp>
        <p:nvGrpSpPr>
          <p:cNvPr id="246803" name="Group 48">
            <a:extLst>
              <a:ext uri="{FF2B5EF4-FFF2-40B4-BE49-F238E27FC236}">
                <a16:creationId xmlns:a16="http://schemas.microsoft.com/office/drawing/2014/main" id="{EDE9E98F-3CDB-B640-8BE0-EDF738AFA698}"/>
              </a:ext>
            </a:extLst>
          </p:cNvPr>
          <p:cNvGrpSpPr>
            <a:grpSpLocks/>
          </p:cNvGrpSpPr>
          <p:nvPr/>
        </p:nvGrpSpPr>
        <p:grpSpPr bwMode="auto">
          <a:xfrm>
            <a:off x="2896791" y="2911079"/>
            <a:ext cx="3139678" cy="601265"/>
            <a:chOff x="1473" y="2445"/>
            <a:chExt cx="2637" cy="505"/>
          </a:xfrm>
        </p:grpSpPr>
        <p:sp>
          <p:nvSpPr>
            <p:cNvPr id="790577" name="Line 49">
              <a:extLst>
                <a:ext uri="{FF2B5EF4-FFF2-40B4-BE49-F238E27FC236}">
                  <a16:creationId xmlns:a16="http://schemas.microsoft.com/office/drawing/2014/main" id="{48BD20B5-99E7-DE4B-BCE9-3878AAD85650}"/>
                </a:ext>
              </a:extLst>
            </p:cNvPr>
            <p:cNvSpPr>
              <a:spLocks noChangeShapeType="1"/>
            </p:cNvSpPr>
            <p:nvPr/>
          </p:nvSpPr>
          <p:spPr bwMode="auto">
            <a:xfrm flipH="1">
              <a:off x="1520" y="2445"/>
              <a:ext cx="2590" cy="505"/>
            </a:xfrm>
            <a:prstGeom prst="line">
              <a:avLst/>
            </a:prstGeom>
            <a:noFill/>
            <a:ln w="5715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90578" name="Rectangle 50">
              <a:extLst>
                <a:ext uri="{FF2B5EF4-FFF2-40B4-BE49-F238E27FC236}">
                  <a16:creationId xmlns:a16="http://schemas.microsoft.com/office/drawing/2014/main" id="{BE19FCFF-C215-314D-9ED9-685858FA9F3E}"/>
                </a:ext>
              </a:extLst>
            </p:cNvPr>
            <p:cNvSpPr>
              <a:spLocks noChangeArrowheads="1"/>
            </p:cNvSpPr>
            <p:nvPr/>
          </p:nvSpPr>
          <p:spPr bwMode="auto">
            <a:xfrm rot="20990024" flipH="1">
              <a:off x="1473" y="2474"/>
              <a:ext cx="2408"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SYN = 1, ACK = 1, seq = y, ack= x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grpSp>
    </p:spTree>
    <p:extLst>
      <p:ext uri="{BB962C8B-B14F-4D97-AF65-F5344CB8AC3E}">
        <p14:creationId xmlns:p14="http://schemas.microsoft.com/office/powerpoint/2010/main" val="102987025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8833" name="Group 54">
            <a:extLst>
              <a:ext uri="{FF2B5EF4-FFF2-40B4-BE49-F238E27FC236}">
                <a16:creationId xmlns:a16="http://schemas.microsoft.com/office/drawing/2014/main" id="{5C32F9C8-784C-444D-9B45-BC828337404C}"/>
              </a:ext>
            </a:extLst>
          </p:cNvPr>
          <p:cNvGrpSpPr>
            <a:grpSpLocks/>
          </p:cNvGrpSpPr>
          <p:nvPr/>
        </p:nvGrpSpPr>
        <p:grpSpPr bwMode="auto">
          <a:xfrm>
            <a:off x="3025378" y="2066932"/>
            <a:ext cx="3186113" cy="3046810"/>
            <a:chOff x="1474" y="1888"/>
            <a:chExt cx="2676" cy="2432"/>
          </a:xfrm>
        </p:grpSpPr>
        <p:sp>
          <p:nvSpPr>
            <p:cNvPr id="783415" name="Line 55">
              <a:extLst>
                <a:ext uri="{FF2B5EF4-FFF2-40B4-BE49-F238E27FC236}">
                  <a16:creationId xmlns:a16="http://schemas.microsoft.com/office/drawing/2014/main" id="{8B8A7223-BE69-2C4A-98FC-DED55C7B609A}"/>
                </a:ext>
              </a:extLst>
            </p:cNvPr>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83416" name="Line 56">
              <a:extLst>
                <a:ext uri="{FF2B5EF4-FFF2-40B4-BE49-F238E27FC236}">
                  <a16:creationId xmlns:a16="http://schemas.microsoft.com/office/drawing/2014/main" id="{F56F7AFE-60C9-BD45-B84D-DABEED16CD83}"/>
                </a:ext>
              </a:extLst>
            </p:cNvPr>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sp>
        <p:nvSpPr>
          <p:cNvPr id="783365" name="AutoShape 5">
            <a:extLst>
              <a:ext uri="{FF2B5EF4-FFF2-40B4-BE49-F238E27FC236}">
                <a16:creationId xmlns:a16="http://schemas.microsoft.com/office/drawing/2014/main" id="{5362DFCA-8395-6D4E-954C-9832898BCDD3}"/>
              </a:ext>
            </a:extLst>
          </p:cNvPr>
          <p:cNvSpPr>
            <a:spLocks noChangeArrowheads="1"/>
          </p:cNvSpPr>
          <p:nvPr/>
        </p:nvSpPr>
        <p:spPr bwMode="auto">
          <a:xfrm>
            <a:off x="3764757" y="1702601"/>
            <a:ext cx="1788319" cy="189310"/>
          </a:xfrm>
          <a:prstGeom prst="leftRightArrow">
            <a:avLst>
              <a:gd name="adj1" fmla="val 55880"/>
              <a:gd name="adj2" fmla="val 108285"/>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grpSp>
        <p:nvGrpSpPr>
          <p:cNvPr id="783418" name="Group 58">
            <a:extLst>
              <a:ext uri="{FF2B5EF4-FFF2-40B4-BE49-F238E27FC236}">
                <a16:creationId xmlns:a16="http://schemas.microsoft.com/office/drawing/2014/main" id="{1B7B44F5-5FCA-4448-87BD-1E1A52681C57}"/>
              </a:ext>
            </a:extLst>
          </p:cNvPr>
          <p:cNvGrpSpPr>
            <a:grpSpLocks/>
          </p:cNvGrpSpPr>
          <p:nvPr/>
        </p:nvGrpSpPr>
        <p:grpSpPr bwMode="auto">
          <a:xfrm>
            <a:off x="3064669" y="2071694"/>
            <a:ext cx="3100388" cy="576263"/>
            <a:chOff x="1614" y="1484"/>
            <a:chExt cx="2604" cy="484"/>
          </a:xfrm>
        </p:grpSpPr>
        <p:sp>
          <p:nvSpPr>
            <p:cNvPr id="783366" name="Rectangle 6">
              <a:extLst>
                <a:ext uri="{FF2B5EF4-FFF2-40B4-BE49-F238E27FC236}">
                  <a16:creationId xmlns:a16="http://schemas.microsoft.com/office/drawing/2014/main" id="{DF9EB60E-5DB7-F64B-8333-DA8967459EF0}"/>
                </a:ext>
              </a:extLst>
            </p:cNvPr>
            <p:cNvSpPr>
              <a:spLocks noChangeArrowheads="1"/>
            </p:cNvSpPr>
            <p:nvPr/>
          </p:nvSpPr>
          <p:spPr bwMode="auto">
            <a:xfrm rot="597975">
              <a:off x="2490" y="1517"/>
              <a:ext cx="1179" cy="25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chemeClr val="folHlink"/>
                  </a:solidFill>
                  <a:latin typeface="Times New Roman" charset="0"/>
                  <a:ea typeface="黑体" charset="-122"/>
                </a:rPr>
                <a:t>FIN = 1, seq = u</a:t>
              </a:r>
            </a:p>
          </p:txBody>
        </p:sp>
        <p:sp>
          <p:nvSpPr>
            <p:cNvPr id="783369" name="Line 9">
              <a:extLst>
                <a:ext uri="{FF2B5EF4-FFF2-40B4-BE49-F238E27FC236}">
                  <a16:creationId xmlns:a16="http://schemas.microsoft.com/office/drawing/2014/main" id="{9A593684-2B34-BF46-863B-13B6083A47EE}"/>
                </a:ext>
              </a:extLst>
            </p:cNvPr>
            <p:cNvSpPr>
              <a:spLocks noChangeShapeType="1"/>
            </p:cNvSpPr>
            <p:nvPr/>
          </p:nvSpPr>
          <p:spPr bwMode="auto">
            <a:xfrm>
              <a:off x="1614" y="1484"/>
              <a:ext cx="2604" cy="484"/>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sp>
        <p:nvSpPr>
          <p:cNvPr id="783375" name="Rectangle 15">
            <a:extLst>
              <a:ext uri="{FF2B5EF4-FFF2-40B4-BE49-F238E27FC236}">
                <a16:creationId xmlns:a16="http://schemas.microsoft.com/office/drawing/2014/main" id="{B5CD575F-F718-A743-B879-73AE865D9E0C}"/>
              </a:ext>
            </a:extLst>
          </p:cNvPr>
          <p:cNvSpPr>
            <a:spLocks noChangeArrowheads="1"/>
          </p:cNvSpPr>
          <p:nvPr/>
        </p:nvSpPr>
        <p:spPr bwMode="auto">
          <a:xfrm>
            <a:off x="2347913" y="1513292"/>
            <a:ext cx="715566" cy="504825"/>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83377" name="Rectangle 17">
            <a:extLst>
              <a:ext uri="{FF2B5EF4-FFF2-40B4-BE49-F238E27FC236}">
                <a16:creationId xmlns:a16="http://schemas.microsoft.com/office/drawing/2014/main" id="{DC0D1645-FCAC-B749-8F8C-A2A5CB42660A}"/>
              </a:ext>
            </a:extLst>
          </p:cNvPr>
          <p:cNvSpPr>
            <a:spLocks noChangeArrowheads="1"/>
          </p:cNvSpPr>
          <p:nvPr/>
        </p:nvSpPr>
        <p:spPr bwMode="auto">
          <a:xfrm>
            <a:off x="6162676" y="1513292"/>
            <a:ext cx="716756" cy="1109663"/>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grpSp>
        <p:nvGrpSpPr>
          <p:cNvPr id="248838" name="Group 18">
            <a:extLst>
              <a:ext uri="{FF2B5EF4-FFF2-40B4-BE49-F238E27FC236}">
                <a16:creationId xmlns:a16="http://schemas.microsoft.com/office/drawing/2014/main" id="{D5A8E923-762A-6E41-A2AE-1C04BAF78A95}"/>
              </a:ext>
            </a:extLst>
          </p:cNvPr>
          <p:cNvGrpSpPr>
            <a:grpSpLocks/>
          </p:cNvGrpSpPr>
          <p:nvPr/>
        </p:nvGrpSpPr>
        <p:grpSpPr bwMode="auto">
          <a:xfrm>
            <a:off x="2274094" y="1451379"/>
            <a:ext cx="4708922" cy="61913"/>
            <a:chOff x="1020" y="481"/>
            <a:chExt cx="4037" cy="46"/>
          </a:xfrm>
        </p:grpSpPr>
        <p:sp>
          <p:nvSpPr>
            <p:cNvPr id="783379" name="Line 19">
              <a:extLst>
                <a:ext uri="{FF2B5EF4-FFF2-40B4-BE49-F238E27FC236}">
                  <a16:creationId xmlns:a16="http://schemas.microsoft.com/office/drawing/2014/main" id="{7D45EFC1-7040-714C-AC3E-305389F4F117}"/>
                </a:ext>
              </a:extLst>
            </p:cNvPr>
            <p:cNvSpPr>
              <a:spLocks noChangeShapeType="1"/>
            </p:cNvSpPr>
            <p:nvPr/>
          </p:nvSpPr>
          <p:spPr bwMode="auto">
            <a:xfrm>
              <a:off x="1020" y="527"/>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783380" name="Line 20">
              <a:extLst>
                <a:ext uri="{FF2B5EF4-FFF2-40B4-BE49-F238E27FC236}">
                  <a16:creationId xmlns:a16="http://schemas.microsoft.com/office/drawing/2014/main" id="{3ACBE2A6-EBDB-5641-87DF-5DB06A8A35BB}"/>
                </a:ext>
              </a:extLst>
            </p:cNvPr>
            <p:cNvSpPr>
              <a:spLocks noChangeShapeType="1"/>
            </p:cNvSpPr>
            <p:nvPr/>
          </p:nvSpPr>
          <p:spPr bwMode="auto">
            <a:xfrm>
              <a:off x="1020" y="481"/>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grpSp>
      <p:sp>
        <p:nvSpPr>
          <p:cNvPr id="783391" name="Text Box 31">
            <a:extLst>
              <a:ext uri="{FF2B5EF4-FFF2-40B4-BE49-F238E27FC236}">
                <a16:creationId xmlns:a16="http://schemas.microsoft.com/office/drawing/2014/main" id="{34A70C9D-0737-FF49-9E1F-19DB729421A0}"/>
              </a:ext>
            </a:extLst>
          </p:cNvPr>
          <p:cNvSpPr txBox="1">
            <a:spLocks noChangeArrowheads="1"/>
          </p:cNvSpPr>
          <p:nvPr/>
        </p:nvSpPr>
        <p:spPr bwMode="auto">
          <a:xfrm>
            <a:off x="2205037" y="4658926"/>
            <a:ext cx="728663" cy="252413"/>
          </a:xfrm>
          <a:prstGeom prst="rect">
            <a:avLst/>
          </a:prstGeom>
          <a:noFill/>
          <a:ln>
            <a:noFill/>
          </a:ln>
          <a:effectLst/>
        </p:spPr>
        <p:txBody>
          <a:bodyPr wrap="none" anchor="ct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dirty="0">
                <a:solidFill>
                  <a:srgbClr val="00B050"/>
                </a:solidFill>
                <a:latin typeface="Times New Roman" charset="0"/>
                <a:ea typeface="黑体" charset="-122"/>
              </a:rPr>
              <a:t>CLOSED</a:t>
            </a:r>
          </a:p>
        </p:txBody>
      </p:sp>
      <p:grpSp>
        <p:nvGrpSpPr>
          <p:cNvPr id="783417" name="Group 57">
            <a:extLst>
              <a:ext uri="{FF2B5EF4-FFF2-40B4-BE49-F238E27FC236}">
                <a16:creationId xmlns:a16="http://schemas.microsoft.com/office/drawing/2014/main" id="{217DD0C8-220B-9048-BB07-3FF1F8C15AD5}"/>
              </a:ext>
            </a:extLst>
          </p:cNvPr>
          <p:cNvGrpSpPr>
            <a:grpSpLocks/>
          </p:cNvGrpSpPr>
          <p:nvPr/>
        </p:nvGrpSpPr>
        <p:grpSpPr bwMode="auto">
          <a:xfrm>
            <a:off x="1516856" y="1247783"/>
            <a:ext cx="1052513" cy="812006"/>
            <a:chOff x="314" y="792"/>
            <a:chExt cx="884" cy="682"/>
          </a:xfrm>
        </p:grpSpPr>
        <p:sp>
          <p:nvSpPr>
            <p:cNvPr id="783396" name="Freeform 36">
              <a:extLst>
                <a:ext uri="{FF2B5EF4-FFF2-40B4-BE49-F238E27FC236}">
                  <a16:creationId xmlns:a16="http://schemas.microsoft.com/office/drawing/2014/main" id="{0BC89411-7B19-EA4E-A8F8-A9194F95A8AA}"/>
                </a:ext>
              </a:extLst>
            </p:cNvPr>
            <p:cNvSpPr>
              <a:spLocks/>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83397" name="Rectangle 37">
              <a:extLst>
                <a:ext uri="{FF2B5EF4-FFF2-40B4-BE49-F238E27FC236}">
                  <a16:creationId xmlns:a16="http://schemas.microsoft.com/office/drawing/2014/main" id="{8190E3BD-78D5-6C40-B222-ECD4A95B594C}"/>
                </a:ext>
              </a:extLst>
            </p:cNvPr>
            <p:cNvSpPr>
              <a:spLocks noChangeArrowheads="1"/>
            </p:cNvSpPr>
            <p:nvPr/>
          </p:nvSpPr>
          <p:spPr bwMode="auto">
            <a:xfrm>
              <a:off x="314" y="1227"/>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主动关闭</a:t>
              </a:r>
            </a:p>
          </p:txBody>
        </p:sp>
      </p:grpSp>
      <p:sp>
        <p:nvSpPr>
          <p:cNvPr id="783400" name="Rectangle 40">
            <a:extLst>
              <a:ext uri="{FF2B5EF4-FFF2-40B4-BE49-F238E27FC236}">
                <a16:creationId xmlns:a16="http://schemas.microsoft.com/office/drawing/2014/main" id="{C839D342-474C-404B-ADBA-5CC5E99C421A}"/>
              </a:ext>
            </a:extLst>
          </p:cNvPr>
          <p:cNvSpPr>
            <a:spLocks noChangeArrowheads="1"/>
          </p:cNvSpPr>
          <p:nvPr/>
        </p:nvSpPr>
        <p:spPr bwMode="auto">
          <a:xfrm>
            <a:off x="4241007" y="1638307"/>
            <a:ext cx="829555" cy="275076"/>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sp>
        <p:nvSpPr>
          <p:cNvPr id="783403" name="Rectangle 43">
            <a:extLst>
              <a:ext uri="{FF2B5EF4-FFF2-40B4-BE49-F238E27FC236}">
                <a16:creationId xmlns:a16="http://schemas.microsoft.com/office/drawing/2014/main" id="{941903BC-4F8E-1F48-9E11-7B3112CB0ED0}"/>
              </a:ext>
            </a:extLst>
          </p:cNvPr>
          <p:cNvSpPr>
            <a:spLocks noChangeArrowheads="1"/>
          </p:cNvSpPr>
          <p:nvPr/>
        </p:nvSpPr>
        <p:spPr bwMode="auto">
          <a:xfrm>
            <a:off x="2333625" y="1521626"/>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sp>
        <p:nvSpPr>
          <p:cNvPr id="783404" name="Rectangle 44">
            <a:extLst>
              <a:ext uri="{FF2B5EF4-FFF2-40B4-BE49-F238E27FC236}">
                <a16:creationId xmlns:a16="http://schemas.microsoft.com/office/drawing/2014/main" id="{468F7D3F-8195-E140-9976-7251C9CE8E89}"/>
              </a:ext>
            </a:extLst>
          </p:cNvPr>
          <p:cNvSpPr>
            <a:spLocks noChangeArrowheads="1"/>
          </p:cNvSpPr>
          <p:nvPr/>
        </p:nvSpPr>
        <p:spPr bwMode="auto">
          <a:xfrm>
            <a:off x="6148388" y="1849049"/>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pic>
        <p:nvPicPr>
          <p:cNvPr id="783405" name="Picture 45">
            <a:extLst>
              <a:ext uri="{FF2B5EF4-FFF2-40B4-BE49-F238E27FC236}">
                <a16:creationId xmlns:a16="http://schemas.microsoft.com/office/drawing/2014/main" id="{857DF26A-D045-1141-8C99-7E00E6555A83}"/>
              </a:ext>
            </a:extLst>
          </p:cNvPr>
          <p:cNvPicPr>
            <a:picLocks noChangeArrowheads="1"/>
          </p:cNvPicPr>
          <p:nvPr/>
        </p:nvPicPr>
        <p:blipFill>
          <a:blip r:embed="rId2"/>
          <a:srcRect/>
          <a:stretch>
            <a:fillRect/>
          </a:stretch>
        </p:blipFill>
        <p:spPr bwMode="auto">
          <a:xfrm>
            <a:off x="2516982" y="1032280"/>
            <a:ext cx="378619" cy="372665"/>
          </a:xfrm>
          <a:prstGeom prst="rect">
            <a:avLst/>
          </a:prstGeom>
          <a:noFill/>
          <a:ln>
            <a:noFill/>
          </a:ln>
          <a:effectLst/>
        </p:spPr>
      </p:pic>
      <p:pic>
        <p:nvPicPr>
          <p:cNvPr id="783406" name="Picture 46">
            <a:extLst>
              <a:ext uri="{FF2B5EF4-FFF2-40B4-BE49-F238E27FC236}">
                <a16:creationId xmlns:a16="http://schemas.microsoft.com/office/drawing/2014/main" id="{C04A242A-5728-AF40-98C6-FB1B11472EFB}"/>
              </a:ext>
            </a:extLst>
          </p:cNvPr>
          <p:cNvPicPr>
            <a:picLocks noChangeArrowheads="1"/>
          </p:cNvPicPr>
          <p:nvPr/>
        </p:nvPicPr>
        <p:blipFill>
          <a:blip r:embed="rId2"/>
          <a:srcRect/>
          <a:stretch>
            <a:fillRect/>
          </a:stretch>
        </p:blipFill>
        <p:spPr bwMode="auto">
          <a:xfrm>
            <a:off x="6331744" y="1032280"/>
            <a:ext cx="378619" cy="372665"/>
          </a:xfrm>
          <a:prstGeom prst="rect">
            <a:avLst/>
          </a:prstGeom>
          <a:noFill/>
          <a:ln>
            <a:noFill/>
          </a:ln>
          <a:effectLst/>
        </p:spPr>
      </p:pic>
      <p:sp>
        <p:nvSpPr>
          <p:cNvPr id="783407" name="Rectangle 47">
            <a:extLst>
              <a:ext uri="{FF2B5EF4-FFF2-40B4-BE49-F238E27FC236}">
                <a16:creationId xmlns:a16="http://schemas.microsoft.com/office/drawing/2014/main" id="{6C585F60-2F9E-8245-9B58-CBDC03B1BAC6}"/>
              </a:ext>
            </a:extLst>
          </p:cNvPr>
          <p:cNvSpPr>
            <a:spLocks noChangeArrowheads="1"/>
          </p:cNvSpPr>
          <p:nvPr/>
        </p:nvSpPr>
        <p:spPr bwMode="auto">
          <a:xfrm>
            <a:off x="2809875" y="1008467"/>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783408" name="Rectangle 48">
            <a:extLst>
              <a:ext uri="{FF2B5EF4-FFF2-40B4-BE49-F238E27FC236}">
                <a16:creationId xmlns:a16="http://schemas.microsoft.com/office/drawing/2014/main" id="{0F5CA702-72D4-DF47-8519-C75E5939F69A}"/>
              </a:ext>
            </a:extLst>
          </p:cNvPr>
          <p:cNvSpPr>
            <a:spLocks noChangeArrowheads="1"/>
          </p:cNvSpPr>
          <p:nvPr/>
        </p:nvSpPr>
        <p:spPr bwMode="auto">
          <a:xfrm>
            <a:off x="6185297" y="1008467"/>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783409" name="Rectangle 49">
            <a:extLst>
              <a:ext uri="{FF2B5EF4-FFF2-40B4-BE49-F238E27FC236}">
                <a16:creationId xmlns:a16="http://schemas.microsoft.com/office/drawing/2014/main" id="{D116756C-A094-4849-A560-6DFE73EFE8D2}"/>
              </a:ext>
            </a:extLst>
          </p:cNvPr>
          <p:cNvSpPr>
            <a:spLocks noChangeArrowheads="1"/>
          </p:cNvSpPr>
          <p:nvPr/>
        </p:nvSpPr>
        <p:spPr bwMode="auto">
          <a:xfrm>
            <a:off x="2132063" y="956832"/>
            <a:ext cx="48330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dirty="0">
                <a:solidFill>
                  <a:schemeClr val="folHlink"/>
                </a:solidFill>
                <a:latin typeface="Times New Roman" panose="02020603050405020304" pitchFamily="18" charset="0"/>
              </a:rPr>
              <a:t>客户</a:t>
            </a:r>
          </a:p>
        </p:txBody>
      </p:sp>
      <p:sp>
        <p:nvSpPr>
          <p:cNvPr id="783410" name="Rectangle 50">
            <a:extLst>
              <a:ext uri="{FF2B5EF4-FFF2-40B4-BE49-F238E27FC236}">
                <a16:creationId xmlns:a16="http://schemas.microsoft.com/office/drawing/2014/main" id="{A01E00CD-2129-BD49-800D-807636A9D730}"/>
              </a:ext>
            </a:extLst>
          </p:cNvPr>
          <p:cNvSpPr>
            <a:spLocks noChangeArrowheads="1"/>
          </p:cNvSpPr>
          <p:nvPr/>
        </p:nvSpPr>
        <p:spPr bwMode="auto">
          <a:xfrm>
            <a:off x="5655104" y="1015220"/>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dirty="0">
                <a:solidFill>
                  <a:schemeClr val="folHlink"/>
                </a:solidFill>
                <a:latin typeface="Times New Roman" panose="02020603050405020304" pitchFamily="18" charset="0"/>
              </a:rPr>
              <a:t>服务器</a:t>
            </a:r>
          </a:p>
        </p:txBody>
      </p:sp>
      <p:sp>
        <p:nvSpPr>
          <p:cNvPr id="783413" name="Text Box 53">
            <a:extLst>
              <a:ext uri="{FF2B5EF4-FFF2-40B4-BE49-F238E27FC236}">
                <a16:creationId xmlns:a16="http://schemas.microsoft.com/office/drawing/2014/main" id="{2D9F84E8-D745-0948-B205-41974C1DE70A}"/>
              </a:ext>
            </a:extLst>
          </p:cNvPr>
          <p:cNvSpPr txBox="1">
            <a:spLocks noChangeArrowheads="1"/>
          </p:cNvSpPr>
          <p:nvPr/>
        </p:nvSpPr>
        <p:spPr bwMode="auto">
          <a:xfrm>
            <a:off x="6126956" y="4657732"/>
            <a:ext cx="728663" cy="252413"/>
          </a:xfrm>
          <a:prstGeom prst="rect">
            <a:avLst/>
          </a:prstGeom>
          <a:noFill/>
          <a:ln>
            <a:noFill/>
          </a:ln>
          <a:effectLst/>
        </p:spPr>
        <p:txBody>
          <a:bodyPr wrap="none" anchor="ct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00B050"/>
                </a:solidFill>
                <a:latin typeface="Times New Roman" charset="0"/>
                <a:ea typeface="黑体" charset="-122"/>
              </a:rPr>
              <a:t>CLOSED</a:t>
            </a:r>
          </a:p>
        </p:txBody>
      </p:sp>
      <p:sp>
        <p:nvSpPr>
          <p:cNvPr id="783422" name="Text Box 62">
            <a:extLst>
              <a:ext uri="{FF2B5EF4-FFF2-40B4-BE49-F238E27FC236}">
                <a16:creationId xmlns:a16="http://schemas.microsoft.com/office/drawing/2014/main" id="{A032F4E4-079F-624C-A71A-2F657C7ABED2}"/>
              </a:ext>
            </a:extLst>
          </p:cNvPr>
          <p:cNvSpPr txBox="1">
            <a:spLocks noChangeArrowheads="1"/>
          </p:cNvSpPr>
          <p:nvPr/>
        </p:nvSpPr>
        <p:spPr bwMode="auto">
          <a:xfrm>
            <a:off x="263237" y="3014177"/>
            <a:ext cx="8617526" cy="1061829"/>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buFontTx/>
              <a:buChar char="•"/>
              <a:defRPr/>
            </a:pPr>
            <a:r>
              <a:rPr lang="en-US" altLang="zh-CN" sz="2100" dirty="0">
                <a:solidFill>
                  <a:schemeClr val="folHlink"/>
                </a:solidFill>
                <a:latin typeface="Arial" panose="020B0604020202020204" pitchFamily="34" charset="0"/>
              </a:rPr>
              <a:t>  </a:t>
            </a:r>
            <a:r>
              <a:rPr lang="zh-CN" altLang="en-US" sz="2100" dirty="0">
                <a:solidFill>
                  <a:schemeClr val="folHlink"/>
                </a:solidFill>
                <a:latin typeface="Arial" panose="020B0604020202020204" pitchFamily="34" charset="0"/>
              </a:rPr>
              <a:t>数据传输结束后，通信的双方都可释放连接。现在 </a:t>
            </a:r>
            <a:r>
              <a:rPr lang="en-US" altLang="zh-CN" sz="2100" dirty="0">
                <a:solidFill>
                  <a:schemeClr val="folHlink"/>
                </a:solidFill>
                <a:latin typeface="Arial" panose="020B0604020202020204" pitchFamily="34" charset="0"/>
              </a:rPr>
              <a:t>A </a:t>
            </a:r>
            <a:r>
              <a:rPr lang="zh-CN" altLang="en-US" sz="2100" dirty="0">
                <a:solidFill>
                  <a:schemeClr val="folHlink"/>
                </a:solidFill>
                <a:latin typeface="Arial" panose="020B0604020202020204" pitchFamily="34" charset="0"/>
              </a:rPr>
              <a:t>的应用进程先向其 </a:t>
            </a:r>
            <a:r>
              <a:rPr lang="en-US" altLang="zh-CN" sz="2100" dirty="0">
                <a:solidFill>
                  <a:schemeClr val="folHlink"/>
                </a:solidFill>
                <a:latin typeface="Arial" panose="020B0604020202020204" pitchFamily="34" charset="0"/>
              </a:rPr>
              <a:t>TCP </a:t>
            </a:r>
            <a:r>
              <a:rPr lang="zh-CN" altLang="en-US" sz="2100" dirty="0">
                <a:solidFill>
                  <a:schemeClr val="folHlink"/>
                </a:solidFill>
                <a:latin typeface="Arial" panose="020B0604020202020204" pitchFamily="34" charset="0"/>
              </a:rPr>
              <a:t>发出连接释放报文段，并停止再发送数据，主动关闭 </a:t>
            </a:r>
            <a:r>
              <a:rPr lang="en-US" altLang="zh-CN" sz="2100" dirty="0">
                <a:solidFill>
                  <a:schemeClr val="folHlink"/>
                </a:solidFill>
                <a:latin typeface="Arial" panose="020B0604020202020204" pitchFamily="34" charset="0"/>
              </a:rPr>
              <a:t>TCP</a:t>
            </a:r>
            <a:r>
              <a:rPr lang="zh-CN" altLang="en-US" sz="2100" dirty="0">
                <a:solidFill>
                  <a:schemeClr val="folHlink"/>
                </a:solidFill>
                <a:latin typeface="Arial" panose="020B0604020202020204" pitchFamily="34" charset="0"/>
              </a:rPr>
              <a:t>连接。</a:t>
            </a:r>
          </a:p>
          <a:p>
            <a:pPr eaLnBrk="1" hangingPunct="1">
              <a:buFontTx/>
              <a:buChar char="•"/>
              <a:defRPr/>
            </a:pPr>
            <a:r>
              <a:rPr lang="zh-CN" altLang="en-US" sz="2100" dirty="0">
                <a:solidFill>
                  <a:schemeClr val="folHlink"/>
                </a:solidFill>
                <a:latin typeface="Arial" panose="020B0604020202020204" pitchFamily="34" charset="0"/>
              </a:rPr>
              <a:t>  </a:t>
            </a:r>
            <a:r>
              <a:rPr lang="en-US" altLang="zh-CN" sz="2100" dirty="0">
                <a:solidFill>
                  <a:schemeClr val="folHlink"/>
                </a:solidFill>
                <a:latin typeface="Arial" panose="020B0604020202020204" pitchFamily="34" charset="0"/>
              </a:rPr>
              <a:t>A </a:t>
            </a:r>
            <a:r>
              <a:rPr lang="zh-CN" altLang="en-US" sz="2100" dirty="0">
                <a:solidFill>
                  <a:schemeClr val="folHlink"/>
                </a:solidFill>
                <a:latin typeface="Arial" panose="020B0604020202020204" pitchFamily="34" charset="0"/>
              </a:rPr>
              <a:t>把连接释放报文段首部的 </a:t>
            </a:r>
            <a:r>
              <a:rPr lang="en-US" altLang="zh-CN" sz="2100" dirty="0">
                <a:solidFill>
                  <a:schemeClr val="folHlink"/>
                </a:solidFill>
                <a:latin typeface="Arial" panose="020B0604020202020204" pitchFamily="34" charset="0"/>
              </a:rPr>
              <a:t>FIN = 1</a:t>
            </a:r>
            <a:r>
              <a:rPr lang="zh-CN" altLang="en-US" sz="2100" dirty="0">
                <a:solidFill>
                  <a:schemeClr val="folHlink"/>
                </a:solidFill>
                <a:latin typeface="Arial" panose="020B0604020202020204" pitchFamily="34" charset="0"/>
              </a:rPr>
              <a:t>，其序号</a:t>
            </a:r>
            <a:r>
              <a:rPr lang="en-US" altLang="zh-CN" sz="2100" dirty="0">
                <a:solidFill>
                  <a:schemeClr val="folHlink"/>
                </a:solidFill>
                <a:latin typeface="Arial" panose="020B0604020202020204" pitchFamily="34" charset="0"/>
              </a:rPr>
              <a:t>seq = u</a:t>
            </a:r>
            <a:r>
              <a:rPr lang="zh-CN" altLang="en-US" sz="2100" dirty="0">
                <a:solidFill>
                  <a:schemeClr val="folHlink"/>
                </a:solidFill>
                <a:latin typeface="Arial" panose="020B0604020202020204" pitchFamily="34" charset="0"/>
              </a:rPr>
              <a:t>，等待 </a:t>
            </a:r>
            <a:r>
              <a:rPr lang="en-US" altLang="zh-CN" sz="2100" dirty="0">
                <a:solidFill>
                  <a:schemeClr val="folHlink"/>
                </a:solidFill>
                <a:latin typeface="Arial" panose="020B0604020202020204" pitchFamily="34" charset="0"/>
              </a:rPr>
              <a:t>B </a:t>
            </a:r>
            <a:r>
              <a:rPr lang="zh-CN" altLang="en-US" sz="2100" dirty="0">
                <a:solidFill>
                  <a:schemeClr val="folHlink"/>
                </a:solidFill>
                <a:latin typeface="Arial" panose="020B0604020202020204" pitchFamily="34" charset="0"/>
              </a:rPr>
              <a:t>的确认。</a:t>
            </a:r>
          </a:p>
        </p:txBody>
      </p:sp>
      <p:sp>
        <p:nvSpPr>
          <p:cNvPr id="2" name="幻灯片编号占位符 1">
            <a:extLst>
              <a:ext uri="{FF2B5EF4-FFF2-40B4-BE49-F238E27FC236}">
                <a16:creationId xmlns:a16="http://schemas.microsoft.com/office/drawing/2014/main" id="{E82DAA6C-61B6-6D40-87FF-76A2436709D7}"/>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99B8BB13-9ACC-7040-9A7B-AB85176CB92B}" type="slidenum">
              <a:rPr lang="en-US" altLang="zh-CN" sz="1050"/>
              <a:pPr>
                <a:defRPr/>
              </a:pPr>
              <a:t>118</a:t>
            </a:fld>
            <a:endParaRPr lang="en-US" altLang="zh-CN" sz="1050"/>
          </a:p>
        </p:txBody>
      </p:sp>
      <p:sp>
        <p:nvSpPr>
          <p:cNvPr id="3" name="标题 2">
            <a:extLst>
              <a:ext uri="{FF2B5EF4-FFF2-40B4-BE49-F238E27FC236}">
                <a16:creationId xmlns:a16="http://schemas.microsoft.com/office/drawing/2014/main" id="{4A212EA5-E106-B84D-8885-B7FFBA24C0A6}"/>
              </a:ext>
            </a:extLst>
          </p:cNvPr>
          <p:cNvSpPr>
            <a:spLocks noGrp="1"/>
          </p:cNvSpPr>
          <p:nvPr>
            <p:ph type="title"/>
          </p:nvPr>
        </p:nvSpPr>
        <p:spPr/>
        <p:txBody>
          <a:bodyPr/>
          <a:lstStyle/>
          <a:p>
            <a:r>
              <a:rPr lang="en-US" altLang="zh-CN" dirty="0">
                <a:latin typeface="Arial" panose="020B0604020202020204" pitchFamily="34" charset="0"/>
              </a:rPr>
              <a:t>5.9.2   TCP</a:t>
            </a:r>
            <a:r>
              <a:rPr lang="en-US" altLang="zh-CN" b="1" dirty="0">
                <a:latin typeface="Arial" panose="020B0604020202020204" pitchFamily="34" charset="0"/>
              </a:rPr>
              <a:t> </a:t>
            </a:r>
            <a:r>
              <a:rPr lang="zh-CN" altLang="en-US" dirty="0">
                <a:latin typeface="Arial" panose="020B0604020202020204" pitchFamily="34" charset="0"/>
              </a:rPr>
              <a:t>的连接释放 </a:t>
            </a:r>
            <a:endParaRPr kumimoji="1" lang="zh-CN" altLang="en-US" dirty="0"/>
          </a:p>
        </p:txBody>
      </p:sp>
    </p:spTree>
    <p:extLst>
      <p:ext uri="{BB962C8B-B14F-4D97-AF65-F5344CB8AC3E}">
        <p14:creationId xmlns:p14="http://schemas.microsoft.com/office/powerpoint/2010/main" val="5593900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1500"/>
                                  </p:stCondLst>
                                  <p:childTnLst>
                                    <p:set>
                                      <p:cBhvr>
                                        <p:cTn id="6" dur="1" fill="hold">
                                          <p:stCondLst>
                                            <p:cond delay="0"/>
                                          </p:stCondLst>
                                        </p:cTn>
                                        <p:tgtEl>
                                          <p:spTgt spid="783417"/>
                                        </p:tgtEl>
                                        <p:attrNameLst>
                                          <p:attrName>style.visibility</p:attrName>
                                        </p:attrNameLst>
                                      </p:cBhvr>
                                      <p:to>
                                        <p:strVal val="visible"/>
                                      </p:to>
                                    </p:set>
                                    <p:animEffect transition="in" filter="wipe(up)">
                                      <p:cBhvr>
                                        <p:cTn id="7" dur="1000"/>
                                        <p:tgtEl>
                                          <p:spTgt spid="783417"/>
                                        </p:tgtEl>
                                      </p:cBhvr>
                                    </p:animEffect>
                                  </p:childTnLst>
                                </p:cTn>
                              </p:par>
                            </p:childTnLst>
                          </p:cTn>
                        </p:par>
                        <p:par>
                          <p:cTn id="8" fill="hold" nodeType="afterGroup">
                            <p:stCondLst>
                              <p:cond delay="2500"/>
                            </p:stCondLst>
                            <p:childTnLst>
                              <p:par>
                                <p:cTn id="9" presetID="22" presetClass="entr" presetSubtype="8" fill="hold" nodeType="afterEffect">
                                  <p:stCondLst>
                                    <p:cond delay="0"/>
                                  </p:stCondLst>
                                  <p:childTnLst>
                                    <p:set>
                                      <p:cBhvr>
                                        <p:cTn id="10" dur="1" fill="hold">
                                          <p:stCondLst>
                                            <p:cond delay="0"/>
                                          </p:stCondLst>
                                        </p:cTn>
                                        <p:tgtEl>
                                          <p:spTgt spid="783418"/>
                                        </p:tgtEl>
                                        <p:attrNameLst>
                                          <p:attrName>style.visibility</p:attrName>
                                        </p:attrNameLst>
                                      </p:cBhvr>
                                      <p:to>
                                        <p:strVal val="visible"/>
                                      </p:to>
                                    </p:set>
                                    <p:animEffect transition="in" filter="wipe(left)">
                                      <p:cBhvr>
                                        <p:cTn id="11" dur="1000"/>
                                        <p:tgtEl>
                                          <p:spTgt spid="7834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9857" name="Group 2">
            <a:extLst>
              <a:ext uri="{FF2B5EF4-FFF2-40B4-BE49-F238E27FC236}">
                <a16:creationId xmlns:a16="http://schemas.microsoft.com/office/drawing/2014/main" id="{1CB9E8EA-B739-C541-9AD6-1C24E2B6C070}"/>
              </a:ext>
            </a:extLst>
          </p:cNvPr>
          <p:cNvGrpSpPr>
            <a:grpSpLocks/>
          </p:cNvGrpSpPr>
          <p:nvPr/>
        </p:nvGrpSpPr>
        <p:grpSpPr bwMode="auto">
          <a:xfrm>
            <a:off x="3025378" y="2080790"/>
            <a:ext cx="3186113" cy="3046810"/>
            <a:chOff x="1474" y="1888"/>
            <a:chExt cx="2676" cy="2432"/>
          </a:xfrm>
        </p:grpSpPr>
        <p:sp>
          <p:nvSpPr>
            <p:cNvPr id="793603" name="Line 3">
              <a:extLst>
                <a:ext uri="{FF2B5EF4-FFF2-40B4-BE49-F238E27FC236}">
                  <a16:creationId xmlns:a16="http://schemas.microsoft.com/office/drawing/2014/main" id="{49E31320-C20A-BE42-A09E-1364D82867E3}"/>
                </a:ext>
              </a:extLst>
            </p:cNvPr>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93604" name="Line 4">
              <a:extLst>
                <a:ext uri="{FF2B5EF4-FFF2-40B4-BE49-F238E27FC236}">
                  <a16:creationId xmlns:a16="http://schemas.microsoft.com/office/drawing/2014/main" id="{4694FE28-7871-CB4C-8695-3C5301E01655}"/>
                </a:ext>
              </a:extLst>
            </p:cNvPr>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sp>
        <p:nvSpPr>
          <p:cNvPr id="793606" name="AutoShape 6">
            <a:extLst>
              <a:ext uri="{FF2B5EF4-FFF2-40B4-BE49-F238E27FC236}">
                <a16:creationId xmlns:a16="http://schemas.microsoft.com/office/drawing/2014/main" id="{E47413DB-47DF-A641-82E1-CD04AC853549}"/>
              </a:ext>
            </a:extLst>
          </p:cNvPr>
          <p:cNvSpPr>
            <a:spLocks noChangeArrowheads="1"/>
          </p:cNvSpPr>
          <p:nvPr/>
        </p:nvSpPr>
        <p:spPr bwMode="auto">
          <a:xfrm>
            <a:off x="3764757" y="1716459"/>
            <a:ext cx="1788319" cy="189310"/>
          </a:xfrm>
          <a:prstGeom prst="leftRightArrow">
            <a:avLst>
              <a:gd name="adj1" fmla="val 55880"/>
              <a:gd name="adj2" fmla="val 108285"/>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grpSp>
        <p:nvGrpSpPr>
          <p:cNvPr id="249859" name="Group 8">
            <a:extLst>
              <a:ext uri="{FF2B5EF4-FFF2-40B4-BE49-F238E27FC236}">
                <a16:creationId xmlns:a16="http://schemas.microsoft.com/office/drawing/2014/main" id="{0110C0C4-6735-C24F-86F5-7502FC06DB6F}"/>
              </a:ext>
            </a:extLst>
          </p:cNvPr>
          <p:cNvGrpSpPr>
            <a:grpSpLocks/>
          </p:cNvGrpSpPr>
          <p:nvPr/>
        </p:nvGrpSpPr>
        <p:grpSpPr bwMode="auto">
          <a:xfrm>
            <a:off x="3064669" y="2085552"/>
            <a:ext cx="3100388" cy="576263"/>
            <a:chOff x="1614" y="1484"/>
            <a:chExt cx="2604" cy="484"/>
          </a:xfrm>
        </p:grpSpPr>
        <p:sp>
          <p:nvSpPr>
            <p:cNvPr id="793609" name="Rectangle 9">
              <a:extLst>
                <a:ext uri="{FF2B5EF4-FFF2-40B4-BE49-F238E27FC236}">
                  <a16:creationId xmlns:a16="http://schemas.microsoft.com/office/drawing/2014/main" id="{9BA854F8-0144-9C4A-A287-7E3BD9889BB8}"/>
                </a:ext>
              </a:extLst>
            </p:cNvPr>
            <p:cNvSpPr>
              <a:spLocks noChangeArrowheads="1"/>
            </p:cNvSpPr>
            <p:nvPr/>
          </p:nvSpPr>
          <p:spPr bwMode="auto">
            <a:xfrm rot="597975">
              <a:off x="2490" y="1517"/>
              <a:ext cx="1179" cy="25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chemeClr val="folHlink"/>
                  </a:solidFill>
                  <a:latin typeface="Times New Roman" charset="0"/>
                  <a:ea typeface="黑体" charset="-122"/>
                </a:rPr>
                <a:t>FIN = 1, seq = u</a:t>
              </a:r>
            </a:p>
          </p:txBody>
        </p:sp>
        <p:sp>
          <p:nvSpPr>
            <p:cNvPr id="793610" name="Line 10">
              <a:extLst>
                <a:ext uri="{FF2B5EF4-FFF2-40B4-BE49-F238E27FC236}">
                  <a16:creationId xmlns:a16="http://schemas.microsoft.com/office/drawing/2014/main" id="{C359316E-B265-754E-8CA2-54BC31D1C827}"/>
                </a:ext>
              </a:extLst>
            </p:cNvPr>
            <p:cNvSpPr>
              <a:spLocks noChangeShapeType="1"/>
            </p:cNvSpPr>
            <p:nvPr/>
          </p:nvSpPr>
          <p:spPr bwMode="auto">
            <a:xfrm>
              <a:off x="1614" y="1484"/>
              <a:ext cx="2604" cy="484"/>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793611" name="Group 11">
            <a:extLst>
              <a:ext uri="{FF2B5EF4-FFF2-40B4-BE49-F238E27FC236}">
                <a16:creationId xmlns:a16="http://schemas.microsoft.com/office/drawing/2014/main" id="{B809E2EA-1081-2948-BC24-B3273DF81B5D}"/>
              </a:ext>
            </a:extLst>
          </p:cNvPr>
          <p:cNvGrpSpPr>
            <a:grpSpLocks/>
          </p:cNvGrpSpPr>
          <p:nvPr/>
        </p:nvGrpSpPr>
        <p:grpSpPr bwMode="auto">
          <a:xfrm>
            <a:off x="3075385" y="2693963"/>
            <a:ext cx="3100388" cy="577453"/>
            <a:chOff x="1623" y="1995"/>
            <a:chExt cx="2604" cy="485"/>
          </a:xfrm>
        </p:grpSpPr>
        <p:sp>
          <p:nvSpPr>
            <p:cNvPr id="793612" name="Rectangle 12">
              <a:extLst>
                <a:ext uri="{FF2B5EF4-FFF2-40B4-BE49-F238E27FC236}">
                  <a16:creationId xmlns:a16="http://schemas.microsoft.com/office/drawing/2014/main" id="{EE022F94-741A-C248-AFE4-0DC33AC67283}"/>
                </a:ext>
              </a:extLst>
            </p:cNvPr>
            <p:cNvSpPr>
              <a:spLocks noChangeArrowheads="1"/>
            </p:cNvSpPr>
            <p:nvPr/>
          </p:nvSpPr>
          <p:spPr bwMode="auto">
            <a:xfrm rot="20990024" flipH="1">
              <a:off x="1932" y="2020"/>
              <a:ext cx="1825"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ACK = 1, seq = v, ack= u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sp>
          <p:nvSpPr>
            <p:cNvPr id="793613" name="Line 13">
              <a:extLst>
                <a:ext uri="{FF2B5EF4-FFF2-40B4-BE49-F238E27FC236}">
                  <a16:creationId xmlns:a16="http://schemas.microsoft.com/office/drawing/2014/main" id="{856EDEE4-BF3E-E54E-8FB5-E981AF22D54A}"/>
                </a:ext>
              </a:extLst>
            </p:cNvPr>
            <p:cNvSpPr>
              <a:spLocks noChangeShapeType="1"/>
            </p:cNvSpPr>
            <p:nvPr/>
          </p:nvSpPr>
          <p:spPr bwMode="auto">
            <a:xfrm flipH="1">
              <a:off x="1623" y="1995"/>
              <a:ext cx="2604" cy="485"/>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sp>
        <p:nvSpPr>
          <p:cNvPr id="793618" name="Rectangle 18">
            <a:extLst>
              <a:ext uri="{FF2B5EF4-FFF2-40B4-BE49-F238E27FC236}">
                <a16:creationId xmlns:a16="http://schemas.microsoft.com/office/drawing/2014/main" id="{84A27E29-3E7E-234C-8ECC-DE0C6F30046F}"/>
              </a:ext>
            </a:extLst>
          </p:cNvPr>
          <p:cNvSpPr>
            <a:spLocks noChangeArrowheads="1"/>
          </p:cNvSpPr>
          <p:nvPr/>
        </p:nvSpPr>
        <p:spPr bwMode="auto">
          <a:xfrm>
            <a:off x="2347913" y="1527150"/>
            <a:ext cx="715566" cy="504825"/>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3620" name="Rectangle 20">
            <a:extLst>
              <a:ext uri="{FF2B5EF4-FFF2-40B4-BE49-F238E27FC236}">
                <a16:creationId xmlns:a16="http://schemas.microsoft.com/office/drawing/2014/main" id="{487AA1BD-1CD6-6848-8946-26B15CECD62A}"/>
              </a:ext>
            </a:extLst>
          </p:cNvPr>
          <p:cNvSpPr>
            <a:spLocks noChangeArrowheads="1"/>
          </p:cNvSpPr>
          <p:nvPr/>
        </p:nvSpPr>
        <p:spPr bwMode="auto">
          <a:xfrm>
            <a:off x="6162676" y="1527150"/>
            <a:ext cx="716756" cy="1109663"/>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grpSp>
        <p:nvGrpSpPr>
          <p:cNvPr id="249863" name="Group 21">
            <a:extLst>
              <a:ext uri="{FF2B5EF4-FFF2-40B4-BE49-F238E27FC236}">
                <a16:creationId xmlns:a16="http://schemas.microsoft.com/office/drawing/2014/main" id="{EBDDC8AC-D232-DB4F-BA55-3C35796A434A}"/>
              </a:ext>
            </a:extLst>
          </p:cNvPr>
          <p:cNvGrpSpPr>
            <a:grpSpLocks/>
          </p:cNvGrpSpPr>
          <p:nvPr/>
        </p:nvGrpSpPr>
        <p:grpSpPr bwMode="auto">
          <a:xfrm>
            <a:off x="2274094" y="1465237"/>
            <a:ext cx="4708922" cy="61913"/>
            <a:chOff x="1020" y="481"/>
            <a:chExt cx="4037" cy="46"/>
          </a:xfrm>
        </p:grpSpPr>
        <p:sp>
          <p:nvSpPr>
            <p:cNvPr id="793622" name="Line 22">
              <a:extLst>
                <a:ext uri="{FF2B5EF4-FFF2-40B4-BE49-F238E27FC236}">
                  <a16:creationId xmlns:a16="http://schemas.microsoft.com/office/drawing/2014/main" id="{23A6EFA9-1940-BE4C-BA0B-D4A1BED3EB1F}"/>
                </a:ext>
              </a:extLst>
            </p:cNvPr>
            <p:cNvSpPr>
              <a:spLocks noChangeShapeType="1"/>
            </p:cNvSpPr>
            <p:nvPr/>
          </p:nvSpPr>
          <p:spPr bwMode="auto">
            <a:xfrm>
              <a:off x="1020" y="527"/>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793623" name="Line 23">
              <a:extLst>
                <a:ext uri="{FF2B5EF4-FFF2-40B4-BE49-F238E27FC236}">
                  <a16:creationId xmlns:a16="http://schemas.microsoft.com/office/drawing/2014/main" id="{4BE61A73-A85A-FB48-A47B-1B4FE407EC9E}"/>
                </a:ext>
              </a:extLst>
            </p:cNvPr>
            <p:cNvSpPr>
              <a:spLocks noChangeShapeType="1"/>
            </p:cNvSpPr>
            <p:nvPr/>
          </p:nvSpPr>
          <p:spPr bwMode="auto">
            <a:xfrm>
              <a:off x="1020" y="481"/>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249864" name="Group 38">
            <a:extLst>
              <a:ext uri="{FF2B5EF4-FFF2-40B4-BE49-F238E27FC236}">
                <a16:creationId xmlns:a16="http://schemas.microsoft.com/office/drawing/2014/main" id="{34001825-77AB-AB49-8005-33126E044250}"/>
              </a:ext>
            </a:extLst>
          </p:cNvPr>
          <p:cNvGrpSpPr>
            <a:grpSpLocks/>
          </p:cNvGrpSpPr>
          <p:nvPr/>
        </p:nvGrpSpPr>
        <p:grpSpPr bwMode="auto">
          <a:xfrm>
            <a:off x="1516856" y="1261641"/>
            <a:ext cx="1052513" cy="812006"/>
            <a:chOff x="314" y="792"/>
            <a:chExt cx="884" cy="682"/>
          </a:xfrm>
        </p:grpSpPr>
        <p:sp>
          <p:nvSpPr>
            <p:cNvPr id="793639" name="Freeform 39">
              <a:extLst>
                <a:ext uri="{FF2B5EF4-FFF2-40B4-BE49-F238E27FC236}">
                  <a16:creationId xmlns:a16="http://schemas.microsoft.com/office/drawing/2014/main" id="{8390EE3D-249C-474C-9550-C6C083EBCB19}"/>
                </a:ext>
              </a:extLst>
            </p:cNvPr>
            <p:cNvSpPr>
              <a:spLocks/>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3640" name="Rectangle 40">
              <a:extLst>
                <a:ext uri="{FF2B5EF4-FFF2-40B4-BE49-F238E27FC236}">
                  <a16:creationId xmlns:a16="http://schemas.microsoft.com/office/drawing/2014/main" id="{E5FBF04A-D06A-2845-89B8-6F697A264904}"/>
                </a:ext>
              </a:extLst>
            </p:cNvPr>
            <p:cNvSpPr>
              <a:spLocks noChangeArrowheads="1"/>
            </p:cNvSpPr>
            <p:nvPr/>
          </p:nvSpPr>
          <p:spPr bwMode="auto">
            <a:xfrm>
              <a:off x="314" y="1227"/>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主动关闭</a:t>
              </a:r>
            </a:p>
          </p:txBody>
        </p:sp>
      </p:grpSp>
      <p:sp>
        <p:nvSpPr>
          <p:cNvPr id="793643" name="Rectangle 43">
            <a:extLst>
              <a:ext uri="{FF2B5EF4-FFF2-40B4-BE49-F238E27FC236}">
                <a16:creationId xmlns:a16="http://schemas.microsoft.com/office/drawing/2014/main" id="{D06F43E5-0054-D74B-B614-D3A1CB2BF016}"/>
              </a:ext>
            </a:extLst>
          </p:cNvPr>
          <p:cNvSpPr>
            <a:spLocks noChangeArrowheads="1"/>
          </p:cNvSpPr>
          <p:nvPr/>
        </p:nvSpPr>
        <p:spPr bwMode="auto">
          <a:xfrm>
            <a:off x="4241007" y="1652165"/>
            <a:ext cx="829555" cy="275076"/>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sp>
        <p:nvSpPr>
          <p:cNvPr id="793645" name="Freeform 45">
            <a:extLst>
              <a:ext uri="{FF2B5EF4-FFF2-40B4-BE49-F238E27FC236}">
                <a16:creationId xmlns:a16="http://schemas.microsoft.com/office/drawing/2014/main" id="{7011726E-40FD-0C45-8006-66E91397C7DB}"/>
              </a:ext>
            </a:extLst>
          </p:cNvPr>
          <p:cNvSpPr>
            <a:spLocks/>
          </p:cNvSpPr>
          <p:nvPr/>
        </p:nvSpPr>
        <p:spPr bwMode="auto">
          <a:xfrm>
            <a:off x="6732985" y="1350937"/>
            <a:ext cx="429815" cy="1341834"/>
          </a:xfrm>
          <a:custGeom>
            <a:avLst/>
            <a:gdLst>
              <a:gd name="T0" fmla="*/ 127070 w 451"/>
              <a:gd name="T1" fmla="*/ 1789112 h 965"/>
              <a:gd name="T2" fmla="*/ 426956 w 451"/>
              <a:gd name="T3" fmla="*/ 1657478 h 965"/>
              <a:gd name="T4" fmla="*/ 541319 w 451"/>
              <a:gd name="T5" fmla="*/ 1312633 h 965"/>
              <a:gd name="T6" fmla="*/ 573087 w 451"/>
              <a:gd name="T7" fmla="*/ 773119 h 965"/>
              <a:gd name="T8" fmla="*/ 541319 w 451"/>
              <a:gd name="T9" fmla="*/ 383778 h 965"/>
              <a:gd name="T10" fmla="*/ 426956 w 451"/>
              <a:gd name="T11" fmla="*/ 133488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3646" name="Rectangle 46">
            <a:extLst>
              <a:ext uri="{FF2B5EF4-FFF2-40B4-BE49-F238E27FC236}">
                <a16:creationId xmlns:a16="http://schemas.microsoft.com/office/drawing/2014/main" id="{EF9B95A0-3A49-B648-8E67-59585ED8ECF5}"/>
              </a:ext>
            </a:extLst>
          </p:cNvPr>
          <p:cNvSpPr>
            <a:spLocks noChangeArrowheads="1"/>
          </p:cNvSpPr>
          <p:nvPr/>
        </p:nvSpPr>
        <p:spPr bwMode="auto">
          <a:xfrm>
            <a:off x="7152085" y="1652165"/>
            <a:ext cx="483306" cy="690575"/>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通知</a:t>
            </a:r>
          </a:p>
          <a:p>
            <a:pPr>
              <a:defRPr/>
            </a:pPr>
            <a:r>
              <a:rPr kumimoji="1" lang="zh-CN" altLang="en-US" sz="1350">
                <a:solidFill>
                  <a:schemeClr val="folHlink"/>
                </a:solidFill>
                <a:latin typeface="Times New Roman" panose="02020603050405020304" pitchFamily="18" charset="0"/>
              </a:rPr>
              <a:t>应用</a:t>
            </a:r>
          </a:p>
          <a:p>
            <a:pPr>
              <a:defRPr/>
            </a:pPr>
            <a:r>
              <a:rPr kumimoji="1" lang="zh-CN" altLang="en-US" sz="1350">
                <a:solidFill>
                  <a:schemeClr val="folHlink"/>
                </a:solidFill>
                <a:latin typeface="Times New Roman" panose="02020603050405020304" pitchFamily="18" charset="0"/>
              </a:rPr>
              <a:t>进程</a:t>
            </a:r>
          </a:p>
        </p:txBody>
      </p:sp>
      <p:sp>
        <p:nvSpPr>
          <p:cNvPr id="793647" name="Rectangle 47">
            <a:extLst>
              <a:ext uri="{FF2B5EF4-FFF2-40B4-BE49-F238E27FC236}">
                <a16:creationId xmlns:a16="http://schemas.microsoft.com/office/drawing/2014/main" id="{83C0558E-4AFE-D549-BC47-C20D80DCD7FB}"/>
              </a:ext>
            </a:extLst>
          </p:cNvPr>
          <p:cNvSpPr>
            <a:spLocks noChangeArrowheads="1"/>
          </p:cNvSpPr>
          <p:nvPr/>
        </p:nvSpPr>
        <p:spPr bwMode="auto">
          <a:xfrm>
            <a:off x="2333625" y="1535484"/>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sp>
        <p:nvSpPr>
          <p:cNvPr id="793648" name="Rectangle 48">
            <a:extLst>
              <a:ext uri="{FF2B5EF4-FFF2-40B4-BE49-F238E27FC236}">
                <a16:creationId xmlns:a16="http://schemas.microsoft.com/office/drawing/2014/main" id="{FB140723-37B2-2E45-9C3B-A186D5320299}"/>
              </a:ext>
            </a:extLst>
          </p:cNvPr>
          <p:cNvSpPr>
            <a:spLocks noChangeArrowheads="1"/>
          </p:cNvSpPr>
          <p:nvPr/>
        </p:nvSpPr>
        <p:spPr bwMode="auto">
          <a:xfrm>
            <a:off x="6148388" y="1862907"/>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pic>
        <p:nvPicPr>
          <p:cNvPr id="793649" name="Picture 49">
            <a:extLst>
              <a:ext uri="{FF2B5EF4-FFF2-40B4-BE49-F238E27FC236}">
                <a16:creationId xmlns:a16="http://schemas.microsoft.com/office/drawing/2014/main" id="{A574482C-63C0-204F-B3FA-FC9155737055}"/>
              </a:ext>
            </a:extLst>
          </p:cNvPr>
          <p:cNvPicPr>
            <a:picLocks noChangeArrowheads="1"/>
          </p:cNvPicPr>
          <p:nvPr/>
        </p:nvPicPr>
        <p:blipFill>
          <a:blip r:embed="rId2"/>
          <a:srcRect/>
          <a:stretch>
            <a:fillRect/>
          </a:stretch>
        </p:blipFill>
        <p:spPr bwMode="auto">
          <a:xfrm>
            <a:off x="2516982" y="1046138"/>
            <a:ext cx="378619" cy="372665"/>
          </a:xfrm>
          <a:prstGeom prst="rect">
            <a:avLst/>
          </a:prstGeom>
          <a:noFill/>
          <a:ln>
            <a:noFill/>
          </a:ln>
          <a:effectLst/>
        </p:spPr>
      </p:pic>
      <p:pic>
        <p:nvPicPr>
          <p:cNvPr id="793650" name="Picture 50">
            <a:extLst>
              <a:ext uri="{FF2B5EF4-FFF2-40B4-BE49-F238E27FC236}">
                <a16:creationId xmlns:a16="http://schemas.microsoft.com/office/drawing/2014/main" id="{E9F5C95B-B3F1-914C-91C9-F6B217ACAE84}"/>
              </a:ext>
            </a:extLst>
          </p:cNvPr>
          <p:cNvPicPr>
            <a:picLocks noChangeArrowheads="1"/>
          </p:cNvPicPr>
          <p:nvPr/>
        </p:nvPicPr>
        <p:blipFill>
          <a:blip r:embed="rId2"/>
          <a:srcRect/>
          <a:stretch>
            <a:fillRect/>
          </a:stretch>
        </p:blipFill>
        <p:spPr bwMode="auto">
          <a:xfrm>
            <a:off x="6331744" y="1046138"/>
            <a:ext cx="378619" cy="372665"/>
          </a:xfrm>
          <a:prstGeom prst="rect">
            <a:avLst/>
          </a:prstGeom>
          <a:noFill/>
          <a:ln>
            <a:noFill/>
          </a:ln>
          <a:effectLst/>
        </p:spPr>
      </p:pic>
      <p:sp>
        <p:nvSpPr>
          <p:cNvPr id="793651" name="Rectangle 51">
            <a:extLst>
              <a:ext uri="{FF2B5EF4-FFF2-40B4-BE49-F238E27FC236}">
                <a16:creationId xmlns:a16="http://schemas.microsoft.com/office/drawing/2014/main" id="{4A822463-0FEF-2F42-A86C-34B336408D46}"/>
              </a:ext>
            </a:extLst>
          </p:cNvPr>
          <p:cNvSpPr>
            <a:spLocks noChangeArrowheads="1"/>
          </p:cNvSpPr>
          <p:nvPr/>
        </p:nvSpPr>
        <p:spPr bwMode="auto">
          <a:xfrm>
            <a:off x="2809875" y="1022325"/>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793652" name="Rectangle 52">
            <a:extLst>
              <a:ext uri="{FF2B5EF4-FFF2-40B4-BE49-F238E27FC236}">
                <a16:creationId xmlns:a16="http://schemas.microsoft.com/office/drawing/2014/main" id="{922818E6-1C8E-D848-AD8B-B2A064178C41}"/>
              </a:ext>
            </a:extLst>
          </p:cNvPr>
          <p:cNvSpPr>
            <a:spLocks noChangeArrowheads="1"/>
          </p:cNvSpPr>
          <p:nvPr/>
        </p:nvSpPr>
        <p:spPr bwMode="auto">
          <a:xfrm>
            <a:off x="6185297" y="1022325"/>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793653" name="Rectangle 53">
            <a:extLst>
              <a:ext uri="{FF2B5EF4-FFF2-40B4-BE49-F238E27FC236}">
                <a16:creationId xmlns:a16="http://schemas.microsoft.com/office/drawing/2014/main" id="{90367F93-6BDA-5548-835B-0B0970A41EB6}"/>
              </a:ext>
            </a:extLst>
          </p:cNvPr>
          <p:cNvSpPr>
            <a:spLocks noChangeArrowheads="1"/>
          </p:cNvSpPr>
          <p:nvPr/>
        </p:nvSpPr>
        <p:spPr bwMode="auto">
          <a:xfrm>
            <a:off x="2135631" y="969660"/>
            <a:ext cx="48330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dirty="0">
                <a:solidFill>
                  <a:schemeClr val="folHlink"/>
                </a:solidFill>
                <a:latin typeface="Times New Roman" panose="02020603050405020304" pitchFamily="18" charset="0"/>
              </a:rPr>
              <a:t>客户</a:t>
            </a:r>
          </a:p>
        </p:txBody>
      </p:sp>
      <p:sp>
        <p:nvSpPr>
          <p:cNvPr id="793654" name="Rectangle 54">
            <a:extLst>
              <a:ext uri="{FF2B5EF4-FFF2-40B4-BE49-F238E27FC236}">
                <a16:creationId xmlns:a16="http://schemas.microsoft.com/office/drawing/2014/main" id="{5372EB02-7FB2-F34E-8882-4825B66ED124}"/>
              </a:ext>
            </a:extLst>
          </p:cNvPr>
          <p:cNvSpPr>
            <a:spLocks noChangeArrowheads="1"/>
          </p:cNvSpPr>
          <p:nvPr/>
        </p:nvSpPr>
        <p:spPr bwMode="auto">
          <a:xfrm>
            <a:off x="5652692" y="1038962"/>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dirty="0">
                <a:solidFill>
                  <a:schemeClr val="folHlink"/>
                </a:solidFill>
                <a:latin typeface="Times New Roman" panose="02020603050405020304" pitchFamily="18" charset="0"/>
              </a:rPr>
              <a:t>服务器</a:t>
            </a:r>
          </a:p>
        </p:txBody>
      </p:sp>
      <p:sp>
        <p:nvSpPr>
          <p:cNvPr id="793658" name="Text Box 58">
            <a:extLst>
              <a:ext uri="{FF2B5EF4-FFF2-40B4-BE49-F238E27FC236}">
                <a16:creationId xmlns:a16="http://schemas.microsoft.com/office/drawing/2014/main" id="{7CE27EC8-E90B-8A46-8BFE-D9ADD7E9557F}"/>
              </a:ext>
            </a:extLst>
          </p:cNvPr>
          <p:cNvSpPr txBox="1">
            <a:spLocks noChangeArrowheads="1"/>
          </p:cNvSpPr>
          <p:nvPr/>
        </p:nvSpPr>
        <p:spPr bwMode="auto">
          <a:xfrm>
            <a:off x="214753" y="3665754"/>
            <a:ext cx="8714494" cy="1384995"/>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buFontTx/>
              <a:buChar char="•"/>
              <a:defRPr/>
            </a:pPr>
            <a:r>
              <a:rPr lang="en-US" altLang="zh-CN" sz="2100" dirty="0">
                <a:solidFill>
                  <a:schemeClr val="folHlink"/>
                </a:solidFill>
                <a:latin typeface="Arial" panose="020B0604020202020204" pitchFamily="34" charset="0"/>
              </a:rPr>
              <a:t>  B </a:t>
            </a:r>
            <a:r>
              <a:rPr lang="zh-CN" altLang="en-US" sz="2100" dirty="0">
                <a:solidFill>
                  <a:schemeClr val="folHlink"/>
                </a:solidFill>
                <a:latin typeface="Arial" panose="020B0604020202020204" pitchFamily="34" charset="0"/>
              </a:rPr>
              <a:t>发出确认，确认号 </a:t>
            </a:r>
            <a:r>
              <a:rPr lang="en-US" altLang="zh-CN" sz="2100" dirty="0">
                <a:solidFill>
                  <a:schemeClr val="folHlink"/>
                </a:solidFill>
                <a:latin typeface="Arial" panose="020B0604020202020204" pitchFamily="34" charset="0"/>
              </a:rPr>
              <a:t>ack = u </a:t>
            </a:r>
            <a:r>
              <a:rPr lang="en-US" altLang="zh-CN" sz="2100" dirty="0">
                <a:solidFill>
                  <a:schemeClr val="folHlink"/>
                </a:solidFill>
                <a:latin typeface="Arial" panose="020B0604020202020204" pitchFamily="34" charset="0"/>
                <a:sym typeface="Symbol" pitchFamily="2" charset="2"/>
              </a:rPr>
              <a:t></a:t>
            </a:r>
            <a:r>
              <a:rPr lang="en-US" altLang="zh-CN" sz="2100" dirty="0">
                <a:solidFill>
                  <a:schemeClr val="folHlink"/>
                </a:solidFill>
                <a:latin typeface="Arial" panose="020B0604020202020204" pitchFamily="34" charset="0"/>
              </a:rPr>
              <a:t> 1</a:t>
            </a:r>
            <a:r>
              <a:rPr lang="zh-CN" altLang="en-US" sz="2100" dirty="0">
                <a:solidFill>
                  <a:schemeClr val="folHlink"/>
                </a:solidFill>
                <a:latin typeface="Arial" panose="020B0604020202020204" pitchFamily="34" charset="0"/>
              </a:rPr>
              <a:t>，而这个报文段自己的序号 </a:t>
            </a:r>
            <a:r>
              <a:rPr lang="en-US" altLang="zh-CN" sz="2100" dirty="0">
                <a:solidFill>
                  <a:schemeClr val="folHlink"/>
                </a:solidFill>
                <a:latin typeface="Arial" panose="020B0604020202020204" pitchFamily="34" charset="0"/>
              </a:rPr>
              <a:t>seq = v</a:t>
            </a:r>
            <a:r>
              <a:rPr lang="zh-CN" altLang="en-US" sz="2100" dirty="0">
                <a:solidFill>
                  <a:schemeClr val="folHlink"/>
                </a:solidFill>
                <a:latin typeface="Arial" panose="020B0604020202020204" pitchFamily="34" charset="0"/>
              </a:rPr>
              <a:t>。</a:t>
            </a:r>
          </a:p>
          <a:p>
            <a:pPr eaLnBrk="1" hangingPunct="1">
              <a:buFontTx/>
              <a:buChar char="•"/>
              <a:defRPr/>
            </a:pPr>
            <a:r>
              <a:rPr lang="zh-CN" altLang="en-US" sz="2100" dirty="0">
                <a:solidFill>
                  <a:schemeClr val="folHlink"/>
                </a:solidFill>
                <a:latin typeface="Arial" panose="020B0604020202020204" pitchFamily="34" charset="0"/>
              </a:rPr>
              <a:t>  </a:t>
            </a:r>
            <a:r>
              <a:rPr lang="en-US" altLang="zh-CN" sz="2100" dirty="0">
                <a:solidFill>
                  <a:schemeClr val="folHlink"/>
                </a:solidFill>
                <a:latin typeface="Arial" panose="020B0604020202020204" pitchFamily="34" charset="0"/>
              </a:rPr>
              <a:t>TCP </a:t>
            </a:r>
            <a:r>
              <a:rPr lang="zh-CN" altLang="en-US" sz="2100" dirty="0">
                <a:solidFill>
                  <a:schemeClr val="folHlink"/>
                </a:solidFill>
                <a:latin typeface="Arial" panose="020B0604020202020204" pitchFamily="34" charset="0"/>
              </a:rPr>
              <a:t>服务器进程通知高层应用进程。</a:t>
            </a:r>
          </a:p>
          <a:p>
            <a:pPr marL="231775" indent="-219075" eaLnBrk="1" hangingPunct="1">
              <a:buFont typeface="Arial" panose="020B0604020202020204" pitchFamily="34" charset="0"/>
              <a:buChar char="•"/>
              <a:defRPr/>
            </a:pPr>
            <a:r>
              <a:rPr lang="zh-CN" altLang="en-US" sz="2100" dirty="0">
                <a:solidFill>
                  <a:schemeClr val="folHlink"/>
                </a:solidFill>
                <a:latin typeface="Arial" panose="020B0604020202020204" pitchFamily="34" charset="0"/>
              </a:rPr>
              <a:t>从 </a:t>
            </a:r>
            <a:r>
              <a:rPr lang="en-US" altLang="zh-CN" sz="2100" dirty="0">
                <a:solidFill>
                  <a:schemeClr val="folHlink"/>
                </a:solidFill>
                <a:latin typeface="Arial" panose="020B0604020202020204" pitchFamily="34" charset="0"/>
              </a:rPr>
              <a:t>A </a:t>
            </a:r>
            <a:r>
              <a:rPr lang="zh-CN" altLang="en-US" sz="2100" dirty="0">
                <a:solidFill>
                  <a:schemeClr val="folHlink"/>
                </a:solidFill>
                <a:latin typeface="Arial" panose="020B0604020202020204" pitchFamily="34" charset="0"/>
              </a:rPr>
              <a:t>到 </a:t>
            </a:r>
            <a:r>
              <a:rPr lang="en-US" altLang="zh-CN" sz="2100" dirty="0">
                <a:solidFill>
                  <a:schemeClr val="folHlink"/>
                </a:solidFill>
                <a:latin typeface="Arial" panose="020B0604020202020204" pitchFamily="34" charset="0"/>
              </a:rPr>
              <a:t>B </a:t>
            </a:r>
            <a:r>
              <a:rPr lang="zh-CN" altLang="en-US" sz="2100" dirty="0">
                <a:solidFill>
                  <a:schemeClr val="folHlink"/>
                </a:solidFill>
                <a:latin typeface="Arial" panose="020B0604020202020204" pitchFamily="34" charset="0"/>
              </a:rPr>
              <a:t>这个方向的连接就释放了，</a:t>
            </a:r>
            <a:r>
              <a:rPr lang="en-US" altLang="zh-CN" sz="2100" dirty="0">
                <a:solidFill>
                  <a:schemeClr val="folHlink"/>
                </a:solidFill>
                <a:latin typeface="Arial" panose="020B0604020202020204" pitchFamily="34" charset="0"/>
              </a:rPr>
              <a:t>TCP </a:t>
            </a:r>
            <a:r>
              <a:rPr lang="zh-CN" altLang="en-US" sz="2100" dirty="0">
                <a:solidFill>
                  <a:schemeClr val="folHlink"/>
                </a:solidFill>
                <a:latin typeface="Arial" panose="020B0604020202020204" pitchFamily="34" charset="0"/>
              </a:rPr>
              <a:t>连接处于</a:t>
            </a:r>
            <a:r>
              <a:rPr lang="zh-CN" altLang="en-US" sz="2100" dirty="0">
                <a:solidFill>
                  <a:schemeClr val="hlink"/>
                </a:solidFill>
                <a:latin typeface="Arial" panose="020B0604020202020204" pitchFamily="34" charset="0"/>
              </a:rPr>
              <a:t>半关闭</a:t>
            </a:r>
            <a:r>
              <a:rPr lang="zh-CN" altLang="en-US" sz="2100" dirty="0">
                <a:solidFill>
                  <a:schemeClr val="folHlink"/>
                </a:solidFill>
                <a:latin typeface="Arial" panose="020B0604020202020204" pitchFamily="34" charset="0"/>
              </a:rPr>
              <a:t>状态。</a:t>
            </a:r>
            <a:r>
              <a:rPr lang="en-US" altLang="zh-CN" sz="2100" dirty="0">
                <a:solidFill>
                  <a:schemeClr val="folHlink"/>
                </a:solidFill>
                <a:latin typeface="Arial" panose="020B0604020202020204" pitchFamily="34" charset="0"/>
              </a:rPr>
              <a:t>B </a:t>
            </a:r>
            <a:r>
              <a:rPr lang="zh-CN" altLang="en-US" sz="2100" dirty="0">
                <a:solidFill>
                  <a:schemeClr val="folHlink"/>
                </a:solidFill>
                <a:latin typeface="Arial" panose="020B0604020202020204" pitchFamily="34" charset="0"/>
              </a:rPr>
              <a:t>若发送数据，</a:t>
            </a:r>
            <a:r>
              <a:rPr lang="en-US" altLang="zh-CN" sz="2100" dirty="0">
                <a:solidFill>
                  <a:schemeClr val="folHlink"/>
                </a:solidFill>
                <a:latin typeface="Arial" panose="020B0604020202020204" pitchFamily="34" charset="0"/>
              </a:rPr>
              <a:t>A </a:t>
            </a:r>
            <a:r>
              <a:rPr lang="zh-CN" altLang="en-US" sz="2100" dirty="0">
                <a:solidFill>
                  <a:schemeClr val="folHlink"/>
                </a:solidFill>
                <a:latin typeface="Arial" panose="020B0604020202020204" pitchFamily="34" charset="0"/>
              </a:rPr>
              <a:t>仍要接收。</a:t>
            </a:r>
          </a:p>
        </p:txBody>
      </p:sp>
      <p:sp>
        <p:nvSpPr>
          <p:cNvPr id="2" name="幻灯片编号占位符 1">
            <a:extLst>
              <a:ext uri="{FF2B5EF4-FFF2-40B4-BE49-F238E27FC236}">
                <a16:creationId xmlns:a16="http://schemas.microsoft.com/office/drawing/2014/main" id="{339651A3-E39C-1B4B-9FEF-90CE29279560}"/>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F07A1651-773C-534B-A06F-1EA3A5A6DDAA}" type="slidenum">
              <a:rPr lang="en-US" altLang="zh-CN" sz="1050"/>
              <a:pPr>
                <a:defRPr/>
              </a:pPr>
              <a:t>119</a:t>
            </a:fld>
            <a:endParaRPr lang="en-US" altLang="zh-CN" sz="1050"/>
          </a:p>
        </p:txBody>
      </p:sp>
      <p:sp>
        <p:nvSpPr>
          <p:cNvPr id="3" name="标题 2">
            <a:extLst>
              <a:ext uri="{FF2B5EF4-FFF2-40B4-BE49-F238E27FC236}">
                <a16:creationId xmlns:a16="http://schemas.microsoft.com/office/drawing/2014/main" id="{27DA0BD8-D484-FF49-8917-8A249A0405E0}"/>
              </a:ext>
            </a:extLst>
          </p:cNvPr>
          <p:cNvSpPr>
            <a:spLocks noGrp="1"/>
          </p:cNvSpPr>
          <p:nvPr>
            <p:ph type="title"/>
          </p:nvPr>
        </p:nvSpPr>
        <p:spPr/>
        <p:txBody>
          <a:bodyPr/>
          <a:lstStyle/>
          <a:p>
            <a:r>
              <a:rPr lang="en-US" altLang="zh-CN" dirty="0">
                <a:latin typeface="Arial" panose="020B0604020202020204" pitchFamily="34" charset="0"/>
              </a:rPr>
              <a:t>5.9.2   TCP</a:t>
            </a:r>
            <a:r>
              <a:rPr lang="en-US" altLang="zh-CN" b="1" dirty="0">
                <a:latin typeface="Arial" panose="020B0604020202020204" pitchFamily="34" charset="0"/>
              </a:rPr>
              <a:t> </a:t>
            </a:r>
            <a:r>
              <a:rPr lang="zh-CN" altLang="en-US" dirty="0">
                <a:latin typeface="Arial" panose="020B0604020202020204" pitchFamily="34" charset="0"/>
              </a:rPr>
              <a:t>的连接释放 </a:t>
            </a:r>
            <a:endParaRPr kumimoji="1" lang="zh-CN" altLang="en-US" dirty="0"/>
          </a:p>
        </p:txBody>
      </p:sp>
    </p:spTree>
    <p:extLst>
      <p:ext uri="{BB962C8B-B14F-4D97-AF65-F5344CB8AC3E}">
        <p14:creationId xmlns:p14="http://schemas.microsoft.com/office/powerpoint/2010/main" val="4488029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793611"/>
                                        </p:tgtEl>
                                        <p:attrNameLst>
                                          <p:attrName>style.visibility</p:attrName>
                                        </p:attrNameLst>
                                      </p:cBhvr>
                                      <p:to>
                                        <p:strVal val="visible"/>
                                      </p:to>
                                    </p:set>
                                    <p:animEffect transition="in" filter="wipe(right)">
                                      <p:cBhvr>
                                        <p:cTn id="7" dur="1000"/>
                                        <p:tgtEl>
                                          <p:spTgt spid="793611"/>
                                        </p:tgtEl>
                                      </p:cBhvr>
                                    </p:animEffect>
                                  </p:childTnLst>
                                </p:cTn>
                              </p:par>
                            </p:childTnLst>
                          </p:cTn>
                        </p:par>
                        <p:par>
                          <p:cTn id="8" fill="hold" nodeType="afterGroup">
                            <p:stCondLst>
                              <p:cond delay="1000"/>
                            </p:stCondLst>
                            <p:childTnLst>
                              <p:par>
                                <p:cTn id="9" presetID="22" presetClass="entr" presetSubtype="4" fill="hold" nodeType="afterEffect">
                                  <p:stCondLst>
                                    <p:cond delay="0"/>
                                  </p:stCondLst>
                                  <p:childTnLst>
                                    <p:set>
                                      <p:cBhvr>
                                        <p:cTn id="10" dur="1" fill="hold">
                                          <p:stCondLst>
                                            <p:cond delay="0"/>
                                          </p:stCondLst>
                                        </p:cTn>
                                        <p:tgtEl>
                                          <p:spTgt spid="793645"/>
                                        </p:tgtEl>
                                        <p:attrNameLst>
                                          <p:attrName>style.visibility</p:attrName>
                                        </p:attrNameLst>
                                      </p:cBhvr>
                                      <p:to>
                                        <p:strVal val="visible"/>
                                      </p:to>
                                    </p:set>
                                    <p:animEffect transition="in" filter="wipe(down)">
                                      <p:cBhvr>
                                        <p:cTn id="11" dur="1000"/>
                                        <p:tgtEl>
                                          <p:spTgt spid="793645"/>
                                        </p:tgtEl>
                                      </p:cBhvr>
                                    </p:animEffect>
                                  </p:childTnLst>
                                </p:cTn>
                              </p:par>
                            </p:childTnLst>
                          </p:cTn>
                        </p:par>
                        <p:par>
                          <p:cTn id="12" fill="hold" nodeType="afterGroup">
                            <p:stCondLst>
                              <p:cond delay="2000"/>
                            </p:stCondLst>
                            <p:childTnLst>
                              <p:par>
                                <p:cTn id="13" presetID="1" presetClass="entr" presetSubtype="0" fill="hold" grpId="0" nodeType="afterEffect">
                                  <p:stCondLst>
                                    <p:cond delay="0"/>
                                  </p:stCondLst>
                                  <p:childTnLst>
                                    <p:set>
                                      <p:cBhvr>
                                        <p:cTn id="14" dur="1" fill="hold">
                                          <p:stCondLst>
                                            <p:cond delay="0"/>
                                          </p:stCondLst>
                                        </p:cTn>
                                        <p:tgtEl>
                                          <p:spTgt spid="7936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3646"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0881" name="Group 2">
            <a:extLst>
              <a:ext uri="{FF2B5EF4-FFF2-40B4-BE49-F238E27FC236}">
                <a16:creationId xmlns:a16="http://schemas.microsoft.com/office/drawing/2014/main" id="{F1498B0D-3344-654C-A473-98E7C54E28E7}"/>
              </a:ext>
            </a:extLst>
          </p:cNvPr>
          <p:cNvGrpSpPr>
            <a:grpSpLocks/>
          </p:cNvGrpSpPr>
          <p:nvPr/>
        </p:nvGrpSpPr>
        <p:grpSpPr bwMode="auto">
          <a:xfrm>
            <a:off x="3025378" y="2108500"/>
            <a:ext cx="3186113" cy="3046810"/>
            <a:chOff x="1474" y="1888"/>
            <a:chExt cx="2676" cy="2432"/>
          </a:xfrm>
        </p:grpSpPr>
        <p:sp>
          <p:nvSpPr>
            <p:cNvPr id="794627" name="Line 3">
              <a:extLst>
                <a:ext uri="{FF2B5EF4-FFF2-40B4-BE49-F238E27FC236}">
                  <a16:creationId xmlns:a16="http://schemas.microsoft.com/office/drawing/2014/main" id="{EC33F597-06A5-E241-92BD-06A68471CE23}"/>
                </a:ext>
              </a:extLst>
            </p:cNvPr>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94628" name="Line 4">
              <a:extLst>
                <a:ext uri="{FF2B5EF4-FFF2-40B4-BE49-F238E27FC236}">
                  <a16:creationId xmlns:a16="http://schemas.microsoft.com/office/drawing/2014/main" id="{D981C10D-BC52-DA45-B439-8D954B0F91B9}"/>
                </a:ext>
              </a:extLst>
            </p:cNvPr>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sp>
        <p:nvSpPr>
          <p:cNvPr id="794629" name="AutoShape 5">
            <a:extLst>
              <a:ext uri="{FF2B5EF4-FFF2-40B4-BE49-F238E27FC236}">
                <a16:creationId xmlns:a16="http://schemas.microsoft.com/office/drawing/2014/main" id="{0AB0D77D-D8FB-B044-9C25-EB951BF1DA7F}"/>
              </a:ext>
            </a:extLst>
          </p:cNvPr>
          <p:cNvSpPr>
            <a:spLocks noChangeArrowheads="1"/>
          </p:cNvSpPr>
          <p:nvPr/>
        </p:nvSpPr>
        <p:spPr bwMode="auto">
          <a:xfrm rot="20948448">
            <a:off x="3982642" y="3268169"/>
            <a:ext cx="507206" cy="177404"/>
          </a:xfrm>
          <a:prstGeom prst="leftArrow">
            <a:avLst>
              <a:gd name="adj1" fmla="val 53620"/>
              <a:gd name="adj2" fmla="val 119816"/>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94630" name="AutoShape 6">
            <a:extLst>
              <a:ext uri="{FF2B5EF4-FFF2-40B4-BE49-F238E27FC236}">
                <a16:creationId xmlns:a16="http://schemas.microsoft.com/office/drawing/2014/main" id="{1FB3C79A-F466-E047-825C-268A3EEB5C76}"/>
              </a:ext>
            </a:extLst>
          </p:cNvPr>
          <p:cNvSpPr>
            <a:spLocks noChangeArrowheads="1"/>
          </p:cNvSpPr>
          <p:nvPr/>
        </p:nvSpPr>
        <p:spPr bwMode="auto">
          <a:xfrm>
            <a:off x="3764757" y="1744169"/>
            <a:ext cx="1788319" cy="189310"/>
          </a:xfrm>
          <a:prstGeom prst="leftRightArrow">
            <a:avLst>
              <a:gd name="adj1" fmla="val 55880"/>
              <a:gd name="adj2" fmla="val 108285"/>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grpSp>
        <p:nvGrpSpPr>
          <p:cNvPr id="250884" name="Group 8">
            <a:extLst>
              <a:ext uri="{FF2B5EF4-FFF2-40B4-BE49-F238E27FC236}">
                <a16:creationId xmlns:a16="http://schemas.microsoft.com/office/drawing/2014/main" id="{42FEADC5-5610-5D43-84F4-20D49F29338D}"/>
              </a:ext>
            </a:extLst>
          </p:cNvPr>
          <p:cNvGrpSpPr>
            <a:grpSpLocks/>
          </p:cNvGrpSpPr>
          <p:nvPr/>
        </p:nvGrpSpPr>
        <p:grpSpPr bwMode="auto">
          <a:xfrm>
            <a:off x="3064669" y="2113262"/>
            <a:ext cx="3100388" cy="576263"/>
            <a:chOff x="1614" y="1484"/>
            <a:chExt cx="2604" cy="484"/>
          </a:xfrm>
        </p:grpSpPr>
        <p:sp>
          <p:nvSpPr>
            <p:cNvPr id="794633" name="Rectangle 9">
              <a:extLst>
                <a:ext uri="{FF2B5EF4-FFF2-40B4-BE49-F238E27FC236}">
                  <a16:creationId xmlns:a16="http://schemas.microsoft.com/office/drawing/2014/main" id="{48C26A04-2831-744F-860A-FCC934C7828F}"/>
                </a:ext>
              </a:extLst>
            </p:cNvPr>
            <p:cNvSpPr>
              <a:spLocks noChangeArrowheads="1"/>
            </p:cNvSpPr>
            <p:nvPr/>
          </p:nvSpPr>
          <p:spPr bwMode="auto">
            <a:xfrm rot="597975">
              <a:off x="2490" y="1517"/>
              <a:ext cx="1179" cy="25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chemeClr val="folHlink"/>
                  </a:solidFill>
                  <a:latin typeface="Times New Roman" charset="0"/>
                  <a:ea typeface="黑体" charset="-122"/>
                </a:rPr>
                <a:t>FIN = 1, seq = u</a:t>
              </a:r>
            </a:p>
          </p:txBody>
        </p:sp>
        <p:sp>
          <p:nvSpPr>
            <p:cNvPr id="794634" name="Line 10">
              <a:extLst>
                <a:ext uri="{FF2B5EF4-FFF2-40B4-BE49-F238E27FC236}">
                  <a16:creationId xmlns:a16="http://schemas.microsoft.com/office/drawing/2014/main" id="{F8C6FC67-C716-6246-AAF5-76FC1DED17CE}"/>
                </a:ext>
              </a:extLst>
            </p:cNvPr>
            <p:cNvSpPr>
              <a:spLocks noChangeShapeType="1"/>
            </p:cNvSpPr>
            <p:nvPr/>
          </p:nvSpPr>
          <p:spPr bwMode="auto">
            <a:xfrm>
              <a:off x="1614" y="1484"/>
              <a:ext cx="2604" cy="484"/>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50885" name="Group 11">
            <a:extLst>
              <a:ext uri="{FF2B5EF4-FFF2-40B4-BE49-F238E27FC236}">
                <a16:creationId xmlns:a16="http://schemas.microsoft.com/office/drawing/2014/main" id="{ABAEE733-827F-284D-A14E-C08A3E06674B}"/>
              </a:ext>
            </a:extLst>
          </p:cNvPr>
          <p:cNvGrpSpPr>
            <a:grpSpLocks/>
          </p:cNvGrpSpPr>
          <p:nvPr/>
        </p:nvGrpSpPr>
        <p:grpSpPr bwMode="auto">
          <a:xfrm>
            <a:off x="3075385" y="2721673"/>
            <a:ext cx="3100388" cy="577453"/>
            <a:chOff x="1623" y="1995"/>
            <a:chExt cx="2604" cy="485"/>
          </a:xfrm>
        </p:grpSpPr>
        <p:sp>
          <p:nvSpPr>
            <p:cNvPr id="794636" name="Rectangle 12">
              <a:extLst>
                <a:ext uri="{FF2B5EF4-FFF2-40B4-BE49-F238E27FC236}">
                  <a16:creationId xmlns:a16="http://schemas.microsoft.com/office/drawing/2014/main" id="{52692843-AAEC-324C-B963-1DEE941DB3BE}"/>
                </a:ext>
              </a:extLst>
            </p:cNvPr>
            <p:cNvSpPr>
              <a:spLocks noChangeArrowheads="1"/>
            </p:cNvSpPr>
            <p:nvPr/>
          </p:nvSpPr>
          <p:spPr bwMode="auto">
            <a:xfrm rot="20990024" flipH="1">
              <a:off x="1932" y="2020"/>
              <a:ext cx="1825"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ACK = 1, seq = v, ack= u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sp>
          <p:nvSpPr>
            <p:cNvPr id="794637" name="Line 13">
              <a:extLst>
                <a:ext uri="{FF2B5EF4-FFF2-40B4-BE49-F238E27FC236}">
                  <a16:creationId xmlns:a16="http://schemas.microsoft.com/office/drawing/2014/main" id="{DDFB4743-F174-E145-BB49-04A75ED1020F}"/>
                </a:ext>
              </a:extLst>
            </p:cNvPr>
            <p:cNvSpPr>
              <a:spLocks noChangeShapeType="1"/>
            </p:cNvSpPr>
            <p:nvPr/>
          </p:nvSpPr>
          <p:spPr bwMode="auto">
            <a:xfrm flipH="1">
              <a:off x="1623" y="1995"/>
              <a:ext cx="2604" cy="485"/>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794683" name="Group 59">
            <a:extLst>
              <a:ext uri="{FF2B5EF4-FFF2-40B4-BE49-F238E27FC236}">
                <a16:creationId xmlns:a16="http://schemas.microsoft.com/office/drawing/2014/main" id="{713BCCCC-EB6C-ED48-A64F-D3627FA46A0A}"/>
              </a:ext>
            </a:extLst>
          </p:cNvPr>
          <p:cNvGrpSpPr>
            <a:grpSpLocks/>
          </p:cNvGrpSpPr>
          <p:nvPr/>
        </p:nvGrpSpPr>
        <p:grpSpPr bwMode="auto">
          <a:xfrm>
            <a:off x="3049191" y="3412234"/>
            <a:ext cx="3100388" cy="589360"/>
            <a:chOff x="1601" y="2575"/>
            <a:chExt cx="2604" cy="495"/>
          </a:xfrm>
        </p:grpSpPr>
        <p:sp>
          <p:nvSpPr>
            <p:cNvPr id="794639" name="Line 15">
              <a:extLst>
                <a:ext uri="{FF2B5EF4-FFF2-40B4-BE49-F238E27FC236}">
                  <a16:creationId xmlns:a16="http://schemas.microsoft.com/office/drawing/2014/main" id="{B5E1548F-D485-0946-BF7C-EF8448BD59CB}"/>
                </a:ext>
              </a:extLst>
            </p:cNvPr>
            <p:cNvSpPr>
              <a:spLocks noChangeShapeType="1"/>
            </p:cNvSpPr>
            <p:nvPr/>
          </p:nvSpPr>
          <p:spPr bwMode="auto">
            <a:xfrm flipH="1">
              <a:off x="1601" y="2585"/>
              <a:ext cx="2604" cy="485"/>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94640" name="Rectangle 16">
              <a:extLst>
                <a:ext uri="{FF2B5EF4-FFF2-40B4-BE49-F238E27FC236}">
                  <a16:creationId xmlns:a16="http://schemas.microsoft.com/office/drawing/2014/main" id="{F88632E7-19F1-184B-A352-CEAE9B15AE7A}"/>
                </a:ext>
              </a:extLst>
            </p:cNvPr>
            <p:cNvSpPr>
              <a:spLocks noChangeArrowheads="1"/>
            </p:cNvSpPr>
            <p:nvPr/>
          </p:nvSpPr>
          <p:spPr bwMode="auto">
            <a:xfrm rot="20943314" flipH="1">
              <a:off x="1805" y="2575"/>
              <a:ext cx="2384"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FIN = 1, ACK = 1, seq = w, ack= u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grpSp>
      <p:sp>
        <p:nvSpPr>
          <p:cNvPr id="794642" name="Rectangle 18">
            <a:extLst>
              <a:ext uri="{FF2B5EF4-FFF2-40B4-BE49-F238E27FC236}">
                <a16:creationId xmlns:a16="http://schemas.microsoft.com/office/drawing/2014/main" id="{425A307E-CD35-B446-97CF-6756AA5B4832}"/>
              </a:ext>
            </a:extLst>
          </p:cNvPr>
          <p:cNvSpPr>
            <a:spLocks noChangeArrowheads="1"/>
          </p:cNvSpPr>
          <p:nvPr/>
        </p:nvSpPr>
        <p:spPr bwMode="auto">
          <a:xfrm>
            <a:off x="2347913" y="1554860"/>
            <a:ext cx="715566" cy="504825"/>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4644" name="Rectangle 20">
            <a:extLst>
              <a:ext uri="{FF2B5EF4-FFF2-40B4-BE49-F238E27FC236}">
                <a16:creationId xmlns:a16="http://schemas.microsoft.com/office/drawing/2014/main" id="{BF25606A-F566-FC47-AA80-844178E8A5FE}"/>
              </a:ext>
            </a:extLst>
          </p:cNvPr>
          <p:cNvSpPr>
            <a:spLocks noChangeArrowheads="1"/>
          </p:cNvSpPr>
          <p:nvPr/>
        </p:nvSpPr>
        <p:spPr bwMode="auto">
          <a:xfrm>
            <a:off x="6162676" y="1554860"/>
            <a:ext cx="716756" cy="1109663"/>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grpSp>
        <p:nvGrpSpPr>
          <p:cNvPr id="250889" name="Group 21">
            <a:extLst>
              <a:ext uri="{FF2B5EF4-FFF2-40B4-BE49-F238E27FC236}">
                <a16:creationId xmlns:a16="http://schemas.microsoft.com/office/drawing/2014/main" id="{94882463-DA2D-A546-A5BE-C5875E715A38}"/>
              </a:ext>
            </a:extLst>
          </p:cNvPr>
          <p:cNvGrpSpPr>
            <a:grpSpLocks/>
          </p:cNvGrpSpPr>
          <p:nvPr/>
        </p:nvGrpSpPr>
        <p:grpSpPr bwMode="auto">
          <a:xfrm>
            <a:off x="2274094" y="1492947"/>
            <a:ext cx="4708922" cy="61913"/>
            <a:chOff x="1020" y="481"/>
            <a:chExt cx="4037" cy="46"/>
          </a:xfrm>
        </p:grpSpPr>
        <p:sp>
          <p:nvSpPr>
            <p:cNvPr id="794646" name="Line 22">
              <a:extLst>
                <a:ext uri="{FF2B5EF4-FFF2-40B4-BE49-F238E27FC236}">
                  <a16:creationId xmlns:a16="http://schemas.microsoft.com/office/drawing/2014/main" id="{7FCECE76-40FC-0348-A7ED-059F6ED4ECC6}"/>
                </a:ext>
              </a:extLst>
            </p:cNvPr>
            <p:cNvSpPr>
              <a:spLocks noChangeShapeType="1"/>
            </p:cNvSpPr>
            <p:nvPr/>
          </p:nvSpPr>
          <p:spPr bwMode="auto">
            <a:xfrm>
              <a:off x="1020" y="527"/>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794647" name="Line 23">
              <a:extLst>
                <a:ext uri="{FF2B5EF4-FFF2-40B4-BE49-F238E27FC236}">
                  <a16:creationId xmlns:a16="http://schemas.microsoft.com/office/drawing/2014/main" id="{15E4A5C3-0DA7-A842-9E44-A14FB1FF3F38}"/>
                </a:ext>
              </a:extLst>
            </p:cNvPr>
            <p:cNvSpPr>
              <a:spLocks noChangeShapeType="1"/>
            </p:cNvSpPr>
            <p:nvPr/>
          </p:nvSpPr>
          <p:spPr bwMode="auto">
            <a:xfrm>
              <a:off x="1020" y="481"/>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250890" name="Group 38">
            <a:extLst>
              <a:ext uri="{FF2B5EF4-FFF2-40B4-BE49-F238E27FC236}">
                <a16:creationId xmlns:a16="http://schemas.microsoft.com/office/drawing/2014/main" id="{BFC33921-05CA-CD4E-9138-C4620DBFF22A}"/>
              </a:ext>
            </a:extLst>
          </p:cNvPr>
          <p:cNvGrpSpPr>
            <a:grpSpLocks/>
          </p:cNvGrpSpPr>
          <p:nvPr/>
        </p:nvGrpSpPr>
        <p:grpSpPr bwMode="auto">
          <a:xfrm>
            <a:off x="1516856" y="1289351"/>
            <a:ext cx="1052513" cy="812006"/>
            <a:chOff x="314" y="792"/>
            <a:chExt cx="884" cy="682"/>
          </a:xfrm>
        </p:grpSpPr>
        <p:sp>
          <p:nvSpPr>
            <p:cNvPr id="794663" name="Freeform 39">
              <a:extLst>
                <a:ext uri="{FF2B5EF4-FFF2-40B4-BE49-F238E27FC236}">
                  <a16:creationId xmlns:a16="http://schemas.microsoft.com/office/drawing/2014/main" id="{0AC4595C-D01B-DE43-B44C-E66E2479DFAC}"/>
                </a:ext>
              </a:extLst>
            </p:cNvPr>
            <p:cNvSpPr>
              <a:spLocks/>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4664" name="Rectangle 40">
              <a:extLst>
                <a:ext uri="{FF2B5EF4-FFF2-40B4-BE49-F238E27FC236}">
                  <a16:creationId xmlns:a16="http://schemas.microsoft.com/office/drawing/2014/main" id="{125D720F-460B-B446-BAB9-30C21C6AA919}"/>
                </a:ext>
              </a:extLst>
            </p:cNvPr>
            <p:cNvSpPr>
              <a:spLocks noChangeArrowheads="1"/>
            </p:cNvSpPr>
            <p:nvPr/>
          </p:nvSpPr>
          <p:spPr bwMode="auto">
            <a:xfrm>
              <a:off x="314" y="1227"/>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主动关闭</a:t>
              </a:r>
            </a:p>
          </p:txBody>
        </p:sp>
      </p:grpSp>
      <p:grpSp>
        <p:nvGrpSpPr>
          <p:cNvPr id="794682" name="Group 58">
            <a:extLst>
              <a:ext uri="{FF2B5EF4-FFF2-40B4-BE49-F238E27FC236}">
                <a16:creationId xmlns:a16="http://schemas.microsoft.com/office/drawing/2014/main" id="{1B398F01-0F5B-154C-B137-02983AE9EE8F}"/>
              </a:ext>
            </a:extLst>
          </p:cNvPr>
          <p:cNvGrpSpPr>
            <a:grpSpLocks/>
          </p:cNvGrpSpPr>
          <p:nvPr/>
        </p:nvGrpSpPr>
        <p:grpSpPr bwMode="auto">
          <a:xfrm>
            <a:off x="6702029" y="1239344"/>
            <a:ext cx="1056084" cy="2178844"/>
            <a:chOff x="4669" y="750"/>
            <a:chExt cx="887" cy="1830"/>
          </a:xfrm>
        </p:grpSpPr>
        <p:sp>
          <p:nvSpPr>
            <p:cNvPr id="794665" name="Freeform 41">
              <a:extLst>
                <a:ext uri="{FF2B5EF4-FFF2-40B4-BE49-F238E27FC236}">
                  <a16:creationId xmlns:a16="http://schemas.microsoft.com/office/drawing/2014/main" id="{2658D07B-B2EA-E94A-BC9B-1574DABF4BA3}"/>
                </a:ext>
              </a:extLst>
            </p:cNvPr>
            <p:cNvSpPr>
              <a:spLocks/>
            </p:cNvSpPr>
            <p:nvPr/>
          </p:nvSpPr>
          <p:spPr bwMode="auto">
            <a:xfrm>
              <a:off x="4669" y="750"/>
              <a:ext cx="887" cy="1830"/>
            </a:xfrm>
            <a:custGeom>
              <a:avLst/>
              <a:gdLst>
                <a:gd name="T0" fmla="*/ 0 w 868"/>
                <a:gd name="T1" fmla="*/ 0 h 1493"/>
                <a:gd name="T2" fmla="*/ 887 w 868"/>
                <a:gd name="T3" fmla="*/ 9 h 1493"/>
                <a:gd name="T4" fmla="*/ 887 w 868"/>
                <a:gd name="T5" fmla="*/ 1830 h 1493"/>
                <a:gd name="T6" fmla="*/ 127 w 868"/>
                <a:gd name="T7" fmla="*/ 1830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4666" name="Rectangle 42">
              <a:extLst>
                <a:ext uri="{FF2B5EF4-FFF2-40B4-BE49-F238E27FC236}">
                  <a16:creationId xmlns:a16="http://schemas.microsoft.com/office/drawing/2014/main" id="{DAD7BCF8-ADA7-0C40-B178-0EB723B66807}"/>
                </a:ext>
              </a:extLst>
            </p:cNvPr>
            <p:cNvSpPr>
              <a:spLocks noChangeArrowheads="1"/>
            </p:cNvSpPr>
            <p:nvPr/>
          </p:nvSpPr>
          <p:spPr bwMode="auto">
            <a:xfrm>
              <a:off x="4855" y="2306"/>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被动关闭</a:t>
              </a:r>
            </a:p>
          </p:txBody>
        </p:sp>
      </p:grpSp>
      <p:sp>
        <p:nvSpPr>
          <p:cNvPr id="794667" name="Rectangle 43">
            <a:extLst>
              <a:ext uri="{FF2B5EF4-FFF2-40B4-BE49-F238E27FC236}">
                <a16:creationId xmlns:a16="http://schemas.microsoft.com/office/drawing/2014/main" id="{0786FD9A-B2C2-3A4A-9159-10EB3A771CEE}"/>
              </a:ext>
            </a:extLst>
          </p:cNvPr>
          <p:cNvSpPr>
            <a:spLocks noChangeArrowheads="1"/>
          </p:cNvSpPr>
          <p:nvPr/>
        </p:nvSpPr>
        <p:spPr bwMode="auto">
          <a:xfrm>
            <a:off x="4241007" y="1679875"/>
            <a:ext cx="829555" cy="275076"/>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grpSp>
        <p:nvGrpSpPr>
          <p:cNvPr id="250893" name="Group 44">
            <a:extLst>
              <a:ext uri="{FF2B5EF4-FFF2-40B4-BE49-F238E27FC236}">
                <a16:creationId xmlns:a16="http://schemas.microsoft.com/office/drawing/2014/main" id="{33A3790C-23C2-4744-9945-2851F7DD1B5D}"/>
              </a:ext>
            </a:extLst>
          </p:cNvPr>
          <p:cNvGrpSpPr>
            <a:grpSpLocks/>
          </p:cNvGrpSpPr>
          <p:nvPr/>
        </p:nvGrpSpPr>
        <p:grpSpPr bwMode="auto">
          <a:xfrm>
            <a:off x="6732989" y="1378647"/>
            <a:ext cx="902495" cy="1341834"/>
            <a:chOff x="4695" y="867"/>
            <a:chExt cx="758" cy="1127"/>
          </a:xfrm>
        </p:grpSpPr>
        <p:sp>
          <p:nvSpPr>
            <p:cNvPr id="794669" name="Freeform 45">
              <a:extLst>
                <a:ext uri="{FF2B5EF4-FFF2-40B4-BE49-F238E27FC236}">
                  <a16:creationId xmlns:a16="http://schemas.microsoft.com/office/drawing/2014/main" id="{E25D49E0-0104-724A-A981-94A1D33F2A04}"/>
                </a:ext>
              </a:extLst>
            </p:cNvPr>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4670" name="Rectangle 46">
              <a:extLst>
                <a:ext uri="{FF2B5EF4-FFF2-40B4-BE49-F238E27FC236}">
                  <a16:creationId xmlns:a16="http://schemas.microsoft.com/office/drawing/2014/main" id="{0B7BF6D8-2DCA-EB43-88BD-3F1F23FD38B1}"/>
                </a:ext>
              </a:extLst>
            </p:cNvPr>
            <p:cNvSpPr>
              <a:spLocks noChangeArrowheads="1"/>
            </p:cNvSpPr>
            <p:nvPr/>
          </p:nvSpPr>
          <p:spPr bwMode="auto">
            <a:xfrm>
              <a:off x="5047" y="1120"/>
              <a:ext cx="406" cy="58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通知</a:t>
              </a:r>
            </a:p>
            <a:p>
              <a:pPr>
                <a:defRPr/>
              </a:pPr>
              <a:r>
                <a:rPr kumimoji="1" lang="zh-CN" altLang="en-US" sz="1350">
                  <a:solidFill>
                    <a:schemeClr val="folHlink"/>
                  </a:solidFill>
                  <a:latin typeface="Times New Roman" panose="02020603050405020304" pitchFamily="18" charset="0"/>
                </a:rPr>
                <a:t>应用</a:t>
              </a:r>
            </a:p>
            <a:p>
              <a:pPr>
                <a:defRPr/>
              </a:pPr>
              <a:r>
                <a:rPr kumimoji="1" lang="zh-CN" altLang="en-US" sz="1350">
                  <a:solidFill>
                    <a:schemeClr val="folHlink"/>
                  </a:solidFill>
                  <a:latin typeface="Times New Roman" panose="02020603050405020304" pitchFamily="18" charset="0"/>
                </a:rPr>
                <a:t>进程</a:t>
              </a:r>
            </a:p>
          </p:txBody>
        </p:sp>
      </p:grpSp>
      <p:sp>
        <p:nvSpPr>
          <p:cNvPr id="794671" name="Rectangle 47">
            <a:extLst>
              <a:ext uri="{FF2B5EF4-FFF2-40B4-BE49-F238E27FC236}">
                <a16:creationId xmlns:a16="http://schemas.microsoft.com/office/drawing/2014/main" id="{2EC618A3-571C-3B48-B897-9DEAC67874FA}"/>
              </a:ext>
            </a:extLst>
          </p:cNvPr>
          <p:cNvSpPr>
            <a:spLocks noChangeArrowheads="1"/>
          </p:cNvSpPr>
          <p:nvPr/>
        </p:nvSpPr>
        <p:spPr bwMode="auto">
          <a:xfrm>
            <a:off x="2333625" y="1563194"/>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sp>
        <p:nvSpPr>
          <p:cNvPr id="794672" name="Rectangle 48">
            <a:extLst>
              <a:ext uri="{FF2B5EF4-FFF2-40B4-BE49-F238E27FC236}">
                <a16:creationId xmlns:a16="http://schemas.microsoft.com/office/drawing/2014/main" id="{1589DF11-A131-BD4D-B2C2-DC0218955444}"/>
              </a:ext>
            </a:extLst>
          </p:cNvPr>
          <p:cNvSpPr>
            <a:spLocks noChangeArrowheads="1"/>
          </p:cNvSpPr>
          <p:nvPr/>
        </p:nvSpPr>
        <p:spPr bwMode="auto">
          <a:xfrm>
            <a:off x="6148388" y="1890617"/>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pic>
        <p:nvPicPr>
          <p:cNvPr id="794673" name="Picture 49">
            <a:extLst>
              <a:ext uri="{FF2B5EF4-FFF2-40B4-BE49-F238E27FC236}">
                <a16:creationId xmlns:a16="http://schemas.microsoft.com/office/drawing/2014/main" id="{D5A5AE40-9E63-984F-BE40-C55859DC88A5}"/>
              </a:ext>
            </a:extLst>
          </p:cNvPr>
          <p:cNvPicPr>
            <a:picLocks noChangeArrowheads="1"/>
          </p:cNvPicPr>
          <p:nvPr/>
        </p:nvPicPr>
        <p:blipFill>
          <a:blip r:embed="rId2"/>
          <a:srcRect/>
          <a:stretch>
            <a:fillRect/>
          </a:stretch>
        </p:blipFill>
        <p:spPr bwMode="auto">
          <a:xfrm>
            <a:off x="2516982" y="1073848"/>
            <a:ext cx="378619" cy="372665"/>
          </a:xfrm>
          <a:prstGeom prst="rect">
            <a:avLst/>
          </a:prstGeom>
          <a:noFill/>
          <a:ln>
            <a:noFill/>
          </a:ln>
          <a:effectLst/>
        </p:spPr>
      </p:pic>
      <p:pic>
        <p:nvPicPr>
          <p:cNvPr id="794674" name="Picture 50">
            <a:extLst>
              <a:ext uri="{FF2B5EF4-FFF2-40B4-BE49-F238E27FC236}">
                <a16:creationId xmlns:a16="http://schemas.microsoft.com/office/drawing/2014/main" id="{670A8CCE-BC85-2F4A-9DD4-5C8CBE497DB1}"/>
              </a:ext>
            </a:extLst>
          </p:cNvPr>
          <p:cNvPicPr>
            <a:picLocks noChangeArrowheads="1"/>
          </p:cNvPicPr>
          <p:nvPr/>
        </p:nvPicPr>
        <p:blipFill>
          <a:blip r:embed="rId2"/>
          <a:srcRect/>
          <a:stretch>
            <a:fillRect/>
          </a:stretch>
        </p:blipFill>
        <p:spPr bwMode="auto">
          <a:xfrm>
            <a:off x="6331744" y="1073848"/>
            <a:ext cx="378619" cy="372665"/>
          </a:xfrm>
          <a:prstGeom prst="rect">
            <a:avLst/>
          </a:prstGeom>
          <a:noFill/>
          <a:ln>
            <a:noFill/>
          </a:ln>
          <a:effectLst/>
        </p:spPr>
      </p:pic>
      <p:sp>
        <p:nvSpPr>
          <p:cNvPr id="794675" name="Rectangle 51">
            <a:extLst>
              <a:ext uri="{FF2B5EF4-FFF2-40B4-BE49-F238E27FC236}">
                <a16:creationId xmlns:a16="http://schemas.microsoft.com/office/drawing/2014/main" id="{CD013AA0-0641-8C49-A5CA-F083951013AC}"/>
              </a:ext>
            </a:extLst>
          </p:cNvPr>
          <p:cNvSpPr>
            <a:spLocks noChangeArrowheads="1"/>
          </p:cNvSpPr>
          <p:nvPr/>
        </p:nvSpPr>
        <p:spPr bwMode="auto">
          <a:xfrm>
            <a:off x="2809875" y="1050035"/>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794676" name="Rectangle 52">
            <a:extLst>
              <a:ext uri="{FF2B5EF4-FFF2-40B4-BE49-F238E27FC236}">
                <a16:creationId xmlns:a16="http://schemas.microsoft.com/office/drawing/2014/main" id="{CE1C3F5A-71C2-2E43-95B0-B55E5BA01F49}"/>
              </a:ext>
            </a:extLst>
          </p:cNvPr>
          <p:cNvSpPr>
            <a:spLocks noChangeArrowheads="1"/>
          </p:cNvSpPr>
          <p:nvPr/>
        </p:nvSpPr>
        <p:spPr bwMode="auto">
          <a:xfrm>
            <a:off x="6185297" y="1050035"/>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794677" name="Rectangle 53">
            <a:extLst>
              <a:ext uri="{FF2B5EF4-FFF2-40B4-BE49-F238E27FC236}">
                <a16:creationId xmlns:a16="http://schemas.microsoft.com/office/drawing/2014/main" id="{CD9F397C-F5F2-0049-9EA2-BDCCDF1E0C67}"/>
              </a:ext>
            </a:extLst>
          </p:cNvPr>
          <p:cNvSpPr>
            <a:spLocks noChangeArrowheads="1"/>
          </p:cNvSpPr>
          <p:nvPr/>
        </p:nvSpPr>
        <p:spPr bwMode="auto">
          <a:xfrm>
            <a:off x="2067859" y="1011580"/>
            <a:ext cx="48330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dirty="0">
                <a:solidFill>
                  <a:schemeClr val="folHlink"/>
                </a:solidFill>
                <a:latin typeface="Times New Roman" panose="02020603050405020304" pitchFamily="18" charset="0"/>
              </a:rPr>
              <a:t>客户</a:t>
            </a:r>
          </a:p>
        </p:txBody>
      </p:sp>
      <p:sp>
        <p:nvSpPr>
          <p:cNvPr id="794678" name="Rectangle 54">
            <a:extLst>
              <a:ext uri="{FF2B5EF4-FFF2-40B4-BE49-F238E27FC236}">
                <a16:creationId xmlns:a16="http://schemas.microsoft.com/office/drawing/2014/main" id="{D7E1B3DD-5777-7C4F-8650-3B12B93C2F2B}"/>
              </a:ext>
            </a:extLst>
          </p:cNvPr>
          <p:cNvSpPr>
            <a:spLocks noChangeArrowheads="1"/>
          </p:cNvSpPr>
          <p:nvPr/>
        </p:nvSpPr>
        <p:spPr bwMode="auto">
          <a:xfrm>
            <a:off x="5624377" y="1067727"/>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dirty="0">
                <a:solidFill>
                  <a:schemeClr val="folHlink"/>
                </a:solidFill>
                <a:latin typeface="Times New Roman" panose="02020603050405020304" pitchFamily="18" charset="0"/>
              </a:rPr>
              <a:t>服务器</a:t>
            </a:r>
          </a:p>
        </p:txBody>
      </p:sp>
      <p:sp>
        <p:nvSpPr>
          <p:cNvPr id="794679" name="Rectangle 55">
            <a:extLst>
              <a:ext uri="{FF2B5EF4-FFF2-40B4-BE49-F238E27FC236}">
                <a16:creationId xmlns:a16="http://schemas.microsoft.com/office/drawing/2014/main" id="{687F055D-5295-E643-B5AE-005889D088BF}"/>
              </a:ext>
            </a:extLst>
          </p:cNvPr>
          <p:cNvSpPr>
            <a:spLocks noChangeArrowheads="1"/>
          </p:cNvSpPr>
          <p:nvPr/>
        </p:nvSpPr>
        <p:spPr bwMode="auto">
          <a:xfrm rot="20971112">
            <a:off x="4408445" y="3080030"/>
            <a:ext cx="829555" cy="275076"/>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sp>
        <p:nvSpPr>
          <p:cNvPr id="794684" name="Text Box 60">
            <a:extLst>
              <a:ext uri="{FF2B5EF4-FFF2-40B4-BE49-F238E27FC236}">
                <a16:creationId xmlns:a16="http://schemas.microsoft.com/office/drawing/2014/main" id="{0D19F6B8-DBE8-B742-8312-8D22A64AD11B}"/>
              </a:ext>
            </a:extLst>
          </p:cNvPr>
          <p:cNvSpPr txBox="1">
            <a:spLocks noChangeArrowheads="1"/>
          </p:cNvSpPr>
          <p:nvPr/>
        </p:nvSpPr>
        <p:spPr bwMode="auto">
          <a:xfrm>
            <a:off x="222974" y="4374173"/>
            <a:ext cx="8783777" cy="415498"/>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buFontTx/>
              <a:buChar char="•"/>
              <a:defRPr/>
            </a:pPr>
            <a:r>
              <a:rPr lang="en-US" altLang="zh-CN" sz="2100" dirty="0">
                <a:solidFill>
                  <a:schemeClr val="folHlink"/>
                </a:solidFill>
                <a:latin typeface="Arial" panose="020B0604020202020204" pitchFamily="34" charset="0"/>
              </a:rPr>
              <a:t>  </a:t>
            </a:r>
            <a:r>
              <a:rPr lang="zh-CN" altLang="en-US" sz="2100" dirty="0">
                <a:solidFill>
                  <a:schemeClr val="folHlink"/>
                </a:solidFill>
                <a:latin typeface="Arial" panose="020B0604020202020204" pitchFamily="34" charset="0"/>
              </a:rPr>
              <a:t>若 </a:t>
            </a:r>
            <a:r>
              <a:rPr lang="en-US" altLang="zh-CN" sz="2100" dirty="0">
                <a:solidFill>
                  <a:schemeClr val="folHlink"/>
                </a:solidFill>
                <a:latin typeface="Arial" panose="020B0604020202020204" pitchFamily="34" charset="0"/>
              </a:rPr>
              <a:t>B </a:t>
            </a:r>
            <a:r>
              <a:rPr lang="zh-CN" altLang="en-US" sz="2100" dirty="0">
                <a:solidFill>
                  <a:schemeClr val="folHlink"/>
                </a:solidFill>
                <a:latin typeface="Arial" panose="020B0604020202020204" pitchFamily="34" charset="0"/>
              </a:rPr>
              <a:t>已经没有要向 </a:t>
            </a:r>
            <a:r>
              <a:rPr lang="en-US" altLang="zh-CN" sz="2100" dirty="0">
                <a:solidFill>
                  <a:schemeClr val="folHlink"/>
                </a:solidFill>
                <a:latin typeface="Arial" panose="020B0604020202020204" pitchFamily="34" charset="0"/>
              </a:rPr>
              <a:t>A </a:t>
            </a:r>
            <a:r>
              <a:rPr lang="zh-CN" altLang="en-US" sz="2100" dirty="0">
                <a:solidFill>
                  <a:schemeClr val="folHlink"/>
                </a:solidFill>
                <a:latin typeface="Arial" panose="020B0604020202020204" pitchFamily="34" charset="0"/>
              </a:rPr>
              <a:t>发送的数据，其应用进程就通知 </a:t>
            </a:r>
            <a:r>
              <a:rPr lang="en-US" altLang="zh-CN" sz="2100" dirty="0">
                <a:solidFill>
                  <a:schemeClr val="folHlink"/>
                </a:solidFill>
                <a:latin typeface="Arial" panose="020B0604020202020204" pitchFamily="34" charset="0"/>
              </a:rPr>
              <a:t>TCP </a:t>
            </a:r>
            <a:r>
              <a:rPr lang="zh-CN" altLang="en-US" sz="2100" dirty="0">
                <a:solidFill>
                  <a:schemeClr val="folHlink"/>
                </a:solidFill>
                <a:latin typeface="Arial" panose="020B0604020202020204" pitchFamily="34" charset="0"/>
              </a:rPr>
              <a:t>释放连接。 </a:t>
            </a:r>
          </a:p>
        </p:txBody>
      </p:sp>
      <p:sp>
        <p:nvSpPr>
          <p:cNvPr id="2" name="幻灯片编号占位符 1">
            <a:extLst>
              <a:ext uri="{FF2B5EF4-FFF2-40B4-BE49-F238E27FC236}">
                <a16:creationId xmlns:a16="http://schemas.microsoft.com/office/drawing/2014/main" id="{3A821A33-61EF-D346-AA1F-015F4CCFE314}"/>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C53C5519-3B7C-6246-BB7C-82747A448E6D}" type="slidenum">
              <a:rPr lang="en-US" altLang="zh-CN" sz="1050"/>
              <a:pPr>
                <a:defRPr/>
              </a:pPr>
              <a:t>120</a:t>
            </a:fld>
            <a:endParaRPr lang="en-US" altLang="zh-CN" sz="1050"/>
          </a:p>
        </p:txBody>
      </p:sp>
      <p:sp>
        <p:nvSpPr>
          <p:cNvPr id="3" name="标题 2">
            <a:extLst>
              <a:ext uri="{FF2B5EF4-FFF2-40B4-BE49-F238E27FC236}">
                <a16:creationId xmlns:a16="http://schemas.microsoft.com/office/drawing/2014/main" id="{A6E771E0-3D7F-C748-AD07-E7A5D2DB8946}"/>
              </a:ext>
            </a:extLst>
          </p:cNvPr>
          <p:cNvSpPr>
            <a:spLocks noGrp="1"/>
          </p:cNvSpPr>
          <p:nvPr>
            <p:ph type="title"/>
          </p:nvPr>
        </p:nvSpPr>
        <p:spPr/>
        <p:txBody>
          <a:bodyPr/>
          <a:lstStyle/>
          <a:p>
            <a:r>
              <a:rPr lang="en-US" altLang="zh-CN" dirty="0">
                <a:latin typeface="Arial" panose="020B0604020202020204" pitchFamily="34" charset="0"/>
              </a:rPr>
              <a:t>5.9.2   TCP</a:t>
            </a:r>
            <a:r>
              <a:rPr lang="en-US" altLang="zh-CN" b="1" dirty="0">
                <a:latin typeface="Arial" panose="020B0604020202020204" pitchFamily="34" charset="0"/>
              </a:rPr>
              <a:t> </a:t>
            </a:r>
            <a:r>
              <a:rPr lang="zh-CN" altLang="en-US" dirty="0">
                <a:latin typeface="Arial" panose="020B0604020202020204" pitchFamily="34" charset="0"/>
              </a:rPr>
              <a:t>的连接释放 </a:t>
            </a:r>
            <a:endParaRPr kumimoji="1" lang="zh-CN" altLang="en-US" dirty="0"/>
          </a:p>
        </p:txBody>
      </p:sp>
    </p:spTree>
    <p:extLst>
      <p:ext uri="{BB962C8B-B14F-4D97-AF65-F5344CB8AC3E}">
        <p14:creationId xmlns:p14="http://schemas.microsoft.com/office/powerpoint/2010/main" val="13580289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794684"/>
                                        </p:tgtEl>
                                        <p:attrNameLst>
                                          <p:attrName>style.visibility</p:attrName>
                                        </p:attrNameLst>
                                      </p:cBhvr>
                                      <p:to>
                                        <p:strVal val="visible"/>
                                      </p:to>
                                    </p:set>
                                  </p:childTnLst>
                                </p:cTn>
                              </p:par>
                            </p:childTnLst>
                          </p:cTn>
                        </p:par>
                        <p:par>
                          <p:cTn id="7" fill="hold" nodeType="afterGroup">
                            <p:stCondLst>
                              <p:cond delay="0"/>
                            </p:stCondLst>
                            <p:childTnLst>
                              <p:par>
                                <p:cTn id="8" presetID="22" presetClass="entr" presetSubtype="1" fill="hold" nodeType="afterEffect">
                                  <p:stCondLst>
                                    <p:cond delay="1000"/>
                                  </p:stCondLst>
                                  <p:childTnLst>
                                    <p:set>
                                      <p:cBhvr>
                                        <p:cTn id="9" dur="1" fill="hold">
                                          <p:stCondLst>
                                            <p:cond delay="0"/>
                                          </p:stCondLst>
                                        </p:cTn>
                                        <p:tgtEl>
                                          <p:spTgt spid="794682"/>
                                        </p:tgtEl>
                                        <p:attrNameLst>
                                          <p:attrName>style.visibility</p:attrName>
                                        </p:attrNameLst>
                                      </p:cBhvr>
                                      <p:to>
                                        <p:strVal val="visible"/>
                                      </p:to>
                                    </p:set>
                                    <p:animEffect transition="in" filter="wipe(up)">
                                      <p:cBhvr>
                                        <p:cTn id="10" dur="1000"/>
                                        <p:tgtEl>
                                          <p:spTgt spid="794682"/>
                                        </p:tgtEl>
                                      </p:cBhvr>
                                    </p:animEffect>
                                  </p:childTnLst>
                                </p:cTn>
                              </p:par>
                            </p:childTnLst>
                          </p:cTn>
                        </p:par>
                        <p:par>
                          <p:cTn id="11" fill="hold" nodeType="afterGroup">
                            <p:stCondLst>
                              <p:cond delay="2000"/>
                            </p:stCondLst>
                            <p:childTnLst>
                              <p:par>
                                <p:cTn id="12" presetID="22" presetClass="entr" presetSubtype="2" fill="hold" nodeType="afterEffect">
                                  <p:stCondLst>
                                    <p:cond delay="0"/>
                                  </p:stCondLst>
                                  <p:childTnLst>
                                    <p:set>
                                      <p:cBhvr>
                                        <p:cTn id="13" dur="1" fill="hold">
                                          <p:stCondLst>
                                            <p:cond delay="0"/>
                                          </p:stCondLst>
                                        </p:cTn>
                                        <p:tgtEl>
                                          <p:spTgt spid="794683"/>
                                        </p:tgtEl>
                                        <p:attrNameLst>
                                          <p:attrName>style.visibility</p:attrName>
                                        </p:attrNameLst>
                                      </p:cBhvr>
                                      <p:to>
                                        <p:strVal val="visible"/>
                                      </p:to>
                                    </p:set>
                                    <p:animEffect transition="in" filter="wipe(right)">
                                      <p:cBhvr>
                                        <p:cTn id="14" dur="1000"/>
                                        <p:tgtEl>
                                          <p:spTgt spid="7946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4684"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1905" name="Group 2">
            <a:extLst>
              <a:ext uri="{FF2B5EF4-FFF2-40B4-BE49-F238E27FC236}">
                <a16:creationId xmlns:a16="http://schemas.microsoft.com/office/drawing/2014/main" id="{2E0BC0CB-2A78-E244-A0A6-03E46A660BED}"/>
              </a:ext>
            </a:extLst>
          </p:cNvPr>
          <p:cNvGrpSpPr>
            <a:grpSpLocks/>
          </p:cNvGrpSpPr>
          <p:nvPr/>
        </p:nvGrpSpPr>
        <p:grpSpPr bwMode="auto">
          <a:xfrm>
            <a:off x="3021690" y="2096690"/>
            <a:ext cx="3186113" cy="3046810"/>
            <a:chOff x="1474" y="1888"/>
            <a:chExt cx="2676" cy="2432"/>
          </a:xfrm>
        </p:grpSpPr>
        <p:sp>
          <p:nvSpPr>
            <p:cNvPr id="798723" name="Line 3">
              <a:extLst>
                <a:ext uri="{FF2B5EF4-FFF2-40B4-BE49-F238E27FC236}">
                  <a16:creationId xmlns:a16="http://schemas.microsoft.com/office/drawing/2014/main" id="{EBD129EB-0FC9-484B-8F82-ECC9766D4E99}"/>
                </a:ext>
              </a:extLst>
            </p:cNvPr>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98724" name="Line 4">
              <a:extLst>
                <a:ext uri="{FF2B5EF4-FFF2-40B4-BE49-F238E27FC236}">
                  <a16:creationId xmlns:a16="http://schemas.microsoft.com/office/drawing/2014/main" id="{15745AED-2D95-B042-8C1D-1FFA235F96D4}"/>
                </a:ext>
              </a:extLst>
            </p:cNvPr>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sp>
        <p:nvSpPr>
          <p:cNvPr id="798725" name="AutoShape 5">
            <a:extLst>
              <a:ext uri="{FF2B5EF4-FFF2-40B4-BE49-F238E27FC236}">
                <a16:creationId xmlns:a16="http://schemas.microsoft.com/office/drawing/2014/main" id="{E21B5F3E-95FB-C64E-8698-AC9014A97D00}"/>
              </a:ext>
            </a:extLst>
          </p:cNvPr>
          <p:cNvSpPr>
            <a:spLocks noChangeArrowheads="1"/>
          </p:cNvSpPr>
          <p:nvPr/>
        </p:nvSpPr>
        <p:spPr bwMode="auto">
          <a:xfrm rot="20948448">
            <a:off x="3978954" y="3256359"/>
            <a:ext cx="507206" cy="177404"/>
          </a:xfrm>
          <a:prstGeom prst="leftArrow">
            <a:avLst>
              <a:gd name="adj1" fmla="val 53620"/>
              <a:gd name="adj2" fmla="val 119816"/>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98726" name="AutoShape 6">
            <a:extLst>
              <a:ext uri="{FF2B5EF4-FFF2-40B4-BE49-F238E27FC236}">
                <a16:creationId xmlns:a16="http://schemas.microsoft.com/office/drawing/2014/main" id="{62EF0421-A4BD-A646-919D-9B5070038958}"/>
              </a:ext>
            </a:extLst>
          </p:cNvPr>
          <p:cNvSpPr>
            <a:spLocks noChangeArrowheads="1"/>
          </p:cNvSpPr>
          <p:nvPr/>
        </p:nvSpPr>
        <p:spPr bwMode="auto">
          <a:xfrm>
            <a:off x="3761069" y="1732359"/>
            <a:ext cx="1788319" cy="189310"/>
          </a:xfrm>
          <a:prstGeom prst="leftRightArrow">
            <a:avLst>
              <a:gd name="adj1" fmla="val 55880"/>
              <a:gd name="adj2" fmla="val 108285"/>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grpSp>
        <p:nvGrpSpPr>
          <p:cNvPr id="251908" name="Group 7">
            <a:extLst>
              <a:ext uri="{FF2B5EF4-FFF2-40B4-BE49-F238E27FC236}">
                <a16:creationId xmlns:a16="http://schemas.microsoft.com/office/drawing/2014/main" id="{3D092542-531F-164B-A3E2-8953CB692FC5}"/>
              </a:ext>
            </a:extLst>
          </p:cNvPr>
          <p:cNvGrpSpPr>
            <a:grpSpLocks/>
          </p:cNvGrpSpPr>
          <p:nvPr/>
        </p:nvGrpSpPr>
        <p:grpSpPr bwMode="auto">
          <a:xfrm>
            <a:off x="3060981" y="2101452"/>
            <a:ext cx="3100388" cy="576263"/>
            <a:chOff x="1614" y="1484"/>
            <a:chExt cx="2604" cy="484"/>
          </a:xfrm>
        </p:grpSpPr>
        <p:sp>
          <p:nvSpPr>
            <p:cNvPr id="798728" name="Rectangle 8">
              <a:extLst>
                <a:ext uri="{FF2B5EF4-FFF2-40B4-BE49-F238E27FC236}">
                  <a16:creationId xmlns:a16="http://schemas.microsoft.com/office/drawing/2014/main" id="{76034BB9-817E-EB43-839A-7CE415B7CBE3}"/>
                </a:ext>
              </a:extLst>
            </p:cNvPr>
            <p:cNvSpPr>
              <a:spLocks noChangeArrowheads="1"/>
            </p:cNvSpPr>
            <p:nvPr/>
          </p:nvSpPr>
          <p:spPr bwMode="auto">
            <a:xfrm rot="597975">
              <a:off x="2490" y="1517"/>
              <a:ext cx="1179" cy="25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chemeClr val="folHlink"/>
                  </a:solidFill>
                  <a:latin typeface="Times New Roman" charset="0"/>
                  <a:ea typeface="黑体" charset="-122"/>
                </a:rPr>
                <a:t>FIN = 1, seq = u</a:t>
              </a:r>
            </a:p>
          </p:txBody>
        </p:sp>
        <p:sp>
          <p:nvSpPr>
            <p:cNvPr id="798729" name="Line 9">
              <a:extLst>
                <a:ext uri="{FF2B5EF4-FFF2-40B4-BE49-F238E27FC236}">
                  <a16:creationId xmlns:a16="http://schemas.microsoft.com/office/drawing/2014/main" id="{CF148957-2D72-8441-99C7-39BCC3E0960A}"/>
                </a:ext>
              </a:extLst>
            </p:cNvPr>
            <p:cNvSpPr>
              <a:spLocks noChangeShapeType="1"/>
            </p:cNvSpPr>
            <p:nvPr/>
          </p:nvSpPr>
          <p:spPr bwMode="auto">
            <a:xfrm>
              <a:off x="1614" y="1484"/>
              <a:ext cx="2604" cy="484"/>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51909" name="Group 10">
            <a:extLst>
              <a:ext uri="{FF2B5EF4-FFF2-40B4-BE49-F238E27FC236}">
                <a16:creationId xmlns:a16="http://schemas.microsoft.com/office/drawing/2014/main" id="{5DAB6719-8870-8B4B-BE25-EE4A94D3CAEF}"/>
              </a:ext>
            </a:extLst>
          </p:cNvPr>
          <p:cNvGrpSpPr>
            <a:grpSpLocks/>
          </p:cNvGrpSpPr>
          <p:nvPr/>
        </p:nvGrpSpPr>
        <p:grpSpPr bwMode="auto">
          <a:xfrm>
            <a:off x="3071697" y="2709863"/>
            <a:ext cx="3100388" cy="577453"/>
            <a:chOff x="1623" y="1995"/>
            <a:chExt cx="2604" cy="485"/>
          </a:xfrm>
        </p:grpSpPr>
        <p:sp>
          <p:nvSpPr>
            <p:cNvPr id="798731" name="Rectangle 11">
              <a:extLst>
                <a:ext uri="{FF2B5EF4-FFF2-40B4-BE49-F238E27FC236}">
                  <a16:creationId xmlns:a16="http://schemas.microsoft.com/office/drawing/2014/main" id="{4572A7F9-70E7-9941-A48C-C9F16FAB71B0}"/>
                </a:ext>
              </a:extLst>
            </p:cNvPr>
            <p:cNvSpPr>
              <a:spLocks noChangeArrowheads="1"/>
            </p:cNvSpPr>
            <p:nvPr/>
          </p:nvSpPr>
          <p:spPr bwMode="auto">
            <a:xfrm rot="20990024" flipH="1">
              <a:off x="1932" y="2020"/>
              <a:ext cx="1825"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ACK = 1, seq = v, ack= u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sp>
          <p:nvSpPr>
            <p:cNvPr id="798732" name="Line 12">
              <a:extLst>
                <a:ext uri="{FF2B5EF4-FFF2-40B4-BE49-F238E27FC236}">
                  <a16:creationId xmlns:a16="http://schemas.microsoft.com/office/drawing/2014/main" id="{6C1F631B-22E0-5A44-BAED-6FDD5453B37B}"/>
                </a:ext>
              </a:extLst>
            </p:cNvPr>
            <p:cNvSpPr>
              <a:spLocks noChangeShapeType="1"/>
            </p:cNvSpPr>
            <p:nvPr/>
          </p:nvSpPr>
          <p:spPr bwMode="auto">
            <a:xfrm flipH="1">
              <a:off x="1623" y="1995"/>
              <a:ext cx="2604" cy="485"/>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51910" name="Group 13">
            <a:extLst>
              <a:ext uri="{FF2B5EF4-FFF2-40B4-BE49-F238E27FC236}">
                <a16:creationId xmlns:a16="http://schemas.microsoft.com/office/drawing/2014/main" id="{5ED4E868-B5CF-034C-B3C7-BDC41C32BA23}"/>
              </a:ext>
            </a:extLst>
          </p:cNvPr>
          <p:cNvGrpSpPr>
            <a:grpSpLocks/>
          </p:cNvGrpSpPr>
          <p:nvPr/>
        </p:nvGrpSpPr>
        <p:grpSpPr bwMode="auto">
          <a:xfrm>
            <a:off x="3045503" y="3400424"/>
            <a:ext cx="3100388" cy="589360"/>
            <a:chOff x="1601" y="2575"/>
            <a:chExt cx="2604" cy="495"/>
          </a:xfrm>
        </p:grpSpPr>
        <p:sp>
          <p:nvSpPr>
            <p:cNvPr id="798734" name="Line 14">
              <a:extLst>
                <a:ext uri="{FF2B5EF4-FFF2-40B4-BE49-F238E27FC236}">
                  <a16:creationId xmlns:a16="http://schemas.microsoft.com/office/drawing/2014/main" id="{EA72B740-814C-AB42-89D4-863116B786F0}"/>
                </a:ext>
              </a:extLst>
            </p:cNvPr>
            <p:cNvSpPr>
              <a:spLocks noChangeShapeType="1"/>
            </p:cNvSpPr>
            <p:nvPr/>
          </p:nvSpPr>
          <p:spPr bwMode="auto">
            <a:xfrm flipH="1">
              <a:off x="1601" y="2585"/>
              <a:ext cx="2604" cy="485"/>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98735" name="Rectangle 15">
              <a:extLst>
                <a:ext uri="{FF2B5EF4-FFF2-40B4-BE49-F238E27FC236}">
                  <a16:creationId xmlns:a16="http://schemas.microsoft.com/office/drawing/2014/main" id="{42A75105-4521-6845-9BEC-36530195BAC2}"/>
                </a:ext>
              </a:extLst>
            </p:cNvPr>
            <p:cNvSpPr>
              <a:spLocks noChangeArrowheads="1"/>
            </p:cNvSpPr>
            <p:nvPr/>
          </p:nvSpPr>
          <p:spPr bwMode="auto">
            <a:xfrm rot="20943314" flipH="1">
              <a:off x="1805" y="2575"/>
              <a:ext cx="2384"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FIN = 1, ACK = 1, seq = w, ack= u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grpSp>
      <p:sp>
        <p:nvSpPr>
          <p:cNvPr id="798736" name="Rectangle 16">
            <a:extLst>
              <a:ext uri="{FF2B5EF4-FFF2-40B4-BE49-F238E27FC236}">
                <a16:creationId xmlns:a16="http://schemas.microsoft.com/office/drawing/2014/main" id="{C47A2AB9-7216-0348-96AF-612F3276D80B}"/>
              </a:ext>
            </a:extLst>
          </p:cNvPr>
          <p:cNvSpPr>
            <a:spLocks noChangeArrowheads="1"/>
          </p:cNvSpPr>
          <p:nvPr/>
        </p:nvSpPr>
        <p:spPr bwMode="auto">
          <a:xfrm>
            <a:off x="2344225" y="1543050"/>
            <a:ext cx="715566" cy="504825"/>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8737" name="Rectangle 17">
            <a:extLst>
              <a:ext uri="{FF2B5EF4-FFF2-40B4-BE49-F238E27FC236}">
                <a16:creationId xmlns:a16="http://schemas.microsoft.com/office/drawing/2014/main" id="{D70EF735-BBDF-4846-818E-E0E5A90FDB0E}"/>
              </a:ext>
            </a:extLst>
          </p:cNvPr>
          <p:cNvSpPr>
            <a:spLocks noChangeArrowheads="1"/>
          </p:cNvSpPr>
          <p:nvPr/>
        </p:nvSpPr>
        <p:spPr bwMode="auto">
          <a:xfrm>
            <a:off x="6158988" y="1543050"/>
            <a:ext cx="716756" cy="1109663"/>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grpSp>
        <p:nvGrpSpPr>
          <p:cNvPr id="251913" name="Group 18">
            <a:extLst>
              <a:ext uri="{FF2B5EF4-FFF2-40B4-BE49-F238E27FC236}">
                <a16:creationId xmlns:a16="http://schemas.microsoft.com/office/drawing/2014/main" id="{BE69A5EA-5276-734A-9A73-A543F367AB5F}"/>
              </a:ext>
            </a:extLst>
          </p:cNvPr>
          <p:cNvGrpSpPr>
            <a:grpSpLocks/>
          </p:cNvGrpSpPr>
          <p:nvPr/>
        </p:nvGrpSpPr>
        <p:grpSpPr bwMode="auto">
          <a:xfrm>
            <a:off x="2270406" y="1481137"/>
            <a:ext cx="4708922" cy="61913"/>
            <a:chOff x="1020" y="481"/>
            <a:chExt cx="4037" cy="46"/>
          </a:xfrm>
        </p:grpSpPr>
        <p:sp>
          <p:nvSpPr>
            <p:cNvPr id="798739" name="Line 19">
              <a:extLst>
                <a:ext uri="{FF2B5EF4-FFF2-40B4-BE49-F238E27FC236}">
                  <a16:creationId xmlns:a16="http://schemas.microsoft.com/office/drawing/2014/main" id="{66DF6462-F94D-E349-A75F-04C9D2222C4A}"/>
                </a:ext>
              </a:extLst>
            </p:cNvPr>
            <p:cNvSpPr>
              <a:spLocks noChangeShapeType="1"/>
            </p:cNvSpPr>
            <p:nvPr/>
          </p:nvSpPr>
          <p:spPr bwMode="auto">
            <a:xfrm>
              <a:off x="1020" y="527"/>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798740" name="Line 20">
              <a:extLst>
                <a:ext uri="{FF2B5EF4-FFF2-40B4-BE49-F238E27FC236}">
                  <a16:creationId xmlns:a16="http://schemas.microsoft.com/office/drawing/2014/main" id="{4CA2CBFA-E357-9046-BFD6-CE6E05A87D8E}"/>
                </a:ext>
              </a:extLst>
            </p:cNvPr>
            <p:cNvSpPr>
              <a:spLocks noChangeShapeType="1"/>
            </p:cNvSpPr>
            <p:nvPr/>
          </p:nvSpPr>
          <p:spPr bwMode="auto">
            <a:xfrm>
              <a:off x="1020" y="481"/>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251914" name="Group 21">
            <a:extLst>
              <a:ext uri="{FF2B5EF4-FFF2-40B4-BE49-F238E27FC236}">
                <a16:creationId xmlns:a16="http://schemas.microsoft.com/office/drawing/2014/main" id="{E8B21179-026C-E747-8C64-33833401494A}"/>
              </a:ext>
            </a:extLst>
          </p:cNvPr>
          <p:cNvGrpSpPr>
            <a:grpSpLocks/>
          </p:cNvGrpSpPr>
          <p:nvPr/>
        </p:nvGrpSpPr>
        <p:grpSpPr bwMode="auto">
          <a:xfrm>
            <a:off x="1513168" y="1277541"/>
            <a:ext cx="1052513" cy="812006"/>
            <a:chOff x="314" y="792"/>
            <a:chExt cx="884" cy="682"/>
          </a:xfrm>
        </p:grpSpPr>
        <p:sp>
          <p:nvSpPr>
            <p:cNvPr id="798742" name="Freeform 22">
              <a:extLst>
                <a:ext uri="{FF2B5EF4-FFF2-40B4-BE49-F238E27FC236}">
                  <a16:creationId xmlns:a16="http://schemas.microsoft.com/office/drawing/2014/main" id="{278BC856-48DF-2241-85A5-ABCDD147B87F}"/>
                </a:ext>
              </a:extLst>
            </p:cNvPr>
            <p:cNvSpPr>
              <a:spLocks/>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8743" name="Rectangle 23">
              <a:extLst>
                <a:ext uri="{FF2B5EF4-FFF2-40B4-BE49-F238E27FC236}">
                  <a16:creationId xmlns:a16="http://schemas.microsoft.com/office/drawing/2014/main" id="{DF58241C-6B9A-A641-B8F8-F63EDB6C89AE}"/>
                </a:ext>
              </a:extLst>
            </p:cNvPr>
            <p:cNvSpPr>
              <a:spLocks noChangeArrowheads="1"/>
            </p:cNvSpPr>
            <p:nvPr/>
          </p:nvSpPr>
          <p:spPr bwMode="auto">
            <a:xfrm>
              <a:off x="314" y="1227"/>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主动关闭</a:t>
              </a:r>
            </a:p>
          </p:txBody>
        </p:sp>
      </p:grpSp>
      <p:grpSp>
        <p:nvGrpSpPr>
          <p:cNvPr id="251915" name="Group 24">
            <a:extLst>
              <a:ext uri="{FF2B5EF4-FFF2-40B4-BE49-F238E27FC236}">
                <a16:creationId xmlns:a16="http://schemas.microsoft.com/office/drawing/2014/main" id="{EADC6D21-C81C-DF49-8522-0A77F896FD5E}"/>
              </a:ext>
            </a:extLst>
          </p:cNvPr>
          <p:cNvGrpSpPr>
            <a:grpSpLocks/>
          </p:cNvGrpSpPr>
          <p:nvPr/>
        </p:nvGrpSpPr>
        <p:grpSpPr bwMode="auto">
          <a:xfrm>
            <a:off x="6698341" y="1227534"/>
            <a:ext cx="1056084" cy="2178844"/>
            <a:chOff x="4669" y="750"/>
            <a:chExt cx="887" cy="1830"/>
          </a:xfrm>
        </p:grpSpPr>
        <p:sp>
          <p:nvSpPr>
            <p:cNvPr id="798745" name="Freeform 25">
              <a:extLst>
                <a:ext uri="{FF2B5EF4-FFF2-40B4-BE49-F238E27FC236}">
                  <a16:creationId xmlns:a16="http://schemas.microsoft.com/office/drawing/2014/main" id="{F93592B2-F849-2442-922E-98ED526AB3FE}"/>
                </a:ext>
              </a:extLst>
            </p:cNvPr>
            <p:cNvSpPr>
              <a:spLocks/>
            </p:cNvSpPr>
            <p:nvPr/>
          </p:nvSpPr>
          <p:spPr bwMode="auto">
            <a:xfrm>
              <a:off x="4669" y="750"/>
              <a:ext cx="887" cy="1830"/>
            </a:xfrm>
            <a:custGeom>
              <a:avLst/>
              <a:gdLst>
                <a:gd name="T0" fmla="*/ 0 w 868"/>
                <a:gd name="T1" fmla="*/ 0 h 1493"/>
                <a:gd name="T2" fmla="*/ 887 w 868"/>
                <a:gd name="T3" fmla="*/ 9 h 1493"/>
                <a:gd name="T4" fmla="*/ 887 w 868"/>
                <a:gd name="T5" fmla="*/ 1830 h 1493"/>
                <a:gd name="T6" fmla="*/ 127 w 868"/>
                <a:gd name="T7" fmla="*/ 1830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8746" name="Rectangle 26">
              <a:extLst>
                <a:ext uri="{FF2B5EF4-FFF2-40B4-BE49-F238E27FC236}">
                  <a16:creationId xmlns:a16="http://schemas.microsoft.com/office/drawing/2014/main" id="{05D03579-B2C1-FE42-9FD7-8DC7A1131931}"/>
                </a:ext>
              </a:extLst>
            </p:cNvPr>
            <p:cNvSpPr>
              <a:spLocks noChangeArrowheads="1"/>
            </p:cNvSpPr>
            <p:nvPr/>
          </p:nvSpPr>
          <p:spPr bwMode="auto">
            <a:xfrm>
              <a:off x="4855" y="2306"/>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被动关闭</a:t>
              </a:r>
            </a:p>
          </p:txBody>
        </p:sp>
      </p:grpSp>
      <p:sp>
        <p:nvSpPr>
          <p:cNvPr id="798747" name="Rectangle 27">
            <a:extLst>
              <a:ext uri="{FF2B5EF4-FFF2-40B4-BE49-F238E27FC236}">
                <a16:creationId xmlns:a16="http://schemas.microsoft.com/office/drawing/2014/main" id="{879AA2C5-FA66-B240-B511-EBCBE73842B0}"/>
              </a:ext>
            </a:extLst>
          </p:cNvPr>
          <p:cNvSpPr>
            <a:spLocks noChangeArrowheads="1"/>
          </p:cNvSpPr>
          <p:nvPr/>
        </p:nvSpPr>
        <p:spPr bwMode="auto">
          <a:xfrm>
            <a:off x="4237319" y="1668065"/>
            <a:ext cx="829555" cy="275076"/>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grpSp>
        <p:nvGrpSpPr>
          <p:cNvPr id="251917" name="Group 28">
            <a:extLst>
              <a:ext uri="{FF2B5EF4-FFF2-40B4-BE49-F238E27FC236}">
                <a16:creationId xmlns:a16="http://schemas.microsoft.com/office/drawing/2014/main" id="{30B84A58-61A5-D54F-B1AB-D451E1CD48C5}"/>
              </a:ext>
            </a:extLst>
          </p:cNvPr>
          <p:cNvGrpSpPr>
            <a:grpSpLocks/>
          </p:cNvGrpSpPr>
          <p:nvPr/>
        </p:nvGrpSpPr>
        <p:grpSpPr bwMode="auto">
          <a:xfrm>
            <a:off x="6729301" y="1366837"/>
            <a:ext cx="902495" cy="1341834"/>
            <a:chOff x="4695" y="867"/>
            <a:chExt cx="758" cy="1127"/>
          </a:xfrm>
        </p:grpSpPr>
        <p:sp>
          <p:nvSpPr>
            <p:cNvPr id="798749" name="Freeform 29">
              <a:extLst>
                <a:ext uri="{FF2B5EF4-FFF2-40B4-BE49-F238E27FC236}">
                  <a16:creationId xmlns:a16="http://schemas.microsoft.com/office/drawing/2014/main" id="{39BCDE93-EDE2-5B45-9E2D-10B3BF973EE4}"/>
                </a:ext>
              </a:extLst>
            </p:cNvPr>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8750" name="Rectangle 30">
              <a:extLst>
                <a:ext uri="{FF2B5EF4-FFF2-40B4-BE49-F238E27FC236}">
                  <a16:creationId xmlns:a16="http://schemas.microsoft.com/office/drawing/2014/main" id="{FBB349C8-0687-5F4B-85CF-12D456731615}"/>
                </a:ext>
              </a:extLst>
            </p:cNvPr>
            <p:cNvSpPr>
              <a:spLocks noChangeArrowheads="1"/>
            </p:cNvSpPr>
            <p:nvPr/>
          </p:nvSpPr>
          <p:spPr bwMode="auto">
            <a:xfrm>
              <a:off x="5047" y="1120"/>
              <a:ext cx="406" cy="58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通知</a:t>
              </a:r>
            </a:p>
            <a:p>
              <a:pPr>
                <a:defRPr/>
              </a:pPr>
              <a:r>
                <a:rPr kumimoji="1" lang="zh-CN" altLang="en-US" sz="1350">
                  <a:solidFill>
                    <a:schemeClr val="folHlink"/>
                  </a:solidFill>
                  <a:latin typeface="Times New Roman" panose="02020603050405020304" pitchFamily="18" charset="0"/>
                </a:rPr>
                <a:t>应用</a:t>
              </a:r>
            </a:p>
            <a:p>
              <a:pPr>
                <a:defRPr/>
              </a:pPr>
              <a:r>
                <a:rPr kumimoji="1" lang="zh-CN" altLang="en-US" sz="1350">
                  <a:solidFill>
                    <a:schemeClr val="folHlink"/>
                  </a:solidFill>
                  <a:latin typeface="Times New Roman" panose="02020603050405020304" pitchFamily="18" charset="0"/>
                </a:rPr>
                <a:t>进程</a:t>
              </a:r>
            </a:p>
          </p:txBody>
        </p:sp>
      </p:grpSp>
      <p:sp>
        <p:nvSpPr>
          <p:cNvPr id="798751" name="Rectangle 31">
            <a:extLst>
              <a:ext uri="{FF2B5EF4-FFF2-40B4-BE49-F238E27FC236}">
                <a16:creationId xmlns:a16="http://schemas.microsoft.com/office/drawing/2014/main" id="{3A55D693-B669-6D4E-A455-9725C2576BBD}"/>
              </a:ext>
            </a:extLst>
          </p:cNvPr>
          <p:cNvSpPr>
            <a:spLocks noChangeArrowheads="1"/>
          </p:cNvSpPr>
          <p:nvPr/>
        </p:nvSpPr>
        <p:spPr bwMode="auto">
          <a:xfrm>
            <a:off x="2329937" y="1551384"/>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sp>
        <p:nvSpPr>
          <p:cNvPr id="798752" name="Rectangle 32">
            <a:extLst>
              <a:ext uri="{FF2B5EF4-FFF2-40B4-BE49-F238E27FC236}">
                <a16:creationId xmlns:a16="http://schemas.microsoft.com/office/drawing/2014/main" id="{2A49B863-7C24-6146-8667-ABC63DF7993E}"/>
              </a:ext>
            </a:extLst>
          </p:cNvPr>
          <p:cNvSpPr>
            <a:spLocks noChangeArrowheads="1"/>
          </p:cNvSpPr>
          <p:nvPr/>
        </p:nvSpPr>
        <p:spPr bwMode="auto">
          <a:xfrm>
            <a:off x="6144700" y="1878807"/>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pic>
        <p:nvPicPr>
          <p:cNvPr id="798753" name="Picture 33">
            <a:extLst>
              <a:ext uri="{FF2B5EF4-FFF2-40B4-BE49-F238E27FC236}">
                <a16:creationId xmlns:a16="http://schemas.microsoft.com/office/drawing/2014/main" id="{5F5B0141-8329-8A4C-8D07-5FDEA6316617}"/>
              </a:ext>
            </a:extLst>
          </p:cNvPr>
          <p:cNvPicPr>
            <a:picLocks noChangeArrowheads="1"/>
          </p:cNvPicPr>
          <p:nvPr/>
        </p:nvPicPr>
        <p:blipFill>
          <a:blip r:embed="rId2"/>
          <a:srcRect/>
          <a:stretch>
            <a:fillRect/>
          </a:stretch>
        </p:blipFill>
        <p:spPr bwMode="auto">
          <a:xfrm>
            <a:off x="2513294" y="1062038"/>
            <a:ext cx="378619" cy="372665"/>
          </a:xfrm>
          <a:prstGeom prst="rect">
            <a:avLst/>
          </a:prstGeom>
          <a:noFill/>
          <a:ln>
            <a:noFill/>
          </a:ln>
          <a:effectLst/>
        </p:spPr>
      </p:pic>
      <p:pic>
        <p:nvPicPr>
          <p:cNvPr id="798754" name="Picture 34">
            <a:extLst>
              <a:ext uri="{FF2B5EF4-FFF2-40B4-BE49-F238E27FC236}">
                <a16:creationId xmlns:a16="http://schemas.microsoft.com/office/drawing/2014/main" id="{9F55B8C4-A8DF-484F-87FD-6282978458F6}"/>
              </a:ext>
            </a:extLst>
          </p:cNvPr>
          <p:cNvPicPr>
            <a:picLocks noChangeArrowheads="1"/>
          </p:cNvPicPr>
          <p:nvPr/>
        </p:nvPicPr>
        <p:blipFill>
          <a:blip r:embed="rId2"/>
          <a:srcRect/>
          <a:stretch>
            <a:fillRect/>
          </a:stretch>
        </p:blipFill>
        <p:spPr bwMode="auto">
          <a:xfrm>
            <a:off x="6328056" y="1062038"/>
            <a:ext cx="378619" cy="372665"/>
          </a:xfrm>
          <a:prstGeom prst="rect">
            <a:avLst/>
          </a:prstGeom>
          <a:noFill/>
          <a:ln>
            <a:noFill/>
          </a:ln>
          <a:effectLst/>
        </p:spPr>
      </p:pic>
      <p:sp>
        <p:nvSpPr>
          <p:cNvPr id="798755" name="Rectangle 35">
            <a:extLst>
              <a:ext uri="{FF2B5EF4-FFF2-40B4-BE49-F238E27FC236}">
                <a16:creationId xmlns:a16="http://schemas.microsoft.com/office/drawing/2014/main" id="{82DAD490-2848-E143-A462-9C39BCFA1873}"/>
              </a:ext>
            </a:extLst>
          </p:cNvPr>
          <p:cNvSpPr>
            <a:spLocks noChangeArrowheads="1"/>
          </p:cNvSpPr>
          <p:nvPr/>
        </p:nvSpPr>
        <p:spPr bwMode="auto">
          <a:xfrm>
            <a:off x="2806187" y="1038225"/>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798756" name="Rectangle 36">
            <a:extLst>
              <a:ext uri="{FF2B5EF4-FFF2-40B4-BE49-F238E27FC236}">
                <a16:creationId xmlns:a16="http://schemas.microsoft.com/office/drawing/2014/main" id="{D7C05796-0EE5-B44F-9FF7-70B4C707CD5B}"/>
              </a:ext>
            </a:extLst>
          </p:cNvPr>
          <p:cNvSpPr>
            <a:spLocks noChangeArrowheads="1"/>
          </p:cNvSpPr>
          <p:nvPr/>
        </p:nvSpPr>
        <p:spPr bwMode="auto">
          <a:xfrm>
            <a:off x="6181609" y="1038225"/>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798757" name="Rectangle 37">
            <a:extLst>
              <a:ext uri="{FF2B5EF4-FFF2-40B4-BE49-F238E27FC236}">
                <a16:creationId xmlns:a16="http://schemas.microsoft.com/office/drawing/2014/main" id="{B1CE96E8-48BD-4443-A811-048641404C1D}"/>
              </a:ext>
            </a:extLst>
          </p:cNvPr>
          <p:cNvSpPr>
            <a:spLocks noChangeArrowheads="1"/>
          </p:cNvSpPr>
          <p:nvPr/>
        </p:nvSpPr>
        <p:spPr bwMode="auto">
          <a:xfrm>
            <a:off x="2128248" y="945315"/>
            <a:ext cx="48330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dirty="0">
                <a:solidFill>
                  <a:schemeClr val="folHlink"/>
                </a:solidFill>
                <a:latin typeface="Times New Roman" panose="02020603050405020304" pitchFamily="18" charset="0"/>
              </a:rPr>
              <a:t>客户</a:t>
            </a:r>
          </a:p>
        </p:txBody>
      </p:sp>
      <p:sp>
        <p:nvSpPr>
          <p:cNvPr id="798758" name="Rectangle 38">
            <a:extLst>
              <a:ext uri="{FF2B5EF4-FFF2-40B4-BE49-F238E27FC236}">
                <a16:creationId xmlns:a16="http://schemas.microsoft.com/office/drawing/2014/main" id="{A343438C-9EB8-4F4B-A5A4-5D1A9E7CD419}"/>
              </a:ext>
            </a:extLst>
          </p:cNvPr>
          <p:cNvSpPr>
            <a:spLocks noChangeArrowheads="1"/>
          </p:cNvSpPr>
          <p:nvPr/>
        </p:nvSpPr>
        <p:spPr bwMode="auto">
          <a:xfrm>
            <a:off x="5639173" y="1041696"/>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dirty="0">
                <a:solidFill>
                  <a:schemeClr val="folHlink"/>
                </a:solidFill>
                <a:latin typeface="Times New Roman" panose="02020603050405020304" pitchFamily="18" charset="0"/>
              </a:rPr>
              <a:t>服务器</a:t>
            </a:r>
          </a:p>
        </p:txBody>
      </p:sp>
      <p:sp>
        <p:nvSpPr>
          <p:cNvPr id="798759" name="Rectangle 39">
            <a:extLst>
              <a:ext uri="{FF2B5EF4-FFF2-40B4-BE49-F238E27FC236}">
                <a16:creationId xmlns:a16="http://schemas.microsoft.com/office/drawing/2014/main" id="{CE71FEF1-3A33-174C-98A5-220CE7E35E29}"/>
              </a:ext>
            </a:extLst>
          </p:cNvPr>
          <p:cNvSpPr>
            <a:spLocks noChangeArrowheads="1"/>
          </p:cNvSpPr>
          <p:nvPr/>
        </p:nvSpPr>
        <p:spPr bwMode="auto">
          <a:xfrm rot="20971112">
            <a:off x="4404757" y="3068220"/>
            <a:ext cx="829555" cy="275076"/>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sp>
        <p:nvSpPr>
          <p:cNvPr id="798762" name="Text Box 42">
            <a:extLst>
              <a:ext uri="{FF2B5EF4-FFF2-40B4-BE49-F238E27FC236}">
                <a16:creationId xmlns:a16="http://schemas.microsoft.com/office/drawing/2014/main" id="{E4F16C79-A4EA-1E41-BECC-CAE87237F551}"/>
              </a:ext>
            </a:extLst>
          </p:cNvPr>
          <p:cNvSpPr txBox="1">
            <a:spLocks noChangeArrowheads="1"/>
          </p:cNvSpPr>
          <p:nvPr/>
        </p:nvSpPr>
        <p:spPr bwMode="auto">
          <a:xfrm>
            <a:off x="235527" y="4617496"/>
            <a:ext cx="8478975" cy="415498"/>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buFontTx/>
              <a:buChar char="•"/>
              <a:defRPr/>
            </a:pPr>
            <a:r>
              <a:rPr lang="en-US" altLang="zh-CN" sz="2100">
                <a:solidFill>
                  <a:schemeClr val="folHlink"/>
                </a:solidFill>
                <a:latin typeface="Arial" panose="020B0604020202020204" pitchFamily="34" charset="0"/>
              </a:rPr>
              <a:t>  A </a:t>
            </a:r>
            <a:r>
              <a:rPr lang="zh-CN" altLang="en-US" sz="2100">
                <a:solidFill>
                  <a:schemeClr val="folHlink"/>
                </a:solidFill>
                <a:latin typeface="Arial" panose="020B0604020202020204" pitchFamily="34" charset="0"/>
              </a:rPr>
              <a:t>收到连接释放报文段后，必须发出确认。 </a:t>
            </a:r>
          </a:p>
        </p:txBody>
      </p:sp>
      <p:grpSp>
        <p:nvGrpSpPr>
          <p:cNvPr id="798765" name="Group 45">
            <a:extLst>
              <a:ext uri="{FF2B5EF4-FFF2-40B4-BE49-F238E27FC236}">
                <a16:creationId xmlns:a16="http://schemas.microsoft.com/office/drawing/2014/main" id="{BC7D51CB-4DCE-F94B-9F3D-8E06BDD306C2}"/>
              </a:ext>
            </a:extLst>
          </p:cNvPr>
          <p:cNvGrpSpPr>
            <a:grpSpLocks/>
          </p:cNvGrpSpPr>
          <p:nvPr/>
        </p:nvGrpSpPr>
        <p:grpSpPr bwMode="auto">
          <a:xfrm>
            <a:off x="3060981" y="4002881"/>
            <a:ext cx="3100388" cy="577453"/>
            <a:chOff x="1614" y="3081"/>
            <a:chExt cx="2604" cy="485"/>
          </a:xfrm>
        </p:grpSpPr>
        <p:sp>
          <p:nvSpPr>
            <p:cNvPr id="798763" name="Rectangle 43">
              <a:extLst>
                <a:ext uri="{FF2B5EF4-FFF2-40B4-BE49-F238E27FC236}">
                  <a16:creationId xmlns:a16="http://schemas.microsoft.com/office/drawing/2014/main" id="{8A4E7891-5BF9-2A46-AF6F-C727A3D94E72}"/>
                </a:ext>
              </a:extLst>
            </p:cNvPr>
            <p:cNvSpPr>
              <a:spLocks noChangeArrowheads="1"/>
            </p:cNvSpPr>
            <p:nvPr/>
          </p:nvSpPr>
          <p:spPr bwMode="auto">
            <a:xfrm rot="610931">
              <a:off x="2012" y="3121"/>
              <a:ext cx="2131" cy="231"/>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ACK = 1, seq = u + 1, ack = w </a:t>
              </a:r>
              <a:r>
                <a:rPr kumimoji="1" lang="en-US" altLang="zh-CN" sz="1350" b="1">
                  <a:solidFill>
                    <a:schemeClr val="folHlink"/>
                  </a:solidFill>
                  <a:latin typeface="Times New Roman" charset="0"/>
                  <a:ea typeface="黑体" charset="-122"/>
                  <a:sym typeface="Symbol" charset="2"/>
                </a:rPr>
                <a:t></a:t>
              </a:r>
              <a:r>
                <a:rPr kumimoji="1" lang="en-US" altLang="zh-CN" sz="1350">
                  <a:solidFill>
                    <a:schemeClr val="folHlink"/>
                  </a:solidFill>
                  <a:latin typeface="Times New Roman" charset="0"/>
                  <a:ea typeface="黑体" charset="-122"/>
                  <a:sym typeface="Symbol" charset="2"/>
                </a:rPr>
                <a:t> 1</a:t>
              </a:r>
            </a:p>
          </p:txBody>
        </p:sp>
        <p:sp>
          <p:nvSpPr>
            <p:cNvPr id="798764" name="Line 44">
              <a:extLst>
                <a:ext uri="{FF2B5EF4-FFF2-40B4-BE49-F238E27FC236}">
                  <a16:creationId xmlns:a16="http://schemas.microsoft.com/office/drawing/2014/main" id="{89D66801-43D8-0746-B6A8-CD035AE90912}"/>
                </a:ext>
              </a:extLst>
            </p:cNvPr>
            <p:cNvSpPr>
              <a:spLocks noChangeShapeType="1"/>
            </p:cNvSpPr>
            <p:nvPr/>
          </p:nvSpPr>
          <p:spPr bwMode="auto">
            <a:xfrm>
              <a:off x="1614" y="3081"/>
              <a:ext cx="2604" cy="485"/>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sp>
        <p:nvSpPr>
          <p:cNvPr id="2" name="幻灯片编号占位符 1">
            <a:extLst>
              <a:ext uri="{FF2B5EF4-FFF2-40B4-BE49-F238E27FC236}">
                <a16:creationId xmlns:a16="http://schemas.microsoft.com/office/drawing/2014/main" id="{63601B9E-C897-0F4B-B1EF-D2BBF545D25C}"/>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4F997181-6E0E-9842-940C-3EC5C10230D4}" type="slidenum">
              <a:rPr lang="en-US" altLang="zh-CN" sz="1050"/>
              <a:pPr>
                <a:defRPr/>
              </a:pPr>
              <a:t>121</a:t>
            </a:fld>
            <a:endParaRPr lang="en-US" altLang="zh-CN" sz="1050"/>
          </a:p>
        </p:txBody>
      </p:sp>
      <p:sp>
        <p:nvSpPr>
          <p:cNvPr id="3" name="标题 2">
            <a:extLst>
              <a:ext uri="{FF2B5EF4-FFF2-40B4-BE49-F238E27FC236}">
                <a16:creationId xmlns:a16="http://schemas.microsoft.com/office/drawing/2014/main" id="{B9CD9CB3-83CB-D14A-93EA-E08938EC8768}"/>
              </a:ext>
            </a:extLst>
          </p:cNvPr>
          <p:cNvSpPr>
            <a:spLocks noGrp="1"/>
          </p:cNvSpPr>
          <p:nvPr>
            <p:ph type="title"/>
          </p:nvPr>
        </p:nvSpPr>
        <p:spPr/>
        <p:txBody>
          <a:bodyPr/>
          <a:lstStyle/>
          <a:p>
            <a:r>
              <a:rPr lang="en-US" altLang="zh-CN" dirty="0">
                <a:latin typeface="Arial" panose="020B0604020202020204" pitchFamily="34" charset="0"/>
              </a:rPr>
              <a:t>5.9.2   TCP</a:t>
            </a:r>
            <a:r>
              <a:rPr lang="en-US" altLang="zh-CN" b="1" dirty="0">
                <a:latin typeface="Arial" panose="020B0604020202020204" pitchFamily="34" charset="0"/>
              </a:rPr>
              <a:t> </a:t>
            </a:r>
            <a:r>
              <a:rPr lang="zh-CN" altLang="en-US" dirty="0">
                <a:latin typeface="Arial" panose="020B0604020202020204" pitchFamily="34" charset="0"/>
              </a:rPr>
              <a:t>的连接释放 </a:t>
            </a:r>
            <a:endParaRPr kumimoji="1" lang="zh-CN" altLang="en-US" dirty="0"/>
          </a:p>
        </p:txBody>
      </p:sp>
    </p:spTree>
    <p:extLst>
      <p:ext uri="{BB962C8B-B14F-4D97-AF65-F5344CB8AC3E}">
        <p14:creationId xmlns:p14="http://schemas.microsoft.com/office/powerpoint/2010/main" val="11717233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1000"/>
                                  </p:stCondLst>
                                  <p:childTnLst>
                                    <p:set>
                                      <p:cBhvr>
                                        <p:cTn id="6" dur="1" fill="hold">
                                          <p:stCondLst>
                                            <p:cond delay="0"/>
                                          </p:stCondLst>
                                        </p:cTn>
                                        <p:tgtEl>
                                          <p:spTgt spid="798765"/>
                                        </p:tgtEl>
                                        <p:attrNameLst>
                                          <p:attrName>style.visibility</p:attrName>
                                        </p:attrNameLst>
                                      </p:cBhvr>
                                      <p:to>
                                        <p:strVal val="visible"/>
                                      </p:to>
                                    </p:set>
                                    <p:animEffect transition="in" filter="wipe(left)">
                                      <p:cBhvr>
                                        <p:cTn id="7" dur="500"/>
                                        <p:tgtEl>
                                          <p:spTgt spid="7987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2929" name="Group 2">
            <a:extLst>
              <a:ext uri="{FF2B5EF4-FFF2-40B4-BE49-F238E27FC236}">
                <a16:creationId xmlns:a16="http://schemas.microsoft.com/office/drawing/2014/main" id="{1EA6513B-39C7-F34F-A6EB-1185AB839776}"/>
              </a:ext>
            </a:extLst>
          </p:cNvPr>
          <p:cNvGrpSpPr>
            <a:grpSpLocks/>
          </p:cNvGrpSpPr>
          <p:nvPr/>
        </p:nvGrpSpPr>
        <p:grpSpPr bwMode="auto">
          <a:xfrm>
            <a:off x="3021690" y="2096690"/>
            <a:ext cx="3186113" cy="3046810"/>
            <a:chOff x="1474" y="1888"/>
            <a:chExt cx="2676" cy="2432"/>
          </a:xfrm>
        </p:grpSpPr>
        <p:sp>
          <p:nvSpPr>
            <p:cNvPr id="799747" name="Line 3">
              <a:extLst>
                <a:ext uri="{FF2B5EF4-FFF2-40B4-BE49-F238E27FC236}">
                  <a16:creationId xmlns:a16="http://schemas.microsoft.com/office/drawing/2014/main" id="{A668E5B5-2EE6-4A4E-A8FD-F33FBD34E6EC}"/>
                </a:ext>
              </a:extLst>
            </p:cNvPr>
            <p:cNvSpPr>
              <a:spLocks noChangeShapeType="1"/>
            </p:cNvSpPr>
            <p:nvPr/>
          </p:nvSpPr>
          <p:spPr bwMode="auto">
            <a:xfrm>
              <a:off x="1474"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sp>
          <p:nvSpPr>
            <p:cNvPr id="799748" name="Line 4">
              <a:extLst>
                <a:ext uri="{FF2B5EF4-FFF2-40B4-BE49-F238E27FC236}">
                  <a16:creationId xmlns:a16="http://schemas.microsoft.com/office/drawing/2014/main" id="{D83E6730-C618-A247-BC2F-EFF2649FAD00}"/>
                </a:ext>
              </a:extLst>
            </p:cNvPr>
            <p:cNvSpPr>
              <a:spLocks noChangeShapeType="1"/>
            </p:cNvSpPr>
            <p:nvPr/>
          </p:nvSpPr>
          <p:spPr bwMode="auto">
            <a:xfrm>
              <a:off x="4150" y="1888"/>
              <a:ext cx="0" cy="2432"/>
            </a:xfrm>
            <a:prstGeom prst="line">
              <a:avLst/>
            </a:prstGeom>
            <a:noFill/>
            <a:ln w="28575">
              <a:solidFill>
                <a:schemeClr val="folHlink"/>
              </a:solidFill>
              <a:round/>
              <a:headEnd/>
              <a:tailEnd type="triangle" w="med" len="lg"/>
            </a:ln>
            <a:effectLst/>
          </p:spPr>
          <p:txBody>
            <a:bodyPr/>
            <a:lstStyle/>
            <a:p>
              <a:pPr eaLnBrk="1" hangingPunct="1">
                <a:defRPr/>
              </a:pPr>
              <a:endParaRPr lang="zh-CN" altLang="en-US">
                <a:latin typeface="Tahoma" charset="0"/>
                <a:ea typeface="宋体" charset="-122"/>
                <a:cs typeface="+mn-cs"/>
              </a:endParaRPr>
            </a:p>
          </p:txBody>
        </p:sp>
      </p:grpSp>
      <p:sp>
        <p:nvSpPr>
          <p:cNvPr id="799749" name="AutoShape 5">
            <a:extLst>
              <a:ext uri="{FF2B5EF4-FFF2-40B4-BE49-F238E27FC236}">
                <a16:creationId xmlns:a16="http://schemas.microsoft.com/office/drawing/2014/main" id="{1215E71C-B0BB-944F-A045-1146996B8D16}"/>
              </a:ext>
            </a:extLst>
          </p:cNvPr>
          <p:cNvSpPr>
            <a:spLocks noChangeArrowheads="1"/>
          </p:cNvSpPr>
          <p:nvPr/>
        </p:nvSpPr>
        <p:spPr bwMode="auto">
          <a:xfrm rot="20948448">
            <a:off x="3978954" y="3256359"/>
            <a:ext cx="507206" cy="177404"/>
          </a:xfrm>
          <a:prstGeom prst="leftArrow">
            <a:avLst>
              <a:gd name="adj1" fmla="val 53620"/>
              <a:gd name="adj2" fmla="val 119816"/>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99750" name="AutoShape 6">
            <a:extLst>
              <a:ext uri="{FF2B5EF4-FFF2-40B4-BE49-F238E27FC236}">
                <a16:creationId xmlns:a16="http://schemas.microsoft.com/office/drawing/2014/main" id="{783BB49B-C45F-0044-9C71-89BE5936B471}"/>
              </a:ext>
            </a:extLst>
          </p:cNvPr>
          <p:cNvSpPr>
            <a:spLocks noChangeArrowheads="1"/>
          </p:cNvSpPr>
          <p:nvPr/>
        </p:nvSpPr>
        <p:spPr bwMode="auto">
          <a:xfrm>
            <a:off x="3761069" y="1732359"/>
            <a:ext cx="1788319" cy="189310"/>
          </a:xfrm>
          <a:prstGeom prst="leftRightArrow">
            <a:avLst>
              <a:gd name="adj1" fmla="val 55880"/>
              <a:gd name="adj2" fmla="val 108285"/>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grpSp>
        <p:nvGrpSpPr>
          <p:cNvPr id="252932" name="Group 7">
            <a:extLst>
              <a:ext uri="{FF2B5EF4-FFF2-40B4-BE49-F238E27FC236}">
                <a16:creationId xmlns:a16="http://schemas.microsoft.com/office/drawing/2014/main" id="{9687ECA9-26BE-6F43-AC99-A9ACD7BF40DA}"/>
              </a:ext>
            </a:extLst>
          </p:cNvPr>
          <p:cNvGrpSpPr>
            <a:grpSpLocks/>
          </p:cNvGrpSpPr>
          <p:nvPr/>
        </p:nvGrpSpPr>
        <p:grpSpPr bwMode="auto">
          <a:xfrm>
            <a:off x="3060981" y="2101452"/>
            <a:ext cx="3100388" cy="576263"/>
            <a:chOff x="1614" y="1484"/>
            <a:chExt cx="2604" cy="484"/>
          </a:xfrm>
        </p:grpSpPr>
        <p:sp>
          <p:nvSpPr>
            <p:cNvPr id="799752" name="Rectangle 8">
              <a:extLst>
                <a:ext uri="{FF2B5EF4-FFF2-40B4-BE49-F238E27FC236}">
                  <a16:creationId xmlns:a16="http://schemas.microsoft.com/office/drawing/2014/main" id="{F781F403-BC6F-F04A-913C-CCB3788BB110}"/>
                </a:ext>
              </a:extLst>
            </p:cNvPr>
            <p:cNvSpPr>
              <a:spLocks noChangeArrowheads="1"/>
            </p:cNvSpPr>
            <p:nvPr/>
          </p:nvSpPr>
          <p:spPr bwMode="auto">
            <a:xfrm rot="597975">
              <a:off x="2490" y="1517"/>
              <a:ext cx="1179" cy="25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chemeClr val="folHlink"/>
                  </a:solidFill>
                  <a:latin typeface="Times New Roman" charset="0"/>
                  <a:ea typeface="黑体" charset="-122"/>
                </a:rPr>
                <a:t>FIN = 1, seq = u</a:t>
              </a:r>
            </a:p>
          </p:txBody>
        </p:sp>
        <p:sp>
          <p:nvSpPr>
            <p:cNvPr id="799753" name="Line 9">
              <a:extLst>
                <a:ext uri="{FF2B5EF4-FFF2-40B4-BE49-F238E27FC236}">
                  <a16:creationId xmlns:a16="http://schemas.microsoft.com/office/drawing/2014/main" id="{91D2794D-60D1-5F45-A303-1FF35651D28B}"/>
                </a:ext>
              </a:extLst>
            </p:cNvPr>
            <p:cNvSpPr>
              <a:spLocks noChangeShapeType="1"/>
            </p:cNvSpPr>
            <p:nvPr/>
          </p:nvSpPr>
          <p:spPr bwMode="auto">
            <a:xfrm>
              <a:off x="1614" y="1484"/>
              <a:ext cx="2604" cy="484"/>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52933" name="Group 10">
            <a:extLst>
              <a:ext uri="{FF2B5EF4-FFF2-40B4-BE49-F238E27FC236}">
                <a16:creationId xmlns:a16="http://schemas.microsoft.com/office/drawing/2014/main" id="{4D34645B-D51B-F94F-B701-770F0FDE3358}"/>
              </a:ext>
            </a:extLst>
          </p:cNvPr>
          <p:cNvGrpSpPr>
            <a:grpSpLocks/>
          </p:cNvGrpSpPr>
          <p:nvPr/>
        </p:nvGrpSpPr>
        <p:grpSpPr bwMode="auto">
          <a:xfrm>
            <a:off x="3071697" y="2709863"/>
            <a:ext cx="3100388" cy="577453"/>
            <a:chOff x="1623" y="1995"/>
            <a:chExt cx="2604" cy="485"/>
          </a:xfrm>
        </p:grpSpPr>
        <p:sp>
          <p:nvSpPr>
            <p:cNvPr id="799755" name="Rectangle 11">
              <a:extLst>
                <a:ext uri="{FF2B5EF4-FFF2-40B4-BE49-F238E27FC236}">
                  <a16:creationId xmlns:a16="http://schemas.microsoft.com/office/drawing/2014/main" id="{D6D09601-CDF9-E042-9473-DB30BB788A92}"/>
                </a:ext>
              </a:extLst>
            </p:cNvPr>
            <p:cNvSpPr>
              <a:spLocks noChangeArrowheads="1"/>
            </p:cNvSpPr>
            <p:nvPr/>
          </p:nvSpPr>
          <p:spPr bwMode="auto">
            <a:xfrm rot="20990024" flipH="1">
              <a:off x="1932" y="2020"/>
              <a:ext cx="1825"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ACK = 1, seq = v, ack= u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sp>
          <p:nvSpPr>
            <p:cNvPr id="799756" name="Line 12">
              <a:extLst>
                <a:ext uri="{FF2B5EF4-FFF2-40B4-BE49-F238E27FC236}">
                  <a16:creationId xmlns:a16="http://schemas.microsoft.com/office/drawing/2014/main" id="{4CAECB7A-1773-1248-B8FC-2933185B2FAA}"/>
                </a:ext>
              </a:extLst>
            </p:cNvPr>
            <p:cNvSpPr>
              <a:spLocks noChangeShapeType="1"/>
            </p:cNvSpPr>
            <p:nvPr/>
          </p:nvSpPr>
          <p:spPr bwMode="auto">
            <a:xfrm flipH="1">
              <a:off x="1623" y="1995"/>
              <a:ext cx="2604" cy="485"/>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52934" name="Group 13">
            <a:extLst>
              <a:ext uri="{FF2B5EF4-FFF2-40B4-BE49-F238E27FC236}">
                <a16:creationId xmlns:a16="http://schemas.microsoft.com/office/drawing/2014/main" id="{06A55663-6E4C-4045-92D9-945D3376AB1E}"/>
              </a:ext>
            </a:extLst>
          </p:cNvPr>
          <p:cNvGrpSpPr>
            <a:grpSpLocks/>
          </p:cNvGrpSpPr>
          <p:nvPr/>
        </p:nvGrpSpPr>
        <p:grpSpPr bwMode="auto">
          <a:xfrm>
            <a:off x="3045503" y="3400424"/>
            <a:ext cx="3100388" cy="589360"/>
            <a:chOff x="1601" y="2575"/>
            <a:chExt cx="2604" cy="495"/>
          </a:xfrm>
        </p:grpSpPr>
        <p:sp>
          <p:nvSpPr>
            <p:cNvPr id="799758" name="Line 14">
              <a:extLst>
                <a:ext uri="{FF2B5EF4-FFF2-40B4-BE49-F238E27FC236}">
                  <a16:creationId xmlns:a16="http://schemas.microsoft.com/office/drawing/2014/main" id="{D75631E3-F3B1-6E42-A249-C84710C0ED2E}"/>
                </a:ext>
              </a:extLst>
            </p:cNvPr>
            <p:cNvSpPr>
              <a:spLocks noChangeShapeType="1"/>
            </p:cNvSpPr>
            <p:nvPr/>
          </p:nvSpPr>
          <p:spPr bwMode="auto">
            <a:xfrm flipH="1">
              <a:off x="1601" y="2585"/>
              <a:ext cx="2604" cy="485"/>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99759" name="Rectangle 15">
              <a:extLst>
                <a:ext uri="{FF2B5EF4-FFF2-40B4-BE49-F238E27FC236}">
                  <a16:creationId xmlns:a16="http://schemas.microsoft.com/office/drawing/2014/main" id="{A2CA7D4A-3832-D544-9026-C4A10F738B84}"/>
                </a:ext>
              </a:extLst>
            </p:cNvPr>
            <p:cNvSpPr>
              <a:spLocks noChangeArrowheads="1"/>
            </p:cNvSpPr>
            <p:nvPr/>
          </p:nvSpPr>
          <p:spPr bwMode="auto">
            <a:xfrm rot="20943314" flipH="1">
              <a:off x="1805" y="2575"/>
              <a:ext cx="2384"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FIN = 1, ACK = 1, seq = w, ack= u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grpSp>
      <p:sp>
        <p:nvSpPr>
          <p:cNvPr id="799760" name="Rectangle 16">
            <a:extLst>
              <a:ext uri="{FF2B5EF4-FFF2-40B4-BE49-F238E27FC236}">
                <a16:creationId xmlns:a16="http://schemas.microsoft.com/office/drawing/2014/main" id="{BC6241B0-A416-7147-AEBC-44BFBCCE69C9}"/>
              </a:ext>
            </a:extLst>
          </p:cNvPr>
          <p:cNvSpPr>
            <a:spLocks noChangeArrowheads="1"/>
          </p:cNvSpPr>
          <p:nvPr/>
        </p:nvSpPr>
        <p:spPr bwMode="auto">
          <a:xfrm>
            <a:off x="2344225" y="1543050"/>
            <a:ext cx="715566" cy="504825"/>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9761" name="Rectangle 17">
            <a:extLst>
              <a:ext uri="{FF2B5EF4-FFF2-40B4-BE49-F238E27FC236}">
                <a16:creationId xmlns:a16="http://schemas.microsoft.com/office/drawing/2014/main" id="{9DF04157-5DAF-C743-9E12-388AA9626852}"/>
              </a:ext>
            </a:extLst>
          </p:cNvPr>
          <p:cNvSpPr>
            <a:spLocks noChangeArrowheads="1"/>
          </p:cNvSpPr>
          <p:nvPr/>
        </p:nvSpPr>
        <p:spPr bwMode="auto">
          <a:xfrm>
            <a:off x="6158988" y="1543050"/>
            <a:ext cx="716756" cy="1109663"/>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grpSp>
        <p:nvGrpSpPr>
          <p:cNvPr id="252937" name="Group 18">
            <a:extLst>
              <a:ext uri="{FF2B5EF4-FFF2-40B4-BE49-F238E27FC236}">
                <a16:creationId xmlns:a16="http://schemas.microsoft.com/office/drawing/2014/main" id="{8465094D-733B-8846-93D1-DBC0C868F5B5}"/>
              </a:ext>
            </a:extLst>
          </p:cNvPr>
          <p:cNvGrpSpPr>
            <a:grpSpLocks/>
          </p:cNvGrpSpPr>
          <p:nvPr/>
        </p:nvGrpSpPr>
        <p:grpSpPr bwMode="auto">
          <a:xfrm>
            <a:off x="2270406" y="1481137"/>
            <a:ext cx="4708922" cy="61913"/>
            <a:chOff x="1020" y="481"/>
            <a:chExt cx="4037" cy="46"/>
          </a:xfrm>
        </p:grpSpPr>
        <p:sp>
          <p:nvSpPr>
            <p:cNvPr id="799763" name="Line 19">
              <a:extLst>
                <a:ext uri="{FF2B5EF4-FFF2-40B4-BE49-F238E27FC236}">
                  <a16:creationId xmlns:a16="http://schemas.microsoft.com/office/drawing/2014/main" id="{3CB61D45-FED1-6C42-9C83-619AAEE2621C}"/>
                </a:ext>
              </a:extLst>
            </p:cNvPr>
            <p:cNvSpPr>
              <a:spLocks noChangeShapeType="1"/>
            </p:cNvSpPr>
            <p:nvPr/>
          </p:nvSpPr>
          <p:spPr bwMode="auto">
            <a:xfrm>
              <a:off x="1020" y="527"/>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799764" name="Line 20">
              <a:extLst>
                <a:ext uri="{FF2B5EF4-FFF2-40B4-BE49-F238E27FC236}">
                  <a16:creationId xmlns:a16="http://schemas.microsoft.com/office/drawing/2014/main" id="{B8326B5F-F916-624C-BABF-165CE67C401E}"/>
                </a:ext>
              </a:extLst>
            </p:cNvPr>
            <p:cNvSpPr>
              <a:spLocks noChangeShapeType="1"/>
            </p:cNvSpPr>
            <p:nvPr/>
          </p:nvSpPr>
          <p:spPr bwMode="auto">
            <a:xfrm>
              <a:off x="1020" y="481"/>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grpSp>
      <p:grpSp>
        <p:nvGrpSpPr>
          <p:cNvPr id="252938" name="Group 21">
            <a:extLst>
              <a:ext uri="{FF2B5EF4-FFF2-40B4-BE49-F238E27FC236}">
                <a16:creationId xmlns:a16="http://schemas.microsoft.com/office/drawing/2014/main" id="{36AC9CB4-1820-944F-8EDA-6A38C5723F30}"/>
              </a:ext>
            </a:extLst>
          </p:cNvPr>
          <p:cNvGrpSpPr>
            <a:grpSpLocks/>
          </p:cNvGrpSpPr>
          <p:nvPr/>
        </p:nvGrpSpPr>
        <p:grpSpPr bwMode="auto">
          <a:xfrm>
            <a:off x="1513168" y="1277541"/>
            <a:ext cx="1052513" cy="812006"/>
            <a:chOff x="314" y="792"/>
            <a:chExt cx="884" cy="682"/>
          </a:xfrm>
        </p:grpSpPr>
        <p:sp>
          <p:nvSpPr>
            <p:cNvPr id="799766" name="Freeform 22">
              <a:extLst>
                <a:ext uri="{FF2B5EF4-FFF2-40B4-BE49-F238E27FC236}">
                  <a16:creationId xmlns:a16="http://schemas.microsoft.com/office/drawing/2014/main" id="{C44F7978-BDD7-9B4B-9B5E-D2E4F0B8F17F}"/>
                </a:ext>
              </a:extLst>
            </p:cNvPr>
            <p:cNvSpPr>
              <a:spLocks/>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9767" name="Rectangle 23">
              <a:extLst>
                <a:ext uri="{FF2B5EF4-FFF2-40B4-BE49-F238E27FC236}">
                  <a16:creationId xmlns:a16="http://schemas.microsoft.com/office/drawing/2014/main" id="{F657CE74-C9FF-A342-A2C9-F3AECD9AABE1}"/>
                </a:ext>
              </a:extLst>
            </p:cNvPr>
            <p:cNvSpPr>
              <a:spLocks noChangeArrowheads="1"/>
            </p:cNvSpPr>
            <p:nvPr/>
          </p:nvSpPr>
          <p:spPr bwMode="auto">
            <a:xfrm>
              <a:off x="314" y="1227"/>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主动关闭</a:t>
              </a:r>
            </a:p>
          </p:txBody>
        </p:sp>
      </p:grpSp>
      <p:grpSp>
        <p:nvGrpSpPr>
          <p:cNvPr id="252939" name="Group 24">
            <a:extLst>
              <a:ext uri="{FF2B5EF4-FFF2-40B4-BE49-F238E27FC236}">
                <a16:creationId xmlns:a16="http://schemas.microsoft.com/office/drawing/2014/main" id="{582C3CBD-D710-3D4A-83B5-6EDF2E5D2E03}"/>
              </a:ext>
            </a:extLst>
          </p:cNvPr>
          <p:cNvGrpSpPr>
            <a:grpSpLocks/>
          </p:cNvGrpSpPr>
          <p:nvPr/>
        </p:nvGrpSpPr>
        <p:grpSpPr bwMode="auto">
          <a:xfrm>
            <a:off x="6698341" y="1227534"/>
            <a:ext cx="1056084" cy="2178844"/>
            <a:chOff x="4669" y="750"/>
            <a:chExt cx="887" cy="1830"/>
          </a:xfrm>
        </p:grpSpPr>
        <p:sp>
          <p:nvSpPr>
            <p:cNvPr id="799769" name="Freeform 25">
              <a:extLst>
                <a:ext uri="{FF2B5EF4-FFF2-40B4-BE49-F238E27FC236}">
                  <a16:creationId xmlns:a16="http://schemas.microsoft.com/office/drawing/2014/main" id="{3A942D88-FCFB-9E4C-BCD4-8C1A8C8949E4}"/>
                </a:ext>
              </a:extLst>
            </p:cNvPr>
            <p:cNvSpPr>
              <a:spLocks/>
            </p:cNvSpPr>
            <p:nvPr/>
          </p:nvSpPr>
          <p:spPr bwMode="auto">
            <a:xfrm>
              <a:off x="4669" y="750"/>
              <a:ext cx="887" cy="1830"/>
            </a:xfrm>
            <a:custGeom>
              <a:avLst/>
              <a:gdLst>
                <a:gd name="T0" fmla="*/ 0 w 868"/>
                <a:gd name="T1" fmla="*/ 0 h 1493"/>
                <a:gd name="T2" fmla="*/ 887 w 868"/>
                <a:gd name="T3" fmla="*/ 9 h 1493"/>
                <a:gd name="T4" fmla="*/ 887 w 868"/>
                <a:gd name="T5" fmla="*/ 1830 h 1493"/>
                <a:gd name="T6" fmla="*/ 127 w 868"/>
                <a:gd name="T7" fmla="*/ 1830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9770" name="Rectangle 26">
              <a:extLst>
                <a:ext uri="{FF2B5EF4-FFF2-40B4-BE49-F238E27FC236}">
                  <a16:creationId xmlns:a16="http://schemas.microsoft.com/office/drawing/2014/main" id="{5D67451B-DEA3-6546-8FB2-4F7FF41112D2}"/>
                </a:ext>
              </a:extLst>
            </p:cNvPr>
            <p:cNvSpPr>
              <a:spLocks noChangeArrowheads="1"/>
            </p:cNvSpPr>
            <p:nvPr/>
          </p:nvSpPr>
          <p:spPr bwMode="auto">
            <a:xfrm>
              <a:off x="4855" y="2306"/>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被动关闭</a:t>
              </a:r>
            </a:p>
          </p:txBody>
        </p:sp>
      </p:grpSp>
      <p:sp>
        <p:nvSpPr>
          <p:cNvPr id="799771" name="Rectangle 27">
            <a:extLst>
              <a:ext uri="{FF2B5EF4-FFF2-40B4-BE49-F238E27FC236}">
                <a16:creationId xmlns:a16="http://schemas.microsoft.com/office/drawing/2014/main" id="{3BF824E2-A48B-2742-A6DC-25CD144C1AB7}"/>
              </a:ext>
            </a:extLst>
          </p:cNvPr>
          <p:cNvSpPr>
            <a:spLocks noChangeArrowheads="1"/>
          </p:cNvSpPr>
          <p:nvPr/>
        </p:nvSpPr>
        <p:spPr bwMode="auto">
          <a:xfrm>
            <a:off x="4237319" y="1668065"/>
            <a:ext cx="829555" cy="275076"/>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grpSp>
        <p:nvGrpSpPr>
          <p:cNvPr id="252941" name="Group 28">
            <a:extLst>
              <a:ext uri="{FF2B5EF4-FFF2-40B4-BE49-F238E27FC236}">
                <a16:creationId xmlns:a16="http://schemas.microsoft.com/office/drawing/2014/main" id="{E3B1DBCA-A80A-6A4B-A794-1AB5D5BC0597}"/>
              </a:ext>
            </a:extLst>
          </p:cNvPr>
          <p:cNvGrpSpPr>
            <a:grpSpLocks/>
          </p:cNvGrpSpPr>
          <p:nvPr/>
        </p:nvGrpSpPr>
        <p:grpSpPr bwMode="auto">
          <a:xfrm>
            <a:off x="6729301" y="1366837"/>
            <a:ext cx="902495" cy="1341834"/>
            <a:chOff x="4695" y="867"/>
            <a:chExt cx="758" cy="1127"/>
          </a:xfrm>
        </p:grpSpPr>
        <p:sp>
          <p:nvSpPr>
            <p:cNvPr id="799773" name="Freeform 29">
              <a:extLst>
                <a:ext uri="{FF2B5EF4-FFF2-40B4-BE49-F238E27FC236}">
                  <a16:creationId xmlns:a16="http://schemas.microsoft.com/office/drawing/2014/main" id="{F32ACFA6-1730-5141-8619-A1F7F5E33441}"/>
                </a:ext>
              </a:extLst>
            </p:cNvPr>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9774" name="Rectangle 30">
              <a:extLst>
                <a:ext uri="{FF2B5EF4-FFF2-40B4-BE49-F238E27FC236}">
                  <a16:creationId xmlns:a16="http://schemas.microsoft.com/office/drawing/2014/main" id="{B8A9179A-C290-9A4C-982C-FC097A26BECE}"/>
                </a:ext>
              </a:extLst>
            </p:cNvPr>
            <p:cNvSpPr>
              <a:spLocks noChangeArrowheads="1"/>
            </p:cNvSpPr>
            <p:nvPr/>
          </p:nvSpPr>
          <p:spPr bwMode="auto">
            <a:xfrm>
              <a:off x="5047" y="1120"/>
              <a:ext cx="406" cy="58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通知</a:t>
              </a:r>
            </a:p>
            <a:p>
              <a:pPr>
                <a:defRPr/>
              </a:pPr>
              <a:r>
                <a:rPr kumimoji="1" lang="zh-CN" altLang="en-US" sz="1350">
                  <a:solidFill>
                    <a:schemeClr val="folHlink"/>
                  </a:solidFill>
                  <a:latin typeface="Times New Roman" panose="02020603050405020304" pitchFamily="18" charset="0"/>
                </a:rPr>
                <a:t>应用</a:t>
              </a:r>
            </a:p>
            <a:p>
              <a:pPr>
                <a:defRPr/>
              </a:pPr>
              <a:r>
                <a:rPr kumimoji="1" lang="zh-CN" altLang="en-US" sz="1350">
                  <a:solidFill>
                    <a:schemeClr val="folHlink"/>
                  </a:solidFill>
                  <a:latin typeface="Times New Roman" panose="02020603050405020304" pitchFamily="18" charset="0"/>
                </a:rPr>
                <a:t>进程</a:t>
              </a:r>
            </a:p>
          </p:txBody>
        </p:sp>
      </p:grpSp>
      <p:sp>
        <p:nvSpPr>
          <p:cNvPr id="799775" name="Rectangle 31">
            <a:extLst>
              <a:ext uri="{FF2B5EF4-FFF2-40B4-BE49-F238E27FC236}">
                <a16:creationId xmlns:a16="http://schemas.microsoft.com/office/drawing/2014/main" id="{AB9961FF-7887-7D4F-BAD5-766AF47BFC1E}"/>
              </a:ext>
            </a:extLst>
          </p:cNvPr>
          <p:cNvSpPr>
            <a:spLocks noChangeArrowheads="1"/>
          </p:cNvSpPr>
          <p:nvPr/>
        </p:nvSpPr>
        <p:spPr bwMode="auto">
          <a:xfrm>
            <a:off x="2329937" y="1551384"/>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sp>
        <p:nvSpPr>
          <p:cNvPr id="799776" name="Rectangle 32">
            <a:extLst>
              <a:ext uri="{FF2B5EF4-FFF2-40B4-BE49-F238E27FC236}">
                <a16:creationId xmlns:a16="http://schemas.microsoft.com/office/drawing/2014/main" id="{0C55864E-3E3C-BF4A-A43A-2398868D110C}"/>
              </a:ext>
            </a:extLst>
          </p:cNvPr>
          <p:cNvSpPr>
            <a:spLocks noChangeArrowheads="1"/>
          </p:cNvSpPr>
          <p:nvPr/>
        </p:nvSpPr>
        <p:spPr bwMode="auto">
          <a:xfrm>
            <a:off x="6144700" y="1878807"/>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pic>
        <p:nvPicPr>
          <p:cNvPr id="799777" name="Picture 33">
            <a:extLst>
              <a:ext uri="{FF2B5EF4-FFF2-40B4-BE49-F238E27FC236}">
                <a16:creationId xmlns:a16="http://schemas.microsoft.com/office/drawing/2014/main" id="{95E0A8FB-FE20-654F-9932-B3F87EFDDE29}"/>
              </a:ext>
            </a:extLst>
          </p:cNvPr>
          <p:cNvPicPr>
            <a:picLocks noChangeArrowheads="1"/>
          </p:cNvPicPr>
          <p:nvPr/>
        </p:nvPicPr>
        <p:blipFill>
          <a:blip r:embed="rId2"/>
          <a:srcRect/>
          <a:stretch>
            <a:fillRect/>
          </a:stretch>
        </p:blipFill>
        <p:spPr bwMode="auto">
          <a:xfrm>
            <a:off x="2513294" y="1062038"/>
            <a:ext cx="378619" cy="372665"/>
          </a:xfrm>
          <a:prstGeom prst="rect">
            <a:avLst/>
          </a:prstGeom>
          <a:noFill/>
          <a:ln>
            <a:noFill/>
          </a:ln>
          <a:effectLst/>
        </p:spPr>
      </p:pic>
      <p:pic>
        <p:nvPicPr>
          <p:cNvPr id="799778" name="Picture 34">
            <a:extLst>
              <a:ext uri="{FF2B5EF4-FFF2-40B4-BE49-F238E27FC236}">
                <a16:creationId xmlns:a16="http://schemas.microsoft.com/office/drawing/2014/main" id="{14A2CE22-1749-BC44-8CB3-C306C9EEF9F0}"/>
              </a:ext>
            </a:extLst>
          </p:cNvPr>
          <p:cNvPicPr>
            <a:picLocks noChangeArrowheads="1"/>
          </p:cNvPicPr>
          <p:nvPr/>
        </p:nvPicPr>
        <p:blipFill>
          <a:blip r:embed="rId2"/>
          <a:srcRect/>
          <a:stretch>
            <a:fillRect/>
          </a:stretch>
        </p:blipFill>
        <p:spPr bwMode="auto">
          <a:xfrm>
            <a:off x="6328056" y="1062038"/>
            <a:ext cx="378619" cy="372665"/>
          </a:xfrm>
          <a:prstGeom prst="rect">
            <a:avLst/>
          </a:prstGeom>
          <a:noFill/>
          <a:ln>
            <a:noFill/>
          </a:ln>
          <a:effectLst/>
        </p:spPr>
      </p:pic>
      <p:sp>
        <p:nvSpPr>
          <p:cNvPr id="799779" name="Rectangle 35">
            <a:extLst>
              <a:ext uri="{FF2B5EF4-FFF2-40B4-BE49-F238E27FC236}">
                <a16:creationId xmlns:a16="http://schemas.microsoft.com/office/drawing/2014/main" id="{79F726D7-93AD-5B48-8E05-A953CD352A8D}"/>
              </a:ext>
            </a:extLst>
          </p:cNvPr>
          <p:cNvSpPr>
            <a:spLocks noChangeArrowheads="1"/>
          </p:cNvSpPr>
          <p:nvPr/>
        </p:nvSpPr>
        <p:spPr bwMode="auto">
          <a:xfrm>
            <a:off x="2806187" y="1038225"/>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799780" name="Rectangle 36">
            <a:extLst>
              <a:ext uri="{FF2B5EF4-FFF2-40B4-BE49-F238E27FC236}">
                <a16:creationId xmlns:a16="http://schemas.microsoft.com/office/drawing/2014/main" id="{176867C7-EB46-5E41-B0DA-5A03C7F9FD98}"/>
              </a:ext>
            </a:extLst>
          </p:cNvPr>
          <p:cNvSpPr>
            <a:spLocks noChangeArrowheads="1"/>
          </p:cNvSpPr>
          <p:nvPr/>
        </p:nvSpPr>
        <p:spPr bwMode="auto">
          <a:xfrm>
            <a:off x="6181609" y="1038225"/>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799781" name="Rectangle 37">
            <a:extLst>
              <a:ext uri="{FF2B5EF4-FFF2-40B4-BE49-F238E27FC236}">
                <a16:creationId xmlns:a16="http://schemas.microsoft.com/office/drawing/2014/main" id="{96A04322-1E39-2E4C-B266-85961CD4517D}"/>
              </a:ext>
            </a:extLst>
          </p:cNvPr>
          <p:cNvSpPr>
            <a:spLocks noChangeArrowheads="1"/>
          </p:cNvSpPr>
          <p:nvPr/>
        </p:nvSpPr>
        <p:spPr bwMode="auto">
          <a:xfrm>
            <a:off x="2088284" y="1014839"/>
            <a:ext cx="48330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dirty="0">
                <a:solidFill>
                  <a:schemeClr val="folHlink"/>
                </a:solidFill>
                <a:latin typeface="Times New Roman" panose="02020603050405020304" pitchFamily="18" charset="0"/>
              </a:rPr>
              <a:t>客户</a:t>
            </a:r>
          </a:p>
        </p:txBody>
      </p:sp>
      <p:sp>
        <p:nvSpPr>
          <p:cNvPr id="799782" name="Rectangle 38">
            <a:extLst>
              <a:ext uri="{FF2B5EF4-FFF2-40B4-BE49-F238E27FC236}">
                <a16:creationId xmlns:a16="http://schemas.microsoft.com/office/drawing/2014/main" id="{C055D3ED-E247-3047-9C9B-B51819AF8F55}"/>
              </a:ext>
            </a:extLst>
          </p:cNvPr>
          <p:cNvSpPr>
            <a:spLocks noChangeArrowheads="1"/>
          </p:cNvSpPr>
          <p:nvPr/>
        </p:nvSpPr>
        <p:spPr bwMode="auto">
          <a:xfrm>
            <a:off x="5649000" y="1041735"/>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dirty="0">
                <a:solidFill>
                  <a:schemeClr val="folHlink"/>
                </a:solidFill>
                <a:latin typeface="Times New Roman" panose="02020603050405020304" pitchFamily="18" charset="0"/>
              </a:rPr>
              <a:t>服务器</a:t>
            </a:r>
          </a:p>
        </p:txBody>
      </p:sp>
      <p:sp>
        <p:nvSpPr>
          <p:cNvPr id="799783" name="Rectangle 39">
            <a:extLst>
              <a:ext uri="{FF2B5EF4-FFF2-40B4-BE49-F238E27FC236}">
                <a16:creationId xmlns:a16="http://schemas.microsoft.com/office/drawing/2014/main" id="{C02B5337-191C-F44F-AF31-4049774D0D88}"/>
              </a:ext>
            </a:extLst>
          </p:cNvPr>
          <p:cNvSpPr>
            <a:spLocks noChangeArrowheads="1"/>
          </p:cNvSpPr>
          <p:nvPr/>
        </p:nvSpPr>
        <p:spPr bwMode="auto">
          <a:xfrm rot="20971112">
            <a:off x="4404757" y="3068220"/>
            <a:ext cx="829555" cy="275076"/>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sp>
        <p:nvSpPr>
          <p:cNvPr id="799785" name="Text Box 41">
            <a:extLst>
              <a:ext uri="{FF2B5EF4-FFF2-40B4-BE49-F238E27FC236}">
                <a16:creationId xmlns:a16="http://schemas.microsoft.com/office/drawing/2014/main" id="{604C2BC4-650A-5749-831D-CB66B5A71B8D}"/>
              </a:ext>
            </a:extLst>
          </p:cNvPr>
          <p:cNvSpPr txBox="1">
            <a:spLocks noChangeArrowheads="1"/>
          </p:cNvSpPr>
          <p:nvPr/>
        </p:nvSpPr>
        <p:spPr bwMode="auto">
          <a:xfrm>
            <a:off x="117766" y="4563779"/>
            <a:ext cx="8908467" cy="415498"/>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squar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buFontTx/>
              <a:buChar char="•"/>
              <a:defRPr/>
            </a:pPr>
            <a:r>
              <a:rPr lang="en-US" altLang="zh-CN" sz="2100" dirty="0">
                <a:solidFill>
                  <a:schemeClr val="folHlink"/>
                </a:solidFill>
                <a:latin typeface="Arial" panose="020B0604020202020204" pitchFamily="34" charset="0"/>
              </a:rPr>
              <a:t>  </a:t>
            </a:r>
            <a:r>
              <a:rPr lang="zh-CN" altLang="en-US" sz="2100" dirty="0">
                <a:solidFill>
                  <a:schemeClr val="folHlink"/>
                </a:solidFill>
                <a:latin typeface="Arial" panose="020B0604020202020204" pitchFamily="34" charset="0"/>
              </a:rPr>
              <a:t>在确认报文段中 </a:t>
            </a:r>
            <a:r>
              <a:rPr lang="en-US" altLang="zh-CN" sz="2100" dirty="0">
                <a:solidFill>
                  <a:schemeClr val="folHlink"/>
                </a:solidFill>
                <a:latin typeface="Arial" panose="020B0604020202020204" pitchFamily="34" charset="0"/>
              </a:rPr>
              <a:t>ACK = 1</a:t>
            </a:r>
            <a:r>
              <a:rPr lang="zh-CN" altLang="en-US" sz="2100" dirty="0">
                <a:solidFill>
                  <a:schemeClr val="folHlink"/>
                </a:solidFill>
                <a:latin typeface="Arial" panose="020B0604020202020204" pitchFamily="34" charset="0"/>
              </a:rPr>
              <a:t>，确认号 </a:t>
            </a:r>
            <a:r>
              <a:rPr lang="en-US" altLang="zh-CN" sz="2100" dirty="0">
                <a:solidFill>
                  <a:schemeClr val="folHlink"/>
                </a:solidFill>
                <a:latin typeface="Arial" panose="020B0604020202020204" pitchFamily="34" charset="0"/>
              </a:rPr>
              <a:t>ack </a:t>
            </a:r>
            <a:r>
              <a:rPr lang="en-US" altLang="zh-CN" sz="2100" dirty="0">
                <a:solidFill>
                  <a:schemeClr val="folHlink"/>
                </a:solidFill>
                <a:latin typeface="Arial" panose="020B0604020202020204" pitchFamily="34" charset="0"/>
                <a:sym typeface="Symbol" pitchFamily="2" charset="2"/>
              </a:rPr>
              <a:t></a:t>
            </a:r>
            <a:r>
              <a:rPr lang="en-US" altLang="zh-CN" sz="2100" dirty="0">
                <a:solidFill>
                  <a:schemeClr val="folHlink"/>
                </a:solidFill>
                <a:latin typeface="Arial" panose="020B0604020202020204" pitchFamily="34" charset="0"/>
              </a:rPr>
              <a:t> w </a:t>
            </a:r>
            <a:r>
              <a:rPr lang="en-US" altLang="zh-CN" sz="2100" dirty="0">
                <a:solidFill>
                  <a:schemeClr val="folHlink"/>
                </a:solidFill>
                <a:latin typeface="Arial" panose="020B0604020202020204" pitchFamily="34" charset="0"/>
                <a:sym typeface="Symbol" pitchFamily="2" charset="2"/>
              </a:rPr>
              <a:t></a:t>
            </a:r>
            <a:r>
              <a:rPr lang="en-US" altLang="zh-CN" sz="2100" dirty="0">
                <a:solidFill>
                  <a:schemeClr val="folHlink"/>
                </a:solidFill>
                <a:latin typeface="Arial" panose="020B0604020202020204" pitchFamily="34" charset="0"/>
              </a:rPr>
              <a:t> 1</a:t>
            </a:r>
            <a:r>
              <a:rPr lang="zh-CN" altLang="en-US" sz="2100" dirty="0">
                <a:solidFill>
                  <a:schemeClr val="folHlink"/>
                </a:solidFill>
                <a:latin typeface="Arial" panose="020B0604020202020204" pitchFamily="34" charset="0"/>
              </a:rPr>
              <a:t>，自己的序号 </a:t>
            </a:r>
            <a:r>
              <a:rPr lang="en-US" altLang="zh-CN" sz="2100" dirty="0">
                <a:solidFill>
                  <a:schemeClr val="folHlink"/>
                </a:solidFill>
                <a:latin typeface="Arial" panose="020B0604020202020204" pitchFamily="34" charset="0"/>
              </a:rPr>
              <a:t>seq = u + 1</a:t>
            </a:r>
            <a:r>
              <a:rPr lang="zh-CN" altLang="en-US" sz="2100" dirty="0">
                <a:solidFill>
                  <a:schemeClr val="folHlink"/>
                </a:solidFill>
                <a:latin typeface="Arial" panose="020B0604020202020204" pitchFamily="34" charset="0"/>
              </a:rPr>
              <a:t>。 </a:t>
            </a:r>
          </a:p>
        </p:txBody>
      </p:sp>
      <p:sp>
        <p:nvSpPr>
          <p:cNvPr id="799786" name="Rectangle 42">
            <a:extLst>
              <a:ext uri="{FF2B5EF4-FFF2-40B4-BE49-F238E27FC236}">
                <a16:creationId xmlns:a16="http://schemas.microsoft.com/office/drawing/2014/main" id="{4B598AFD-8C51-9A43-9EBD-0FF9E036D0EE}"/>
              </a:ext>
            </a:extLst>
          </p:cNvPr>
          <p:cNvSpPr>
            <a:spLocks noChangeArrowheads="1"/>
          </p:cNvSpPr>
          <p:nvPr/>
        </p:nvSpPr>
        <p:spPr bwMode="auto">
          <a:xfrm rot="610931">
            <a:off x="3535085" y="4050485"/>
            <a:ext cx="2536753"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ACK = 1, seq = u + 1, ack = w </a:t>
            </a:r>
            <a:r>
              <a:rPr kumimoji="1" lang="en-US" altLang="zh-CN" sz="1350" b="1">
                <a:solidFill>
                  <a:schemeClr val="folHlink"/>
                </a:solidFill>
                <a:latin typeface="Times New Roman" charset="0"/>
                <a:ea typeface="黑体" charset="-122"/>
                <a:sym typeface="Symbol" charset="2"/>
              </a:rPr>
              <a:t></a:t>
            </a:r>
            <a:r>
              <a:rPr kumimoji="1" lang="en-US" altLang="zh-CN" sz="1350">
                <a:solidFill>
                  <a:schemeClr val="folHlink"/>
                </a:solidFill>
                <a:latin typeface="Times New Roman" charset="0"/>
                <a:ea typeface="黑体" charset="-122"/>
                <a:sym typeface="Symbol" charset="2"/>
              </a:rPr>
              <a:t> 1</a:t>
            </a:r>
          </a:p>
        </p:txBody>
      </p:sp>
      <p:sp>
        <p:nvSpPr>
          <p:cNvPr id="799787" name="Line 43">
            <a:extLst>
              <a:ext uri="{FF2B5EF4-FFF2-40B4-BE49-F238E27FC236}">
                <a16:creationId xmlns:a16="http://schemas.microsoft.com/office/drawing/2014/main" id="{EB03A585-1746-2245-9259-3DA76573750B}"/>
              </a:ext>
            </a:extLst>
          </p:cNvPr>
          <p:cNvSpPr>
            <a:spLocks noChangeShapeType="1"/>
          </p:cNvSpPr>
          <p:nvPr/>
        </p:nvSpPr>
        <p:spPr bwMode="auto">
          <a:xfrm>
            <a:off x="3060981" y="4002881"/>
            <a:ext cx="3100388" cy="577453"/>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2" name="幻灯片编号占位符 1">
            <a:extLst>
              <a:ext uri="{FF2B5EF4-FFF2-40B4-BE49-F238E27FC236}">
                <a16:creationId xmlns:a16="http://schemas.microsoft.com/office/drawing/2014/main" id="{3DE2A467-61F0-1E4E-9563-6D1CB4456209}"/>
              </a:ext>
            </a:extLst>
          </p:cNvPr>
          <p:cNvSpPr>
            <a:spLocks noGrp="1"/>
          </p:cNvSpPr>
          <p:nvPr>
            <p:ph type="sldNum" sz="quarter" idx="10"/>
          </p:nvPr>
        </p:nvSpPr>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1D0BC84A-8E67-B842-9984-570FFA2073D6}" type="slidenum">
              <a:rPr lang="en-US" altLang="zh-CN" sz="1050"/>
              <a:pPr>
                <a:defRPr/>
              </a:pPr>
              <a:t>122</a:t>
            </a:fld>
            <a:endParaRPr lang="en-US" altLang="zh-CN" sz="1050"/>
          </a:p>
        </p:txBody>
      </p:sp>
      <p:sp>
        <p:nvSpPr>
          <p:cNvPr id="3" name="标题 2">
            <a:extLst>
              <a:ext uri="{FF2B5EF4-FFF2-40B4-BE49-F238E27FC236}">
                <a16:creationId xmlns:a16="http://schemas.microsoft.com/office/drawing/2014/main" id="{2642C4DE-22E8-2B4D-A931-D0578FFDC686}"/>
              </a:ext>
            </a:extLst>
          </p:cNvPr>
          <p:cNvSpPr>
            <a:spLocks noGrp="1"/>
          </p:cNvSpPr>
          <p:nvPr>
            <p:ph type="title"/>
          </p:nvPr>
        </p:nvSpPr>
        <p:spPr/>
        <p:txBody>
          <a:bodyPr/>
          <a:lstStyle/>
          <a:p>
            <a:r>
              <a:rPr lang="en-US" altLang="zh-CN" dirty="0">
                <a:latin typeface="Arial" panose="020B0604020202020204" pitchFamily="34" charset="0"/>
              </a:rPr>
              <a:t>5.9.2   TCP</a:t>
            </a:r>
            <a:r>
              <a:rPr lang="en-US" altLang="zh-CN" b="1" dirty="0">
                <a:latin typeface="Arial" panose="020B0604020202020204" pitchFamily="34" charset="0"/>
              </a:rPr>
              <a:t> </a:t>
            </a:r>
            <a:r>
              <a:rPr lang="zh-CN" altLang="en-US" dirty="0">
                <a:latin typeface="Arial" panose="020B0604020202020204" pitchFamily="34" charset="0"/>
              </a:rPr>
              <a:t>的连接释放 </a:t>
            </a:r>
            <a:endParaRPr kumimoji="1" lang="zh-CN" altLang="en-US" dirty="0"/>
          </a:p>
        </p:txBody>
      </p:sp>
    </p:spTree>
    <p:extLst>
      <p:ext uri="{BB962C8B-B14F-4D97-AF65-F5344CB8AC3E}">
        <p14:creationId xmlns:p14="http://schemas.microsoft.com/office/powerpoint/2010/main" val="281197564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5707" name="Group 59">
            <a:extLst>
              <a:ext uri="{FF2B5EF4-FFF2-40B4-BE49-F238E27FC236}">
                <a16:creationId xmlns:a16="http://schemas.microsoft.com/office/drawing/2014/main" id="{A54DCC78-BCED-2D4C-824B-4BF658BD0692}"/>
              </a:ext>
            </a:extLst>
          </p:cNvPr>
          <p:cNvGrpSpPr>
            <a:grpSpLocks/>
          </p:cNvGrpSpPr>
          <p:nvPr/>
        </p:nvGrpSpPr>
        <p:grpSpPr bwMode="auto">
          <a:xfrm>
            <a:off x="2303860" y="4660106"/>
            <a:ext cx="759619" cy="396479"/>
            <a:chOff x="975" y="3914"/>
            <a:chExt cx="638" cy="333"/>
          </a:xfrm>
        </p:grpSpPr>
        <p:sp>
          <p:nvSpPr>
            <p:cNvPr id="795681" name="Rectangle 33">
              <a:extLst>
                <a:ext uri="{FF2B5EF4-FFF2-40B4-BE49-F238E27FC236}">
                  <a16:creationId xmlns:a16="http://schemas.microsoft.com/office/drawing/2014/main" id="{A7D40D01-6138-114D-A50B-25ED47121E2F}"/>
                </a:ext>
              </a:extLst>
            </p:cNvPr>
            <p:cNvSpPr>
              <a:spLocks noChangeArrowheads="1"/>
            </p:cNvSpPr>
            <p:nvPr/>
          </p:nvSpPr>
          <p:spPr bwMode="auto">
            <a:xfrm>
              <a:off x="1012" y="3914"/>
              <a:ext cx="601" cy="333"/>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5682" name="Text Box 34">
              <a:extLst>
                <a:ext uri="{FF2B5EF4-FFF2-40B4-BE49-F238E27FC236}">
                  <a16:creationId xmlns:a16="http://schemas.microsoft.com/office/drawing/2014/main" id="{BEBA73A3-20F6-7E45-9BDE-42A89260B05F}"/>
                </a:ext>
              </a:extLst>
            </p:cNvPr>
            <p:cNvSpPr txBox="1">
              <a:spLocks noChangeArrowheads="1"/>
            </p:cNvSpPr>
            <p:nvPr/>
          </p:nvSpPr>
          <p:spPr bwMode="auto">
            <a:xfrm>
              <a:off x="975" y="3967"/>
              <a:ext cx="612" cy="212"/>
            </a:xfrm>
            <a:prstGeom prst="rect">
              <a:avLst/>
            </a:prstGeom>
            <a:noFill/>
            <a:ln>
              <a:noFill/>
            </a:ln>
            <a:effectLst/>
          </p:spPr>
          <p:txBody>
            <a:bodyPr wrap="none" anchor="ct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grpSp>
      <p:sp>
        <p:nvSpPr>
          <p:cNvPr id="795653" name="AutoShape 5">
            <a:extLst>
              <a:ext uri="{FF2B5EF4-FFF2-40B4-BE49-F238E27FC236}">
                <a16:creationId xmlns:a16="http://schemas.microsoft.com/office/drawing/2014/main" id="{4043A6F3-DCAB-5D43-BC4A-6B5E77F20D00}"/>
              </a:ext>
            </a:extLst>
          </p:cNvPr>
          <p:cNvSpPr>
            <a:spLocks noChangeArrowheads="1"/>
          </p:cNvSpPr>
          <p:nvPr/>
        </p:nvSpPr>
        <p:spPr bwMode="auto">
          <a:xfrm rot="20948448">
            <a:off x="3982642" y="2921794"/>
            <a:ext cx="507206" cy="177404"/>
          </a:xfrm>
          <a:prstGeom prst="leftArrow">
            <a:avLst>
              <a:gd name="adj1" fmla="val 53620"/>
              <a:gd name="adj2" fmla="val 119816"/>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95654" name="AutoShape 6">
            <a:extLst>
              <a:ext uri="{FF2B5EF4-FFF2-40B4-BE49-F238E27FC236}">
                <a16:creationId xmlns:a16="http://schemas.microsoft.com/office/drawing/2014/main" id="{816B0731-D62F-C34E-A98C-35D7438462F1}"/>
              </a:ext>
            </a:extLst>
          </p:cNvPr>
          <p:cNvSpPr>
            <a:spLocks noChangeArrowheads="1"/>
          </p:cNvSpPr>
          <p:nvPr/>
        </p:nvSpPr>
        <p:spPr bwMode="auto">
          <a:xfrm>
            <a:off x="3764757" y="1397794"/>
            <a:ext cx="1788319" cy="189310"/>
          </a:xfrm>
          <a:prstGeom prst="leftRightArrow">
            <a:avLst>
              <a:gd name="adj1" fmla="val 55880"/>
              <a:gd name="adj2" fmla="val 108285"/>
            </a:avLst>
          </a:prstGeom>
          <a:solidFill>
            <a:schemeClr val="hlink"/>
          </a:solidFill>
          <a:ln w="12700">
            <a:solidFill>
              <a:schemeClr val="hlink"/>
            </a:solidFill>
            <a:miter lim="800000"/>
            <a:headEnd/>
            <a:tailEnd/>
          </a:ln>
          <a:effectLst/>
        </p:spPr>
        <p:txBody>
          <a:bodyPr wrap="none" anchor="ctr"/>
          <a:lstStyle/>
          <a:p>
            <a:pPr eaLnBrk="1" hangingPunct="1">
              <a:defRPr/>
            </a:pPr>
            <a:endParaRPr lang="zh-CN" altLang="en-US">
              <a:latin typeface="Tahoma" charset="0"/>
              <a:ea typeface="宋体" charset="-122"/>
              <a:cs typeface="+mn-cs"/>
            </a:endParaRPr>
          </a:p>
        </p:txBody>
      </p:sp>
      <p:sp>
        <p:nvSpPr>
          <p:cNvPr id="795655" name="Rectangle 7">
            <a:extLst>
              <a:ext uri="{FF2B5EF4-FFF2-40B4-BE49-F238E27FC236}">
                <a16:creationId xmlns:a16="http://schemas.microsoft.com/office/drawing/2014/main" id="{A2410B90-6225-A345-87F0-0F7B8EC44360}"/>
              </a:ext>
            </a:extLst>
          </p:cNvPr>
          <p:cNvSpPr>
            <a:spLocks noChangeArrowheads="1"/>
          </p:cNvSpPr>
          <p:nvPr/>
        </p:nvSpPr>
        <p:spPr bwMode="auto">
          <a:xfrm rot="610931">
            <a:off x="3538773" y="3715920"/>
            <a:ext cx="2536753"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ACK = 1, seq = u + 1, ack = w </a:t>
            </a:r>
            <a:r>
              <a:rPr kumimoji="1" lang="en-US" altLang="zh-CN" sz="1350" b="1">
                <a:solidFill>
                  <a:schemeClr val="folHlink"/>
                </a:solidFill>
                <a:latin typeface="Times New Roman" charset="0"/>
                <a:ea typeface="黑体" charset="-122"/>
                <a:sym typeface="Symbol" charset="2"/>
              </a:rPr>
              <a:t></a:t>
            </a:r>
            <a:r>
              <a:rPr kumimoji="1" lang="en-US" altLang="zh-CN" sz="1350">
                <a:solidFill>
                  <a:schemeClr val="folHlink"/>
                </a:solidFill>
                <a:latin typeface="Times New Roman" charset="0"/>
                <a:ea typeface="黑体" charset="-122"/>
                <a:sym typeface="Symbol" charset="2"/>
              </a:rPr>
              <a:t> 1</a:t>
            </a:r>
          </a:p>
        </p:txBody>
      </p:sp>
      <p:grpSp>
        <p:nvGrpSpPr>
          <p:cNvPr id="253957" name="Group 8">
            <a:extLst>
              <a:ext uri="{FF2B5EF4-FFF2-40B4-BE49-F238E27FC236}">
                <a16:creationId xmlns:a16="http://schemas.microsoft.com/office/drawing/2014/main" id="{708C8DCE-F14D-C647-985B-7E87324A5C6D}"/>
              </a:ext>
            </a:extLst>
          </p:cNvPr>
          <p:cNvGrpSpPr>
            <a:grpSpLocks/>
          </p:cNvGrpSpPr>
          <p:nvPr/>
        </p:nvGrpSpPr>
        <p:grpSpPr bwMode="auto">
          <a:xfrm>
            <a:off x="3064669" y="1766887"/>
            <a:ext cx="3100388" cy="576263"/>
            <a:chOff x="1614" y="1484"/>
            <a:chExt cx="2604" cy="484"/>
          </a:xfrm>
        </p:grpSpPr>
        <p:sp>
          <p:nvSpPr>
            <p:cNvPr id="795657" name="Rectangle 9">
              <a:extLst>
                <a:ext uri="{FF2B5EF4-FFF2-40B4-BE49-F238E27FC236}">
                  <a16:creationId xmlns:a16="http://schemas.microsoft.com/office/drawing/2014/main" id="{18C95DE2-C5D9-AC42-B3FE-C92CC19DA3A0}"/>
                </a:ext>
              </a:extLst>
            </p:cNvPr>
            <p:cNvSpPr>
              <a:spLocks noChangeArrowheads="1"/>
            </p:cNvSpPr>
            <p:nvPr/>
          </p:nvSpPr>
          <p:spPr bwMode="auto">
            <a:xfrm rot="597975">
              <a:off x="2490" y="1517"/>
              <a:ext cx="1179" cy="250"/>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500">
                  <a:solidFill>
                    <a:schemeClr val="folHlink"/>
                  </a:solidFill>
                  <a:latin typeface="Times New Roman" charset="0"/>
                  <a:ea typeface="黑体" charset="-122"/>
                </a:rPr>
                <a:t>FIN = 1, seq = u</a:t>
              </a:r>
            </a:p>
          </p:txBody>
        </p:sp>
        <p:sp>
          <p:nvSpPr>
            <p:cNvPr id="795658" name="Line 10">
              <a:extLst>
                <a:ext uri="{FF2B5EF4-FFF2-40B4-BE49-F238E27FC236}">
                  <a16:creationId xmlns:a16="http://schemas.microsoft.com/office/drawing/2014/main" id="{FA940B4B-B4AA-CC49-BA74-12ADFC9B4905}"/>
                </a:ext>
              </a:extLst>
            </p:cNvPr>
            <p:cNvSpPr>
              <a:spLocks noChangeShapeType="1"/>
            </p:cNvSpPr>
            <p:nvPr/>
          </p:nvSpPr>
          <p:spPr bwMode="auto">
            <a:xfrm>
              <a:off x="1614" y="1484"/>
              <a:ext cx="2604" cy="484"/>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grpSp>
        <p:nvGrpSpPr>
          <p:cNvPr id="253958" name="Group 11">
            <a:extLst>
              <a:ext uri="{FF2B5EF4-FFF2-40B4-BE49-F238E27FC236}">
                <a16:creationId xmlns:a16="http://schemas.microsoft.com/office/drawing/2014/main" id="{F0F17F74-B817-CF40-A18B-8714595422AE}"/>
              </a:ext>
            </a:extLst>
          </p:cNvPr>
          <p:cNvGrpSpPr>
            <a:grpSpLocks/>
          </p:cNvGrpSpPr>
          <p:nvPr/>
        </p:nvGrpSpPr>
        <p:grpSpPr bwMode="auto">
          <a:xfrm>
            <a:off x="3075385" y="2375298"/>
            <a:ext cx="3100388" cy="577453"/>
            <a:chOff x="1623" y="1995"/>
            <a:chExt cx="2604" cy="485"/>
          </a:xfrm>
        </p:grpSpPr>
        <p:sp>
          <p:nvSpPr>
            <p:cNvPr id="795660" name="Rectangle 12">
              <a:extLst>
                <a:ext uri="{FF2B5EF4-FFF2-40B4-BE49-F238E27FC236}">
                  <a16:creationId xmlns:a16="http://schemas.microsoft.com/office/drawing/2014/main" id="{5F20DA3A-0DC6-D845-84D1-534BFE62D86A}"/>
                </a:ext>
              </a:extLst>
            </p:cNvPr>
            <p:cNvSpPr>
              <a:spLocks noChangeArrowheads="1"/>
            </p:cNvSpPr>
            <p:nvPr/>
          </p:nvSpPr>
          <p:spPr bwMode="auto">
            <a:xfrm rot="20990024" flipH="1">
              <a:off x="1932" y="2020"/>
              <a:ext cx="1825"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ACK = 1, seq = v, ack= u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sp>
          <p:nvSpPr>
            <p:cNvPr id="795661" name="Line 13">
              <a:extLst>
                <a:ext uri="{FF2B5EF4-FFF2-40B4-BE49-F238E27FC236}">
                  <a16:creationId xmlns:a16="http://schemas.microsoft.com/office/drawing/2014/main" id="{8AAA9A42-FE66-0146-96A0-8CB2B2306C0F}"/>
                </a:ext>
              </a:extLst>
            </p:cNvPr>
            <p:cNvSpPr>
              <a:spLocks noChangeShapeType="1"/>
            </p:cNvSpPr>
            <p:nvPr/>
          </p:nvSpPr>
          <p:spPr bwMode="auto">
            <a:xfrm flipH="1">
              <a:off x="1623" y="1995"/>
              <a:ext cx="2604" cy="485"/>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grpSp>
      <p:sp>
        <p:nvSpPr>
          <p:cNvPr id="795662" name="Line 14">
            <a:extLst>
              <a:ext uri="{FF2B5EF4-FFF2-40B4-BE49-F238E27FC236}">
                <a16:creationId xmlns:a16="http://schemas.microsoft.com/office/drawing/2014/main" id="{3E7A27B9-261A-9D48-85CC-0C8DD29868B4}"/>
              </a:ext>
            </a:extLst>
          </p:cNvPr>
          <p:cNvSpPr>
            <a:spLocks noChangeShapeType="1"/>
          </p:cNvSpPr>
          <p:nvPr/>
        </p:nvSpPr>
        <p:spPr bwMode="auto">
          <a:xfrm>
            <a:off x="3064669" y="3668316"/>
            <a:ext cx="3100388" cy="577453"/>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95663" name="Line 15">
            <a:extLst>
              <a:ext uri="{FF2B5EF4-FFF2-40B4-BE49-F238E27FC236}">
                <a16:creationId xmlns:a16="http://schemas.microsoft.com/office/drawing/2014/main" id="{F74B48C1-BAEE-4C4C-AD95-411454DFFDE8}"/>
              </a:ext>
            </a:extLst>
          </p:cNvPr>
          <p:cNvSpPr>
            <a:spLocks noChangeShapeType="1"/>
          </p:cNvSpPr>
          <p:nvPr/>
        </p:nvSpPr>
        <p:spPr bwMode="auto">
          <a:xfrm flipH="1">
            <a:off x="3049191" y="3077766"/>
            <a:ext cx="3100388" cy="577453"/>
          </a:xfrm>
          <a:prstGeom prst="line">
            <a:avLst/>
          </a:prstGeom>
          <a:noFill/>
          <a:ln w="38100">
            <a:solidFill>
              <a:schemeClr val="folHlink"/>
            </a:solidFill>
            <a:round/>
            <a:headEnd/>
            <a:tailEnd type="triangle" w="med" len="lg"/>
          </a:ln>
          <a:effectLst/>
        </p:spPr>
        <p:txBody>
          <a:bodyPr wrap="none" anchor="ctr"/>
          <a:lstStyle/>
          <a:p>
            <a:pPr eaLnBrk="1" hangingPunct="1">
              <a:defRPr/>
            </a:pPr>
            <a:endParaRPr lang="zh-CN" altLang="en-US">
              <a:latin typeface="Tahoma" charset="0"/>
              <a:ea typeface="宋体" charset="-122"/>
              <a:cs typeface="+mn-cs"/>
            </a:endParaRPr>
          </a:p>
        </p:txBody>
      </p:sp>
      <p:sp>
        <p:nvSpPr>
          <p:cNvPr id="795664" name="Rectangle 16">
            <a:extLst>
              <a:ext uri="{FF2B5EF4-FFF2-40B4-BE49-F238E27FC236}">
                <a16:creationId xmlns:a16="http://schemas.microsoft.com/office/drawing/2014/main" id="{765BAC4B-8C66-C04A-BE39-58F11B6668E4}"/>
              </a:ext>
            </a:extLst>
          </p:cNvPr>
          <p:cNvSpPr>
            <a:spLocks noChangeArrowheads="1"/>
          </p:cNvSpPr>
          <p:nvPr/>
        </p:nvSpPr>
        <p:spPr bwMode="auto">
          <a:xfrm rot="20943314" flipH="1">
            <a:off x="3291617" y="3065839"/>
            <a:ext cx="2838183"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lgn="ctr">
              <a:defRPr/>
            </a:pPr>
            <a:r>
              <a:rPr kumimoji="1" lang="en-US" altLang="zh-CN" sz="1350">
                <a:solidFill>
                  <a:schemeClr val="folHlink"/>
                </a:solidFill>
                <a:latin typeface="Times New Roman" panose="02020603050405020304" pitchFamily="18" charset="0"/>
              </a:rPr>
              <a:t>FIN = 1, ACK = 1, seq = w, ack= u </a:t>
            </a:r>
            <a:r>
              <a:rPr kumimoji="1" lang="en-US" altLang="zh-CN" sz="1350" b="1">
                <a:solidFill>
                  <a:schemeClr val="folHlink"/>
                </a:solidFill>
                <a:latin typeface="Times New Roman" panose="02020603050405020304" pitchFamily="18" charset="0"/>
                <a:sym typeface="Symbol" pitchFamily="2" charset="2"/>
              </a:rPr>
              <a:t></a:t>
            </a:r>
            <a:r>
              <a:rPr kumimoji="1" lang="en-US" altLang="zh-CN" sz="1350">
                <a:solidFill>
                  <a:schemeClr val="folHlink"/>
                </a:solidFill>
                <a:latin typeface="Times New Roman" panose="02020603050405020304" pitchFamily="18" charset="0"/>
                <a:sym typeface="Symbol" pitchFamily="2" charset="2"/>
              </a:rPr>
              <a:t> 1</a:t>
            </a:r>
            <a:endParaRPr kumimoji="1" lang="en-US" altLang="zh-CN" sz="1350">
              <a:solidFill>
                <a:schemeClr val="folHlink"/>
              </a:solidFill>
              <a:latin typeface="Times New Roman" panose="02020603050405020304" pitchFamily="18" charset="0"/>
            </a:endParaRPr>
          </a:p>
        </p:txBody>
      </p:sp>
      <p:sp>
        <p:nvSpPr>
          <p:cNvPr id="795666" name="Rectangle 18">
            <a:extLst>
              <a:ext uri="{FF2B5EF4-FFF2-40B4-BE49-F238E27FC236}">
                <a16:creationId xmlns:a16="http://schemas.microsoft.com/office/drawing/2014/main" id="{0452BEF5-019A-CE43-96D8-931F59A1CF32}"/>
              </a:ext>
            </a:extLst>
          </p:cNvPr>
          <p:cNvSpPr>
            <a:spLocks noChangeArrowheads="1"/>
          </p:cNvSpPr>
          <p:nvPr/>
        </p:nvSpPr>
        <p:spPr bwMode="auto">
          <a:xfrm>
            <a:off x="2347913" y="1208485"/>
            <a:ext cx="715566" cy="504825"/>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5667" name="Rectangle 19">
            <a:extLst>
              <a:ext uri="{FF2B5EF4-FFF2-40B4-BE49-F238E27FC236}">
                <a16:creationId xmlns:a16="http://schemas.microsoft.com/office/drawing/2014/main" id="{066C2D10-0344-5C43-AF29-219170A63E6E}"/>
              </a:ext>
            </a:extLst>
          </p:cNvPr>
          <p:cNvSpPr>
            <a:spLocks noChangeArrowheads="1"/>
          </p:cNvSpPr>
          <p:nvPr/>
        </p:nvSpPr>
        <p:spPr bwMode="auto">
          <a:xfrm>
            <a:off x="2347913" y="1776413"/>
            <a:ext cx="715566" cy="1165622"/>
          </a:xfrm>
          <a:prstGeom prst="rect">
            <a:avLst/>
          </a:prstGeom>
          <a:solidFill>
            <a:srgbClr val="FFCCFF"/>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5668" name="Rectangle 20">
            <a:extLst>
              <a:ext uri="{FF2B5EF4-FFF2-40B4-BE49-F238E27FC236}">
                <a16:creationId xmlns:a16="http://schemas.microsoft.com/office/drawing/2014/main" id="{DD55B68F-261B-5249-A608-570CDFB9B040}"/>
              </a:ext>
            </a:extLst>
          </p:cNvPr>
          <p:cNvSpPr>
            <a:spLocks noChangeArrowheads="1"/>
          </p:cNvSpPr>
          <p:nvPr/>
        </p:nvSpPr>
        <p:spPr bwMode="auto">
          <a:xfrm>
            <a:off x="6162676" y="1208485"/>
            <a:ext cx="716756" cy="1109663"/>
          </a:xfrm>
          <a:prstGeom prst="rect">
            <a:avLst/>
          </a:prstGeom>
          <a:solidFill>
            <a:srgbClr val="CC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grpSp>
        <p:nvGrpSpPr>
          <p:cNvPr id="253965" name="Group 21">
            <a:extLst>
              <a:ext uri="{FF2B5EF4-FFF2-40B4-BE49-F238E27FC236}">
                <a16:creationId xmlns:a16="http://schemas.microsoft.com/office/drawing/2014/main" id="{67100406-7ABA-6C42-A2A5-AC68C5355F13}"/>
              </a:ext>
            </a:extLst>
          </p:cNvPr>
          <p:cNvGrpSpPr>
            <a:grpSpLocks/>
          </p:cNvGrpSpPr>
          <p:nvPr/>
        </p:nvGrpSpPr>
        <p:grpSpPr bwMode="auto">
          <a:xfrm>
            <a:off x="2274094" y="1146572"/>
            <a:ext cx="4708922" cy="61913"/>
            <a:chOff x="1020" y="481"/>
            <a:chExt cx="4037" cy="46"/>
          </a:xfrm>
        </p:grpSpPr>
        <p:sp>
          <p:nvSpPr>
            <p:cNvPr id="795670" name="Line 22">
              <a:extLst>
                <a:ext uri="{FF2B5EF4-FFF2-40B4-BE49-F238E27FC236}">
                  <a16:creationId xmlns:a16="http://schemas.microsoft.com/office/drawing/2014/main" id="{45EF5FB6-AEDE-634D-8E70-74FA00694560}"/>
                </a:ext>
              </a:extLst>
            </p:cNvPr>
            <p:cNvSpPr>
              <a:spLocks noChangeShapeType="1"/>
            </p:cNvSpPr>
            <p:nvPr/>
          </p:nvSpPr>
          <p:spPr bwMode="auto">
            <a:xfrm>
              <a:off x="1020" y="527"/>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sp>
          <p:nvSpPr>
            <p:cNvPr id="795671" name="Line 23">
              <a:extLst>
                <a:ext uri="{FF2B5EF4-FFF2-40B4-BE49-F238E27FC236}">
                  <a16:creationId xmlns:a16="http://schemas.microsoft.com/office/drawing/2014/main" id="{BDA60CF5-2E93-E94F-A964-79E951ADD40C}"/>
                </a:ext>
              </a:extLst>
            </p:cNvPr>
            <p:cNvSpPr>
              <a:spLocks noChangeShapeType="1"/>
            </p:cNvSpPr>
            <p:nvPr/>
          </p:nvSpPr>
          <p:spPr bwMode="auto">
            <a:xfrm>
              <a:off x="1020" y="481"/>
              <a:ext cx="4037" cy="0"/>
            </a:xfrm>
            <a:prstGeom prst="line">
              <a:avLst/>
            </a:prstGeom>
            <a:noFill/>
            <a:ln w="12700">
              <a:solidFill>
                <a:schemeClr val="folHlink"/>
              </a:solidFill>
              <a:prstDash val="dash"/>
              <a:round/>
              <a:headEnd/>
              <a:tailEnd/>
            </a:ln>
            <a:effectLst/>
          </p:spPr>
          <p:txBody>
            <a:bodyPr/>
            <a:lstStyle/>
            <a:p>
              <a:pPr eaLnBrk="1" hangingPunct="1">
                <a:defRPr/>
              </a:pPr>
              <a:endParaRPr lang="zh-CN" altLang="en-US">
                <a:latin typeface="Tahoma" charset="0"/>
                <a:ea typeface="宋体" charset="-122"/>
                <a:cs typeface="+mn-cs"/>
              </a:endParaRPr>
            </a:p>
          </p:txBody>
        </p:sp>
      </p:grpSp>
      <p:sp>
        <p:nvSpPr>
          <p:cNvPr id="795672" name="Rectangle 24">
            <a:extLst>
              <a:ext uri="{FF2B5EF4-FFF2-40B4-BE49-F238E27FC236}">
                <a16:creationId xmlns:a16="http://schemas.microsoft.com/office/drawing/2014/main" id="{C77C9A28-81AD-D34F-B0E2-568D038F205F}"/>
              </a:ext>
            </a:extLst>
          </p:cNvPr>
          <p:cNvSpPr>
            <a:spLocks noChangeArrowheads="1"/>
          </p:cNvSpPr>
          <p:nvPr/>
        </p:nvSpPr>
        <p:spPr bwMode="auto">
          <a:xfrm>
            <a:off x="2355950" y="2027635"/>
            <a:ext cx="69830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FIN-</a:t>
            </a:r>
          </a:p>
          <a:p>
            <a:pPr algn="ctr">
              <a:defRPr/>
            </a:pPr>
            <a:r>
              <a:rPr kumimoji="1" lang="en-US" altLang="zh-CN" sz="1350">
                <a:solidFill>
                  <a:schemeClr val="folHlink"/>
                </a:solidFill>
                <a:latin typeface="Times New Roman" charset="0"/>
                <a:ea typeface="黑体" charset="-122"/>
              </a:rPr>
              <a:t>WAIT-1</a:t>
            </a:r>
          </a:p>
        </p:txBody>
      </p:sp>
      <p:sp>
        <p:nvSpPr>
          <p:cNvPr id="795673" name="Rectangle 25">
            <a:extLst>
              <a:ext uri="{FF2B5EF4-FFF2-40B4-BE49-F238E27FC236}">
                <a16:creationId xmlns:a16="http://schemas.microsoft.com/office/drawing/2014/main" id="{53C2EA80-8B22-6140-A2C2-CA9EF75B1C54}"/>
              </a:ext>
            </a:extLst>
          </p:cNvPr>
          <p:cNvSpPr>
            <a:spLocks noChangeArrowheads="1"/>
          </p:cNvSpPr>
          <p:nvPr/>
        </p:nvSpPr>
        <p:spPr bwMode="auto">
          <a:xfrm>
            <a:off x="6162676" y="2383631"/>
            <a:ext cx="716756" cy="658416"/>
          </a:xfrm>
          <a:prstGeom prst="rect">
            <a:avLst/>
          </a:prstGeom>
          <a:solidFill>
            <a:srgbClr val="FF66FF"/>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5674" name="Rectangle 26">
            <a:extLst>
              <a:ext uri="{FF2B5EF4-FFF2-40B4-BE49-F238E27FC236}">
                <a16:creationId xmlns:a16="http://schemas.microsoft.com/office/drawing/2014/main" id="{B9255B72-D3AA-F34F-B4BC-EBA61AF82589}"/>
              </a:ext>
            </a:extLst>
          </p:cNvPr>
          <p:cNvSpPr>
            <a:spLocks noChangeArrowheads="1"/>
          </p:cNvSpPr>
          <p:nvPr/>
        </p:nvSpPr>
        <p:spPr bwMode="auto">
          <a:xfrm>
            <a:off x="6134079" y="2468167"/>
            <a:ext cx="742994"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CLOSE-</a:t>
            </a:r>
          </a:p>
          <a:p>
            <a:pPr algn="ctr">
              <a:defRPr/>
            </a:pPr>
            <a:r>
              <a:rPr kumimoji="1" lang="en-US" altLang="zh-CN" sz="1350">
                <a:solidFill>
                  <a:schemeClr val="folHlink"/>
                </a:solidFill>
                <a:latin typeface="Times New Roman" charset="0"/>
                <a:ea typeface="黑体" charset="-122"/>
              </a:rPr>
              <a:t>WAIT</a:t>
            </a:r>
          </a:p>
        </p:txBody>
      </p:sp>
      <p:sp>
        <p:nvSpPr>
          <p:cNvPr id="795675" name="Rectangle 27">
            <a:extLst>
              <a:ext uri="{FF2B5EF4-FFF2-40B4-BE49-F238E27FC236}">
                <a16:creationId xmlns:a16="http://schemas.microsoft.com/office/drawing/2014/main" id="{0823AA5A-D10E-AA45-AC35-F68247E8236C}"/>
              </a:ext>
            </a:extLst>
          </p:cNvPr>
          <p:cNvSpPr>
            <a:spLocks noChangeArrowheads="1"/>
          </p:cNvSpPr>
          <p:nvPr/>
        </p:nvSpPr>
        <p:spPr bwMode="auto">
          <a:xfrm>
            <a:off x="2347913" y="2996804"/>
            <a:ext cx="715566" cy="653653"/>
          </a:xfrm>
          <a:prstGeom prst="rect">
            <a:avLst/>
          </a:prstGeom>
          <a:solidFill>
            <a:srgbClr val="CCCC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5676" name="Rectangle 28">
            <a:extLst>
              <a:ext uri="{FF2B5EF4-FFF2-40B4-BE49-F238E27FC236}">
                <a16:creationId xmlns:a16="http://schemas.microsoft.com/office/drawing/2014/main" id="{8C0C52DA-CC3D-D340-8769-4BAC602ED1FE}"/>
              </a:ext>
            </a:extLst>
          </p:cNvPr>
          <p:cNvSpPr>
            <a:spLocks noChangeArrowheads="1"/>
          </p:cNvSpPr>
          <p:nvPr/>
        </p:nvSpPr>
        <p:spPr bwMode="auto">
          <a:xfrm>
            <a:off x="2355950" y="3037285"/>
            <a:ext cx="69830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FIN-</a:t>
            </a:r>
          </a:p>
          <a:p>
            <a:pPr algn="ctr">
              <a:defRPr/>
            </a:pPr>
            <a:r>
              <a:rPr kumimoji="1" lang="en-US" altLang="zh-CN" sz="1350">
                <a:solidFill>
                  <a:schemeClr val="folHlink"/>
                </a:solidFill>
                <a:latin typeface="Times New Roman" charset="0"/>
                <a:ea typeface="黑体" charset="-122"/>
              </a:rPr>
              <a:t>WAIT-2</a:t>
            </a:r>
          </a:p>
        </p:txBody>
      </p:sp>
      <p:sp>
        <p:nvSpPr>
          <p:cNvPr id="795677" name="Rectangle 29">
            <a:extLst>
              <a:ext uri="{FF2B5EF4-FFF2-40B4-BE49-F238E27FC236}">
                <a16:creationId xmlns:a16="http://schemas.microsoft.com/office/drawing/2014/main" id="{7A65A9E6-EACC-EC4C-AF45-FCE641FF8D52}"/>
              </a:ext>
            </a:extLst>
          </p:cNvPr>
          <p:cNvSpPr>
            <a:spLocks noChangeArrowheads="1"/>
          </p:cNvSpPr>
          <p:nvPr/>
        </p:nvSpPr>
        <p:spPr bwMode="auto">
          <a:xfrm>
            <a:off x="6162676" y="3101579"/>
            <a:ext cx="716756" cy="1112044"/>
          </a:xfrm>
          <a:prstGeom prst="rect">
            <a:avLst/>
          </a:prstGeom>
          <a:solidFill>
            <a:srgbClr val="00FFFF"/>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5678" name="Rectangle 30">
            <a:extLst>
              <a:ext uri="{FF2B5EF4-FFF2-40B4-BE49-F238E27FC236}">
                <a16:creationId xmlns:a16="http://schemas.microsoft.com/office/drawing/2014/main" id="{CA4AD4D2-5A65-E249-8113-FAE6155C69A2}"/>
              </a:ext>
            </a:extLst>
          </p:cNvPr>
          <p:cNvSpPr>
            <a:spLocks noChangeArrowheads="1"/>
          </p:cNvSpPr>
          <p:nvPr/>
        </p:nvSpPr>
        <p:spPr bwMode="auto">
          <a:xfrm>
            <a:off x="6198547" y="3417094"/>
            <a:ext cx="611675"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LAST-</a:t>
            </a:r>
          </a:p>
          <a:p>
            <a:pPr algn="ctr">
              <a:defRPr/>
            </a:pPr>
            <a:r>
              <a:rPr kumimoji="1" lang="en-US" altLang="zh-CN" sz="1350">
                <a:solidFill>
                  <a:schemeClr val="folHlink"/>
                </a:solidFill>
                <a:latin typeface="Times New Roman" charset="0"/>
                <a:ea typeface="黑体" charset="-122"/>
              </a:rPr>
              <a:t>ACK</a:t>
            </a:r>
          </a:p>
        </p:txBody>
      </p:sp>
      <p:grpSp>
        <p:nvGrpSpPr>
          <p:cNvPr id="795706" name="Group 58">
            <a:extLst>
              <a:ext uri="{FF2B5EF4-FFF2-40B4-BE49-F238E27FC236}">
                <a16:creationId xmlns:a16="http://schemas.microsoft.com/office/drawing/2014/main" id="{C3E2B213-A7A0-354B-83A0-5557D662B6B9}"/>
              </a:ext>
            </a:extLst>
          </p:cNvPr>
          <p:cNvGrpSpPr>
            <a:grpSpLocks/>
          </p:cNvGrpSpPr>
          <p:nvPr/>
        </p:nvGrpSpPr>
        <p:grpSpPr bwMode="auto">
          <a:xfrm>
            <a:off x="1439466" y="3668316"/>
            <a:ext cx="1624013" cy="951309"/>
            <a:chOff x="249" y="3081"/>
            <a:chExt cx="1364" cy="799"/>
          </a:xfrm>
        </p:grpSpPr>
        <p:sp>
          <p:nvSpPr>
            <p:cNvPr id="795665" name="Rectangle 17">
              <a:extLst>
                <a:ext uri="{FF2B5EF4-FFF2-40B4-BE49-F238E27FC236}">
                  <a16:creationId xmlns:a16="http://schemas.microsoft.com/office/drawing/2014/main" id="{6EDA866E-95F0-2842-9074-46DD5C5BB6EB}"/>
                </a:ext>
              </a:extLst>
            </p:cNvPr>
            <p:cNvSpPr>
              <a:spLocks noChangeArrowheads="1"/>
            </p:cNvSpPr>
            <p:nvPr/>
          </p:nvSpPr>
          <p:spPr bwMode="auto">
            <a:xfrm>
              <a:off x="249" y="3081"/>
              <a:ext cx="814"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等待 </a:t>
              </a:r>
              <a:r>
                <a:rPr kumimoji="1" lang="en-US" altLang="zh-CN" sz="1350">
                  <a:solidFill>
                    <a:schemeClr val="folHlink"/>
                  </a:solidFill>
                  <a:latin typeface="Times New Roman" panose="02020603050405020304" pitchFamily="18" charset="0"/>
                </a:rPr>
                <a:t>2MSL</a:t>
              </a:r>
            </a:p>
          </p:txBody>
        </p:sp>
        <p:sp>
          <p:nvSpPr>
            <p:cNvPr id="795679" name="Rectangle 31">
              <a:extLst>
                <a:ext uri="{FF2B5EF4-FFF2-40B4-BE49-F238E27FC236}">
                  <a16:creationId xmlns:a16="http://schemas.microsoft.com/office/drawing/2014/main" id="{7C134A3F-0D7F-6345-A2B1-39458FF8CEF2}"/>
                </a:ext>
              </a:extLst>
            </p:cNvPr>
            <p:cNvSpPr>
              <a:spLocks noChangeArrowheads="1"/>
            </p:cNvSpPr>
            <p:nvPr/>
          </p:nvSpPr>
          <p:spPr bwMode="auto">
            <a:xfrm>
              <a:off x="1012" y="3097"/>
              <a:ext cx="601" cy="779"/>
            </a:xfrm>
            <a:prstGeom prst="rect">
              <a:avLst/>
            </a:prstGeom>
            <a:solidFill>
              <a:srgbClr val="FFFF99"/>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sp>
          <p:nvSpPr>
            <p:cNvPr id="795680" name="Rectangle 32">
              <a:extLst>
                <a:ext uri="{FF2B5EF4-FFF2-40B4-BE49-F238E27FC236}">
                  <a16:creationId xmlns:a16="http://schemas.microsoft.com/office/drawing/2014/main" id="{989F7A26-6189-6F48-823A-63F96714CB66}"/>
                </a:ext>
              </a:extLst>
            </p:cNvPr>
            <p:cNvSpPr>
              <a:spLocks noChangeArrowheads="1"/>
            </p:cNvSpPr>
            <p:nvPr/>
          </p:nvSpPr>
          <p:spPr bwMode="auto">
            <a:xfrm>
              <a:off x="1052" y="3292"/>
              <a:ext cx="519" cy="40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lgn="ctr">
                <a:defRPr/>
              </a:pPr>
              <a:r>
                <a:rPr kumimoji="1" lang="en-US" altLang="zh-CN" sz="1350">
                  <a:solidFill>
                    <a:schemeClr val="folHlink"/>
                  </a:solidFill>
                  <a:latin typeface="Times New Roman" charset="0"/>
                  <a:ea typeface="黑体" charset="-122"/>
                </a:rPr>
                <a:t>TIME-</a:t>
              </a:r>
            </a:p>
            <a:p>
              <a:pPr algn="ctr">
                <a:defRPr/>
              </a:pPr>
              <a:r>
                <a:rPr kumimoji="1" lang="en-US" altLang="zh-CN" sz="1350">
                  <a:solidFill>
                    <a:schemeClr val="folHlink"/>
                  </a:solidFill>
                  <a:latin typeface="Times New Roman" charset="0"/>
                  <a:ea typeface="黑体" charset="-122"/>
                </a:rPr>
                <a:t>WAIT</a:t>
              </a:r>
            </a:p>
          </p:txBody>
        </p:sp>
        <p:sp>
          <p:nvSpPr>
            <p:cNvPr id="795683" name="Freeform 35">
              <a:extLst>
                <a:ext uri="{FF2B5EF4-FFF2-40B4-BE49-F238E27FC236}">
                  <a16:creationId xmlns:a16="http://schemas.microsoft.com/office/drawing/2014/main" id="{624A4EA8-6431-8F4B-AB87-9EF00AAA27FB}"/>
                </a:ext>
              </a:extLst>
            </p:cNvPr>
            <p:cNvSpPr>
              <a:spLocks/>
            </p:cNvSpPr>
            <p:nvPr/>
          </p:nvSpPr>
          <p:spPr bwMode="auto">
            <a:xfrm>
              <a:off x="255" y="3081"/>
              <a:ext cx="749" cy="799"/>
            </a:xfrm>
            <a:custGeom>
              <a:avLst/>
              <a:gdLst>
                <a:gd name="T0" fmla="*/ 749 w 635"/>
                <a:gd name="T1" fmla="*/ 0 h 499"/>
                <a:gd name="T2" fmla="*/ 0 w 635"/>
                <a:gd name="T3" fmla="*/ 0 h 499"/>
                <a:gd name="T4" fmla="*/ 0 w 635"/>
                <a:gd name="T5" fmla="*/ 799 h 499"/>
                <a:gd name="T6" fmla="*/ 749 w 635"/>
                <a:gd name="T7" fmla="*/ 799 h 49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5" h="499">
                  <a:moveTo>
                    <a:pt x="635" y="0"/>
                  </a:moveTo>
                  <a:lnTo>
                    <a:pt x="0" y="0"/>
                  </a:lnTo>
                  <a:lnTo>
                    <a:pt x="0" y="499"/>
                  </a:lnTo>
                  <a:lnTo>
                    <a:pt x="635" y="499"/>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5684" name="Text Box 36">
              <a:extLst>
                <a:ext uri="{FF2B5EF4-FFF2-40B4-BE49-F238E27FC236}">
                  <a16:creationId xmlns:a16="http://schemas.microsoft.com/office/drawing/2014/main" id="{73D68E35-F8E2-EA4F-91EE-3F721519EA4C}"/>
                </a:ext>
              </a:extLst>
            </p:cNvPr>
            <p:cNvSpPr txBox="1">
              <a:spLocks noChangeArrowheads="1"/>
            </p:cNvSpPr>
            <p:nvPr/>
          </p:nvSpPr>
          <p:spPr bwMode="auto">
            <a:xfrm>
              <a:off x="476" y="3208"/>
              <a:ext cx="414" cy="427"/>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2700">
                  <a:solidFill>
                    <a:schemeClr val="folHlink"/>
                  </a:solidFill>
                  <a:latin typeface="Times New Roman" panose="02020603050405020304" pitchFamily="18" charset="0"/>
                  <a:sym typeface="Wingdings" pitchFamily="2" charset="2"/>
                </a:rPr>
                <a:t></a:t>
              </a:r>
            </a:p>
          </p:txBody>
        </p:sp>
      </p:grpSp>
      <p:sp>
        <p:nvSpPr>
          <p:cNvPr id="795685" name="Rectangle 37">
            <a:extLst>
              <a:ext uri="{FF2B5EF4-FFF2-40B4-BE49-F238E27FC236}">
                <a16:creationId xmlns:a16="http://schemas.microsoft.com/office/drawing/2014/main" id="{AF9F407E-41E1-364D-916B-2544D559F91B}"/>
              </a:ext>
            </a:extLst>
          </p:cNvPr>
          <p:cNvSpPr>
            <a:spLocks noChangeArrowheads="1"/>
          </p:cNvSpPr>
          <p:nvPr/>
        </p:nvSpPr>
        <p:spPr bwMode="auto">
          <a:xfrm>
            <a:off x="6162676" y="4281487"/>
            <a:ext cx="716756" cy="396479"/>
          </a:xfrm>
          <a:prstGeom prst="rect">
            <a:avLst/>
          </a:prstGeom>
          <a:solidFill>
            <a:srgbClr val="663300"/>
          </a:solidFill>
          <a:ln>
            <a:noFill/>
          </a:ln>
          <a:effectLst>
            <a:outerShdw blurRad="63500" dist="38099" dir="2700000" algn="ctr" rotWithShape="0">
              <a:schemeClr val="bg2">
                <a:alpha val="74997"/>
              </a:schemeClr>
            </a:outerShdw>
          </a:effectLst>
        </p:spPr>
        <p:txBody>
          <a:bodyPr wrap="none" anchor="ctr"/>
          <a:lstStyle/>
          <a:p>
            <a:pPr eaLnBrk="1" hangingPunct="1">
              <a:defRPr/>
            </a:pPr>
            <a:endParaRPr lang="zh-CN" altLang="en-US">
              <a:latin typeface="Tahoma" charset="0"/>
              <a:ea typeface="宋体" charset="-122"/>
              <a:cs typeface="+mn-cs"/>
            </a:endParaRPr>
          </a:p>
        </p:txBody>
      </p:sp>
      <p:grpSp>
        <p:nvGrpSpPr>
          <p:cNvPr id="253975" name="Group 38">
            <a:extLst>
              <a:ext uri="{FF2B5EF4-FFF2-40B4-BE49-F238E27FC236}">
                <a16:creationId xmlns:a16="http://schemas.microsoft.com/office/drawing/2014/main" id="{673E0A88-18A7-9448-BD41-DF59B4E8E4CD}"/>
              </a:ext>
            </a:extLst>
          </p:cNvPr>
          <p:cNvGrpSpPr>
            <a:grpSpLocks/>
          </p:cNvGrpSpPr>
          <p:nvPr/>
        </p:nvGrpSpPr>
        <p:grpSpPr bwMode="auto">
          <a:xfrm>
            <a:off x="1516856" y="942976"/>
            <a:ext cx="1052513" cy="812006"/>
            <a:chOff x="314" y="792"/>
            <a:chExt cx="884" cy="682"/>
          </a:xfrm>
        </p:grpSpPr>
        <p:sp>
          <p:nvSpPr>
            <p:cNvPr id="795687" name="Freeform 39">
              <a:extLst>
                <a:ext uri="{FF2B5EF4-FFF2-40B4-BE49-F238E27FC236}">
                  <a16:creationId xmlns:a16="http://schemas.microsoft.com/office/drawing/2014/main" id="{4ACF405A-173C-0643-9D4B-91B0FCCA971C}"/>
                </a:ext>
              </a:extLst>
            </p:cNvPr>
            <p:cNvSpPr>
              <a:spLocks/>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5688" name="Rectangle 40">
              <a:extLst>
                <a:ext uri="{FF2B5EF4-FFF2-40B4-BE49-F238E27FC236}">
                  <a16:creationId xmlns:a16="http://schemas.microsoft.com/office/drawing/2014/main" id="{FFFABC5D-C942-8C41-89F9-604069C1DD68}"/>
                </a:ext>
              </a:extLst>
            </p:cNvPr>
            <p:cNvSpPr>
              <a:spLocks noChangeArrowheads="1"/>
            </p:cNvSpPr>
            <p:nvPr/>
          </p:nvSpPr>
          <p:spPr bwMode="auto">
            <a:xfrm>
              <a:off x="314" y="1227"/>
              <a:ext cx="697" cy="231"/>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主动关闭</a:t>
              </a:r>
            </a:p>
          </p:txBody>
        </p:sp>
      </p:grpSp>
      <p:sp>
        <p:nvSpPr>
          <p:cNvPr id="795689" name="Freeform 41">
            <a:extLst>
              <a:ext uri="{FF2B5EF4-FFF2-40B4-BE49-F238E27FC236}">
                <a16:creationId xmlns:a16="http://schemas.microsoft.com/office/drawing/2014/main" id="{D79119B5-6FF0-2C44-BF6D-A04B31E03A69}"/>
              </a:ext>
            </a:extLst>
          </p:cNvPr>
          <p:cNvSpPr>
            <a:spLocks/>
          </p:cNvSpPr>
          <p:nvPr/>
        </p:nvSpPr>
        <p:spPr bwMode="auto">
          <a:xfrm>
            <a:off x="6702029" y="892969"/>
            <a:ext cx="1056084" cy="2178844"/>
          </a:xfrm>
          <a:custGeom>
            <a:avLst/>
            <a:gdLst>
              <a:gd name="T0" fmla="*/ 0 w 868"/>
              <a:gd name="T1" fmla="*/ 0 h 1493"/>
              <a:gd name="T2" fmla="*/ 1408112 w 868"/>
              <a:gd name="T3" fmla="*/ 13621 h 1493"/>
              <a:gd name="T4" fmla="*/ 1408112 w 868"/>
              <a:gd name="T5" fmla="*/ 2905125 h 1493"/>
              <a:gd name="T6" fmla="*/ 201159 w 868"/>
              <a:gd name="T7" fmla="*/ 2905125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5690" name="Rectangle 42">
            <a:extLst>
              <a:ext uri="{FF2B5EF4-FFF2-40B4-BE49-F238E27FC236}">
                <a16:creationId xmlns:a16="http://schemas.microsoft.com/office/drawing/2014/main" id="{9FE41D32-AD8A-6845-908D-7A04058EA0CD}"/>
              </a:ext>
            </a:extLst>
          </p:cNvPr>
          <p:cNvSpPr>
            <a:spLocks noChangeArrowheads="1"/>
          </p:cNvSpPr>
          <p:nvPr/>
        </p:nvSpPr>
        <p:spPr bwMode="auto">
          <a:xfrm>
            <a:off x="6923485" y="2745582"/>
            <a:ext cx="829555"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被动关闭</a:t>
            </a:r>
          </a:p>
        </p:txBody>
      </p:sp>
      <p:sp>
        <p:nvSpPr>
          <p:cNvPr id="795691" name="Rectangle 43">
            <a:extLst>
              <a:ext uri="{FF2B5EF4-FFF2-40B4-BE49-F238E27FC236}">
                <a16:creationId xmlns:a16="http://schemas.microsoft.com/office/drawing/2014/main" id="{55BBC75D-59C6-254F-AC9E-B097D459B7FA}"/>
              </a:ext>
            </a:extLst>
          </p:cNvPr>
          <p:cNvSpPr>
            <a:spLocks noChangeArrowheads="1"/>
          </p:cNvSpPr>
          <p:nvPr/>
        </p:nvSpPr>
        <p:spPr bwMode="auto">
          <a:xfrm>
            <a:off x="4241007" y="1333500"/>
            <a:ext cx="829555" cy="275076"/>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grpSp>
        <p:nvGrpSpPr>
          <p:cNvPr id="253979" name="Group 44">
            <a:extLst>
              <a:ext uri="{FF2B5EF4-FFF2-40B4-BE49-F238E27FC236}">
                <a16:creationId xmlns:a16="http://schemas.microsoft.com/office/drawing/2014/main" id="{9E6A0188-1B7D-5D47-B478-FDB2B18C719D}"/>
              </a:ext>
            </a:extLst>
          </p:cNvPr>
          <p:cNvGrpSpPr>
            <a:grpSpLocks/>
          </p:cNvGrpSpPr>
          <p:nvPr/>
        </p:nvGrpSpPr>
        <p:grpSpPr bwMode="auto">
          <a:xfrm>
            <a:off x="6732989" y="1032272"/>
            <a:ext cx="902495" cy="1341834"/>
            <a:chOff x="4695" y="867"/>
            <a:chExt cx="758" cy="1127"/>
          </a:xfrm>
        </p:grpSpPr>
        <p:sp>
          <p:nvSpPr>
            <p:cNvPr id="795693" name="Freeform 45">
              <a:extLst>
                <a:ext uri="{FF2B5EF4-FFF2-40B4-BE49-F238E27FC236}">
                  <a16:creationId xmlns:a16="http://schemas.microsoft.com/office/drawing/2014/main" id="{EE388685-8236-B940-8A40-463117430172}"/>
                </a:ext>
              </a:extLst>
            </p:cNvPr>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chemeClr val="folHlink"/>
              </a:solidFill>
              <a:prstDash val="solid"/>
              <a:round/>
              <a:headEnd type="none" w="med" len="med"/>
              <a:tailEnd type="triangle" w="med" len="lg"/>
            </a:ln>
            <a:effectLst/>
          </p:spPr>
          <p:txBody>
            <a:bodyPr/>
            <a:lstStyle/>
            <a:p>
              <a:pPr>
                <a:defRPr/>
              </a:pPr>
              <a:endParaRPr lang="zh-CN" altLang="en-US"/>
            </a:p>
          </p:txBody>
        </p:sp>
        <p:sp>
          <p:nvSpPr>
            <p:cNvPr id="795694" name="Rectangle 46">
              <a:extLst>
                <a:ext uri="{FF2B5EF4-FFF2-40B4-BE49-F238E27FC236}">
                  <a16:creationId xmlns:a16="http://schemas.microsoft.com/office/drawing/2014/main" id="{1FB205A6-4872-DA4E-AD5C-0D48404D0244}"/>
                </a:ext>
              </a:extLst>
            </p:cNvPr>
            <p:cNvSpPr>
              <a:spLocks noChangeArrowheads="1"/>
            </p:cNvSpPr>
            <p:nvPr/>
          </p:nvSpPr>
          <p:spPr bwMode="auto">
            <a:xfrm>
              <a:off x="5047" y="1120"/>
              <a:ext cx="406" cy="580"/>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通知</a:t>
              </a:r>
            </a:p>
            <a:p>
              <a:pPr>
                <a:defRPr/>
              </a:pPr>
              <a:r>
                <a:rPr kumimoji="1" lang="zh-CN" altLang="en-US" sz="1350">
                  <a:solidFill>
                    <a:schemeClr val="folHlink"/>
                  </a:solidFill>
                  <a:latin typeface="Times New Roman" panose="02020603050405020304" pitchFamily="18" charset="0"/>
                </a:rPr>
                <a:t>应用</a:t>
              </a:r>
            </a:p>
            <a:p>
              <a:pPr>
                <a:defRPr/>
              </a:pPr>
              <a:r>
                <a:rPr kumimoji="1" lang="zh-CN" altLang="en-US" sz="1350">
                  <a:solidFill>
                    <a:schemeClr val="folHlink"/>
                  </a:solidFill>
                  <a:latin typeface="Times New Roman" panose="02020603050405020304" pitchFamily="18" charset="0"/>
                </a:rPr>
                <a:t>进程</a:t>
              </a:r>
            </a:p>
          </p:txBody>
        </p:sp>
      </p:grpSp>
      <p:sp>
        <p:nvSpPr>
          <p:cNvPr id="795695" name="Rectangle 47">
            <a:extLst>
              <a:ext uri="{FF2B5EF4-FFF2-40B4-BE49-F238E27FC236}">
                <a16:creationId xmlns:a16="http://schemas.microsoft.com/office/drawing/2014/main" id="{54F1AF45-57F7-FB40-9A5D-538B94DA6789}"/>
              </a:ext>
            </a:extLst>
          </p:cNvPr>
          <p:cNvSpPr>
            <a:spLocks noChangeArrowheads="1"/>
          </p:cNvSpPr>
          <p:nvPr/>
        </p:nvSpPr>
        <p:spPr bwMode="auto">
          <a:xfrm>
            <a:off x="2333625" y="1216819"/>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sp>
        <p:nvSpPr>
          <p:cNvPr id="795696" name="Rectangle 48">
            <a:extLst>
              <a:ext uri="{FF2B5EF4-FFF2-40B4-BE49-F238E27FC236}">
                <a16:creationId xmlns:a16="http://schemas.microsoft.com/office/drawing/2014/main" id="{8C0A7744-5F3B-6B42-B13E-B256A6517698}"/>
              </a:ext>
            </a:extLst>
          </p:cNvPr>
          <p:cNvSpPr>
            <a:spLocks noChangeArrowheads="1"/>
          </p:cNvSpPr>
          <p:nvPr/>
        </p:nvSpPr>
        <p:spPr bwMode="auto">
          <a:xfrm>
            <a:off x="6148388" y="1544242"/>
            <a:ext cx="752611" cy="482825"/>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ESTAB-</a:t>
            </a:r>
          </a:p>
          <a:p>
            <a:pPr>
              <a:defRPr/>
            </a:pPr>
            <a:r>
              <a:rPr kumimoji="1" lang="en-US" altLang="zh-CN" sz="1350">
                <a:solidFill>
                  <a:schemeClr val="folHlink"/>
                </a:solidFill>
                <a:latin typeface="Times New Roman" charset="0"/>
                <a:ea typeface="黑体" charset="-122"/>
              </a:rPr>
              <a:t>LISHED</a:t>
            </a:r>
          </a:p>
        </p:txBody>
      </p:sp>
      <p:pic>
        <p:nvPicPr>
          <p:cNvPr id="795697" name="Picture 49">
            <a:extLst>
              <a:ext uri="{FF2B5EF4-FFF2-40B4-BE49-F238E27FC236}">
                <a16:creationId xmlns:a16="http://schemas.microsoft.com/office/drawing/2014/main" id="{88481382-0639-3141-8160-9817688B9E3F}"/>
              </a:ext>
            </a:extLst>
          </p:cNvPr>
          <p:cNvPicPr>
            <a:picLocks noChangeArrowheads="1"/>
          </p:cNvPicPr>
          <p:nvPr/>
        </p:nvPicPr>
        <p:blipFill>
          <a:blip r:embed="rId2"/>
          <a:srcRect/>
          <a:stretch>
            <a:fillRect/>
          </a:stretch>
        </p:blipFill>
        <p:spPr bwMode="auto">
          <a:xfrm>
            <a:off x="2516982" y="727473"/>
            <a:ext cx="378619" cy="372665"/>
          </a:xfrm>
          <a:prstGeom prst="rect">
            <a:avLst/>
          </a:prstGeom>
          <a:noFill/>
          <a:ln>
            <a:noFill/>
          </a:ln>
          <a:effectLst/>
        </p:spPr>
      </p:pic>
      <p:pic>
        <p:nvPicPr>
          <p:cNvPr id="795698" name="Picture 50">
            <a:extLst>
              <a:ext uri="{FF2B5EF4-FFF2-40B4-BE49-F238E27FC236}">
                <a16:creationId xmlns:a16="http://schemas.microsoft.com/office/drawing/2014/main" id="{3B50411F-F2D6-F44E-8DAB-600992CD20FD}"/>
              </a:ext>
            </a:extLst>
          </p:cNvPr>
          <p:cNvPicPr>
            <a:picLocks noChangeArrowheads="1"/>
          </p:cNvPicPr>
          <p:nvPr/>
        </p:nvPicPr>
        <p:blipFill>
          <a:blip r:embed="rId2"/>
          <a:srcRect/>
          <a:stretch>
            <a:fillRect/>
          </a:stretch>
        </p:blipFill>
        <p:spPr bwMode="auto">
          <a:xfrm>
            <a:off x="6331744" y="727473"/>
            <a:ext cx="378619" cy="372665"/>
          </a:xfrm>
          <a:prstGeom prst="rect">
            <a:avLst/>
          </a:prstGeom>
          <a:noFill/>
          <a:ln>
            <a:noFill/>
          </a:ln>
          <a:effectLst/>
        </p:spPr>
      </p:pic>
      <p:sp>
        <p:nvSpPr>
          <p:cNvPr id="795699" name="Rectangle 51">
            <a:extLst>
              <a:ext uri="{FF2B5EF4-FFF2-40B4-BE49-F238E27FC236}">
                <a16:creationId xmlns:a16="http://schemas.microsoft.com/office/drawing/2014/main" id="{2C9CCEE2-29DE-7F45-8180-96CD62892F9F}"/>
              </a:ext>
            </a:extLst>
          </p:cNvPr>
          <p:cNvSpPr>
            <a:spLocks noChangeArrowheads="1"/>
          </p:cNvSpPr>
          <p:nvPr/>
        </p:nvSpPr>
        <p:spPr bwMode="auto">
          <a:xfrm>
            <a:off x="2809875" y="703660"/>
            <a:ext cx="262092"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A</a:t>
            </a:r>
          </a:p>
        </p:txBody>
      </p:sp>
      <p:sp>
        <p:nvSpPr>
          <p:cNvPr id="795700" name="Rectangle 52">
            <a:extLst>
              <a:ext uri="{FF2B5EF4-FFF2-40B4-BE49-F238E27FC236}">
                <a16:creationId xmlns:a16="http://schemas.microsoft.com/office/drawing/2014/main" id="{DBE3A0CD-126B-5E4B-9E3B-38C057A9ACBF}"/>
              </a:ext>
            </a:extLst>
          </p:cNvPr>
          <p:cNvSpPr>
            <a:spLocks noChangeArrowheads="1"/>
          </p:cNvSpPr>
          <p:nvPr/>
        </p:nvSpPr>
        <p:spPr bwMode="auto">
          <a:xfrm>
            <a:off x="6185297" y="703660"/>
            <a:ext cx="252474" cy="275076"/>
          </a:xfrm>
          <a:prstGeom prst="rect">
            <a:avLst/>
          </a:prstGeom>
          <a:noFill/>
          <a:ln>
            <a:noFill/>
          </a:ln>
          <a:effectLst/>
        </p:spPr>
        <p:txBody>
          <a:bodyPr wrap="none" lIns="67866" tIns="33338" rIns="67866" bIns="33338">
            <a:spAutoFit/>
          </a:bodyPr>
          <a:lstStyle>
            <a:lvl1pPr defTabSz="762000">
              <a:defRPr>
                <a:solidFill>
                  <a:schemeClr val="tx1"/>
                </a:solidFill>
                <a:latin typeface="Arial" charset="0"/>
                <a:ea typeface="宋体" charset="-122"/>
              </a:defRPr>
            </a:lvl1pPr>
            <a:lvl2pPr marL="571500" defTabSz="762000">
              <a:defRPr>
                <a:solidFill>
                  <a:schemeClr val="tx1"/>
                </a:solidFill>
                <a:latin typeface="Arial" charset="0"/>
                <a:ea typeface="宋体" charset="-122"/>
              </a:defRPr>
            </a:lvl2pPr>
            <a:lvl3pPr marL="1143000" defTabSz="762000">
              <a:defRPr>
                <a:solidFill>
                  <a:schemeClr val="tx1"/>
                </a:solidFill>
                <a:latin typeface="Arial" charset="0"/>
                <a:ea typeface="宋体" charset="-122"/>
              </a:defRPr>
            </a:lvl3pPr>
            <a:lvl4pPr marL="1714500" defTabSz="762000">
              <a:defRPr>
                <a:solidFill>
                  <a:schemeClr val="tx1"/>
                </a:solidFill>
                <a:latin typeface="Arial" charset="0"/>
                <a:ea typeface="宋体" charset="-122"/>
              </a:defRPr>
            </a:lvl4pPr>
            <a:lvl5pPr marL="2286000" defTabSz="762000">
              <a:defRPr>
                <a:solidFill>
                  <a:schemeClr val="tx1"/>
                </a:solidFill>
                <a:latin typeface="Arial" charset="0"/>
                <a:ea typeface="宋体" charset="-122"/>
              </a:defRPr>
            </a:lvl5pPr>
            <a:lvl6pPr marL="2743200" defTabSz="762000" fontAlgn="base">
              <a:spcBef>
                <a:spcPct val="0"/>
              </a:spcBef>
              <a:spcAft>
                <a:spcPct val="0"/>
              </a:spcAft>
              <a:defRPr>
                <a:solidFill>
                  <a:schemeClr val="tx1"/>
                </a:solidFill>
                <a:latin typeface="Arial" charset="0"/>
                <a:ea typeface="宋体" charset="-122"/>
              </a:defRPr>
            </a:lvl6pPr>
            <a:lvl7pPr marL="3200400" defTabSz="762000" fontAlgn="base">
              <a:spcBef>
                <a:spcPct val="0"/>
              </a:spcBef>
              <a:spcAft>
                <a:spcPct val="0"/>
              </a:spcAft>
              <a:defRPr>
                <a:solidFill>
                  <a:schemeClr val="tx1"/>
                </a:solidFill>
                <a:latin typeface="Arial" charset="0"/>
                <a:ea typeface="宋体" charset="-122"/>
              </a:defRPr>
            </a:lvl7pPr>
            <a:lvl8pPr marL="3657600" defTabSz="762000" fontAlgn="base">
              <a:spcBef>
                <a:spcPct val="0"/>
              </a:spcBef>
              <a:spcAft>
                <a:spcPct val="0"/>
              </a:spcAft>
              <a:defRPr>
                <a:solidFill>
                  <a:schemeClr val="tx1"/>
                </a:solidFill>
                <a:latin typeface="Arial" charset="0"/>
                <a:ea typeface="宋体" charset="-122"/>
              </a:defRPr>
            </a:lvl8pPr>
            <a:lvl9pPr marL="4114800" defTabSz="7620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chemeClr val="folHlink"/>
                </a:solidFill>
                <a:latin typeface="Times New Roman" charset="0"/>
                <a:ea typeface="黑体" charset="-122"/>
              </a:rPr>
              <a:t>B</a:t>
            </a:r>
          </a:p>
        </p:txBody>
      </p:sp>
      <p:sp>
        <p:nvSpPr>
          <p:cNvPr id="795701" name="Rectangle 53">
            <a:extLst>
              <a:ext uri="{FF2B5EF4-FFF2-40B4-BE49-F238E27FC236}">
                <a16:creationId xmlns:a16="http://schemas.microsoft.com/office/drawing/2014/main" id="{1ED9F8B3-C5F2-374D-89C0-1A4A12010FD4}"/>
              </a:ext>
            </a:extLst>
          </p:cNvPr>
          <p:cNvSpPr>
            <a:spLocks noChangeArrowheads="1"/>
          </p:cNvSpPr>
          <p:nvPr/>
        </p:nvSpPr>
        <p:spPr bwMode="auto">
          <a:xfrm>
            <a:off x="2135631" y="665413"/>
            <a:ext cx="483306"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客户</a:t>
            </a:r>
          </a:p>
        </p:txBody>
      </p:sp>
      <p:sp>
        <p:nvSpPr>
          <p:cNvPr id="795702" name="Rectangle 54">
            <a:extLst>
              <a:ext uri="{FF2B5EF4-FFF2-40B4-BE49-F238E27FC236}">
                <a16:creationId xmlns:a16="http://schemas.microsoft.com/office/drawing/2014/main" id="{D6559BFB-56D2-9F49-A161-6B5348E2A256}"/>
              </a:ext>
            </a:extLst>
          </p:cNvPr>
          <p:cNvSpPr>
            <a:spLocks noChangeArrowheads="1"/>
          </p:cNvSpPr>
          <p:nvPr/>
        </p:nvSpPr>
        <p:spPr bwMode="auto">
          <a:xfrm>
            <a:off x="5671940" y="721520"/>
            <a:ext cx="656430" cy="275076"/>
          </a:xfrm>
          <a:prstGeom prst="rect">
            <a:avLst/>
          </a:prstGeom>
          <a:noFill/>
          <a:ln>
            <a:noFill/>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dirty="0">
                <a:solidFill>
                  <a:schemeClr val="folHlink"/>
                </a:solidFill>
                <a:latin typeface="Times New Roman" panose="02020603050405020304" pitchFamily="18" charset="0"/>
              </a:rPr>
              <a:t>服务器</a:t>
            </a:r>
          </a:p>
        </p:txBody>
      </p:sp>
      <p:sp>
        <p:nvSpPr>
          <p:cNvPr id="795703" name="Rectangle 55">
            <a:extLst>
              <a:ext uri="{FF2B5EF4-FFF2-40B4-BE49-F238E27FC236}">
                <a16:creationId xmlns:a16="http://schemas.microsoft.com/office/drawing/2014/main" id="{AB78C644-A18D-B141-AA07-C1B49C510DB7}"/>
              </a:ext>
            </a:extLst>
          </p:cNvPr>
          <p:cNvSpPr>
            <a:spLocks noChangeArrowheads="1"/>
          </p:cNvSpPr>
          <p:nvPr/>
        </p:nvSpPr>
        <p:spPr bwMode="auto">
          <a:xfrm rot="20971112">
            <a:off x="4408445" y="2733655"/>
            <a:ext cx="829555" cy="275076"/>
          </a:xfrm>
          <a:prstGeom prst="rect">
            <a:avLst/>
          </a:prstGeom>
          <a:solidFill>
            <a:srgbClr val="CCECFF"/>
          </a:solidFill>
          <a:ln w="38100" cmpd="dbl">
            <a:solidFill>
              <a:schemeClr val="folHlink"/>
            </a:solidFill>
            <a:miter lim="800000"/>
            <a:headEnd/>
            <a:tailEnd/>
          </a:ln>
          <a:effectLst/>
        </p:spPr>
        <p:txBody>
          <a:bodyPr wrap="none" lIns="67866" tIns="33338" rIns="67866" bIns="33338">
            <a:spAutoFit/>
          </a:bodyPr>
          <a:lstStyle>
            <a:lvl1pPr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defTabSz="7620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defTabSz="7620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r>
              <a:rPr kumimoji="1" lang="zh-CN" altLang="en-US" sz="1350">
                <a:solidFill>
                  <a:schemeClr val="folHlink"/>
                </a:solidFill>
                <a:latin typeface="Times New Roman" panose="02020603050405020304" pitchFamily="18" charset="0"/>
              </a:rPr>
              <a:t>数据传送</a:t>
            </a:r>
          </a:p>
        </p:txBody>
      </p:sp>
      <p:sp>
        <p:nvSpPr>
          <p:cNvPr id="795704" name="Text Box 56">
            <a:extLst>
              <a:ext uri="{FF2B5EF4-FFF2-40B4-BE49-F238E27FC236}">
                <a16:creationId xmlns:a16="http://schemas.microsoft.com/office/drawing/2014/main" id="{041D6CD8-5A9C-764B-91FF-93A39055E1E9}"/>
              </a:ext>
            </a:extLst>
          </p:cNvPr>
          <p:cNvSpPr txBox="1">
            <a:spLocks noChangeArrowheads="1"/>
          </p:cNvSpPr>
          <p:nvPr/>
        </p:nvSpPr>
        <p:spPr bwMode="auto">
          <a:xfrm>
            <a:off x="6126956" y="4352925"/>
            <a:ext cx="728663" cy="252413"/>
          </a:xfrm>
          <a:prstGeom prst="rect">
            <a:avLst/>
          </a:prstGeom>
          <a:noFill/>
          <a:ln>
            <a:noFill/>
          </a:ln>
          <a:effectLst/>
        </p:spPr>
        <p:txBody>
          <a:bodyPr wrap="none" anchor="ctr"/>
          <a:lstStyle>
            <a:lvl1pPr>
              <a:defRPr>
                <a:solidFill>
                  <a:schemeClr val="tx1"/>
                </a:solidFill>
                <a:latin typeface="Arial" charset="0"/>
                <a:ea typeface="宋体" charset="-122"/>
              </a:defRPr>
            </a:lvl1pPr>
            <a:lvl2pPr marL="571500">
              <a:defRPr>
                <a:solidFill>
                  <a:schemeClr val="tx1"/>
                </a:solidFill>
                <a:latin typeface="Arial" charset="0"/>
                <a:ea typeface="宋体" charset="-122"/>
              </a:defRPr>
            </a:lvl2pPr>
            <a:lvl3pPr marL="1143000">
              <a:defRPr>
                <a:solidFill>
                  <a:schemeClr val="tx1"/>
                </a:solidFill>
                <a:latin typeface="Arial" charset="0"/>
                <a:ea typeface="宋体" charset="-122"/>
              </a:defRPr>
            </a:lvl3pPr>
            <a:lvl4pPr marL="1714500">
              <a:defRPr>
                <a:solidFill>
                  <a:schemeClr val="tx1"/>
                </a:solidFill>
                <a:latin typeface="Arial" charset="0"/>
                <a:ea typeface="宋体" charset="-122"/>
              </a:defRPr>
            </a:lvl4pPr>
            <a:lvl5pPr marL="2286000">
              <a:defRPr>
                <a:solidFill>
                  <a:schemeClr val="tx1"/>
                </a:solidFill>
                <a:latin typeface="Arial" charset="0"/>
                <a:ea typeface="宋体" charset="-122"/>
              </a:defRPr>
            </a:lvl5pPr>
            <a:lvl6pPr marL="2743200" fontAlgn="base">
              <a:spcBef>
                <a:spcPct val="0"/>
              </a:spcBef>
              <a:spcAft>
                <a:spcPct val="0"/>
              </a:spcAft>
              <a:defRPr>
                <a:solidFill>
                  <a:schemeClr val="tx1"/>
                </a:solidFill>
                <a:latin typeface="Arial" charset="0"/>
                <a:ea typeface="宋体" charset="-122"/>
              </a:defRPr>
            </a:lvl6pPr>
            <a:lvl7pPr marL="3200400" fontAlgn="base">
              <a:spcBef>
                <a:spcPct val="0"/>
              </a:spcBef>
              <a:spcAft>
                <a:spcPct val="0"/>
              </a:spcAft>
              <a:defRPr>
                <a:solidFill>
                  <a:schemeClr val="tx1"/>
                </a:solidFill>
                <a:latin typeface="Arial" charset="0"/>
                <a:ea typeface="宋体" charset="-122"/>
              </a:defRPr>
            </a:lvl7pPr>
            <a:lvl8pPr marL="3657600" fontAlgn="base">
              <a:spcBef>
                <a:spcPct val="0"/>
              </a:spcBef>
              <a:spcAft>
                <a:spcPct val="0"/>
              </a:spcAft>
              <a:defRPr>
                <a:solidFill>
                  <a:schemeClr val="tx1"/>
                </a:solidFill>
                <a:latin typeface="Arial" charset="0"/>
                <a:ea typeface="宋体" charset="-122"/>
              </a:defRPr>
            </a:lvl8pPr>
            <a:lvl9pPr marL="4114800" fontAlgn="base">
              <a:spcBef>
                <a:spcPct val="0"/>
              </a:spcBef>
              <a:spcAft>
                <a:spcPct val="0"/>
              </a:spcAft>
              <a:defRPr>
                <a:solidFill>
                  <a:schemeClr val="tx1"/>
                </a:solidFill>
                <a:latin typeface="Arial" charset="0"/>
                <a:ea typeface="宋体" charset="-122"/>
              </a:defRPr>
            </a:lvl9pPr>
          </a:lstStyle>
          <a:p>
            <a:pPr>
              <a:defRPr/>
            </a:pPr>
            <a:r>
              <a:rPr kumimoji="1" lang="en-US" altLang="zh-CN" sz="1350">
                <a:solidFill>
                  <a:srgbClr val="FFFF99"/>
                </a:solidFill>
                <a:latin typeface="Times New Roman" charset="0"/>
                <a:ea typeface="黑体" charset="-122"/>
              </a:rPr>
              <a:t>CLOSED</a:t>
            </a:r>
          </a:p>
        </p:txBody>
      </p:sp>
      <p:sp>
        <p:nvSpPr>
          <p:cNvPr id="795705" name="Text Box 57">
            <a:extLst>
              <a:ext uri="{FF2B5EF4-FFF2-40B4-BE49-F238E27FC236}">
                <a16:creationId xmlns:a16="http://schemas.microsoft.com/office/drawing/2014/main" id="{6EB1C42F-160E-4847-ABFB-8C481049487E}"/>
              </a:ext>
            </a:extLst>
          </p:cNvPr>
          <p:cNvSpPr txBox="1">
            <a:spLocks noChangeArrowheads="1"/>
          </p:cNvSpPr>
          <p:nvPr/>
        </p:nvSpPr>
        <p:spPr bwMode="auto">
          <a:xfrm>
            <a:off x="3168253" y="86916"/>
            <a:ext cx="3039550" cy="415498"/>
          </a:xfrm>
          <a:prstGeom prst="rect">
            <a:avLst/>
          </a:prstGeom>
          <a:noFill/>
          <a:ln>
            <a:noFill/>
          </a:ln>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2100">
                <a:solidFill>
                  <a:schemeClr val="folHlink"/>
                </a:solidFill>
                <a:latin typeface="Arial" panose="020B0604020202020204" pitchFamily="34" charset="0"/>
              </a:rPr>
              <a:t>5.9.2   TCP</a:t>
            </a:r>
            <a:r>
              <a:rPr lang="en-US" altLang="zh-CN" sz="2100" b="1">
                <a:solidFill>
                  <a:schemeClr val="folHlink"/>
                </a:solidFill>
                <a:latin typeface="Arial" panose="020B0604020202020204" pitchFamily="34" charset="0"/>
              </a:rPr>
              <a:t> </a:t>
            </a:r>
            <a:r>
              <a:rPr lang="zh-CN" altLang="en-US" sz="2100">
                <a:solidFill>
                  <a:schemeClr val="folHlink"/>
                </a:solidFill>
                <a:latin typeface="Arial" panose="020B0604020202020204" pitchFamily="34" charset="0"/>
              </a:rPr>
              <a:t>的连接释放 </a:t>
            </a:r>
          </a:p>
        </p:txBody>
      </p:sp>
      <p:sp>
        <p:nvSpPr>
          <p:cNvPr id="795708" name="Text Box 60">
            <a:extLst>
              <a:ext uri="{FF2B5EF4-FFF2-40B4-BE49-F238E27FC236}">
                <a16:creationId xmlns:a16="http://schemas.microsoft.com/office/drawing/2014/main" id="{C8AA6943-EC30-FA46-85B4-8CCB9157992F}"/>
              </a:ext>
            </a:extLst>
          </p:cNvPr>
          <p:cNvSpPr txBox="1">
            <a:spLocks noChangeArrowheads="1"/>
          </p:cNvSpPr>
          <p:nvPr/>
        </p:nvSpPr>
        <p:spPr bwMode="auto">
          <a:xfrm>
            <a:off x="1656160" y="69056"/>
            <a:ext cx="6020751" cy="415498"/>
          </a:xfrm>
          <a:prstGeom prst="rect">
            <a:avLst/>
          </a:prstGeom>
          <a:solidFill>
            <a:srgbClr val="FFFF99"/>
          </a:solidFill>
          <a:ln w="9525">
            <a:solidFill>
              <a:schemeClr val="folHlink"/>
            </a:solidFill>
            <a:miter lim="800000"/>
            <a:headEnd/>
            <a:tailEnd/>
          </a:ln>
          <a:effectLst>
            <a:outerShdw blurRad="63500" dist="38099" dir="2700000" algn="ctr" rotWithShape="0">
              <a:schemeClr val="bg2">
                <a:alpha val="74997"/>
              </a:schemeClr>
            </a:outerShdw>
          </a:effectLst>
        </p:spPr>
        <p:txBody>
          <a:bodyPr wrap="none">
            <a:spAutoFit/>
          </a:bodyPr>
          <a:lstStyle>
            <a:lvl1pPr>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742950" indent="-28575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11430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6002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2057400" indent="-228600">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25146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9718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34290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3886200" indent="-228600" eaLnBrk="0" fontAlgn="base" hangingPunct="0">
              <a:spcBef>
                <a:spcPct val="0"/>
              </a:spcBef>
              <a:spcAft>
                <a:spcPct val="0"/>
              </a:spcAft>
              <a:defRPr sz="28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eaLnBrk="1" hangingPunct="1">
              <a:defRPr/>
            </a:pPr>
            <a:r>
              <a:rPr lang="en-US" altLang="zh-CN" sz="2100" dirty="0">
                <a:solidFill>
                  <a:schemeClr val="folHlink"/>
                </a:solidFill>
                <a:latin typeface="Arial" panose="020B0604020202020204" pitchFamily="34" charset="0"/>
              </a:rPr>
              <a:t>TCP </a:t>
            </a:r>
            <a:r>
              <a:rPr lang="zh-CN" altLang="en-US" sz="2100" dirty="0">
                <a:solidFill>
                  <a:schemeClr val="folHlink"/>
                </a:solidFill>
                <a:latin typeface="Arial" panose="020B0604020202020204" pitchFamily="34" charset="0"/>
              </a:rPr>
              <a:t>连接必须经过时间 </a:t>
            </a:r>
            <a:r>
              <a:rPr lang="en-US" altLang="zh-CN" sz="2100" dirty="0">
                <a:solidFill>
                  <a:schemeClr val="folHlink"/>
                </a:solidFill>
                <a:latin typeface="Arial" panose="020B0604020202020204" pitchFamily="34" charset="0"/>
              </a:rPr>
              <a:t>2MSL </a:t>
            </a:r>
            <a:r>
              <a:rPr lang="zh-CN" altLang="en-US" sz="2100" dirty="0">
                <a:solidFill>
                  <a:schemeClr val="folHlink"/>
                </a:solidFill>
                <a:latin typeface="Arial" panose="020B0604020202020204" pitchFamily="34" charset="0"/>
              </a:rPr>
              <a:t>后才真正释放掉。 </a:t>
            </a:r>
          </a:p>
        </p:txBody>
      </p:sp>
      <p:sp>
        <p:nvSpPr>
          <p:cNvPr id="2" name="幻灯片编号占位符 1">
            <a:extLst>
              <a:ext uri="{FF2B5EF4-FFF2-40B4-BE49-F238E27FC236}">
                <a16:creationId xmlns:a16="http://schemas.microsoft.com/office/drawing/2014/main" id="{8A107A31-615A-3C4B-80BA-9C494CE30AA3}"/>
              </a:ext>
            </a:extLst>
          </p:cNvPr>
          <p:cNvSpPr>
            <a:spLocks noGrp="1"/>
          </p:cNvSpPr>
          <p:nvPr>
            <p:ph type="sldNum" sz="quarter" idx="10"/>
          </p:nvPr>
        </p:nvSpPr>
        <p:spPr>
          <a:xfrm>
            <a:off x="8700654" y="4834369"/>
            <a:ext cx="443345" cy="222216"/>
          </a:xfrm>
        </p:spPr>
        <p:txBody>
          <a:bodyPr/>
          <a:lstStyle>
            <a:lvl1pPr>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1pPr>
            <a:lvl2pPr marL="557213" indent="-214313">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2pPr>
            <a:lvl3pPr marL="8572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3pPr>
            <a:lvl4pPr marL="12001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4pPr>
            <a:lvl5pPr marL="1543050" indent="-171450">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5pPr>
            <a:lvl6pPr marL="18859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6pPr>
            <a:lvl7pPr marL="22288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7pPr>
            <a:lvl8pPr marL="25717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8pPr>
            <a:lvl9pPr marL="2914650" indent="-171450" eaLnBrk="0" fontAlgn="base" hangingPunct="0">
              <a:spcBef>
                <a:spcPct val="0"/>
              </a:spcBef>
              <a:spcAft>
                <a:spcPct val="0"/>
              </a:spcAft>
              <a:defRPr sz="2100">
                <a:solidFill>
                  <a:schemeClr val="tx1"/>
                </a:solidFill>
                <a:latin typeface="Tahoma" panose="020B0604030504040204" pitchFamily="34" charset="0"/>
                <a:ea typeface="宋体" panose="02010600030101010101" pitchFamily="2" charset="-122"/>
                <a:cs typeface="宋体" panose="02010600030101010101" pitchFamily="2" charset="-122"/>
              </a:defRPr>
            </a:lvl9pPr>
          </a:lstStyle>
          <a:p>
            <a:pPr>
              <a:defRPr/>
            </a:pPr>
            <a:fld id="{8DBD8AF6-A62E-7E4B-863D-FB8868A892C0}" type="slidenum">
              <a:rPr lang="en-US" altLang="zh-CN" sz="1050"/>
              <a:pPr>
                <a:defRPr/>
              </a:pPr>
              <a:t>123</a:t>
            </a:fld>
            <a:endParaRPr lang="en-US" altLang="zh-CN" sz="1050"/>
          </a:p>
        </p:txBody>
      </p:sp>
    </p:spTree>
    <p:extLst>
      <p:ext uri="{BB962C8B-B14F-4D97-AF65-F5344CB8AC3E}">
        <p14:creationId xmlns:p14="http://schemas.microsoft.com/office/powerpoint/2010/main" val="26491838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500"/>
                                  </p:stCondLst>
                                  <p:childTnLst>
                                    <p:set>
                                      <p:cBhvr>
                                        <p:cTn id="6" dur="1" fill="hold">
                                          <p:stCondLst>
                                            <p:cond delay="0"/>
                                          </p:stCondLst>
                                        </p:cTn>
                                        <p:tgtEl>
                                          <p:spTgt spid="795706"/>
                                        </p:tgtEl>
                                        <p:attrNameLst>
                                          <p:attrName>style.visibility</p:attrName>
                                        </p:attrNameLst>
                                      </p:cBhvr>
                                      <p:to>
                                        <p:strVal val="visible"/>
                                      </p:to>
                                    </p:set>
                                    <p:animEffect transition="in" filter="wipe(up)">
                                      <p:cBhvr>
                                        <p:cTn id="7" dur="1000"/>
                                        <p:tgtEl>
                                          <p:spTgt spid="795706"/>
                                        </p:tgtEl>
                                      </p:cBhvr>
                                    </p:animEffect>
                                  </p:childTnLst>
                                </p:cTn>
                              </p:par>
                            </p:childTnLst>
                          </p:cTn>
                        </p:par>
                        <p:par>
                          <p:cTn id="8" fill="hold" nodeType="afterGroup">
                            <p:stCondLst>
                              <p:cond delay="1500"/>
                            </p:stCondLst>
                            <p:childTnLst>
                              <p:par>
                                <p:cTn id="9" presetID="22" presetClass="entr" presetSubtype="1" fill="hold" nodeType="afterEffect">
                                  <p:stCondLst>
                                    <p:cond delay="500"/>
                                  </p:stCondLst>
                                  <p:childTnLst>
                                    <p:set>
                                      <p:cBhvr>
                                        <p:cTn id="10" dur="1" fill="hold">
                                          <p:stCondLst>
                                            <p:cond delay="0"/>
                                          </p:stCondLst>
                                        </p:cTn>
                                        <p:tgtEl>
                                          <p:spTgt spid="795707"/>
                                        </p:tgtEl>
                                        <p:attrNameLst>
                                          <p:attrName>style.visibility</p:attrName>
                                        </p:attrNameLst>
                                      </p:cBhvr>
                                      <p:to>
                                        <p:strVal val="visible"/>
                                      </p:to>
                                    </p:set>
                                    <p:animEffect transition="in" filter="wipe(up)">
                                      <p:cBhvr>
                                        <p:cTn id="11" dur="500"/>
                                        <p:tgtEl>
                                          <p:spTgt spid="7957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标题 1">
            <a:extLst>
              <a:ext uri="{FF2B5EF4-FFF2-40B4-BE49-F238E27FC236}">
                <a16:creationId xmlns:a16="http://schemas.microsoft.com/office/drawing/2014/main" id="{6F56EA12-C3D6-F143-8D7F-D82C483FDF4C}"/>
              </a:ext>
            </a:extLst>
          </p:cNvPr>
          <p:cNvSpPr>
            <a:spLocks noGrp="1"/>
          </p:cNvSpPr>
          <p:nvPr>
            <p:ph type="title"/>
          </p:nvPr>
        </p:nvSpPr>
        <p:spPr>
          <a:xfrm>
            <a:off x="133563" y="160735"/>
            <a:ext cx="7813860" cy="736997"/>
          </a:xfrm>
        </p:spPr>
        <p:txBody>
          <a:bodyPr/>
          <a:lstStyle/>
          <a:p>
            <a:pPr eaLnBrk="1" hangingPunct="1">
              <a:defRPr/>
            </a:pPr>
            <a:r>
              <a:rPr lang="zh-CN" altLang="en-US" dirty="0">
                <a:latin typeface="Times New Roman" panose="02020603050405020304" pitchFamily="18" charset="0"/>
                <a:ea typeface="宋体" panose="02010600030101010101" pitchFamily="2" charset="-122"/>
              </a:rPr>
              <a:t>本章小结</a:t>
            </a:r>
          </a:p>
        </p:txBody>
      </p:sp>
      <p:sp>
        <p:nvSpPr>
          <p:cNvPr id="163842" name="内容占位符 2">
            <a:extLst>
              <a:ext uri="{FF2B5EF4-FFF2-40B4-BE49-F238E27FC236}">
                <a16:creationId xmlns:a16="http://schemas.microsoft.com/office/drawing/2014/main" id="{7C13E7A9-DFB6-4642-AED5-67CFD7610A81}"/>
              </a:ext>
            </a:extLst>
          </p:cNvPr>
          <p:cNvSpPr>
            <a:spLocks noGrp="1"/>
          </p:cNvSpPr>
          <p:nvPr>
            <p:ph idx="1"/>
          </p:nvPr>
        </p:nvSpPr>
        <p:spPr/>
        <p:txBody>
          <a:bodyPr/>
          <a:lstStyle/>
          <a:p>
            <a:pPr eaLnBrk="1" hangingPunct="1">
              <a:defRPr/>
            </a:pPr>
            <a:r>
              <a:rPr lang="zh-CN" altLang="en-US">
                <a:latin typeface="Times New Roman" panose="02020603050405020304" pitchFamily="18" charset="0"/>
                <a:ea typeface="宋体" panose="02010600030101010101" pitchFamily="2" charset="-122"/>
              </a:rPr>
              <a:t>传输层的定义、功能和设计方法</a:t>
            </a:r>
            <a:endParaRPr lang="en-US" altLang="zh-CN">
              <a:latin typeface="Times New Roman" panose="02020603050405020304" pitchFamily="18" charset="0"/>
              <a:ea typeface="宋体" panose="02010600030101010101" pitchFamily="2" charset="-122"/>
            </a:endParaRPr>
          </a:p>
          <a:p>
            <a:pPr eaLnBrk="1" hangingPunct="1">
              <a:defRPr/>
            </a:pPr>
            <a:r>
              <a:rPr lang="en-US" altLang="zh-CN">
                <a:latin typeface="Times New Roman" panose="02020603050405020304" pitchFamily="18" charset="0"/>
                <a:ea typeface="宋体" panose="02010600030101010101" pitchFamily="2" charset="-122"/>
              </a:rPr>
              <a:t>Internet</a:t>
            </a:r>
            <a:r>
              <a:rPr lang="zh-CN" altLang="en-US">
                <a:latin typeface="Times New Roman" panose="02020603050405020304" pitchFamily="18" charset="0"/>
                <a:ea typeface="宋体" panose="02010600030101010101" pitchFamily="2" charset="-122"/>
              </a:rPr>
              <a:t>的传输层协议：</a:t>
            </a:r>
            <a:r>
              <a:rPr lang="en-US" altLang="zh-CN">
                <a:latin typeface="Times New Roman" panose="02020603050405020304" pitchFamily="18" charset="0"/>
                <a:ea typeface="宋体" panose="02010600030101010101" pitchFamily="2" charset="-122"/>
              </a:rPr>
              <a:t>UDP</a:t>
            </a:r>
            <a:r>
              <a:rPr lang="zh-CN" altLang="en-US">
                <a:latin typeface="Times New Roman" panose="02020603050405020304" pitchFamily="18" charset="0"/>
                <a:ea typeface="宋体" panose="02010600030101010101" pitchFamily="2" charset="-122"/>
              </a:rPr>
              <a:t>和</a:t>
            </a:r>
            <a:r>
              <a:rPr lang="en-US" altLang="zh-CN">
                <a:latin typeface="Times New Roman" panose="02020603050405020304" pitchFamily="18" charset="0"/>
                <a:ea typeface="宋体" panose="02010600030101010101" pitchFamily="2" charset="-122"/>
              </a:rPr>
              <a:t>TCP</a:t>
            </a:r>
          </a:p>
          <a:p>
            <a:pPr eaLnBrk="1" hangingPunct="1">
              <a:defRPr/>
            </a:pPr>
            <a:r>
              <a:rPr lang="en-US" altLang="zh-CN">
                <a:latin typeface="Times New Roman" panose="02020603050405020304" pitchFamily="18" charset="0"/>
                <a:ea typeface="宋体" panose="02010600030101010101" pitchFamily="2" charset="-122"/>
              </a:rPr>
              <a:t>TCP</a:t>
            </a:r>
            <a:r>
              <a:rPr lang="zh-CN" altLang="en-US">
                <a:latin typeface="Times New Roman" panose="02020603050405020304" pitchFamily="18" charset="0"/>
                <a:ea typeface="宋体" panose="02010600030101010101" pitchFamily="2" charset="-122"/>
              </a:rPr>
              <a:t>的拥塞控制机制</a:t>
            </a:r>
          </a:p>
        </p:txBody>
      </p:sp>
      <p:sp>
        <p:nvSpPr>
          <p:cNvPr id="163843" name="幻灯片编号占位符 3">
            <a:extLst>
              <a:ext uri="{FF2B5EF4-FFF2-40B4-BE49-F238E27FC236}">
                <a16:creationId xmlns:a16="http://schemas.microsoft.com/office/drawing/2014/main" id="{472D66A0-A6A2-A94D-B009-FEF2BBDCB596}"/>
              </a:ext>
            </a:extLst>
          </p:cNvPr>
          <p:cNvSpPr>
            <a:spLocks noGrp="1"/>
          </p:cNvSpPr>
          <p:nvPr>
            <p:ph type="sldNum" sz="quarter" idx="10"/>
          </p:nvPr>
        </p:nvSpPr>
        <p:spPr>
          <a:xfrm>
            <a:off x="7329488" y="4893469"/>
            <a:ext cx="617935" cy="146447"/>
          </a:xfrm>
        </p:spPr>
        <p:txBody>
          <a:bodyPr/>
          <a:lstStyle>
            <a:lvl1pPr>
              <a:spcBef>
                <a:spcPct val="20000"/>
              </a:spcBef>
              <a:buClr>
                <a:schemeClr val="folHlink"/>
              </a:buClr>
              <a:buSzPct val="60000"/>
              <a:buFont typeface="Wingdings" pitchFamily="2" charset="2"/>
              <a:buChar char="n"/>
              <a:defRPr sz="2400">
                <a:solidFill>
                  <a:srgbClr val="333399"/>
                </a:solidFill>
                <a:latin typeface="Times New Roman" panose="02020603050405020304" pitchFamily="18" charset="0"/>
                <a:ea typeface="微软雅黑" panose="020B0503020204020204" pitchFamily="34" charset="-122"/>
                <a:cs typeface="微软雅黑" panose="020B0503020204020204" pitchFamily="34" charset="-122"/>
              </a:defRPr>
            </a:lvl1pPr>
            <a:lvl2pPr marL="557213" indent="-214313">
              <a:spcBef>
                <a:spcPct val="20000"/>
              </a:spcBef>
              <a:buClr>
                <a:schemeClr val="hlink"/>
              </a:buClr>
              <a:buSzPct val="55000"/>
              <a:buFont typeface="Wingdings" pitchFamily="2" charset="2"/>
              <a:buChar char="n"/>
              <a:defRPr sz="21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2pPr>
            <a:lvl3pPr marL="857250" indent="-171450">
              <a:spcBef>
                <a:spcPct val="20000"/>
              </a:spcBef>
              <a:buClr>
                <a:schemeClr val="folHlink"/>
              </a:buClr>
              <a:buSzPct val="50000"/>
              <a:buFont typeface="Wingdings" pitchFamily="2" charset="2"/>
              <a:buChar char="n"/>
              <a:defRPr sz="18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3pPr>
            <a:lvl4pPr marL="1200150" indent="-171450">
              <a:spcBef>
                <a:spcPct val="20000"/>
              </a:spcBef>
              <a:buClr>
                <a:schemeClr val="accent2"/>
              </a:buClr>
              <a:buSzPct val="55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4pPr>
            <a:lvl5pPr marL="1543050" indent="-171450">
              <a:spcBef>
                <a:spcPct val="20000"/>
              </a:spcBef>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5pPr>
            <a:lvl6pPr marL="18859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6pPr>
            <a:lvl7pPr marL="22288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7pPr>
            <a:lvl8pPr marL="25717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8pPr>
            <a:lvl9pPr marL="2914650" indent="-171450" eaLnBrk="0" fontAlgn="base" hangingPunct="0">
              <a:spcBef>
                <a:spcPct val="20000"/>
              </a:spcBef>
              <a:spcAft>
                <a:spcPct val="0"/>
              </a:spcAft>
              <a:buClr>
                <a:schemeClr val="accent1"/>
              </a:buClr>
              <a:buSzPct val="50000"/>
              <a:buFont typeface="Wingdings" pitchFamily="2" charset="2"/>
              <a:buChar char="n"/>
              <a:defRPr sz="1500">
                <a:solidFill>
                  <a:schemeClr val="tx1"/>
                </a:solidFill>
                <a:latin typeface="Times New Roman" panose="02020603050405020304" pitchFamily="18" charset="0"/>
                <a:ea typeface="微软雅黑" panose="020B0503020204020204" pitchFamily="34" charset="-122"/>
                <a:cs typeface="微软雅黑" panose="020B0503020204020204" pitchFamily="34" charset="-122"/>
              </a:defRPr>
            </a:lvl9pPr>
          </a:lstStyle>
          <a:p>
            <a:pPr>
              <a:spcBef>
                <a:spcPct val="0"/>
              </a:spcBef>
              <a:buClrTx/>
              <a:buSzTx/>
              <a:buFontTx/>
              <a:buNone/>
              <a:defRPr/>
            </a:pPr>
            <a:fld id="{020A6197-FCAE-DB47-8B06-F140F14F876E}" type="slidenum">
              <a:rPr lang="zh-CN" altLang="en-US" sz="1050">
                <a:solidFill>
                  <a:schemeClr val="bg2"/>
                </a:solidFill>
                <a:latin typeface="Tahoma" panose="020B0604030504040204" pitchFamily="34" charset="0"/>
                <a:ea typeface="宋体" panose="02010600030101010101" pitchFamily="2" charset="-122"/>
              </a:rPr>
              <a:pPr>
                <a:spcBef>
                  <a:spcPct val="0"/>
                </a:spcBef>
                <a:buClrTx/>
                <a:buSzTx/>
                <a:buFontTx/>
                <a:buNone/>
                <a:defRPr/>
              </a:pPr>
              <a:t>124</a:t>
            </a:fld>
            <a:endParaRPr lang="en-US" altLang="zh-CN" sz="1050">
              <a:solidFill>
                <a:schemeClr val="bg2"/>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363374912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FF5BE9F-642A-134F-909E-C9AFAE0522DD}"/>
              </a:ext>
            </a:extLst>
          </p:cNvPr>
          <p:cNvSpPr>
            <a:spLocks noGrp="1"/>
          </p:cNvSpPr>
          <p:nvPr>
            <p:ph type="sldNum" sz="quarter" idx="12"/>
          </p:nvPr>
        </p:nvSpPr>
        <p:spPr>
          <a:xfrm>
            <a:off x="7086600" y="4868862"/>
            <a:ext cx="2057400" cy="274638"/>
          </a:xfrm>
        </p:spPr>
        <p:txBody>
          <a:bodyPr/>
          <a:lstStyle/>
          <a:p>
            <a:pPr>
              <a:defRPr/>
            </a:pPr>
            <a:fld id="{A5789380-00E9-4AE5-AB7C-F2ED5ABAC363}" type="slidenum">
              <a:rPr lang="zh-CN" altLang="en-US" smtClean="0"/>
              <a:pPr>
                <a:defRPr/>
              </a:pPr>
              <a:t>125</a:t>
            </a:fld>
            <a:endParaRPr lang="zh-CN" altLang="en-US" sz="1400" dirty="0"/>
          </a:p>
        </p:txBody>
      </p:sp>
      <p:sp>
        <p:nvSpPr>
          <p:cNvPr id="3" name="文本框 2">
            <a:extLst>
              <a:ext uri="{FF2B5EF4-FFF2-40B4-BE49-F238E27FC236}">
                <a16:creationId xmlns:a16="http://schemas.microsoft.com/office/drawing/2014/main" id="{E65D5289-9F36-274B-898D-14166F0F95D2}"/>
              </a:ext>
            </a:extLst>
          </p:cNvPr>
          <p:cNvSpPr txBox="1"/>
          <p:nvPr/>
        </p:nvSpPr>
        <p:spPr>
          <a:xfrm>
            <a:off x="3223260" y="1907024"/>
            <a:ext cx="3040380" cy="1651606"/>
          </a:xfrm>
          <a:prstGeom prst="rect">
            <a:avLst/>
          </a:prstGeom>
          <a:noFill/>
        </p:spPr>
        <p:txBody>
          <a:bodyPr wrap="square" rtlCol="0">
            <a:spAutoFit/>
          </a:bodyPr>
          <a:lstStyle/>
          <a:p>
            <a:r>
              <a:rPr kumimoji="1" lang="en-US" altLang="zh-CN" sz="3600" dirty="0">
                <a:latin typeface="Zapfino" panose="03030300040707070C03" pitchFamily="66" charset="0"/>
              </a:rPr>
              <a:t>E N D!</a:t>
            </a:r>
            <a:endParaRPr kumimoji="1" lang="zh-CN" altLang="en-US" sz="3600" dirty="0">
              <a:latin typeface="Zapfino" panose="03030300040707070C03" pitchFamily="66" charset="0"/>
            </a:endParaRPr>
          </a:p>
        </p:txBody>
      </p:sp>
    </p:spTree>
    <p:extLst>
      <p:ext uri="{BB962C8B-B14F-4D97-AF65-F5344CB8AC3E}">
        <p14:creationId xmlns:p14="http://schemas.microsoft.com/office/powerpoint/2010/main" val="108219646"/>
      </p:ext>
    </p:extLst>
  </p:cSld>
  <p:clrMapOvr>
    <a:masterClrMapping/>
  </p:clrMapOvr>
</p:sld>
</file>

<file path=ppt/theme/theme1.xml><?xml version="1.0" encoding="utf-8"?>
<a:theme xmlns:a="http://schemas.openxmlformats.org/drawingml/2006/main" name="自定义设计方案">
  <a:themeElements>
    <a:clrScheme name="绿色">
      <a:dk1>
        <a:srgbClr val="000000"/>
      </a:dk1>
      <a:lt1>
        <a:srgbClr val="FFFFFF"/>
      </a:lt1>
      <a:dk2>
        <a:srgbClr val="455F51"/>
      </a:dk2>
      <a:lt2>
        <a:srgbClr val="E3DED1"/>
      </a:lt2>
      <a:accent1>
        <a:srgbClr val="549E39"/>
      </a:accent1>
      <a:accent2>
        <a:srgbClr val="8AB833"/>
      </a:accent2>
      <a:accent3>
        <a:srgbClr val="FFFFFF"/>
      </a:accent3>
      <a:accent4>
        <a:srgbClr val="000000"/>
      </a:accent4>
      <a:accent5>
        <a:srgbClr val="B3CCAE"/>
      </a:accent5>
      <a:accent6>
        <a:srgbClr val="7DA62D"/>
      </a:accent6>
      <a:hlink>
        <a:srgbClr val="6B9F25"/>
      </a:hlink>
      <a:folHlink>
        <a:srgbClr val="BA6906"/>
      </a:folHlink>
    </a:clrScheme>
    <a:fontScheme name="微软雅黑">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43635</TotalTime>
  <Pages>0</Pages>
  <Words>11534</Words>
  <Characters>0</Characters>
  <Application>Microsoft Macintosh PowerPoint</Application>
  <DocSecurity>0</DocSecurity>
  <PresentationFormat>全屏显示(16:9)</PresentationFormat>
  <Lines>0</Lines>
  <Paragraphs>2501</Paragraphs>
  <Slides>125</Slides>
  <Notes>101</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125</vt:i4>
      </vt:variant>
    </vt:vector>
  </HeadingPairs>
  <TitlesOfParts>
    <vt:vector size="139" baseType="lpstr">
      <vt:lpstr>微软雅黑</vt:lpstr>
      <vt:lpstr>Calibri Light</vt:lpstr>
      <vt:lpstr>黑体</vt:lpstr>
      <vt:lpstr>宋体</vt:lpstr>
      <vt:lpstr>Calibri</vt:lpstr>
      <vt:lpstr>Wingdings</vt:lpstr>
      <vt:lpstr>Zapfino</vt:lpstr>
      <vt:lpstr>Times New Roman</vt:lpstr>
      <vt:lpstr>Arial</vt:lpstr>
      <vt:lpstr>Courier New</vt:lpstr>
      <vt:lpstr>Tahoma</vt:lpstr>
      <vt:lpstr>自定义设计方案</vt:lpstr>
      <vt:lpstr>VISIO</vt:lpstr>
      <vt:lpstr>公式</vt:lpstr>
      <vt:lpstr>计算机网络（第 6/7/8 版）</vt:lpstr>
      <vt:lpstr>第 5 章  运输层</vt:lpstr>
      <vt:lpstr>第 5 章  运输层（续）</vt:lpstr>
      <vt:lpstr>5.1 运输层协议概述</vt:lpstr>
      <vt:lpstr>运输层为相互通信的应用进程提供了逻辑通信 </vt:lpstr>
      <vt:lpstr>应用进程之间的通信</vt:lpstr>
      <vt:lpstr>运输层协议和网络层协议的主要区别 </vt:lpstr>
      <vt:lpstr>运输层的主要功能 </vt:lpstr>
      <vt:lpstr>两种不同的运输协议</vt:lpstr>
      <vt:lpstr>5.1.2 运输层的两个主要协议 </vt:lpstr>
      <vt:lpstr>TCP 与 UDP </vt:lpstr>
      <vt:lpstr>TCP/IP 体系中的运输层协议 </vt:lpstr>
      <vt:lpstr>TCP 与 UDP </vt:lpstr>
      <vt:lpstr>还要强调两点 </vt:lpstr>
      <vt:lpstr>5.1.3  运输层的端口 </vt:lpstr>
      <vt:lpstr>需要解决的问题 </vt:lpstr>
      <vt:lpstr>端口号(protocol port number)，简称为端口(port)</vt:lpstr>
      <vt:lpstr>软件端口与硬件端口</vt:lpstr>
      <vt:lpstr>TCP 的端口 </vt:lpstr>
      <vt:lpstr>三类端口 </vt:lpstr>
      <vt:lpstr>5.2  用户数据报协议UDP </vt:lpstr>
      <vt:lpstr>UDP 的主要特点 </vt:lpstr>
      <vt:lpstr>面向报文的 UDP</vt:lpstr>
      <vt:lpstr>UDP 是面向报文的 </vt:lpstr>
      <vt:lpstr>5.2.2  UDP 的首部格式 </vt:lpstr>
      <vt:lpstr>UDP 基于端口的分用 </vt:lpstr>
      <vt:lpstr>PowerPoint 演示文稿</vt:lpstr>
      <vt:lpstr>PowerPoint 演示文稿</vt:lpstr>
      <vt:lpstr>计算 UDP 检验和的例子 </vt:lpstr>
      <vt:lpstr>5.3   传输控制协议 TCP概述</vt:lpstr>
      <vt:lpstr>TCP 面向流的概念 </vt:lpstr>
      <vt:lpstr>应当注意</vt:lpstr>
      <vt:lpstr>5.3.2  TCP 的连接 </vt:lpstr>
      <vt:lpstr>套接字 (socket)</vt:lpstr>
      <vt:lpstr>同一个名词 socket有多种不同的意思 </vt:lpstr>
      <vt:lpstr>5.4  可靠传输的工作原理</vt:lpstr>
      <vt:lpstr>请注意</vt:lpstr>
      <vt:lpstr>确认丢失和确认迟到 </vt:lpstr>
      <vt:lpstr>可靠通信的实现</vt:lpstr>
      <vt:lpstr>信道利用率 </vt:lpstr>
      <vt:lpstr>信道的利用率 U </vt:lpstr>
      <vt:lpstr>流水线传输 </vt:lpstr>
      <vt:lpstr>5.4.2  连续 ARQ 协议 </vt:lpstr>
      <vt:lpstr>累积确认 </vt:lpstr>
      <vt:lpstr>Go-back-N（回退 N） </vt:lpstr>
      <vt:lpstr>TCP 可靠通信的具体实现 </vt:lpstr>
      <vt:lpstr>5.5  TCP 报文段的首部格式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窗口字段 —— 占 2 字节，用来让对方设置发送窗口的依据，单位为字节。</vt:lpstr>
      <vt:lpstr>PowerPoint 演示文稿</vt:lpstr>
      <vt:lpstr>PowerPoint 演示文稿</vt:lpstr>
      <vt:lpstr>PowerPoint 演示文稿</vt:lpstr>
      <vt:lpstr>其他选项</vt:lpstr>
      <vt:lpstr>PowerPoint 演示文稿</vt:lpstr>
      <vt:lpstr>5.6  TCP 可靠传输的实现</vt:lpstr>
      <vt:lpstr>PowerPoint 演示文稿</vt:lpstr>
      <vt:lpstr>PowerPoint 演示文稿</vt:lpstr>
      <vt:lpstr>PowerPoint 演示文稿</vt:lpstr>
      <vt:lpstr>发送缓存 </vt:lpstr>
      <vt:lpstr>接收缓存</vt:lpstr>
      <vt:lpstr>发送缓存与接收缓存的作用</vt:lpstr>
      <vt:lpstr>需要强调三点</vt:lpstr>
      <vt:lpstr>5.6.2  超时重传时间的选择</vt:lpstr>
      <vt:lpstr>往返时延的方差很大</vt:lpstr>
      <vt:lpstr>加权平均往返时间</vt:lpstr>
      <vt:lpstr>超时重传时间 RTO (RetransmissionTime-Out) </vt:lpstr>
      <vt:lpstr>5.6.3  选择确认 SACK(Selective ACK) </vt:lpstr>
      <vt:lpstr>接收到的字节流序号不连续 </vt:lpstr>
      <vt:lpstr>5.7  TCP 的流量控制</vt:lpstr>
      <vt:lpstr>流量控制举例</vt:lpstr>
      <vt:lpstr>持续计时器(persistence timer)。</vt:lpstr>
      <vt:lpstr>5.7.2  必须考虑传输效率</vt:lpstr>
      <vt:lpstr>5.8   TCP的拥塞控制</vt:lpstr>
      <vt:lpstr>拥塞控制与流量控制的关系 </vt:lpstr>
      <vt:lpstr>拥塞控制所起的作用 </vt:lpstr>
      <vt:lpstr>拥塞控制的一般原理 </vt:lpstr>
      <vt:lpstr>开环控制和闭环控制 </vt:lpstr>
      <vt:lpstr>5.8.2  几种拥塞控制方法</vt:lpstr>
      <vt:lpstr>慢开始算法的原理 </vt:lpstr>
      <vt:lpstr>PowerPoint 演示文稿</vt:lpstr>
      <vt:lpstr>传输轮次(transmission round)</vt:lpstr>
      <vt:lpstr>设置慢开始门限状态变量ssthresh</vt:lpstr>
      <vt:lpstr>当网络出现拥塞时</vt:lpstr>
      <vt:lpstr>慢开始和拥塞避免算法的实现举例 </vt:lpstr>
      <vt:lpstr>慢开始和拥塞避免算法的实现举例 </vt:lpstr>
      <vt:lpstr>慢开始和拥塞避免算法的实现举例 </vt:lpstr>
      <vt:lpstr>慢开始和拥塞避免算法的实现举例 </vt:lpstr>
      <vt:lpstr>慢开始和拥塞避免算法的实现举例 </vt:lpstr>
      <vt:lpstr>慢开始和拥塞避免算法的实现举例 </vt:lpstr>
      <vt:lpstr>慢开始和拥塞避免算法的实现举例 </vt:lpstr>
      <vt:lpstr>慢开始和拥塞避免算法的实现举例 </vt:lpstr>
      <vt:lpstr>慢开始和拥塞避免算法的实现举例 </vt:lpstr>
      <vt:lpstr>慢开始和拥塞避免算法的实现举例 </vt:lpstr>
      <vt:lpstr>乘法减小(multiplicative decrease) </vt:lpstr>
      <vt:lpstr>加法增大(additive increase) </vt:lpstr>
      <vt:lpstr>2.  快重传和快恢复</vt:lpstr>
      <vt:lpstr>快重传举例</vt:lpstr>
      <vt:lpstr>快恢复算法 </vt:lpstr>
      <vt:lpstr>从连续收到三个重复的确认转入拥塞避免 </vt:lpstr>
      <vt:lpstr>发送窗口的上限值</vt:lpstr>
      <vt:lpstr>5.9    TCP 的运输连接管理</vt:lpstr>
      <vt:lpstr>客户服务器方式 </vt:lpstr>
      <vt:lpstr>5.9.1  TCP 的连接建立</vt:lpstr>
      <vt:lpstr>5.9.1  TCP 的连接建立</vt:lpstr>
      <vt:lpstr>PowerPoint 演示文稿</vt:lpstr>
      <vt:lpstr>PowerPoint 演示文稿</vt:lpstr>
      <vt:lpstr>用三次握手建立 TCP 连接的各状态 </vt:lpstr>
      <vt:lpstr>5.9.2   TCP 的连接释放 </vt:lpstr>
      <vt:lpstr>5.9.2   TCP 的连接释放 </vt:lpstr>
      <vt:lpstr>5.9.2   TCP 的连接释放 </vt:lpstr>
      <vt:lpstr>5.9.2   TCP 的连接释放 </vt:lpstr>
      <vt:lpstr>5.9.2   TCP 的连接释放 </vt:lpstr>
      <vt:lpstr>PowerPoint 演示文稿</vt:lpstr>
      <vt:lpstr>本章小结</vt:lpstr>
      <vt:lpstr>PowerPoint 演示文稿</vt:lpstr>
    </vt:vector>
  </TitlesOfParts>
  <Company>Microsoft</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Mcx</dc:creator>
  <cp:lastModifiedBy>Microsoft Office User</cp:lastModifiedBy>
  <cp:revision>914</cp:revision>
  <cp:lastPrinted>2015-10-13T11:51:46Z</cp:lastPrinted>
  <dcterms:created xsi:type="dcterms:W3CDTF">2014-11-23T16:31:00Z</dcterms:created>
  <dcterms:modified xsi:type="dcterms:W3CDTF">2025-09-19T10:53:46Z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2052-9.1.0.4866</vt:lpwstr>
  </property>
</Properties>
</file>