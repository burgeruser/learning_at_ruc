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5"/>
  </p:handoutMasterIdLst>
  <p:sldIdLst>
    <p:sldId id="268" r:id="rId3"/>
    <p:sldId id="342" r:id="rId4"/>
    <p:sldId id="345" r:id="rId6"/>
    <p:sldId id="438" r:id="rId7"/>
    <p:sldId id="452" r:id="rId8"/>
    <p:sldId id="453" r:id="rId9"/>
    <p:sldId id="454" r:id="rId10"/>
    <p:sldId id="455" r:id="rId11"/>
    <p:sldId id="456" r:id="rId12"/>
    <p:sldId id="457" r:id="rId13"/>
    <p:sldId id="458" r:id="rId14"/>
    <p:sldId id="459" r:id="rId15"/>
    <p:sldId id="460" r:id="rId16"/>
    <p:sldId id="461" r:id="rId17"/>
    <p:sldId id="462" r:id="rId18"/>
    <p:sldId id="463" r:id="rId19"/>
    <p:sldId id="471" r:id="rId20"/>
    <p:sldId id="473" r:id="rId21"/>
    <p:sldId id="474" r:id="rId22"/>
    <p:sldId id="475" r:id="rId23"/>
    <p:sldId id="476" r:id="rId24"/>
    <p:sldId id="477" r:id="rId25"/>
    <p:sldId id="478" r:id="rId26"/>
    <p:sldId id="479" r:id="rId27"/>
    <p:sldId id="480" r:id="rId28"/>
    <p:sldId id="481" r:id="rId29"/>
    <p:sldId id="482" r:id="rId30"/>
    <p:sldId id="493" r:id="rId31"/>
    <p:sldId id="494" r:id="rId32"/>
    <p:sldId id="495" r:id="rId33"/>
    <p:sldId id="320" r:id="rId34"/>
  </p:sldIdLst>
  <p:sldSz cx="9144000" cy="6858000" type="screen4x3"/>
  <p:notesSz cx="6858000" cy="9144000"/>
  <p:custDataLst>
    <p:tags r:id="rId3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33CC33"/>
    <a:srgbClr val="FF99FF"/>
    <a:srgbClr val="66FFCC"/>
    <a:srgbClr val="CCFFFF"/>
    <a:srgbClr val="333399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525"/>
  </p:normalViewPr>
  <p:slideViewPr>
    <p:cSldViewPr showGuides="1">
      <p:cViewPr varScale="1">
        <p:scale>
          <a:sx n="63" d="100"/>
          <a:sy n="63" d="100"/>
        </p:scale>
        <p:origin x="-1512" y="-96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tags" Target="tags/tag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0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latinLnBrk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latin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/>
          </a:p>
        </p:txBody>
      </p:sp>
      <p:sp>
        <p:nvSpPr>
          <p:cNvPr id="35843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5844" name="Rectangle 4"/>
          <p:cNvSpPr/>
          <p:nvPr>
            <p:ph type="body" idx="1"/>
          </p:nvPr>
        </p:nvSpPr>
        <p:spPr>
          <a:xfrm>
            <a:off x="914400" y="3276600"/>
            <a:ext cx="5029200" cy="5181600"/>
          </a:xfrm>
          <a:ln/>
        </p:spPr>
        <p:txBody>
          <a:bodyPr wrap="square" lIns="90488" tIns="44450" rIns="90488" bIns="4445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9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2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2051" name="Picture 21" descr="Renmin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23163" y="80963"/>
            <a:ext cx="1512887" cy="1403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915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915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3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811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1811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1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1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812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2" name="Picture 17" descr="Renmin 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451725" y="115888"/>
            <a:ext cx="1546225" cy="14747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18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075" name="Rectangle 2"/>
          <p:cNvSpPr>
            <a:spLocks noGrp="1"/>
          </p:cNvSpPr>
          <p:nvPr>
            <p:ph type="ctrTitle"/>
          </p:nvPr>
        </p:nvSpPr>
        <p:spPr>
          <a:xfrm>
            <a:off x="3348038" y="1989138"/>
            <a:ext cx="4800600" cy="1455737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6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运筹学</a:t>
            </a:r>
            <a:endParaRPr lang="zh-CN" altLang="en-US" sz="6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type="subTitle" idx="1"/>
          </p:nvPr>
        </p:nvSpPr>
        <p:spPr>
          <a:xfrm>
            <a:off x="3635375" y="4652963"/>
            <a:ext cx="4464050" cy="15128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SzPct val="75000"/>
            </a:pPr>
            <a:r>
              <a:rPr lang="zh-CN" altLang="en-US" b="1" dirty="0">
                <a:latin typeface="宋体" panose="02010600030101010101" pitchFamily="2" charset="-122"/>
                <a:ea typeface="+mn-ea"/>
                <a:cs typeface="+mn-cs"/>
              </a:rPr>
              <a:t>许 伟</a:t>
            </a:r>
            <a:r>
              <a:rPr lang="zh-CN" altLang="en-US" dirty="0"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教授</a:t>
            </a:r>
            <a:r>
              <a:rPr lang="en-US" altLang="zh-CN" sz="2800" dirty="0">
                <a:latin typeface="宋体" panose="02010600030101010101" pitchFamily="2" charset="-122"/>
                <a:ea typeface="+mn-ea"/>
                <a:cs typeface="+mn-cs"/>
              </a:rPr>
              <a:t>/</a:t>
            </a: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博导</a:t>
            </a:r>
            <a:endParaRPr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buSzPct val="75000"/>
            </a:pP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中国人民大学信息学院</a:t>
            </a:r>
            <a:endParaRPr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6"/>
          <p:cNvSpPr>
            <a:spLocks noGrp="1"/>
          </p:cNvSpPr>
          <p:nvPr>
            <p:ph type="title"/>
          </p:nvPr>
        </p:nvSpPr>
        <p:spPr>
          <a:xfrm>
            <a:off x="457200" y="785813"/>
            <a:ext cx="5257800" cy="857250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sz="4800" dirty="0">
                <a:solidFill>
                  <a:srgbClr val="0D04BE"/>
                </a:solidFill>
                <a:ea typeface="楷体_GB2312" pitchFamily="49" charset="-122"/>
              </a:rPr>
              <a:t>本章内容要点</a:t>
            </a:r>
            <a:endParaRPr lang="zh-CN" altLang="en-US" sz="4800" dirty="0">
              <a:solidFill>
                <a:srgbClr val="0D04BE"/>
              </a:solidFill>
              <a:ea typeface="楷体_GB2312" pitchFamily="49" charset="-122"/>
            </a:endParaRPr>
          </a:p>
        </p:txBody>
      </p:sp>
      <p:sp>
        <p:nvSpPr>
          <p:cNvPr id="4099" name="Rectangle 7"/>
          <p:cNvSpPr>
            <a:spLocks noGrp="1"/>
          </p:cNvSpPr>
          <p:nvPr>
            <p:ph idx="1"/>
          </p:nvPr>
        </p:nvSpPr>
        <p:spPr>
          <a:xfrm>
            <a:off x="714375" y="2071688"/>
            <a:ext cx="7215188" cy="3500437"/>
          </a:xfrm>
          <a:ln/>
        </p:spPr>
        <p:txBody>
          <a:bodyPr vert="horz" wrap="square" lIns="91440" tIns="45720" rIns="91440" bIns="45720" anchor="t" anchorCtr="0"/>
          <a:p>
            <a:pPr marL="609600" indent="-609600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b="1" dirty="0">
                <a:solidFill>
                  <a:srgbClr val="000000"/>
                </a:solidFill>
                <a:ea typeface="楷体_GB2312" pitchFamily="49" charset="-122"/>
              </a:rPr>
              <a:t>基本概念</a:t>
            </a:r>
            <a:endParaRPr lang="en-US" altLang="zh-CN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609600" indent="-609600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b="1" dirty="0">
                <a:solidFill>
                  <a:srgbClr val="000000"/>
                </a:solidFill>
                <a:ea typeface="楷体_GB2312" pitchFamily="49" charset="-122"/>
              </a:rPr>
              <a:t>一维搜索</a:t>
            </a:r>
            <a:endParaRPr lang="en-US" altLang="zh-CN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609600" indent="-609600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b="1" dirty="0">
                <a:solidFill>
                  <a:srgbClr val="000000"/>
                </a:solidFill>
                <a:ea typeface="楷体_GB2312" pitchFamily="49" charset="-122"/>
              </a:rPr>
              <a:t>无约束极值问题</a:t>
            </a:r>
            <a:endParaRPr lang="en-US" altLang="zh-CN" b="1" dirty="0">
              <a:solidFill>
                <a:srgbClr val="000000"/>
              </a:solidFill>
              <a:ea typeface="楷体_GB2312" pitchFamily="49" charset="-122"/>
            </a:endParaRPr>
          </a:p>
          <a:p>
            <a:pPr marL="609600" indent="-609600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b="1" dirty="0">
                <a:solidFill>
                  <a:srgbClr val="000000"/>
                </a:solidFill>
                <a:ea typeface="楷体_GB2312" pitchFamily="49" charset="-122"/>
              </a:rPr>
              <a:t>约束极值问题</a:t>
            </a:r>
            <a:endParaRPr lang="en-US" altLang="zh-CN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基本概念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512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3063"/>
            <a:ext cx="9144000" cy="4357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基本概念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614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71688"/>
            <a:ext cx="9144000" cy="2928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基本概念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717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85938"/>
            <a:ext cx="9144000" cy="2357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4071938"/>
            <a:ext cx="8286750" cy="13573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基本概念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8195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3071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基本概念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921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3063"/>
            <a:ext cx="9144000" cy="4929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基本概念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024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14438"/>
            <a:ext cx="9144000" cy="5643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基本概念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126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57375"/>
            <a:ext cx="9144000" cy="857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8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4625"/>
            <a:ext cx="9144000" cy="4143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6.1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基本概念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229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一维搜索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331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3786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一维搜索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433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3571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一维搜索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536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4563"/>
            <a:ext cx="9144000" cy="228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一维搜索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638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2286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8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0500"/>
            <a:ext cx="9144000" cy="1571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一维搜索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741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1625"/>
            <a:ext cx="9144000" cy="5286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6.2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一维搜索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843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71688"/>
            <a:ext cx="9144000" cy="3214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无约束极值问题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945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85938"/>
            <a:ext cx="9144000" cy="342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无约束极值问题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048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4929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无约束极值问题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150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4357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1031"/>
          <p:cNvSpPr>
            <a:spLocks noGrp="1"/>
          </p:cNvSpPr>
          <p:nvPr>
            <p:ph type="title"/>
          </p:nvPr>
        </p:nvSpPr>
        <p:spPr>
          <a:xfrm>
            <a:off x="285750" y="617538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无约束极值问题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253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71688"/>
            <a:ext cx="9144000" cy="4000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1031"/>
          <p:cNvSpPr>
            <a:spLocks noGrp="1"/>
          </p:cNvSpPr>
          <p:nvPr>
            <p:ph type="title"/>
          </p:nvPr>
        </p:nvSpPr>
        <p:spPr>
          <a:xfrm>
            <a:off x="285750" y="688975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无约束极值问题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355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1438"/>
            <a:ext cx="9144000" cy="5476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6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5572125"/>
            <a:ext cx="8286750" cy="785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1031"/>
          <p:cNvSpPr>
            <a:spLocks noGrp="1"/>
          </p:cNvSpPr>
          <p:nvPr>
            <p:ph type="title"/>
          </p:nvPr>
        </p:nvSpPr>
        <p:spPr>
          <a:xfrm>
            <a:off x="285750" y="688975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6.3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无约束极值问题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457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1438"/>
            <a:ext cx="9144000" cy="6429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1031"/>
          <p:cNvSpPr>
            <a:spLocks noGrp="1"/>
          </p:cNvSpPr>
          <p:nvPr>
            <p:ph type="title"/>
          </p:nvPr>
        </p:nvSpPr>
        <p:spPr>
          <a:xfrm>
            <a:off x="285750" y="688975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560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3857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1031"/>
          <p:cNvSpPr>
            <a:spLocks noGrp="1"/>
          </p:cNvSpPr>
          <p:nvPr>
            <p:ph type="title"/>
          </p:nvPr>
        </p:nvSpPr>
        <p:spPr>
          <a:xfrm>
            <a:off x="285750" y="688975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662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1031"/>
          <p:cNvSpPr>
            <a:spLocks noGrp="1"/>
          </p:cNvSpPr>
          <p:nvPr>
            <p:ph type="title"/>
          </p:nvPr>
        </p:nvSpPr>
        <p:spPr>
          <a:xfrm>
            <a:off x="285750" y="688975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765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57375"/>
            <a:ext cx="9144000" cy="1643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0438"/>
            <a:ext cx="9144000" cy="30718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1031"/>
          <p:cNvSpPr>
            <a:spLocks noGrp="1"/>
          </p:cNvSpPr>
          <p:nvPr>
            <p:ph type="title"/>
          </p:nvPr>
        </p:nvSpPr>
        <p:spPr>
          <a:xfrm>
            <a:off x="285750" y="688975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867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57375"/>
            <a:ext cx="9144000" cy="2857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1031"/>
          <p:cNvSpPr>
            <a:spLocks noGrp="1"/>
          </p:cNvSpPr>
          <p:nvPr>
            <p:ph type="title"/>
          </p:nvPr>
        </p:nvSpPr>
        <p:spPr>
          <a:xfrm>
            <a:off x="285750" y="688975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969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3063"/>
            <a:ext cx="9144000" cy="4643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1031"/>
          <p:cNvSpPr>
            <a:spLocks noGrp="1"/>
          </p:cNvSpPr>
          <p:nvPr>
            <p:ph type="title"/>
          </p:nvPr>
        </p:nvSpPr>
        <p:spPr>
          <a:xfrm>
            <a:off x="285750" y="688975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072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2428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1031"/>
          <p:cNvSpPr>
            <a:spLocks noGrp="1"/>
          </p:cNvSpPr>
          <p:nvPr>
            <p:ph type="title"/>
          </p:nvPr>
        </p:nvSpPr>
        <p:spPr>
          <a:xfrm>
            <a:off x="285750" y="688975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174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57375"/>
            <a:ext cx="9144000" cy="2428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1031"/>
          <p:cNvSpPr>
            <a:spLocks noGrp="1"/>
          </p:cNvSpPr>
          <p:nvPr>
            <p:ph type="title"/>
          </p:nvPr>
        </p:nvSpPr>
        <p:spPr>
          <a:xfrm>
            <a:off x="285750" y="688975"/>
            <a:ext cx="6265863" cy="5969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6.4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约束极值问题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277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85938"/>
            <a:ext cx="9144000" cy="3714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1908175" y="2565400"/>
            <a:ext cx="5113338" cy="1800225"/>
          </a:xfrm>
          <a:ln/>
        </p:spPr>
        <p:txBody>
          <a:bodyPr vert="horz" wrap="square" lIns="91440" tIns="45720" rIns="91440" bIns="45720" anchor="t" anchorCtr="0"/>
          <a:p>
            <a:pPr marL="533400" indent="-533400" algn="ctr" eaLnBrk="1" hangingPunct="1">
              <a:buNone/>
            </a:pPr>
            <a:r>
              <a:rPr lang="zh-CN" altLang="en-US" sz="8000" dirty="0">
                <a:cs typeface="Times New Roman" panose="02020603050405020304" pitchFamily="18" charset="0"/>
              </a:rPr>
              <a:t>谢谢大家</a:t>
            </a:r>
            <a:endParaRPr lang="zh-CN" altLang="en-US" sz="8000" dirty="0"/>
          </a:p>
        </p:txBody>
      </p:sp>
      <p:sp>
        <p:nvSpPr>
          <p:cNvPr id="33796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7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8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9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0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1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52afeb1e-3793-4543-a2f4-11182697dea5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313</Words>
  <Application>WPS 演示</Application>
  <PresentationFormat>全屏显示(4:3)</PresentationFormat>
  <Paragraphs>74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Arial</vt:lpstr>
      <vt:lpstr>宋体</vt:lpstr>
      <vt:lpstr>Wingdings</vt:lpstr>
      <vt:lpstr>Times New Roman</vt:lpstr>
      <vt:lpstr>Arial Black</vt:lpstr>
      <vt:lpstr>楷体_GB2312</vt:lpstr>
      <vt:lpstr>新宋体</vt:lpstr>
      <vt:lpstr>微软雅黑</vt:lpstr>
      <vt:lpstr>Arial Unicode MS</vt:lpstr>
      <vt:lpstr>Pixel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Albert Yang</cp:lastModifiedBy>
  <cp:revision>359</cp:revision>
  <dcterms:created xsi:type="dcterms:W3CDTF">2022-12-18T08:54:17Z</dcterms:created>
  <dcterms:modified xsi:type="dcterms:W3CDTF">2022-12-18T08:54:31Z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FCADF667B0584835AB53151F7E2D4D67</vt:lpwstr>
  </property>
  <property fmtid="{D5CDD505-2E9C-101B-9397-08002B2CF9AE}" pid="3" name="KSOProductBuildVer">
    <vt:lpwstr>2052-11.1.0.12980</vt:lpwstr>
  </property>
</Properties>
</file>