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5" r:id="rId3"/>
    <p:sldId id="259" r:id="rId4"/>
    <p:sldId id="257" r:id="rId5"/>
    <p:sldId id="258" r:id="rId6"/>
    <p:sldId id="260" r:id="rId7"/>
    <p:sldId id="261" r:id="rId8"/>
    <p:sldId id="263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43"/>
  </p:normalViewPr>
  <p:slideViewPr>
    <p:cSldViewPr snapToGrid="0" snapToObjects="1">
      <p:cViewPr varScale="1">
        <p:scale>
          <a:sx n="100" d="100"/>
          <a:sy n="100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AC3E1-70AB-DA45-BA41-04EB2BF95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FEFCF4-5182-F749-A9D6-AE1DD48426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3F9550-BCBA-7C40-B201-8E54CE9E6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  <a:t>2022/11/13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E839C0-4F24-2F45-8489-BB3E60F6C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F7CBD3-F2E9-FC4D-9D47-F449C4AEE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2593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D4D43-2E0F-E14A-BC2A-404D9DA3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FE84CC-D09D-A84D-9FC3-BC2C844D4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8FC56D-D4AB-4044-9599-D2AC44587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  <a:t>2022/11/13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DE2267-B268-924D-AFC0-3CE650381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3639E3-B978-C34B-9E53-12086CC1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6509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6E07A-6B5D-764D-8CD5-C5BECF9C2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6D44D5-B755-1B47-8876-7A43E20BE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CCD873-6BD5-C545-83A5-88D146E61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  <a:t>2022/11/13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5FE4F6-2281-3640-9E91-8154BC19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844602-C2ED-054A-86EF-E4590818A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4177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A97A6-4C15-1B48-8766-A750B51B1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EA7185-0345-0341-A70C-48729C082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EA31B2-C813-9640-B76D-A8F1D1257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F56343-308A-B14F-BD28-D2353846D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  <a:t>2022/11/13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623147-CBF2-8F46-A06C-F3D9AE13B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4A5243-6C8F-1A44-864C-E18387621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307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6D18FE-BE70-654E-A1D3-1CF77808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C36448-90FD-1F40-B541-5562BCC4E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E59D66-CE78-C440-8980-968C6747D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FF59BEC-3B4B-1A40-A551-8A1B05F60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A9AC70A-ABB1-1F42-A333-FBA064E70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C46996A-97DF-5143-A3F7-101F6E2B9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  <a:t>2022/11/13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3B929D9-D8A9-9C43-97D8-C5F629B23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E61640-B80B-4847-8D06-5A3C41EE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8425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C3066-E3AC-1349-9DF2-D7715896A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6B3C707-D6C7-1441-B900-1607484BC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  <a:t>2022/11/13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419CBBA-A8FF-8748-A36F-111552BEB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947AA7-000A-B642-9611-35050BD28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3615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BCDF39-D565-EF49-ACC2-B5F11B855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  <a:t>2022/11/13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DA3F53-099E-7741-B4ED-38B474FDE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01FCF6-6EE4-3544-9EC7-3AC1CCD1A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80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EFB75-5023-4747-A458-8C0A9F584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2FA0AD-A97E-594C-A276-CD9FE1A3E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5ACC38-1BEF-804E-9F1E-60D28B92C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954591-C9D2-1F4E-BA30-CD1C705E3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  <a:t>2022/11/13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E4B9E2-CBD2-434D-A93F-087F9BA12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12423A-E41A-2846-A09C-94A7E730B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9124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048929-EACB-6547-A996-6CEC5A539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1D356F7-A651-1E49-A562-2B694F0CD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5B82C1-962E-0D4A-B6F4-428D5C6CB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B2BF83-A6D7-754B-953E-42CB58A22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  <a:t>2022/11/13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67FF1E-F902-214C-B637-A6BCE31DA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85EC11-1136-5048-AB74-058AFD3E6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5240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1D16-AABF-D44D-BAEB-646E894AF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4254D7-5A93-4F48-A9BC-5EF92181D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28BBD5-4B08-5A45-8E0C-42489EDB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  <a:t>2022/11/13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A841A7-8340-D14B-A3BE-3D49DBA25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3D7933-56A0-E14D-A831-9F32C094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2043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CB6B99B-D521-1045-B20F-DA50BFEDE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14FAFA-4253-4447-8670-07668B513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AB8DE3-2C72-6D45-A3FD-311BAF0F8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  <a:t>2022/11/13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09A99A-7AAD-3140-935D-19603FB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262632-F6D9-A642-9C4E-4C452D6AD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9224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FB63948-3FE2-1D43-9BE4-BD055BD41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33658A-DEA9-E647-872F-E64D73C50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424AEF-2093-174F-BB0C-FF136B8C3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31FAE-CA7D-1047-A951-9BD50FF214CD}" type="datetimeFigureOut">
              <a:rPr kumimoji="1" lang="zh-CN" altLang="en-US" smtClean="0"/>
              <a:t>2022/11/13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B653A3-F869-0948-8C20-849216866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F2E76A-ECA9-4E41-B4BC-BC6D53B5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F69BF-D16A-5D43-9E45-A0031D133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5186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file:////var/folders/l3/qq4j3kkx5gn41wcj0yvcd6l00000gn/T/com.microsoft.Powerpoint/converted_emf.emf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ECAB9E-CB6B-664E-B7F3-A85C5F252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思考（靶子</a:t>
            </a:r>
            <a:r>
              <a:rPr kumimoji="1" lang="en-US" altLang="zh-CN" dirty="0"/>
              <a:t>+</a:t>
            </a:r>
            <a:r>
              <a:rPr kumimoji="1" lang="zh-CN" altLang="en-US"/>
              <a:t>武艺）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0A6EEF-4A2A-C743-9C5C-7F0B4FC22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你所学或知道的研究方法都有哪些？ </a:t>
            </a:r>
            <a:r>
              <a:rPr kumimoji="1" lang="en-US" altLang="zh-CN" dirty="0"/>
              <a:t>Research Methodology, algorithms, methods……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你认为研究问题应该是什么样的？   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有什么研究意义？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118AF0-3362-8B40-B286-A56964D7A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63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0AA76-5579-604F-9937-3BD5FE840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创新之问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A97E92-C79C-164B-89CA-F3153ED19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3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你想做什么？请通俗清晰地阐述你的目标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现有相关研究情况怎样？ 有何局限？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你的想法有何创新？为什么能成功？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谁会关心你的研究？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如果你成功了会带来什么改变？</a:t>
            </a:r>
          </a:p>
        </p:txBody>
      </p:sp>
    </p:spTree>
    <p:extLst>
      <p:ext uri="{BB962C8B-B14F-4D97-AF65-F5344CB8AC3E}">
        <p14:creationId xmlns:p14="http://schemas.microsoft.com/office/powerpoint/2010/main" val="1454837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54749-3CFE-9D44-8113-BE17C66665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3W2H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2B720A-105C-684A-8E61-130ABBCBB078}"/>
              </a:ext>
            </a:extLst>
          </p:cNvPr>
          <p:cNvPicPr>
            <a:picLocks noChangeAspect="1"/>
          </p:cNvPicPr>
          <p:nvPr/>
        </p:nvPicPr>
        <p:blipFill>
          <a:blip r:link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345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1A1A5-DC62-E143-B7BA-D38BDB57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论文写作：逻辑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F749C8-83A4-0848-B62E-528582746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Why</a:t>
            </a:r>
            <a:r>
              <a:rPr kumimoji="1" lang="zh-CN" altLang="en-US" dirty="0"/>
              <a:t> 为什么要做这个工作</a:t>
            </a:r>
            <a:r>
              <a:rPr kumimoji="1" lang="en-US" altLang="zh-CN" dirty="0"/>
              <a:t> motivations</a:t>
            </a:r>
          </a:p>
          <a:p>
            <a:r>
              <a:rPr kumimoji="1" lang="en-US" altLang="zh-CN" dirty="0"/>
              <a:t>What</a:t>
            </a:r>
            <a:r>
              <a:rPr kumimoji="1" lang="zh-CN" altLang="en-US" dirty="0"/>
              <a:t>做什么 </a:t>
            </a:r>
            <a:r>
              <a:rPr kumimoji="1" lang="en-US" altLang="zh-CN" dirty="0"/>
              <a:t>Contributions</a:t>
            </a:r>
          </a:p>
          <a:p>
            <a:pPr marL="0" indent="0">
              <a:buNone/>
            </a:pPr>
            <a:r>
              <a:rPr kumimoji="1" lang="en-US" altLang="zh-CN" dirty="0"/>
              <a:t>(</a:t>
            </a:r>
            <a:r>
              <a:rPr kumimoji="1" lang="en-US" altLang="zh-CN" dirty="0" err="1"/>
              <a:t>Novelty,Significance</a:t>
            </a:r>
            <a:r>
              <a:rPr kumimoji="1" lang="en-US" altLang="zh-CN" dirty="0"/>
              <a:t>)</a:t>
            </a:r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How </a:t>
            </a:r>
            <a:r>
              <a:rPr kumimoji="1" lang="zh-CN" altLang="en-US" dirty="0"/>
              <a:t>怎么做的？</a:t>
            </a:r>
            <a:r>
              <a:rPr kumimoji="1" lang="en-US" altLang="zh-CN" dirty="0" err="1"/>
              <a:t>Theorem&amp;Model&amp;Algorithms</a:t>
            </a:r>
            <a:endParaRPr kumimoji="1" lang="en-US" altLang="zh-CN" dirty="0"/>
          </a:p>
          <a:p>
            <a:r>
              <a:rPr kumimoji="1" lang="en-US" altLang="zh-CN" dirty="0"/>
              <a:t>How much </a:t>
            </a:r>
            <a:r>
              <a:rPr kumimoji="1" lang="zh-CN" altLang="en-US" dirty="0"/>
              <a:t>效果怎么样？</a:t>
            </a:r>
            <a:r>
              <a:rPr kumimoji="1" lang="en-US" altLang="zh-CN" dirty="0" err="1"/>
              <a:t>Experiments&amp;Discussion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（</a:t>
            </a:r>
            <a:r>
              <a:rPr kumimoji="1" lang="en-US" altLang="zh-CN" dirty="0"/>
              <a:t>Clarity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soundness</a:t>
            </a:r>
            <a:r>
              <a:rPr kumimoji="1" lang="zh-CN" altLang="en-US" dirty="0"/>
              <a:t>，</a:t>
            </a:r>
            <a:r>
              <a:rPr kumimoji="1" lang="en-US" altLang="zh-CN" dirty="0"/>
              <a:t>Reproducibility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What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Then</a:t>
            </a:r>
            <a:r>
              <a:rPr kumimoji="1" lang="zh-CN" altLang="en-US" dirty="0"/>
              <a:t>启示、未来还能做什么？</a:t>
            </a:r>
            <a:r>
              <a:rPr kumimoji="1" lang="en-US" altLang="zh-CN" dirty="0"/>
              <a:t>Conclusions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563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C9CD23-C81E-FC4F-9806-3C6B75E3F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</a:t>
            </a:r>
            <a:r>
              <a:rPr kumimoji="1" lang="zh-CN" altLang="en-US" dirty="0"/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DCD1BE-7339-8244-B164-BB1EB10FE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理论或应用需求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zh-CN" altLang="en-US" dirty="0"/>
              <a:t>以往工作缺陷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解决该问题的影响</a:t>
            </a:r>
          </a:p>
        </p:txBody>
      </p:sp>
    </p:spTree>
    <p:extLst>
      <p:ext uri="{BB962C8B-B14F-4D97-AF65-F5344CB8AC3E}">
        <p14:creationId xmlns:p14="http://schemas.microsoft.com/office/powerpoint/2010/main" val="2053600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9F048-E82D-CF49-B092-FD7C5EDBB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Introduction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D720DD-32E2-FA41-8BC1-E56D0640A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研究是做什么？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你要做什么？</a:t>
            </a:r>
            <a:endParaRPr kumimoji="1" lang="en-US" altLang="zh-CN" dirty="0"/>
          </a:p>
          <a:p>
            <a:r>
              <a:rPr kumimoji="1" lang="zh-CN" altLang="en-US" dirty="0"/>
              <a:t>阐述研究现状并总结不足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研究背景的铺垫，提出挑战难点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可单独列出挑战</a:t>
            </a:r>
            <a:endParaRPr kumimoji="1" lang="en-US" altLang="zh-CN" dirty="0"/>
          </a:p>
          <a:p>
            <a:r>
              <a:rPr kumimoji="1" lang="zh-CN" altLang="en-US" dirty="0"/>
              <a:t>提出解决问题的思路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引出论文的解决思路</a:t>
            </a:r>
            <a:endParaRPr kumimoji="1" lang="en-US" altLang="zh-CN" dirty="0"/>
          </a:p>
          <a:p>
            <a:r>
              <a:rPr kumimoji="1" lang="zh-CN" altLang="en-US" dirty="0"/>
              <a:t>给出新方案的设计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较为详细介绍主要思想的实现</a:t>
            </a:r>
            <a:endParaRPr kumimoji="1" lang="en-US" altLang="zh-CN" dirty="0"/>
          </a:p>
          <a:p>
            <a:r>
              <a:rPr kumimoji="1" lang="zh-CN" altLang="en-US" dirty="0"/>
              <a:t>总结了论文的贡献以及实验结论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总结并强调论文的贡献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6253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00DBC6-2189-4242-9FCB-4A0113C0A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常见错误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A758E9-393C-124D-AF25-468734199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因为</a:t>
            </a:r>
            <a:r>
              <a:rPr kumimoji="1" lang="en-US" altLang="zh-CN" dirty="0"/>
              <a:t>A</a:t>
            </a:r>
            <a:r>
              <a:rPr kumimoji="1" lang="zh-CN" altLang="en-US" dirty="0"/>
              <a:t>模型好用，所以我用（蓄意科研）</a:t>
            </a:r>
            <a:endParaRPr kumimoji="1" lang="en-US" altLang="zh-CN" dirty="0"/>
          </a:p>
          <a:p>
            <a:r>
              <a:rPr kumimoji="1" lang="zh-CN" altLang="en-US" dirty="0"/>
              <a:t>因为</a:t>
            </a:r>
            <a:r>
              <a:rPr kumimoji="1" lang="en-US" altLang="zh-CN" dirty="0"/>
              <a:t>B</a:t>
            </a:r>
            <a:r>
              <a:rPr kumimoji="1" lang="zh-CN" altLang="en-US" dirty="0"/>
              <a:t>没人做，所以我做（可能没用）</a:t>
            </a:r>
            <a:endParaRPr kumimoji="1" lang="en-US" altLang="zh-CN" dirty="0"/>
          </a:p>
          <a:p>
            <a:r>
              <a:rPr kumimoji="1" lang="zh-CN" altLang="en-US" dirty="0"/>
              <a:t>之前人做了什么，我做了什么，我的好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缺乏解释对比</a:t>
            </a:r>
            <a:endParaRPr kumimoji="1" lang="en-US" altLang="zh-CN" dirty="0"/>
          </a:p>
          <a:p>
            <a:r>
              <a:rPr kumimoji="1" lang="zh-CN" altLang="en-US" dirty="0"/>
              <a:t>这个任务难，我解决了它（缺乏过渡，解释）</a:t>
            </a:r>
            <a:endParaRPr kumimoji="1" lang="en-US" altLang="zh-CN" dirty="0"/>
          </a:p>
          <a:p>
            <a:r>
              <a:rPr kumimoji="1" lang="zh-CN" altLang="en-US" dirty="0"/>
              <a:t>夸大自己模型的贡献、忽略别人的工作</a:t>
            </a:r>
          </a:p>
        </p:txBody>
      </p:sp>
    </p:spTree>
    <p:extLst>
      <p:ext uri="{BB962C8B-B14F-4D97-AF65-F5344CB8AC3E}">
        <p14:creationId xmlns:p14="http://schemas.microsoft.com/office/powerpoint/2010/main" val="2692602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171AE3-94A7-184B-81A2-15BAF18E0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小结引文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899CA5-79C1-2A4B-8A71-4576787E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让人知道你在做什么</a:t>
            </a:r>
            <a:endParaRPr kumimoji="1" lang="en-US" altLang="zh-CN" dirty="0"/>
          </a:p>
          <a:p>
            <a:r>
              <a:rPr kumimoji="1" lang="zh-CN" altLang="en-US" dirty="0"/>
              <a:t>让人觉得你的工作重要</a:t>
            </a:r>
            <a:endParaRPr kumimoji="1" lang="en-US" altLang="zh-CN" dirty="0"/>
          </a:p>
          <a:p>
            <a:r>
              <a:rPr kumimoji="1" lang="zh-CN" altLang="en-US" dirty="0"/>
              <a:t>让人觉得你的解决思路新颖</a:t>
            </a:r>
            <a:endParaRPr kumimoji="1" lang="en-US" altLang="zh-CN" dirty="0"/>
          </a:p>
          <a:p>
            <a:r>
              <a:rPr kumimoji="1" lang="zh-CN" altLang="en-US" dirty="0"/>
              <a:t>让人觉得你的工作不可或缺</a:t>
            </a:r>
            <a:endParaRPr kumimoji="1" lang="en-US" altLang="zh-CN" dirty="0"/>
          </a:p>
          <a:p>
            <a:r>
              <a:rPr kumimoji="1" lang="zh-CN" altLang="en-US" dirty="0"/>
              <a:t>让人读起来舒服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3468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E23D6-BDF7-EF40-83BB-6C67F40B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相关工作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A961C2-DA68-074D-A66E-F5ACB8B48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避免罗列！！！</a:t>
            </a:r>
            <a:endParaRPr kumimoji="1" lang="en-US" altLang="zh-CN"/>
          </a:p>
          <a:p>
            <a:r>
              <a:rPr kumimoji="1" lang="zh-CN" altLang="en-US" dirty="0"/>
              <a:t>重在总结</a:t>
            </a:r>
            <a:endParaRPr kumimoji="1" lang="en-US" altLang="zh-CN" dirty="0"/>
          </a:p>
          <a:p>
            <a:r>
              <a:rPr kumimoji="1" lang="zh-CN" altLang="en-US" dirty="0"/>
              <a:t>突出相关</a:t>
            </a:r>
            <a:endParaRPr kumimoji="1" lang="en-US" altLang="zh-CN" dirty="0"/>
          </a:p>
          <a:p>
            <a:r>
              <a:rPr kumimoji="1" lang="zh-CN" altLang="en-US" dirty="0"/>
              <a:t>强调不同</a:t>
            </a:r>
          </a:p>
        </p:txBody>
      </p:sp>
    </p:spTree>
    <p:extLst>
      <p:ext uri="{BB962C8B-B14F-4D97-AF65-F5344CB8AC3E}">
        <p14:creationId xmlns:p14="http://schemas.microsoft.com/office/powerpoint/2010/main" val="1126339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349</Words>
  <Application>Microsoft Macintosh PowerPoint</Application>
  <PresentationFormat>宽屏</PresentationFormat>
  <Paragraphs>63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思考（靶子+武艺）</vt:lpstr>
      <vt:lpstr>创新之问</vt:lpstr>
      <vt:lpstr>3W2H</vt:lpstr>
      <vt:lpstr>论文写作：逻辑</vt:lpstr>
      <vt:lpstr>Why？</vt:lpstr>
      <vt:lpstr>Introduction</vt:lpstr>
      <vt:lpstr>常见错误</vt:lpstr>
      <vt:lpstr>小结引文</vt:lpstr>
      <vt:lpstr>相关工作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caihong_java@163.com</dc:creator>
  <cp:lastModifiedBy>Microsoft Office User</cp:lastModifiedBy>
  <cp:revision>11</cp:revision>
  <dcterms:created xsi:type="dcterms:W3CDTF">2020-04-19T04:44:34Z</dcterms:created>
  <dcterms:modified xsi:type="dcterms:W3CDTF">2022-11-13T08:11:20Z</dcterms:modified>
</cp:coreProperties>
</file>