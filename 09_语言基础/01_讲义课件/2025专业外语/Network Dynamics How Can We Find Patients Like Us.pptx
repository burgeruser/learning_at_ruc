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0" r:id="rId12"/>
    <p:sldId id="271" r:id="rId13"/>
    <p:sldId id="273" r:id="rId14"/>
    <p:sldId id="277" r:id="rId15"/>
    <p:sldId id="276" r:id="rId16"/>
    <p:sldId id="269" r:id="rId17"/>
    <p:sldId id="272" r:id="rId18"/>
    <p:sldId id="278" r:id="rId19"/>
    <p:sldId id="266" r:id="rId20"/>
    <p:sldId id="268" r:id="rId21"/>
    <p:sldId id="274" r:id="rId22"/>
    <p:sldId id="27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2" d="100"/>
          <a:sy n="62" d="100"/>
        </p:scale>
        <p:origin x="96"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i Du" userId="43768795e943f8a3" providerId="LiveId" clId="{A904D650-8EB3-4A58-B2B6-FC32B455656D}"/>
    <pc:docChg chg="undo custSel addSld delSld modSld">
      <pc:chgData name="Wei Du" userId="43768795e943f8a3" providerId="LiveId" clId="{A904D650-8EB3-4A58-B2B6-FC32B455656D}" dt="2017-10-22T14:52:50.399" v="4240" actId="20577"/>
      <pc:docMkLst>
        <pc:docMk/>
      </pc:docMkLst>
      <pc:sldChg chg="modSp">
        <pc:chgData name="Wei Du" userId="43768795e943f8a3" providerId="LiveId" clId="{A904D650-8EB3-4A58-B2B6-FC32B455656D}" dt="2017-10-18T11:10:42.848" v="85" actId="20577"/>
        <pc:sldMkLst>
          <pc:docMk/>
          <pc:sldMk cId="3765031605" sldId="256"/>
        </pc:sldMkLst>
        <pc:spChg chg="mod">
          <ac:chgData name="Wei Du" userId="43768795e943f8a3" providerId="LiveId" clId="{A904D650-8EB3-4A58-B2B6-FC32B455656D}" dt="2017-10-18T11:10:42.848" v="85" actId="20577"/>
          <ac:spMkLst>
            <pc:docMk/>
            <pc:sldMk cId="3765031605" sldId="256"/>
            <ac:spMk id="3" creationId="{8B7ED28F-417A-4A7C-85F6-14B3F1662E14}"/>
          </ac:spMkLst>
        </pc:spChg>
      </pc:sldChg>
      <pc:sldChg chg="addSp delSp modSp add">
        <pc:chgData name="Wei Du" userId="43768795e943f8a3" providerId="LiveId" clId="{A904D650-8EB3-4A58-B2B6-FC32B455656D}" dt="2017-10-18T11:20:06.077" v="129" actId="208"/>
        <pc:sldMkLst>
          <pc:docMk/>
          <pc:sldMk cId="82868833" sldId="257"/>
        </pc:sldMkLst>
        <pc:spChg chg="mod ord">
          <ac:chgData name="Wei Du" userId="43768795e943f8a3" providerId="LiveId" clId="{A904D650-8EB3-4A58-B2B6-FC32B455656D}" dt="2017-10-18T11:11:25.646" v="109" actId="26606"/>
          <ac:spMkLst>
            <pc:docMk/>
            <pc:sldMk cId="82868833" sldId="257"/>
            <ac:spMk id="2" creationId="{676CE5F0-07AC-48DC-BBC2-F4E75B2428B2}"/>
          </ac:spMkLst>
        </pc:spChg>
        <pc:spChg chg="add mod">
          <ac:chgData name="Wei Du" userId="43768795e943f8a3" providerId="LiveId" clId="{A904D650-8EB3-4A58-B2B6-FC32B455656D}" dt="2017-10-18T11:20:06.077" v="129" actId="208"/>
          <ac:spMkLst>
            <pc:docMk/>
            <pc:sldMk cId="82868833" sldId="257"/>
            <ac:spMk id="5" creationId="{693EBD51-9EDF-4466-AA40-7D9C9E10836D}"/>
          </ac:spMkLst>
        </pc:spChg>
        <pc:spChg chg="del mod">
          <ac:chgData name="Wei Du" userId="43768795e943f8a3" providerId="LiveId" clId="{A904D650-8EB3-4A58-B2B6-FC32B455656D}" dt="2017-10-18T11:11:25.646" v="109" actId="26606"/>
          <ac:spMkLst>
            <pc:docMk/>
            <pc:sldMk cId="82868833" sldId="257"/>
            <ac:spMk id="6" creationId="{B82E5BDF-0812-485C-ADB2-CC306E8830C6}"/>
          </ac:spMkLst>
        </pc:spChg>
        <pc:spChg chg="add">
          <ac:chgData name="Wei Du" userId="43768795e943f8a3" providerId="LiveId" clId="{A904D650-8EB3-4A58-B2B6-FC32B455656D}" dt="2017-10-18T11:11:25.646" v="109" actId="26606"/>
          <ac:spMkLst>
            <pc:docMk/>
            <pc:sldMk cId="82868833" sldId="257"/>
            <ac:spMk id="10" creationId="{00000000-0000-0000-0000-000000000000}"/>
          </ac:spMkLst>
        </pc:spChg>
        <pc:spChg chg="add">
          <ac:chgData name="Wei Du" userId="43768795e943f8a3" providerId="LiveId" clId="{A904D650-8EB3-4A58-B2B6-FC32B455656D}" dt="2017-10-18T11:11:25.646" v="109" actId="26606"/>
          <ac:spMkLst>
            <pc:docMk/>
            <pc:sldMk cId="82868833" sldId="257"/>
            <ac:spMk id="12" creationId="{A4AC5506-6312-4701-8D3C-40187889A947}"/>
          </ac:spMkLst>
        </pc:spChg>
        <pc:picChg chg="add del mod">
          <ac:chgData name="Wei Du" userId="43768795e943f8a3" providerId="LiveId" clId="{A904D650-8EB3-4A58-B2B6-FC32B455656D}" dt="2017-10-18T11:19:23.134" v="117" actId="208"/>
          <ac:picMkLst>
            <pc:docMk/>
            <pc:sldMk cId="82868833" sldId="257"/>
            <ac:picMk id="3" creationId="{8EB80838-EEC1-4BBE-8009-744291C2BA0B}"/>
          </ac:picMkLst>
        </pc:picChg>
        <pc:picChg chg="add del mod">
          <ac:chgData name="Wei Du" userId="43768795e943f8a3" providerId="LiveId" clId="{A904D650-8EB3-4A58-B2B6-FC32B455656D}" dt="2017-10-18T11:11:25.646" v="109" actId="26606"/>
          <ac:picMkLst>
            <pc:docMk/>
            <pc:sldMk cId="82868833" sldId="257"/>
            <ac:picMk id="4" creationId="{AC409538-B27F-483F-9588-A846CE44D19F}"/>
          </ac:picMkLst>
        </pc:picChg>
        <pc:picChg chg="add mod">
          <ac:chgData name="Wei Du" userId="43768795e943f8a3" providerId="LiveId" clId="{A904D650-8EB3-4A58-B2B6-FC32B455656D}" dt="2017-10-18T11:19:34.898" v="124" actId="1076"/>
          <ac:picMkLst>
            <pc:docMk/>
            <pc:sldMk cId="82868833" sldId="257"/>
            <ac:picMk id="7" creationId="{AC409538-B27F-483F-9588-A846CE44D19F}"/>
          </ac:picMkLst>
        </pc:picChg>
      </pc:sldChg>
      <pc:sldChg chg="addSp delSp modSp add">
        <pc:chgData name="Wei Du" userId="43768795e943f8a3" providerId="LiveId" clId="{A904D650-8EB3-4A58-B2B6-FC32B455656D}" dt="2017-10-18T11:49:34.082" v="281" actId="27636"/>
        <pc:sldMkLst>
          <pc:docMk/>
          <pc:sldMk cId="2823815412" sldId="258"/>
        </pc:sldMkLst>
        <pc:spChg chg="mod">
          <ac:chgData name="Wei Du" userId="43768795e943f8a3" providerId="LiveId" clId="{A904D650-8EB3-4A58-B2B6-FC32B455656D}" dt="2017-10-18T11:20:23.849" v="141" actId="20577"/>
          <ac:spMkLst>
            <pc:docMk/>
            <pc:sldMk cId="2823815412" sldId="258"/>
            <ac:spMk id="2" creationId="{251B3E72-68DE-42A3-9F2C-2BAC8490AF62}"/>
          </ac:spMkLst>
        </pc:spChg>
        <pc:spChg chg="add del mod">
          <ac:chgData name="Wei Du" userId="43768795e943f8a3" providerId="LiveId" clId="{A904D650-8EB3-4A58-B2B6-FC32B455656D}" dt="2017-10-18T11:49:34.082" v="281" actId="27636"/>
          <ac:spMkLst>
            <pc:docMk/>
            <pc:sldMk cId="2823815412" sldId="258"/>
            <ac:spMk id="3" creationId="{820EDAB9-B235-48F3-89F5-31A46FC57B4A}"/>
          </ac:spMkLst>
        </pc:spChg>
        <pc:picChg chg="add del mod">
          <ac:chgData name="Wei Du" userId="43768795e943f8a3" providerId="LiveId" clId="{A904D650-8EB3-4A58-B2B6-FC32B455656D}" dt="2017-10-18T11:47:16.002" v="266" actId="478"/>
          <ac:picMkLst>
            <pc:docMk/>
            <pc:sldMk cId="2823815412" sldId="258"/>
            <ac:picMk id="4" creationId="{5E01D0F1-443A-40AF-B229-7E39C803F163}"/>
          </ac:picMkLst>
        </pc:picChg>
        <pc:cxnChg chg="add del mod">
          <ac:chgData name="Wei Du" userId="43768795e943f8a3" providerId="LiveId" clId="{A904D650-8EB3-4A58-B2B6-FC32B455656D}" dt="2017-10-18T11:47:17.503" v="267" actId="478"/>
          <ac:cxnSpMkLst>
            <pc:docMk/>
            <pc:sldMk cId="2823815412" sldId="258"/>
            <ac:cxnSpMk id="6" creationId="{F71313DA-7A87-4500-A613-B9C9A4FE851A}"/>
          </ac:cxnSpMkLst>
        </pc:cxnChg>
        <pc:cxnChg chg="add del mod">
          <ac:chgData name="Wei Du" userId="43768795e943f8a3" providerId="LiveId" clId="{A904D650-8EB3-4A58-B2B6-FC32B455656D}" dt="2017-10-18T11:47:18.964" v="269" actId="478"/>
          <ac:cxnSpMkLst>
            <pc:docMk/>
            <pc:sldMk cId="2823815412" sldId="258"/>
            <ac:cxnSpMk id="7" creationId="{DAD038D8-2E7A-4C13-9FFB-91F8417DBB11}"/>
          </ac:cxnSpMkLst>
        </pc:cxnChg>
        <pc:cxnChg chg="add del mod">
          <ac:chgData name="Wei Du" userId="43768795e943f8a3" providerId="LiveId" clId="{A904D650-8EB3-4A58-B2B6-FC32B455656D}" dt="2017-10-18T11:47:18.324" v="268" actId="478"/>
          <ac:cxnSpMkLst>
            <pc:docMk/>
            <pc:sldMk cId="2823815412" sldId="258"/>
            <ac:cxnSpMk id="9" creationId="{370774C1-3783-4BD6-B9DE-2758EFFD950C}"/>
          </ac:cxnSpMkLst>
        </pc:cxnChg>
      </pc:sldChg>
      <pc:sldChg chg="modSp add">
        <pc:chgData name="Wei Du" userId="43768795e943f8a3" providerId="LiveId" clId="{A904D650-8EB3-4A58-B2B6-FC32B455656D}" dt="2017-10-18T12:38:29.509" v="869" actId="20577"/>
        <pc:sldMkLst>
          <pc:docMk/>
          <pc:sldMk cId="2967919042" sldId="259"/>
        </pc:sldMkLst>
        <pc:spChg chg="mod">
          <ac:chgData name="Wei Du" userId="43768795e943f8a3" providerId="LiveId" clId="{A904D650-8EB3-4A58-B2B6-FC32B455656D}" dt="2017-10-18T12:17:28.635" v="298" actId="20577"/>
          <ac:spMkLst>
            <pc:docMk/>
            <pc:sldMk cId="2967919042" sldId="259"/>
            <ac:spMk id="2" creationId="{BB4C5044-AFC0-4104-8EBA-A305B76EC451}"/>
          </ac:spMkLst>
        </pc:spChg>
        <pc:spChg chg="mod">
          <ac:chgData name="Wei Du" userId="43768795e943f8a3" providerId="LiveId" clId="{A904D650-8EB3-4A58-B2B6-FC32B455656D}" dt="2017-10-18T12:38:29.509" v="869" actId="20577"/>
          <ac:spMkLst>
            <pc:docMk/>
            <pc:sldMk cId="2967919042" sldId="259"/>
            <ac:spMk id="3" creationId="{2F26BEFD-C792-4F3C-A56F-287BE52A2A35}"/>
          </ac:spMkLst>
        </pc:spChg>
      </pc:sldChg>
      <pc:sldChg chg="modSp add">
        <pc:chgData name="Wei Du" userId="43768795e943f8a3" providerId="LiveId" clId="{A904D650-8EB3-4A58-B2B6-FC32B455656D}" dt="2017-10-18T12:35:15.225" v="723" actId="13926"/>
        <pc:sldMkLst>
          <pc:docMk/>
          <pc:sldMk cId="164082651" sldId="260"/>
        </pc:sldMkLst>
        <pc:spChg chg="mod">
          <ac:chgData name="Wei Du" userId="43768795e943f8a3" providerId="LiveId" clId="{A904D650-8EB3-4A58-B2B6-FC32B455656D}" dt="2017-10-18T12:23:16.331" v="579" actId="20577"/>
          <ac:spMkLst>
            <pc:docMk/>
            <pc:sldMk cId="164082651" sldId="260"/>
            <ac:spMk id="2" creationId="{B65C9C96-E722-44EB-B579-BEC92D4DBAEC}"/>
          </ac:spMkLst>
        </pc:spChg>
        <pc:spChg chg="mod">
          <ac:chgData name="Wei Du" userId="43768795e943f8a3" providerId="LiveId" clId="{A904D650-8EB3-4A58-B2B6-FC32B455656D}" dt="2017-10-18T12:35:15.225" v="723" actId="13926"/>
          <ac:spMkLst>
            <pc:docMk/>
            <pc:sldMk cId="164082651" sldId="260"/>
            <ac:spMk id="3" creationId="{FA9234BC-C39F-4EBD-95A5-119C39A9B955}"/>
          </ac:spMkLst>
        </pc:spChg>
      </pc:sldChg>
      <pc:sldChg chg="addSp modSp add">
        <pc:chgData name="Wei Du" userId="43768795e943f8a3" providerId="LiveId" clId="{A904D650-8EB3-4A58-B2B6-FC32B455656D}" dt="2017-10-18T13:02:58.537" v="1119" actId="14100"/>
        <pc:sldMkLst>
          <pc:docMk/>
          <pc:sldMk cId="669162739" sldId="261"/>
        </pc:sldMkLst>
        <pc:spChg chg="mod">
          <ac:chgData name="Wei Du" userId="43768795e943f8a3" providerId="LiveId" clId="{A904D650-8EB3-4A58-B2B6-FC32B455656D}" dt="2017-10-18T12:50:21.397" v="908" actId="20577"/>
          <ac:spMkLst>
            <pc:docMk/>
            <pc:sldMk cId="669162739" sldId="261"/>
            <ac:spMk id="2" creationId="{4F7165BA-CBCC-491E-8792-E85C5822788E}"/>
          </ac:spMkLst>
        </pc:spChg>
        <pc:spChg chg="mod">
          <ac:chgData name="Wei Du" userId="43768795e943f8a3" providerId="LiveId" clId="{A904D650-8EB3-4A58-B2B6-FC32B455656D}" dt="2017-10-18T13:00:29.621" v="1050" actId="20577"/>
          <ac:spMkLst>
            <pc:docMk/>
            <pc:sldMk cId="669162739" sldId="261"/>
            <ac:spMk id="3" creationId="{625CA88C-AD77-4FCA-B82E-4A3532523B44}"/>
          </ac:spMkLst>
        </pc:spChg>
        <pc:spChg chg="add mod">
          <ac:chgData name="Wei Du" userId="43768795e943f8a3" providerId="LiveId" clId="{A904D650-8EB3-4A58-B2B6-FC32B455656D}" dt="2017-10-18T13:01:40.207" v="1065" actId="13822"/>
          <ac:spMkLst>
            <pc:docMk/>
            <pc:sldMk cId="669162739" sldId="261"/>
            <ac:spMk id="4" creationId="{8035A7FB-3619-4E40-A058-BF4BE9AF79FA}"/>
          </ac:spMkLst>
        </pc:spChg>
        <pc:spChg chg="add mod">
          <ac:chgData name="Wei Du" userId="43768795e943f8a3" providerId="LiveId" clId="{A904D650-8EB3-4A58-B2B6-FC32B455656D}" dt="2017-10-18T13:02:08.119" v="1078" actId="1076"/>
          <ac:spMkLst>
            <pc:docMk/>
            <pc:sldMk cId="669162739" sldId="261"/>
            <ac:spMk id="5" creationId="{484A629B-77E6-48A4-84E6-C3F8BD553FE4}"/>
          </ac:spMkLst>
        </pc:spChg>
        <pc:spChg chg="add mod">
          <ac:chgData name="Wei Du" userId="43768795e943f8a3" providerId="LiveId" clId="{A904D650-8EB3-4A58-B2B6-FC32B455656D}" dt="2017-10-18T13:02:03.225" v="1076" actId="1076"/>
          <ac:spMkLst>
            <pc:docMk/>
            <pc:sldMk cId="669162739" sldId="261"/>
            <ac:spMk id="6" creationId="{72BF9DE8-B64E-495B-B339-C1F614D97459}"/>
          </ac:spMkLst>
        </pc:spChg>
        <pc:spChg chg="add mod">
          <ac:chgData name="Wei Du" userId="43768795e943f8a3" providerId="LiveId" clId="{A904D650-8EB3-4A58-B2B6-FC32B455656D}" dt="2017-10-18T13:02:12.220" v="1080" actId="1076"/>
          <ac:spMkLst>
            <pc:docMk/>
            <pc:sldMk cId="669162739" sldId="261"/>
            <ac:spMk id="7" creationId="{FBBE98F4-487E-4A71-812D-AF62FE1CFA91}"/>
          </ac:spMkLst>
        </pc:spChg>
        <pc:spChg chg="add mod">
          <ac:chgData name="Wei Du" userId="43768795e943f8a3" providerId="LiveId" clId="{A904D650-8EB3-4A58-B2B6-FC32B455656D}" dt="2017-10-18T13:01:37.407" v="1064" actId="1076"/>
          <ac:spMkLst>
            <pc:docMk/>
            <pc:sldMk cId="669162739" sldId="261"/>
            <ac:spMk id="8" creationId="{C39D4543-2A33-42A2-B8DB-0025E3A78214}"/>
          </ac:spMkLst>
        </pc:spChg>
        <pc:spChg chg="add mod">
          <ac:chgData name="Wei Du" userId="43768795e943f8a3" providerId="LiveId" clId="{A904D650-8EB3-4A58-B2B6-FC32B455656D}" dt="2017-10-18T13:02:27.752" v="1085" actId="1076"/>
          <ac:spMkLst>
            <pc:docMk/>
            <pc:sldMk cId="669162739" sldId="261"/>
            <ac:spMk id="26" creationId="{B9EEA4E7-F9B3-4F53-93D7-02602152FF09}"/>
          </ac:spMkLst>
        </pc:spChg>
        <pc:spChg chg="add mod">
          <ac:chgData name="Wei Du" userId="43768795e943f8a3" providerId="LiveId" clId="{A904D650-8EB3-4A58-B2B6-FC32B455656D}" dt="2017-10-18T13:02:41.864" v="1092" actId="20577"/>
          <ac:spMkLst>
            <pc:docMk/>
            <pc:sldMk cId="669162739" sldId="261"/>
            <ac:spMk id="27" creationId="{5BCB1A20-5E26-4DFF-B2F4-9DCD98BBEC9C}"/>
          </ac:spMkLst>
        </pc:spChg>
        <pc:spChg chg="add mod">
          <ac:chgData name="Wei Du" userId="43768795e943f8a3" providerId="LiveId" clId="{A904D650-8EB3-4A58-B2B6-FC32B455656D}" dt="2017-10-18T13:02:58.537" v="1119" actId="14100"/>
          <ac:spMkLst>
            <pc:docMk/>
            <pc:sldMk cId="669162739" sldId="261"/>
            <ac:spMk id="28" creationId="{968EAEEA-E399-4588-B792-D2E71D750BF8}"/>
          </ac:spMkLst>
        </pc:spChg>
        <pc:cxnChg chg="add mod">
          <ac:chgData name="Wei Du" userId="43768795e943f8a3" providerId="LiveId" clId="{A904D650-8EB3-4A58-B2B6-FC32B455656D}" dt="2017-10-18T13:02:12.220" v="1080" actId="1076"/>
          <ac:cxnSpMkLst>
            <pc:docMk/>
            <pc:sldMk cId="669162739" sldId="261"/>
            <ac:cxnSpMk id="10" creationId="{DBCAB0EA-886A-43EF-8A36-A703C46FBBBA}"/>
          </ac:cxnSpMkLst>
        </pc:cxnChg>
        <pc:cxnChg chg="add mod">
          <ac:chgData name="Wei Du" userId="43768795e943f8a3" providerId="LiveId" clId="{A904D650-8EB3-4A58-B2B6-FC32B455656D}" dt="2017-10-18T13:01:51.148" v="1069" actId="14100"/>
          <ac:cxnSpMkLst>
            <pc:docMk/>
            <pc:sldMk cId="669162739" sldId="261"/>
            <ac:cxnSpMk id="11" creationId="{413E7B0C-7B6F-41D5-BF14-910850D6FBC0}"/>
          </ac:cxnSpMkLst>
        </pc:cxnChg>
        <pc:cxnChg chg="add mod">
          <ac:chgData name="Wei Du" userId="43768795e943f8a3" providerId="LiveId" clId="{A904D650-8EB3-4A58-B2B6-FC32B455656D}" dt="2017-10-18T13:02:10.552" v="1079" actId="14100"/>
          <ac:cxnSpMkLst>
            <pc:docMk/>
            <pc:sldMk cId="669162739" sldId="261"/>
            <ac:cxnSpMk id="14" creationId="{FD83BF93-BD11-422F-8B7F-BB1ED602F35F}"/>
          </ac:cxnSpMkLst>
        </pc:cxnChg>
        <pc:cxnChg chg="add mod">
          <ac:chgData name="Wei Du" userId="43768795e943f8a3" providerId="LiveId" clId="{A904D650-8EB3-4A58-B2B6-FC32B455656D}" dt="2017-10-18T13:02:06.598" v="1077" actId="14100"/>
          <ac:cxnSpMkLst>
            <pc:docMk/>
            <pc:sldMk cId="669162739" sldId="261"/>
            <ac:cxnSpMk id="17" creationId="{CE38E3BF-BA30-4CD5-B647-7082F161C0D1}"/>
          </ac:cxnSpMkLst>
        </pc:cxnChg>
      </pc:sldChg>
      <pc:sldChg chg="modSp add">
        <pc:chgData name="Wei Du" userId="43768795e943f8a3" providerId="LiveId" clId="{A904D650-8EB3-4A58-B2B6-FC32B455656D}" dt="2017-10-18T14:06:50.358" v="1849" actId="6549"/>
        <pc:sldMkLst>
          <pc:docMk/>
          <pc:sldMk cId="2912469198" sldId="262"/>
        </pc:sldMkLst>
        <pc:spChg chg="mod">
          <ac:chgData name="Wei Du" userId="43768795e943f8a3" providerId="LiveId" clId="{A904D650-8EB3-4A58-B2B6-FC32B455656D}" dt="2017-10-18T12:54:50.447" v="1017" actId="6549"/>
          <ac:spMkLst>
            <pc:docMk/>
            <pc:sldMk cId="2912469198" sldId="262"/>
            <ac:spMk id="2" creationId="{52E4A1C4-21F1-44D7-936B-E950D7867CE5}"/>
          </ac:spMkLst>
        </pc:spChg>
        <pc:spChg chg="mod">
          <ac:chgData name="Wei Du" userId="43768795e943f8a3" providerId="LiveId" clId="{A904D650-8EB3-4A58-B2B6-FC32B455656D}" dt="2017-10-18T14:06:50.358" v="1849" actId="6549"/>
          <ac:spMkLst>
            <pc:docMk/>
            <pc:sldMk cId="2912469198" sldId="262"/>
            <ac:spMk id="3" creationId="{2E0466C8-041D-4234-87FF-3CF02CCE5541}"/>
          </ac:spMkLst>
        </pc:spChg>
      </pc:sldChg>
      <pc:sldChg chg="addSp delSp modSp add delAnim modAnim">
        <pc:chgData name="Wei Du" userId="43768795e943f8a3" providerId="LiveId" clId="{A904D650-8EB3-4A58-B2B6-FC32B455656D}" dt="2017-10-18T13:50:33.973" v="1790" actId="14100"/>
        <pc:sldMkLst>
          <pc:docMk/>
          <pc:sldMk cId="105622121" sldId="263"/>
        </pc:sldMkLst>
        <pc:spChg chg="mod">
          <ac:chgData name="Wei Du" userId="43768795e943f8a3" providerId="LiveId" clId="{A904D650-8EB3-4A58-B2B6-FC32B455656D}" dt="2017-10-18T13:35:33.047" v="1395" actId="14100"/>
          <ac:spMkLst>
            <pc:docMk/>
            <pc:sldMk cId="105622121" sldId="263"/>
            <ac:spMk id="2" creationId="{88E97730-FE35-48F1-AE4C-FA19938535B3}"/>
          </ac:spMkLst>
        </pc:spChg>
        <pc:spChg chg="mod">
          <ac:chgData name="Wei Du" userId="43768795e943f8a3" providerId="LiveId" clId="{A904D650-8EB3-4A58-B2B6-FC32B455656D}" dt="2017-10-18T13:48:13.544" v="1756" actId="13926"/>
          <ac:spMkLst>
            <pc:docMk/>
            <pc:sldMk cId="105622121" sldId="263"/>
            <ac:spMk id="3" creationId="{89BD0006-FA13-41D6-BCBB-02B5C18CF57A}"/>
          </ac:spMkLst>
        </pc:spChg>
        <pc:spChg chg="add mod">
          <ac:chgData name="Wei Du" userId="43768795e943f8a3" providerId="LiveId" clId="{A904D650-8EB3-4A58-B2B6-FC32B455656D}" dt="2017-10-18T13:49:25.008" v="1764" actId="1076"/>
          <ac:spMkLst>
            <pc:docMk/>
            <pc:sldMk cId="105622121" sldId="263"/>
            <ac:spMk id="4" creationId="{8B90D5BC-5994-45B8-B638-256E305A3467}"/>
          </ac:spMkLst>
        </pc:spChg>
        <pc:spChg chg="add mod">
          <ac:chgData name="Wei Du" userId="43768795e943f8a3" providerId="LiveId" clId="{A904D650-8EB3-4A58-B2B6-FC32B455656D}" dt="2017-10-18T13:49:26.859" v="1765" actId="1076"/>
          <ac:spMkLst>
            <pc:docMk/>
            <pc:sldMk cId="105622121" sldId="263"/>
            <ac:spMk id="5" creationId="{7FC4D402-0D64-4CF8-98F7-28AFD8843705}"/>
          </ac:spMkLst>
        </pc:spChg>
        <pc:spChg chg="add mod">
          <ac:chgData name="Wei Du" userId="43768795e943f8a3" providerId="LiveId" clId="{A904D650-8EB3-4A58-B2B6-FC32B455656D}" dt="2017-10-18T13:48:46.897" v="1758" actId="1076"/>
          <ac:spMkLst>
            <pc:docMk/>
            <pc:sldMk cId="105622121" sldId="263"/>
            <ac:spMk id="6" creationId="{64E69035-C682-4046-B37C-33D9C7903DBA}"/>
          </ac:spMkLst>
        </pc:spChg>
        <pc:spChg chg="add mod">
          <ac:chgData name="Wei Du" userId="43768795e943f8a3" providerId="LiveId" clId="{A904D650-8EB3-4A58-B2B6-FC32B455656D}" dt="2017-10-18T13:49:38.795" v="1770" actId="1076"/>
          <ac:spMkLst>
            <pc:docMk/>
            <pc:sldMk cId="105622121" sldId="263"/>
            <ac:spMk id="7" creationId="{703E322C-7A5D-474D-A80E-13E41BC1F6A2}"/>
          </ac:spMkLst>
        </pc:spChg>
        <pc:spChg chg="add mod">
          <ac:chgData name="Wei Du" userId="43768795e943f8a3" providerId="LiveId" clId="{A904D650-8EB3-4A58-B2B6-FC32B455656D}" dt="2017-10-18T13:48:46.897" v="1758" actId="1076"/>
          <ac:spMkLst>
            <pc:docMk/>
            <pc:sldMk cId="105622121" sldId="263"/>
            <ac:spMk id="8" creationId="{F520F83B-65E8-4C8C-AEEE-A73E38CDEAE9}"/>
          </ac:spMkLst>
        </pc:spChg>
        <pc:spChg chg="add mod">
          <ac:chgData name="Wei Du" userId="43768795e943f8a3" providerId="LiveId" clId="{A904D650-8EB3-4A58-B2B6-FC32B455656D}" dt="2017-10-18T13:49:34.344" v="1768" actId="1076"/>
          <ac:spMkLst>
            <pc:docMk/>
            <pc:sldMk cId="105622121" sldId="263"/>
            <ac:spMk id="9" creationId="{D64788F8-C86D-4366-BCEC-9F041CBFB285}"/>
          </ac:spMkLst>
        </pc:spChg>
        <pc:spChg chg="add del mod">
          <ac:chgData name="Wei Du" userId="43768795e943f8a3" providerId="LiveId" clId="{A904D650-8EB3-4A58-B2B6-FC32B455656D}" dt="2017-10-18T13:50:08.702" v="1781" actId="478"/>
          <ac:spMkLst>
            <pc:docMk/>
            <pc:sldMk cId="105622121" sldId="263"/>
            <ac:spMk id="10" creationId="{D8CEDE39-EF9F-4292-AD7F-67121C2A2F3B}"/>
          </ac:spMkLst>
        </pc:spChg>
        <pc:spChg chg="add del mod">
          <ac:chgData name="Wei Du" userId="43768795e943f8a3" providerId="LiveId" clId="{A904D650-8EB3-4A58-B2B6-FC32B455656D}" dt="2017-10-18T13:50:27.379" v="1788" actId="478"/>
          <ac:spMkLst>
            <pc:docMk/>
            <pc:sldMk cId="105622121" sldId="263"/>
            <ac:spMk id="20" creationId="{91911ECB-D202-462C-AA25-6756DB78233B}"/>
          </ac:spMkLst>
        </pc:spChg>
        <pc:spChg chg="add del mod">
          <ac:chgData name="Wei Du" userId="43768795e943f8a3" providerId="LiveId" clId="{A904D650-8EB3-4A58-B2B6-FC32B455656D}" dt="2017-10-18T13:49:57.268" v="1778" actId="478"/>
          <ac:spMkLst>
            <pc:docMk/>
            <pc:sldMk cId="105622121" sldId="263"/>
            <ac:spMk id="21" creationId="{061EBC80-7F61-4701-AC1E-D9EB547BEED3}"/>
          </ac:spMkLst>
        </pc:spChg>
        <pc:cxnChg chg="add mod">
          <ac:chgData name="Wei Du" userId="43768795e943f8a3" providerId="LiveId" clId="{A904D650-8EB3-4A58-B2B6-FC32B455656D}" dt="2017-10-18T13:50:21.531" v="1786" actId="14100"/>
          <ac:cxnSpMkLst>
            <pc:docMk/>
            <pc:sldMk cId="105622121" sldId="263"/>
            <ac:cxnSpMk id="11" creationId="{2933A828-3E45-4EEA-84A7-3EC6E839378E}"/>
          </ac:cxnSpMkLst>
        </pc:cxnChg>
        <pc:cxnChg chg="add mod">
          <ac:chgData name="Wei Du" userId="43768795e943f8a3" providerId="LiveId" clId="{A904D650-8EB3-4A58-B2B6-FC32B455656D}" dt="2017-10-18T13:49:26.859" v="1765" actId="1076"/>
          <ac:cxnSpMkLst>
            <pc:docMk/>
            <pc:sldMk cId="105622121" sldId="263"/>
            <ac:cxnSpMk id="12" creationId="{72F49C61-4FC7-4B84-803D-157FE081FF46}"/>
          </ac:cxnSpMkLst>
        </pc:cxnChg>
        <pc:cxnChg chg="add mod">
          <ac:chgData name="Wei Du" userId="43768795e943f8a3" providerId="LiveId" clId="{A904D650-8EB3-4A58-B2B6-FC32B455656D}" dt="2017-10-18T13:48:46.897" v="1758" actId="1076"/>
          <ac:cxnSpMkLst>
            <pc:docMk/>
            <pc:sldMk cId="105622121" sldId="263"/>
            <ac:cxnSpMk id="13" creationId="{513C18A2-1AB9-4F08-B4B9-968697CB7220}"/>
          </ac:cxnSpMkLst>
        </pc:cxnChg>
        <pc:cxnChg chg="add mod">
          <ac:chgData name="Wei Du" userId="43768795e943f8a3" providerId="LiveId" clId="{A904D650-8EB3-4A58-B2B6-FC32B455656D}" dt="2017-10-18T13:50:33.973" v="1790" actId="14100"/>
          <ac:cxnSpMkLst>
            <pc:docMk/>
            <pc:sldMk cId="105622121" sldId="263"/>
            <ac:cxnSpMk id="14" creationId="{85C11133-E5DE-4FDA-A069-35D3EB9A1CD3}"/>
          </ac:cxnSpMkLst>
        </pc:cxnChg>
        <pc:cxnChg chg="add mod">
          <ac:chgData name="Wei Du" userId="43768795e943f8a3" providerId="LiveId" clId="{A904D650-8EB3-4A58-B2B6-FC32B455656D}" dt="2017-10-18T13:49:38.795" v="1770" actId="1076"/>
          <ac:cxnSpMkLst>
            <pc:docMk/>
            <pc:sldMk cId="105622121" sldId="263"/>
            <ac:cxnSpMk id="15" creationId="{0F17286D-79D3-47CC-A43A-1FA8F8F813EC}"/>
          </ac:cxnSpMkLst>
        </pc:cxnChg>
        <pc:cxnChg chg="add del mod">
          <ac:chgData name="Wei Du" userId="43768795e943f8a3" providerId="LiveId" clId="{A904D650-8EB3-4A58-B2B6-FC32B455656D}" dt="2017-10-18T13:49:15.436" v="1762" actId="478"/>
          <ac:cxnSpMkLst>
            <pc:docMk/>
            <pc:sldMk cId="105622121" sldId="263"/>
            <ac:cxnSpMk id="16" creationId="{2A9A702B-E65F-425B-8C7F-C51B0C192E03}"/>
          </ac:cxnSpMkLst>
        </pc:cxnChg>
        <pc:cxnChg chg="add mod">
          <ac:chgData name="Wei Du" userId="43768795e943f8a3" providerId="LiveId" clId="{A904D650-8EB3-4A58-B2B6-FC32B455656D}" dt="2017-10-18T13:50:07.253" v="1780" actId="14100"/>
          <ac:cxnSpMkLst>
            <pc:docMk/>
            <pc:sldMk cId="105622121" sldId="263"/>
            <ac:cxnSpMk id="17" creationId="{DEF581D0-0DBC-4FFF-BC75-AF7488BFE07A}"/>
          </ac:cxnSpMkLst>
        </pc:cxnChg>
        <pc:cxnChg chg="add mod">
          <ac:chgData name="Wei Du" userId="43768795e943f8a3" providerId="LiveId" clId="{A904D650-8EB3-4A58-B2B6-FC32B455656D}" dt="2017-10-18T13:49:42.663" v="1772" actId="14100"/>
          <ac:cxnSpMkLst>
            <pc:docMk/>
            <pc:sldMk cId="105622121" sldId="263"/>
            <ac:cxnSpMk id="18" creationId="{8A18E3DC-60D2-4567-AD6E-8A89A360F251}"/>
          </ac:cxnSpMkLst>
        </pc:cxnChg>
        <pc:cxnChg chg="add del mod">
          <ac:chgData name="Wei Du" userId="43768795e943f8a3" providerId="LiveId" clId="{A904D650-8EB3-4A58-B2B6-FC32B455656D}" dt="2017-10-18T13:49:17.532" v="1763" actId="478"/>
          <ac:cxnSpMkLst>
            <pc:docMk/>
            <pc:sldMk cId="105622121" sldId="263"/>
            <ac:cxnSpMk id="19" creationId="{92DCFD7B-03AA-4725-AAD9-3F2DF7A7B172}"/>
          </ac:cxnSpMkLst>
        </pc:cxnChg>
        <pc:cxnChg chg="add del mod">
          <ac:chgData name="Wei Du" userId="43768795e943f8a3" providerId="LiveId" clId="{A904D650-8EB3-4A58-B2B6-FC32B455656D}" dt="2017-10-18T13:50:10.188" v="1782" actId="478"/>
          <ac:cxnSpMkLst>
            <pc:docMk/>
            <pc:sldMk cId="105622121" sldId="263"/>
            <ac:cxnSpMk id="39" creationId="{5CC8AE7A-D783-48B6-A261-FF7DFB2DF832}"/>
          </ac:cxnSpMkLst>
        </pc:cxnChg>
      </pc:sldChg>
      <pc:sldChg chg="modSp add">
        <pc:chgData name="Wei Du" userId="43768795e943f8a3" providerId="LiveId" clId="{A904D650-8EB3-4A58-B2B6-FC32B455656D}" dt="2017-10-18T14:21:09.752" v="2094" actId="20577"/>
        <pc:sldMkLst>
          <pc:docMk/>
          <pc:sldMk cId="3783729288" sldId="264"/>
        </pc:sldMkLst>
        <pc:spChg chg="mod">
          <ac:chgData name="Wei Du" userId="43768795e943f8a3" providerId="LiveId" clId="{A904D650-8EB3-4A58-B2B6-FC32B455656D}" dt="2017-10-18T14:07:33.991" v="1851" actId="20577"/>
          <ac:spMkLst>
            <pc:docMk/>
            <pc:sldMk cId="3783729288" sldId="264"/>
            <ac:spMk id="2" creationId="{6D7877FD-C4C6-4FFF-BC29-B0CACB82A361}"/>
          </ac:spMkLst>
        </pc:spChg>
        <pc:spChg chg="mod">
          <ac:chgData name="Wei Du" userId="43768795e943f8a3" providerId="LiveId" clId="{A904D650-8EB3-4A58-B2B6-FC32B455656D}" dt="2017-10-18T14:21:09.752" v="2094" actId="20577"/>
          <ac:spMkLst>
            <pc:docMk/>
            <pc:sldMk cId="3783729288" sldId="264"/>
            <ac:spMk id="3" creationId="{499E0159-1429-4BF0-8C23-AC61F8176BE3}"/>
          </ac:spMkLst>
        </pc:spChg>
      </pc:sldChg>
      <pc:sldChg chg="addSp modSp add">
        <pc:chgData name="Wei Du" userId="43768795e943f8a3" providerId="LiveId" clId="{A904D650-8EB3-4A58-B2B6-FC32B455656D}" dt="2017-10-18T14:21:47.444" v="2099" actId="1076"/>
        <pc:sldMkLst>
          <pc:docMk/>
          <pc:sldMk cId="2844884668" sldId="265"/>
        </pc:sldMkLst>
        <pc:picChg chg="add mod">
          <ac:chgData name="Wei Du" userId="43768795e943f8a3" providerId="LiveId" clId="{A904D650-8EB3-4A58-B2B6-FC32B455656D}" dt="2017-10-18T14:21:47.444" v="2099" actId="1076"/>
          <ac:picMkLst>
            <pc:docMk/>
            <pc:sldMk cId="2844884668" sldId="265"/>
            <ac:picMk id="4" creationId="{EDE5FFF3-DC5C-4EE3-9BCB-C28BA13E8C1D}"/>
          </ac:picMkLst>
        </pc:picChg>
      </pc:sldChg>
      <pc:sldChg chg="addSp modSp add">
        <pc:chgData name="Wei Du" userId="43768795e943f8a3" providerId="LiveId" clId="{A904D650-8EB3-4A58-B2B6-FC32B455656D}" dt="2017-10-22T08:18:23.396" v="2634" actId="14100"/>
        <pc:sldMkLst>
          <pc:docMk/>
          <pc:sldMk cId="341400270" sldId="266"/>
        </pc:sldMkLst>
        <pc:spChg chg="mod">
          <ac:chgData name="Wei Du" userId="43768795e943f8a3" providerId="LiveId" clId="{A904D650-8EB3-4A58-B2B6-FC32B455656D}" dt="2017-10-19T06:25:25.024" v="2142" actId="14100"/>
          <ac:spMkLst>
            <pc:docMk/>
            <pc:sldMk cId="341400270" sldId="266"/>
            <ac:spMk id="2" creationId="{788705C5-7187-4F8F-91AC-DB0D5C0A6753}"/>
          </ac:spMkLst>
        </pc:spChg>
        <pc:spChg chg="mod">
          <ac:chgData name="Wei Du" userId="43768795e943f8a3" providerId="LiveId" clId="{A904D650-8EB3-4A58-B2B6-FC32B455656D}" dt="2017-10-22T08:18:19.098" v="2633" actId="20577"/>
          <ac:spMkLst>
            <pc:docMk/>
            <pc:sldMk cId="341400270" sldId="266"/>
            <ac:spMk id="3" creationId="{6BBD6E27-AB04-42BE-A4B1-64C954EF0997}"/>
          </ac:spMkLst>
        </pc:spChg>
        <pc:spChg chg="add mod ord">
          <ac:chgData name="Wei Du" userId="43768795e943f8a3" providerId="LiveId" clId="{A904D650-8EB3-4A58-B2B6-FC32B455656D}" dt="2017-10-19T10:31:23.819" v="2407" actId="14100"/>
          <ac:spMkLst>
            <pc:docMk/>
            <pc:sldMk cId="341400270" sldId="266"/>
            <ac:spMk id="8" creationId="{5BB4D9F2-27C4-427E-92E1-43C90DC9F7AB}"/>
          </ac:spMkLst>
        </pc:spChg>
        <pc:spChg chg="add mod">
          <ac:chgData name="Wei Du" userId="43768795e943f8a3" providerId="LiveId" clId="{A904D650-8EB3-4A58-B2B6-FC32B455656D}" dt="2017-10-19T10:29:41.723" v="2359" actId="14100"/>
          <ac:spMkLst>
            <pc:docMk/>
            <pc:sldMk cId="341400270" sldId="266"/>
            <ac:spMk id="9" creationId="{0352E968-BACD-4832-979D-DA3FE14044B3}"/>
          </ac:spMkLst>
        </pc:spChg>
        <pc:picChg chg="add mod">
          <ac:chgData name="Wei Du" userId="43768795e943f8a3" providerId="LiveId" clId="{A904D650-8EB3-4A58-B2B6-FC32B455656D}" dt="2017-10-22T08:18:23.396" v="2634" actId="14100"/>
          <ac:picMkLst>
            <pc:docMk/>
            <pc:sldMk cId="341400270" sldId="266"/>
            <ac:picMk id="4" creationId="{E0F3B2F6-F40A-459E-A8A9-E37A2DF76561}"/>
          </ac:picMkLst>
        </pc:picChg>
        <pc:picChg chg="add mod">
          <ac:chgData name="Wei Du" userId="43768795e943f8a3" providerId="LiveId" clId="{A904D650-8EB3-4A58-B2B6-FC32B455656D}" dt="2017-10-19T10:26:16.439" v="2310" actId="1076"/>
          <ac:picMkLst>
            <pc:docMk/>
            <pc:sldMk cId="341400270" sldId="266"/>
            <ac:picMk id="5" creationId="{A8B806FA-51A6-4DFF-A589-1442266D1DCD}"/>
          </ac:picMkLst>
        </pc:picChg>
        <pc:picChg chg="add mod modCrop">
          <ac:chgData name="Wei Du" userId="43768795e943f8a3" providerId="LiveId" clId="{A904D650-8EB3-4A58-B2B6-FC32B455656D}" dt="2017-10-19T10:26:16.439" v="2310" actId="1076"/>
          <ac:picMkLst>
            <pc:docMk/>
            <pc:sldMk cId="341400270" sldId="266"/>
            <ac:picMk id="6" creationId="{AC599318-AB6B-4148-9732-20E96626F560}"/>
          </ac:picMkLst>
        </pc:picChg>
        <pc:picChg chg="add mod">
          <ac:chgData name="Wei Du" userId="43768795e943f8a3" providerId="LiveId" clId="{A904D650-8EB3-4A58-B2B6-FC32B455656D}" dt="2017-10-19T10:26:16.439" v="2310" actId="1076"/>
          <ac:picMkLst>
            <pc:docMk/>
            <pc:sldMk cId="341400270" sldId="266"/>
            <ac:picMk id="7" creationId="{13A50A16-693D-4E49-A59D-A146797FF5E0}"/>
          </ac:picMkLst>
        </pc:picChg>
      </pc:sldChg>
      <pc:sldChg chg="addSp modSp add">
        <pc:chgData name="Wei Du" userId="43768795e943f8a3" providerId="LiveId" clId="{A904D650-8EB3-4A58-B2B6-FC32B455656D}" dt="2017-10-19T09:56:51.961" v="2250" actId="1076"/>
        <pc:sldMkLst>
          <pc:docMk/>
          <pc:sldMk cId="139455007" sldId="267"/>
        </pc:sldMkLst>
        <pc:picChg chg="add mod">
          <ac:chgData name="Wei Du" userId="43768795e943f8a3" providerId="LiveId" clId="{A904D650-8EB3-4A58-B2B6-FC32B455656D}" dt="2017-10-19T09:56:51.961" v="2250" actId="1076"/>
          <ac:picMkLst>
            <pc:docMk/>
            <pc:sldMk cId="139455007" sldId="267"/>
            <ac:picMk id="1026" creationId="{FEE576CA-F3F9-4D6D-AE97-0F226006C4C5}"/>
          </ac:picMkLst>
        </pc:picChg>
      </pc:sldChg>
      <pc:sldChg chg="addSp delSp modSp">
        <pc:chgData name="Wei Du" userId="43768795e943f8a3" providerId="LiveId" clId="{A904D650-8EB3-4A58-B2B6-FC32B455656D}" dt="2017-10-22T08:15:27.370" v="2590" actId="20577"/>
        <pc:sldMkLst>
          <pc:docMk/>
          <pc:sldMk cId="3923411705" sldId="268"/>
        </pc:sldMkLst>
        <pc:spChg chg="mod">
          <ac:chgData name="Wei Du" userId="43768795e943f8a3" providerId="LiveId" clId="{A904D650-8EB3-4A58-B2B6-FC32B455656D}" dt="2017-10-22T08:11:02.058" v="2468" actId="20577"/>
          <ac:spMkLst>
            <pc:docMk/>
            <pc:sldMk cId="3923411705" sldId="268"/>
            <ac:spMk id="6" creationId="{14BAEBDD-62D1-4A55-B5D6-7C93C2D5102E}"/>
          </ac:spMkLst>
        </pc:spChg>
        <pc:spChg chg="add mod">
          <ac:chgData name="Wei Du" userId="43768795e943f8a3" providerId="LiveId" clId="{A904D650-8EB3-4A58-B2B6-FC32B455656D}" dt="2017-10-22T08:10:31.711" v="2411" actId="1582"/>
          <ac:spMkLst>
            <pc:docMk/>
            <pc:sldMk cId="3923411705" sldId="268"/>
            <ac:spMk id="9" creationId="{AEFE9373-06B0-402B-B837-CB26C1B18623}"/>
          </ac:spMkLst>
        </pc:spChg>
        <pc:spChg chg="add del mod">
          <ac:chgData name="Wei Du" userId="43768795e943f8a3" providerId="LiveId" clId="{A904D650-8EB3-4A58-B2B6-FC32B455656D}" dt="2017-10-22T08:12:22.231" v="2556" actId="478"/>
          <ac:spMkLst>
            <pc:docMk/>
            <pc:sldMk cId="3923411705" sldId="268"/>
            <ac:spMk id="10" creationId="{A6A6EBEA-70E3-4F8D-9B96-F9C577F3CB29}"/>
          </ac:spMkLst>
        </pc:spChg>
        <pc:spChg chg="add mod">
          <ac:chgData name="Wei Du" userId="43768795e943f8a3" providerId="LiveId" clId="{A904D650-8EB3-4A58-B2B6-FC32B455656D}" dt="2017-10-22T08:15:27.370" v="2590" actId="20577"/>
          <ac:spMkLst>
            <pc:docMk/>
            <pc:sldMk cId="3923411705" sldId="268"/>
            <ac:spMk id="11" creationId="{52C0C3AB-A3A9-4586-8148-0B4EFC97A2F1}"/>
          </ac:spMkLst>
        </pc:spChg>
      </pc:sldChg>
      <pc:sldChg chg="modSp add">
        <pc:chgData name="Wei Du" userId="43768795e943f8a3" providerId="LiveId" clId="{A904D650-8EB3-4A58-B2B6-FC32B455656D}" dt="2017-10-22T08:41:11.287" v="3067" actId="20577"/>
        <pc:sldMkLst>
          <pc:docMk/>
          <pc:sldMk cId="4027754733" sldId="269"/>
        </pc:sldMkLst>
        <pc:spChg chg="mod">
          <ac:chgData name="Wei Du" userId="43768795e943f8a3" providerId="LiveId" clId="{A904D650-8EB3-4A58-B2B6-FC32B455656D}" dt="2017-10-22T08:41:11.287" v="3067" actId="20577"/>
          <ac:spMkLst>
            <pc:docMk/>
            <pc:sldMk cId="4027754733" sldId="269"/>
            <ac:spMk id="2" creationId="{19032FD1-11B8-42BF-BFC2-764DA6B87E8B}"/>
          </ac:spMkLst>
        </pc:spChg>
      </pc:sldChg>
      <pc:sldChg chg="addSp delSp modSp add">
        <pc:chgData name="Wei Du" userId="43768795e943f8a3" providerId="LiveId" clId="{A904D650-8EB3-4A58-B2B6-FC32B455656D}" dt="2017-10-22T08:39:04.126" v="2995" actId="20577"/>
        <pc:sldMkLst>
          <pc:docMk/>
          <pc:sldMk cId="195235266" sldId="270"/>
        </pc:sldMkLst>
        <pc:spChg chg="mod">
          <ac:chgData name="Wei Du" userId="43768795e943f8a3" providerId="LiveId" clId="{A904D650-8EB3-4A58-B2B6-FC32B455656D}" dt="2017-10-22T08:21:28.174" v="2671" actId="20577"/>
          <ac:spMkLst>
            <pc:docMk/>
            <pc:sldMk cId="195235266" sldId="270"/>
            <ac:spMk id="2" creationId="{2C9B9FBA-B358-46C0-901F-63948E65DEE0}"/>
          </ac:spMkLst>
        </pc:spChg>
        <pc:spChg chg="mod">
          <ac:chgData name="Wei Du" userId="43768795e943f8a3" providerId="LiveId" clId="{A904D650-8EB3-4A58-B2B6-FC32B455656D}" dt="2017-10-22T08:39:04.126" v="2995" actId="20577"/>
          <ac:spMkLst>
            <pc:docMk/>
            <pc:sldMk cId="195235266" sldId="270"/>
            <ac:spMk id="3" creationId="{7DD8DCEC-1D91-4E6C-BF57-91E7E1FB43D4}"/>
          </ac:spMkLst>
        </pc:spChg>
        <pc:spChg chg="add mod">
          <ac:chgData name="Wei Du" userId="43768795e943f8a3" providerId="LiveId" clId="{A904D650-8EB3-4A58-B2B6-FC32B455656D}" dt="2017-10-22T08:38:28.710" v="2965" actId="1076"/>
          <ac:spMkLst>
            <pc:docMk/>
            <pc:sldMk cId="195235266" sldId="270"/>
            <ac:spMk id="4" creationId="{6B599E1F-10CF-4C0E-A3D8-E1ABC43DA837}"/>
          </ac:spMkLst>
        </pc:spChg>
        <pc:spChg chg="add">
          <ac:chgData name="Wei Du" userId="43768795e943f8a3" providerId="LiveId" clId="{A904D650-8EB3-4A58-B2B6-FC32B455656D}" dt="2017-10-22T08:38:08.823" v="2954" actId="20577"/>
          <ac:spMkLst>
            <pc:docMk/>
            <pc:sldMk cId="195235266" sldId="270"/>
            <ac:spMk id="5" creationId="{78806DD0-50C0-4B3E-8E09-2ECA3ADFA940}"/>
          </ac:spMkLst>
        </pc:spChg>
        <pc:spChg chg="add mod">
          <ac:chgData name="Wei Du" userId="43768795e943f8a3" providerId="LiveId" clId="{A904D650-8EB3-4A58-B2B6-FC32B455656D}" dt="2017-10-22T08:38:24.976" v="2964" actId="20577"/>
          <ac:spMkLst>
            <pc:docMk/>
            <pc:sldMk cId="195235266" sldId="270"/>
            <ac:spMk id="6" creationId="{236BE2AD-DCBA-4A35-93C1-146839CB5514}"/>
          </ac:spMkLst>
        </pc:spChg>
        <pc:spChg chg="add del">
          <ac:chgData name="Wei Du" userId="43768795e943f8a3" providerId="LiveId" clId="{A904D650-8EB3-4A58-B2B6-FC32B455656D}" dt="2017-10-22T08:38:14.874" v="2956" actId="478"/>
          <ac:spMkLst>
            <pc:docMk/>
            <pc:sldMk cId="195235266" sldId="270"/>
            <ac:spMk id="7" creationId="{20EDCB61-2CEA-49E8-9008-34B88EC90D9C}"/>
          </ac:spMkLst>
        </pc:spChg>
        <pc:spChg chg="add mod">
          <ac:chgData name="Wei Du" userId="43768795e943f8a3" providerId="LiveId" clId="{A904D650-8EB3-4A58-B2B6-FC32B455656D}" dt="2017-10-22T08:38:20.052" v="2962" actId="20577"/>
          <ac:spMkLst>
            <pc:docMk/>
            <pc:sldMk cId="195235266" sldId="270"/>
            <ac:spMk id="8" creationId="{C59E3C76-BC52-43CC-A2A4-AEB21335881C}"/>
          </ac:spMkLst>
        </pc:spChg>
        <pc:spChg chg="add del">
          <ac:chgData name="Wei Du" userId="43768795e943f8a3" providerId="LiveId" clId="{A904D650-8EB3-4A58-B2B6-FC32B455656D}" dt="2017-10-22T08:38:15.843" v="2957" actId="478"/>
          <ac:spMkLst>
            <pc:docMk/>
            <pc:sldMk cId="195235266" sldId="270"/>
            <ac:spMk id="9" creationId="{D4F5E9D9-D768-4B2C-8BF0-03E21417950A}"/>
          </ac:spMkLst>
        </pc:spChg>
        <pc:spChg chg="add mod">
          <ac:chgData name="Wei Du" userId="43768795e943f8a3" providerId="LiveId" clId="{A904D650-8EB3-4A58-B2B6-FC32B455656D}" dt="2017-10-22T08:38:44.991" v="2982" actId="113"/>
          <ac:spMkLst>
            <pc:docMk/>
            <pc:sldMk cId="195235266" sldId="270"/>
            <ac:spMk id="20" creationId="{2B1E899A-E5AA-4C89-B259-4A3E5A5492BD}"/>
          </ac:spMkLst>
        </pc:spChg>
        <pc:cxnChg chg="add mod">
          <ac:chgData name="Wei Du" userId="43768795e943f8a3" providerId="LiveId" clId="{A904D650-8EB3-4A58-B2B6-FC32B455656D}" dt="2017-10-22T08:38:32.366" v="2967" actId="14100"/>
          <ac:cxnSpMkLst>
            <pc:docMk/>
            <pc:sldMk cId="195235266" sldId="270"/>
            <ac:cxnSpMk id="10" creationId="{AC1BE895-3187-4448-A27F-7BF633765B23}"/>
          </ac:cxnSpMkLst>
        </pc:cxnChg>
        <pc:cxnChg chg="add del">
          <ac:chgData name="Wei Du" userId="43768795e943f8a3" providerId="LiveId" clId="{A904D650-8EB3-4A58-B2B6-FC32B455656D}" dt="2017-10-22T08:38:12.683" v="2955" actId="478"/>
          <ac:cxnSpMkLst>
            <pc:docMk/>
            <pc:sldMk cId="195235266" sldId="270"/>
            <ac:cxnSpMk id="11" creationId="{554F467A-ECF9-47FA-A5BC-DDFA43E37ED6}"/>
          </ac:cxnSpMkLst>
        </pc:cxnChg>
        <pc:cxnChg chg="add">
          <ac:chgData name="Wei Du" userId="43768795e943f8a3" providerId="LiveId" clId="{A904D650-8EB3-4A58-B2B6-FC32B455656D}" dt="2017-10-22T08:38:08.823" v="2954" actId="20577"/>
          <ac:cxnSpMkLst>
            <pc:docMk/>
            <pc:sldMk cId="195235266" sldId="270"/>
            <ac:cxnSpMk id="12" creationId="{AD4E3856-0E72-4D51-98F2-28D8F3A42B7E}"/>
          </ac:cxnSpMkLst>
        </pc:cxnChg>
        <pc:cxnChg chg="add">
          <ac:chgData name="Wei Du" userId="43768795e943f8a3" providerId="LiveId" clId="{A904D650-8EB3-4A58-B2B6-FC32B455656D}" dt="2017-10-22T08:38:08.823" v="2954" actId="20577"/>
          <ac:cxnSpMkLst>
            <pc:docMk/>
            <pc:sldMk cId="195235266" sldId="270"/>
            <ac:cxnSpMk id="13" creationId="{4A349E73-F9FA-41DF-8BCF-737FF757695B}"/>
          </ac:cxnSpMkLst>
        </pc:cxnChg>
        <pc:cxnChg chg="add del mod">
          <ac:chgData name="Wei Du" userId="43768795e943f8a3" providerId="LiveId" clId="{A904D650-8EB3-4A58-B2B6-FC32B455656D}" dt="2017-10-22T08:38:17.297" v="2959" actId="478"/>
          <ac:cxnSpMkLst>
            <pc:docMk/>
            <pc:sldMk cId="195235266" sldId="270"/>
            <ac:cxnSpMk id="14" creationId="{2E49E37D-3B8B-40D4-BC62-ACC716E504E6}"/>
          </ac:cxnSpMkLst>
        </pc:cxnChg>
        <pc:cxnChg chg="add del mod">
          <ac:chgData name="Wei Du" userId="43768795e943f8a3" providerId="LiveId" clId="{A904D650-8EB3-4A58-B2B6-FC32B455656D}" dt="2017-10-22T08:38:18.144" v="2960" actId="478"/>
          <ac:cxnSpMkLst>
            <pc:docMk/>
            <pc:sldMk cId="195235266" sldId="270"/>
            <ac:cxnSpMk id="15" creationId="{DC2920BE-E0EB-4F5F-A3BC-C63AEECC0F69}"/>
          </ac:cxnSpMkLst>
        </pc:cxnChg>
        <pc:cxnChg chg="add del mod">
          <ac:chgData name="Wei Du" userId="43768795e943f8a3" providerId="LiveId" clId="{A904D650-8EB3-4A58-B2B6-FC32B455656D}" dt="2017-10-22T08:38:16.600" v="2958" actId="478"/>
          <ac:cxnSpMkLst>
            <pc:docMk/>
            <pc:sldMk cId="195235266" sldId="270"/>
            <ac:cxnSpMk id="16" creationId="{0EA6A510-78E5-4896-A48D-5657571F95BC}"/>
          </ac:cxnSpMkLst>
        </pc:cxnChg>
      </pc:sldChg>
      <pc:sldChg chg="addSp delSp modSp add mod setBg">
        <pc:chgData name="Wei Du" userId="43768795e943f8a3" providerId="LiveId" clId="{A904D650-8EB3-4A58-B2B6-FC32B455656D}" dt="2017-10-22T14:36:31.381" v="3975" actId="20577"/>
        <pc:sldMkLst>
          <pc:docMk/>
          <pc:sldMk cId="520332095" sldId="271"/>
        </pc:sldMkLst>
        <pc:spChg chg="mod ord">
          <ac:chgData name="Wei Du" userId="43768795e943f8a3" providerId="LiveId" clId="{A904D650-8EB3-4A58-B2B6-FC32B455656D}" dt="2017-10-22T09:15:05.246" v="3147" actId="26606"/>
          <ac:spMkLst>
            <pc:docMk/>
            <pc:sldMk cId="520332095" sldId="271"/>
            <ac:spMk id="2" creationId="{41B9CEAE-4985-43D3-8FD2-22D14B67C7EB}"/>
          </ac:spMkLst>
        </pc:spChg>
        <pc:spChg chg="add del mod">
          <ac:chgData name="Wei Du" userId="43768795e943f8a3" providerId="LiveId" clId="{A904D650-8EB3-4A58-B2B6-FC32B455656D}" dt="2017-10-22T09:22:10.941" v="3205" actId="478"/>
          <ac:spMkLst>
            <pc:docMk/>
            <pc:sldMk cId="520332095" sldId="271"/>
            <ac:spMk id="3" creationId="{A17997B1-1802-4274-9F49-76E47B91F086}"/>
          </ac:spMkLst>
        </pc:spChg>
        <pc:spChg chg="add mod">
          <ac:chgData name="Wei Du" userId="43768795e943f8a3" providerId="LiveId" clId="{A904D650-8EB3-4A58-B2B6-FC32B455656D}" dt="2017-10-22T09:17:47.690" v="3153" actId="20577"/>
          <ac:spMkLst>
            <pc:docMk/>
            <pc:sldMk cId="520332095" sldId="271"/>
            <ac:spMk id="5" creationId="{4A5B5E17-7735-45C7-A391-BAD1EF6B0935}"/>
          </ac:spMkLst>
        </pc:spChg>
        <pc:spChg chg="add mod">
          <ac:chgData name="Wei Du" userId="43768795e943f8a3" providerId="LiveId" clId="{A904D650-8EB3-4A58-B2B6-FC32B455656D}" dt="2017-10-22T09:21:01.435" v="3175" actId="1582"/>
          <ac:spMkLst>
            <pc:docMk/>
            <pc:sldMk cId="520332095" sldId="271"/>
            <ac:spMk id="6" creationId="{9A8A7D39-8058-433F-8019-808B5F98DF0A}"/>
          </ac:spMkLst>
        </pc:spChg>
        <pc:spChg chg="add mod">
          <ac:chgData name="Wei Du" userId="43768795e943f8a3" providerId="LiveId" clId="{A904D650-8EB3-4A58-B2B6-FC32B455656D}" dt="2017-10-22T09:19:24.744" v="3158" actId="208"/>
          <ac:spMkLst>
            <pc:docMk/>
            <pc:sldMk cId="520332095" sldId="271"/>
            <ac:spMk id="8" creationId="{DF6A45A0-0B11-4595-88F3-3A99FDD2AF6A}"/>
          </ac:spMkLst>
        </pc:spChg>
        <pc:spChg chg="add mod">
          <ac:chgData name="Wei Du" userId="43768795e943f8a3" providerId="LiveId" clId="{A904D650-8EB3-4A58-B2B6-FC32B455656D}" dt="2017-10-22T09:19:56.905" v="3165" actId="14100"/>
          <ac:spMkLst>
            <pc:docMk/>
            <pc:sldMk cId="520332095" sldId="271"/>
            <ac:spMk id="9" creationId="{44B4DC54-8E5B-4179-B966-33958C2733EC}"/>
          </ac:spMkLst>
        </pc:spChg>
        <pc:spChg chg="add del">
          <ac:chgData name="Wei Du" userId="43768795e943f8a3" providerId="LiveId" clId="{A904D650-8EB3-4A58-B2B6-FC32B455656D}" dt="2017-10-22T09:15:05.246" v="3147" actId="26606"/>
          <ac:spMkLst>
            <pc:docMk/>
            <pc:sldMk cId="520332095" sldId="271"/>
            <ac:spMk id="10" creationId="{A4AC5506-6312-4701-8D3C-40187889A947}"/>
          </ac:spMkLst>
        </pc:spChg>
        <pc:spChg chg="add mod">
          <ac:chgData name="Wei Du" userId="43768795e943f8a3" providerId="LiveId" clId="{A904D650-8EB3-4A58-B2B6-FC32B455656D}" dt="2017-10-22T09:20:32.007" v="3171" actId="14100"/>
          <ac:spMkLst>
            <pc:docMk/>
            <pc:sldMk cId="520332095" sldId="271"/>
            <ac:spMk id="11" creationId="{760588AE-A6E6-47AA-BF9A-70534A8F6576}"/>
          </ac:spMkLst>
        </pc:spChg>
        <pc:spChg chg="add mod">
          <ac:chgData name="Wei Du" userId="43768795e943f8a3" providerId="LiveId" clId="{A904D650-8EB3-4A58-B2B6-FC32B455656D}" dt="2017-10-22T09:21:12.561" v="3178" actId="208"/>
          <ac:spMkLst>
            <pc:docMk/>
            <pc:sldMk cId="520332095" sldId="271"/>
            <ac:spMk id="12" creationId="{BE5C324C-D12D-4250-A36A-D3A876DCCAA6}"/>
          </ac:spMkLst>
        </pc:spChg>
        <pc:spChg chg="add mod">
          <ac:chgData name="Wei Du" userId="43768795e943f8a3" providerId="LiveId" clId="{A904D650-8EB3-4A58-B2B6-FC32B455656D}" dt="2017-10-22T09:21:41.925" v="3183" actId="208"/>
          <ac:spMkLst>
            <pc:docMk/>
            <pc:sldMk cId="520332095" sldId="271"/>
            <ac:spMk id="13" creationId="{AAA80AD1-C9E5-4A92-B987-26FF817AC771}"/>
          </ac:spMkLst>
        </pc:spChg>
        <pc:spChg chg="add mod">
          <ac:chgData name="Wei Du" userId="43768795e943f8a3" providerId="LiveId" clId="{A904D650-8EB3-4A58-B2B6-FC32B455656D}" dt="2017-10-22T09:21:58.093" v="3204" actId="20577"/>
          <ac:spMkLst>
            <pc:docMk/>
            <pc:sldMk cId="520332095" sldId="271"/>
            <ac:spMk id="14" creationId="{1C55C43B-87AC-4A56-B1C0-AEC07A99BABD}"/>
          </ac:spMkLst>
        </pc:spChg>
        <pc:spChg chg="add del mod">
          <ac:chgData name="Wei Du" userId="43768795e943f8a3" providerId="LiveId" clId="{A904D650-8EB3-4A58-B2B6-FC32B455656D}" dt="2017-10-22T09:24:02.455" v="3208" actId="478"/>
          <ac:spMkLst>
            <pc:docMk/>
            <pc:sldMk cId="520332095" sldId="271"/>
            <ac:spMk id="15" creationId="{17697AB6-D922-42B9-AFAE-42F590315568}"/>
          </ac:spMkLst>
        </pc:spChg>
        <pc:spChg chg="add mod">
          <ac:chgData name="Wei Du" userId="43768795e943f8a3" providerId="LiveId" clId="{A904D650-8EB3-4A58-B2B6-FC32B455656D}" dt="2017-10-22T14:36:31.381" v="3975" actId="20577"/>
          <ac:spMkLst>
            <pc:docMk/>
            <pc:sldMk cId="520332095" sldId="271"/>
            <ac:spMk id="16" creationId="{47AA4E46-1451-4DDC-ADE8-A2537020BBC3}"/>
          </ac:spMkLst>
        </pc:spChg>
        <pc:spChg chg="add mod">
          <ac:chgData name="Wei Du" userId="43768795e943f8a3" providerId="LiveId" clId="{A904D650-8EB3-4A58-B2B6-FC32B455656D}" dt="2017-10-22T09:48:28.442" v="3616" actId="14100"/>
          <ac:spMkLst>
            <pc:docMk/>
            <pc:sldMk cId="520332095" sldId="271"/>
            <ac:spMk id="17" creationId="{6586103C-72BA-4A6A-9891-5EAC95D77820}"/>
          </ac:spMkLst>
        </pc:spChg>
        <pc:spChg chg="add mod">
          <ac:chgData name="Wei Du" userId="43768795e943f8a3" providerId="LiveId" clId="{A904D650-8EB3-4A58-B2B6-FC32B455656D}" dt="2017-10-22T09:25:05.831" v="3247" actId="20577"/>
          <ac:spMkLst>
            <pc:docMk/>
            <pc:sldMk cId="520332095" sldId="271"/>
            <ac:spMk id="18" creationId="{81309D65-0676-4C57-8088-7A7833F42A75}"/>
          </ac:spMkLst>
        </pc:spChg>
        <pc:picChg chg="add del mod">
          <ac:chgData name="Wei Du" userId="43768795e943f8a3" providerId="LiveId" clId="{A904D650-8EB3-4A58-B2B6-FC32B455656D}" dt="2017-10-22T09:15:05.246" v="3147" actId="26606"/>
          <ac:picMkLst>
            <pc:docMk/>
            <pc:sldMk cId="520332095" sldId="271"/>
            <ac:picMk id="4" creationId="{EBC90C12-30BD-4FDF-B57A-23A364EE741A}"/>
          </ac:picMkLst>
        </pc:picChg>
        <pc:picChg chg="add del mod">
          <ac:chgData name="Wei Du" userId="43768795e943f8a3" providerId="LiveId" clId="{A904D650-8EB3-4A58-B2B6-FC32B455656D}" dt="2017-10-22T09:15:05.246" v="3147" actId="26606"/>
          <ac:picMkLst>
            <pc:docMk/>
            <pc:sldMk cId="520332095" sldId="271"/>
            <ac:picMk id="7" creationId="{EBC90C12-30BD-4FDF-B57A-23A364EE741A}"/>
          </ac:picMkLst>
        </pc:picChg>
      </pc:sldChg>
      <pc:sldChg chg="add del">
        <pc:chgData name="Wei Du" userId="43768795e943f8a3" providerId="LiveId" clId="{A904D650-8EB3-4A58-B2B6-FC32B455656D}" dt="2017-10-22T08:41:18.209" v="3069" actId="2696"/>
        <pc:sldMkLst>
          <pc:docMk/>
          <pc:sldMk cId="1909722069" sldId="272"/>
        </pc:sldMkLst>
      </pc:sldChg>
      <pc:sldChg chg="modSp add">
        <pc:chgData name="Wei Du" userId="43768795e943f8a3" providerId="LiveId" clId="{A904D650-8EB3-4A58-B2B6-FC32B455656D}" dt="2017-10-22T08:41:55.530" v="3141" actId="20577"/>
        <pc:sldMkLst>
          <pc:docMk/>
          <pc:sldMk cId="2985678952" sldId="272"/>
        </pc:sldMkLst>
        <pc:spChg chg="mod">
          <ac:chgData name="Wei Du" userId="43768795e943f8a3" providerId="LiveId" clId="{A904D650-8EB3-4A58-B2B6-FC32B455656D}" dt="2017-10-22T08:41:30.508" v="3095" actId="20577"/>
          <ac:spMkLst>
            <pc:docMk/>
            <pc:sldMk cId="2985678952" sldId="272"/>
            <ac:spMk id="2" creationId="{A3959654-29CF-48F9-8E13-2C745EEE081F}"/>
          </ac:spMkLst>
        </pc:spChg>
        <pc:spChg chg="mod">
          <ac:chgData name="Wei Du" userId="43768795e943f8a3" providerId="LiveId" clId="{A904D650-8EB3-4A58-B2B6-FC32B455656D}" dt="2017-10-22T08:41:55.530" v="3141" actId="20577"/>
          <ac:spMkLst>
            <pc:docMk/>
            <pc:sldMk cId="2985678952" sldId="272"/>
            <ac:spMk id="3" creationId="{E14984B1-E0A8-4C68-A906-D70F6324F133}"/>
          </ac:spMkLst>
        </pc:spChg>
      </pc:sldChg>
      <pc:sldChg chg="modSp add">
        <pc:chgData name="Wei Du" userId="43768795e943f8a3" providerId="LiveId" clId="{A904D650-8EB3-4A58-B2B6-FC32B455656D}" dt="2017-10-22T14:40:46.229" v="4011" actId="20577"/>
        <pc:sldMkLst>
          <pc:docMk/>
          <pc:sldMk cId="3527319281" sldId="273"/>
        </pc:sldMkLst>
        <pc:spChg chg="mod">
          <ac:chgData name="Wei Du" userId="43768795e943f8a3" providerId="LiveId" clId="{A904D650-8EB3-4A58-B2B6-FC32B455656D}" dt="2017-10-22T14:16:11.883" v="3637" actId="20577"/>
          <ac:spMkLst>
            <pc:docMk/>
            <pc:sldMk cId="3527319281" sldId="273"/>
            <ac:spMk id="2" creationId="{7716888D-F026-49C8-BBB3-C17698E66644}"/>
          </ac:spMkLst>
        </pc:spChg>
        <pc:spChg chg="mod">
          <ac:chgData name="Wei Du" userId="43768795e943f8a3" providerId="LiveId" clId="{A904D650-8EB3-4A58-B2B6-FC32B455656D}" dt="2017-10-22T14:40:46.229" v="4011" actId="20577"/>
          <ac:spMkLst>
            <pc:docMk/>
            <pc:sldMk cId="3527319281" sldId="273"/>
            <ac:spMk id="3" creationId="{BB37BFC3-92D8-42E4-8076-6A5EDB4238D8}"/>
          </ac:spMkLst>
        </pc:spChg>
      </pc:sldChg>
      <pc:sldChg chg="addSp delSp modSp add modAnim">
        <pc:chgData name="Wei Du" userId="43768795e943f8a3" providerId="LiveId" clId="{A904D650-8EB3-4A58-B2B6-FC32B455656D}" dt="2017-10-22T14:42:59.609" v="4040" actId="478"/>
        <pc:sldMkLst>
          <pc:docMk/>
          <pc:sldMk cId="1568165284" sldId="274"/>
        </pc:sldMkLst>
        <pc:spChg chg="mod">
          <ac:chgData name="Wei Du" userId="43768795e943f8a3" providerId="LiveId" clId="{A904D650-8EB3-4A58-B2B6-FC32B455656D}" dt="2017-10-22T14:41:57.745" v="4031" actId="20577"/>
          <ac:spMkLst>
            <pc:docMk/>
            <pc:sldMk cId="1568165284" sldId="274"/>
            <ac:spMk id="2" creationId="{7D374D4A-B7AA-4D57-A9F7-BC0EB33702BD}"/>
          </ac:spMkLst>
        </pc:spChg>
        <pc:spChg chg="mod">
          <ac:chgData name="Wei Du" userId="43768795e943f8a3" providerId="LiveId" clId="{A904D650-8EB3-4A58-B2B6-FC32B455656D}" dt="2017-10-22T14:42:49.427" v="4039" actId="1076"/>
          <ac:spMkLst>
            <pc:docMk/>
            <pc:sldMk cId="1568165284" sldId="274"/>
            <ac:spMk id="3" creationId="{7AA43361-F1E4-4C23-BEF3-961BAE44CFC5}"/>
          </ac:spMkLst>
        </pc:spChg>
        <pc:spChg chg="add">
          <ac:chgData name="Wei Du" userId="43768795e943f8a3" providerId="LiveId" clId="{A904D650-8EB3-4A58-B2B6-FC32B455656D}" dt="2017-10-22T14:42:47.125" v="4037" actId="478"/>
          <ac:spMkLst>
            <pc:docMk/>
            <pc:sldMk cId="1568165284" sldId="274"/>
            <ac:spMk id="4" creationId="{580D481A-E809-440D-A255-ECCE661491E0}"/>
          </ac:spMkLst>
        </pc:spChg>
        <pc:spChg chg="add">
          <ac:chgData name="Wei Du" userId="43768795e943f8a3" providerId="LiveId" clId="{A904D650-8EB3-4A58-B2B6-FC32B455656D}" dt="2017-10-22T14:42:47.125" v="4037" actId="478"/>
          <ac:spMkLst>
            <pc:docMk/>
            <pc:sldMk cId="1568165284" sldId="274"/>
            <ac:spMk id="5" creationId="{D888B998-8E83-453F-8498-2A1F42B36D1D}"/>
          </ac:spMkLst>
        </pc:spChg>
        <pc:spChg chg="add">
          <ac:chgData name="Wei Du" userId="43768795e943f8a3" providerId="LiveId" clId="{A904D650-8EB3-4A58-B2B6-FC32B455656D}" dt="2017-10-22T14:42:47.125" v="4037" actId="478"/>
          <ac:spMkLst>
            <pc:docMk/>
            <pc:sldMk cId="1568165284" sldId="274"/>
            <ac:spMk id="6" creationId="{98163752-3603-4835-9FD8-14B42FC81058}"/>
          </ac:spMkLst>
        </pc:spChg>
        <pc:spChg chg="add">
          <ac:chgData name="Wei Du" userId="43768795e943f8a3" providerId="LiveId" clId="{A904D650-8EB3-4A58-B2B6-FC32B455656D}" dt="2017-10-22T14:42:47.125" v="4037" actId="478"/>
          <ac:spMkLst>
            <pc:docMk/>
            <pc:sldMk cId="1568165284" sldId="274"/>
            <ac:spMk id="7" creationId="{BA5EF964-51C9-444F-B428-20D5F88C12FB}"/>
          </ac:spMkLst>
        </pc:spChg>
        <pc:spChg chg="add">
          <ac:chgData name="Wei Du" userId="43768795e943f8a3" providerId="LiveId" clId="{A904D650-8EB3-4A58-B2B6-FC32B455656D}" dt="2017-10-22T14:42:47.125" v="4037" actId="478"/>
          <ac:spMkLst>
            <pc:docMk/>
            <pc:sldMk cId="1568165284" sldId="274"/>
            <ac:spMk id="8" creationId="{24D51DB6-F801-435F-92D8-6F6EB866BDF6}"/>
          </ac:spMkLst>
        </pc:spChg>
        <pc:spChg chg="add">
          <ac:chgData name="Wei Du" userId="43768795e943f8a3" providerId="LiveId" clId="{A904D650-8EB3-4A58-B2B6-FC32B455656D}" dt="2017-10-22T14:42:47.125" v="4037" actId="478"/>
          <ac:spMkLst>
            <pc:docMk/>
            <pc:sldMk cId="1568165284" sldId="274"/>
            <ac:spMk id="9" creationId="{A5B85BE3-28D4-4884-8FDE-A7590041F66F}"/>
          </ac:spMkLst>
        </pc:spChg>
        <pc:spChg chg="add">
          <ac:chgData name="Wei Du" userId="43768795e943f8a3" providerId="LiveId" clId="{A904D650-8EB3-4A58-B2B6-FC32B455656D}" dt="2017-10-22T14:42:47.125" v="4037" actId="478"/>
          <ac:spMkLst>
            <pc:docMk/>
            <pc:sldMk cId="1568165284" sldId="274"/>
            <ac:spMk id="10" creationId="{22E66897-4F08-4B9C-9F5C-E59D6AD40C20}"/>
          </ac:spMkLst>
        </pc:spChg>
        <pc:spChg chg="add">
          <ac:chgData name="Wei Du" userId="43768795e943f8a3" providerId="LiveId" clId="{A904D650-8EB3-4A58-B2B6-FC32B455656D}" dt="2017-10-22T14:42:47.125" v="4037" actId="478"/>
          <ac:spMkLst>
            <pc:docMk/>
            <pc:sldMk cId="1568165284" sldId="274"/>
            <ac:spMk id="20" creationId="{7209FF14-5BC3-4528-AF06-96BF93EF324D}"/>
          </ac:spMkLst>
        </pc:spChg>
        <pc:spChg chg="add">
          <ac:chgData name="Wei Du" userId="43768795e943f8a3" providerId="LiveId" clId="{A904D650-8EB3-4A58-B2B6-FC32B455656D}" dt="2017-10-22T14:42:47.125" v="4037" actId="478"/>
          <ac:spMkLst>
            <pc:docMk/>
            <pc:sldMk cId="1568165284" sldId="274"/>
            <ac:spMk id="21" creationId="{39C25965-28C9-427F-A166-36E7929CF71F}"/>
          </ac:spMkLst>
        </pc:spChg>
        <pc:cxnChg chg="add">
          <ac:chgData name="Wei Du" userId="43768795e943f8a3" providerId="LiveId" clId="{A904D650-8EB3-4A58-B2B6-FC32B455656D}" dt="2017-10-22T14:42:47.125" v="4037" actId="478"/>
          <ac:cxnSpMkLst>
            <pc:docMk/>
            <pc:sldMk cId="1568165284" sldId="274"/>
            <ac:cxnSpMk id="11" creationId="{366A8DD5-31CF-4152-86D3-5464A8DD07F0}"/>
          </ac:cxnSpMkLst>
        </pc:cxnChg>
        <pc:cxnChg chg="add">
          <ac:chgData name="Wei Du" userId="43768795e943f8a3" providerId="LiveId" clId="{A904D650-8EB3-4A58-B2B6-FC32B455656D}" dt="2017-10-22T14:42:47.125" v="4037" actId="478"/>
          <ac:cxnSpMkLst>
            <pc:docMk/>
            <pc:sldMk cId="1568165284" sldId="274"/>
            <ac:cxnSpMk id="12" creationId="{5DA03593-0608-4D71-AB9A-66E0A9ED297B}"/>
          </ac:cxnSpMkLst>
        </pc:cxnChg>
        <pc:cxnChg chg="add">
          <ac:chgData name="Wei Du" userId="43768795e943f8a3" providerId="LiveId" clId="{A904D650-8EB3-4A58-B2B6-FC32B455656D}" dt="2017-10-22T14:42:47.125" v="4037" actId="478"/>
          <ac:cxnSpMkLst>
            <pc:docMk/>
            <pc:sldMk cId="1568165284" sldId="274"/>
            <ac:cxnSpMk id="13" creationId="{24641E0A-9140-4A47-AFB0-4DD356DC1E2E}"/>
          </ac:cxnSpMkLst>
        </pc:cxnChg>
        <pc:cxnChg chg="add">
          <ac:chgData name="Wei Du" userId="43768795e943f8a3" providerId="LiveId" clId="{A904D650-8EB3-4A58-B2B6-FC32B455656D}" dt="2017-10-22T14:42:47.125" v="4037" actId="478"/>
          <ac:cxnSpMkLst>
            <pc:docMk/>
            <pc:sldMk cId="1568165284" sldId="274"/>
            <ac:cxnSpMk id="14" creationId="{9DAC5AFD-130A-4FC5-8A94-0B16CC030067}"/>
          </ac:cxnSpMkLst>
        </pc:cxnChg>
        <pc:cxnChg chg="add">
          <ac:chgData name="Wei Du" userId="43768795e943f8a3" providerId="LiveId" clId="{A904D650-8EB3-4A58-B2B6-FC32B455656D}" dt="2017-10-22T14:42:47.125" v="4037" actId="478"/>
          <ac:cxnSpMkLst>
            <pc:docMk/>
            <pc:sldMk cId="1568165284" sldId="274"/>
            <ac:cxnSpMk id="15" creationId="{5911308E-CB86-494F-9AE9-73D29CEEAA27}"/>
          </ac:cxnSpMkLst>
        </pc:cxnChg>
        <pc:cxnChg chg="add">
          <ac:chgData name="Wei Du" userId="43768795e943f8a3" providerId="LiveId" clId="{A904D650-8EB3-4A58-B2B6-FC32B455656D}" dt="2017-10-22T14:42:47.125" v="4037" actId="478"/>
          <ac:cxnSpMkLst>
            <pc:docMk/>
            <pc:sldMk cId="1568165284" sldId="274"/>
            <ac:cxnSpMk id="16" creationId="{5C4FF91A-9437-4EC3-A71F-9BF852ADB8B8}"/>
          </ac:cxnSpMkLst>
        </pc:cxnChg>
        <pc:cxnChg chg="add">
          <ac:chgData name="Wei Du" userId="43768795e943f8a3" providerId="LiveId" clId="{A904D650-8EB3-4A58-B2B6-FC32B455656D}" dt="2017-10-22T14:42:47.125" v="4037" actId="478"/>
          <ac:cxnSpMkLst>
            <pc:docMk/>
            <pc:sldMk cId="1568165284" sldId="274"/>
            <ac:cxnSpMk id="17" creationId="{03960479-93E2-4D69-8727-5A1292A7A8AC}"/>
          </ac:cxnSpMkLst>
        </pc:cxnChg>
        <pc:cxnChg chg="add del">
          <ac:chgData name="Wei Du" userId="43768795e943f8a3" providerId="LiveId" clId="{A904D650-8EB3-4A58-B2B6-FC32B455656D}" dt="2017-10-22T14:42:59.609" v="4040" actId="478"/>
          <ac:cxnSpMkLst>
            <pc:docMk/>
            <pc:sldMk cId="1568165284" sldId="274"/>
            <ac:cxnSpMk id="18" creationId="{AE4CEBA7-D72A-477B-9438-1C16D2E0AF05}"/>
          </ac:cxnSpMkLst>
        </pc:cxnChg>
        <pc:cxnChg chg="add">
          <ac:chgData name="Wei Du" userId="43768795e943f8a3" providerId="LiveId" clId="{A904D650-8EB3-4A58-B2B6-FC32B455656D}" dt="2017-10-22T14:42:47.125" v="4037" actId="478"/>
          <ac:cxnSpMkLst>
            <pc:docMk/>
            <pc:sldMk cId="1568165284" sldId="274"/>
            <ac:cxnSpMk id="19" creationId="{B3BF5362-205C-4C5D-B23F-8E9C6F17D4D5}"/>
          </ac:cxnSpMkLst>
        </pc:cxnChg>
      </pc:sldChg>
      <pc:sldChg chg="addSp delSp modSp add modAnim">
        <pc:chgData name="Wei Du" userId="43768795e943f8a3" providerId="LiveId" clId="{A904D650-8EB3-4A58-B2B6-FC32B455656D}" dt="2017-10-22T14:44:07.441" v="4076" actId="1076"/>
        <pc:sldMkLst>
          <pc:docMk/>
          <pc:sldMk cId="1835339017" sldId="275"/>
        </pc:sldMkLst>
        <pc:spChg chg="mod">
          <ac:chgData name="Wei Du" userId="43768795e943f8a3" providerId="LiveId" clId="{A904D650-8EB3-4A58-B2B6-FC32B455656D}" dt="2017-10-22T14:43:33.240" v="4066" actId="20577"/>
          <ac:spMkLst>
            <pc:docMk/>
            <pc:sldMk cId="1835339017" sldId="275"/>
            <ac:spMk id="2" creationId="{2091BC57-1822-4F19-A346-ECB903559BFE}"/>
          </ac:spMkLst>
        </pc:spChg>
        <pc:spChg chg="mod">
          <ac:chgData name="Wei Du" userId="43768795e943f8a3" providerId="LiveId" clId="{A904D650-8EB3-4A58-B2B6-FC32B455656D}" dt="2017-10-22T14:43:39.159" v="4068" actId="14"/>
          <ac:spMkLst>
            <pc:docMk/>
            <pc:sldMk cId="1835339017" sldId="275"/>
            <ac:spMk id="3" creationId="{8354026E-D6AB-48AD-AA65-C82EE0947B9E}"/>
          </ac:spMkLst>
        </pc:spChg>
        <pc:spChg chg="add">
          <ac:chgData name="Wei Du" userId="43768795e943f8a3" providerId="LiveId" clId="{A904D650-8EB3-4A58-B2B6-FC32B455656D}" dt="2017-10-22T14:43:46.615" v="4069" actId="1076"/>
          <ac:spMkLst>
            <pc:docMk/>
            <pc:sldMk cId="1835339017" sldId="275"/>
            <ac:spMk id="4" creationId="{74D1D210-2A42-4B79-B06C-344BBB78B159}"/>
          </ac:spMkLst>
        </pc:spChg>
        <pc:spChg chg="add">
          <ac:chgData name="Wei Du" userId="43768795e943f8a3" providerId="LiveId" clId="{A904D650-8EB3-4A58-B2B6-FC32B455656D}" dt="2017-10-22T14:43:46.615" v="4069" actId="1076"/>
          <ac:spMkLst>
            <pc:docMk/>
            <pc:sldMk cId="1835339017" sldId="275"/>
            <ac:spMk id="5" creationId="{86A51A71-06F6-4DE9-96BC-443605EB0674}"/>
          </ac:spMkLst>
        </pc:spChg>
        <pc:spChg chg="add">
          <ac:chgData name="Wei Du" userId="43768795e943f8a3" providerId="LiveId" clId="{A904D650-8EB3-4A58-B2B6-FC32B455656D}" dt="2017-10-22T14:43:46.615" v="4069" actId="1076"/>
          <ac:spMkLst>
            <pc:docMk/>
            <pc:sldMk cId="1835339017" sldId="275"/>
            <ac:spMk id="6" creationId="{A6551EE2-63FE-4E64-9184-CE789657E2D6}"/>
          </ac:spMkLst>
        </pc:spChg>
        <pc:spChg chg="add">
          <ac:chgData name="Wei Du" userId="43768795e943f8a3" providerId="LiveId" clId="{A904D650-8EB3-4A58-B2B6-FC32B455656D}" dt="2017-10-22T14:43:46.615" v="4069" actId="1076"/>
          <ac:spMkLst>
            <pc:docMk/>
            <pc:sldMk cId="1835339017" sldId="275"/>
            <ac:spMk id="7" creationId="{3BA72353-0526-4F40-97AB-3B08DBBD89F8}"/>
          </ac:spMkLst>
        </pc:spChg>
        <pc:spChg chg="add">
          <ac:chgData name="Wei Du" userId="43768795e943f8a3" providerId="LiveId" clId="{A904D650-8EB3-4A58-B2B6-FC32B455656D}" dt="2017-10-22T14:43:46.615" v="4069" actId="1076"/>
          <ac:spMkLst>
            <pc:docMk/>
            <pc:sldMk cId="1835339017" sldId="275"/>
            <ac:spMk id="8" creationId="{C240FC2A-4856-48FC-9B3D-20D5F6440F87}"/>
          </ac:spMkLst>
        </pc:spChg>
        <pc:spChg chg="add mod">
          <ac:chgData name="Wei Du" userId="43768795e943f8a3" providerId="LiveId" clId="{A904D650-8EB3-4A58-B2B6-FC32B455656D}" dt="2017-10-22T14:44:07.441" v="4076" actId="1076"/>
          <ac:spMkLst>
            <pc:docMk/>
            <pc:sldMk cId="1835339017" sldId="275"/>
            <ac:spMk id="9" creationId="{C6AD187C-51D2-4607-A855-9901909E1B31}"/>
          </ac:spMkLst>
        </pc:spChg>
        <pc:spChg chg="add mod">
          <ac:chgData name="Wei Du" userId="43768795e943f8a3" providerId="LiveId" clId="{A904D650-8EB3-4A58-B2B6-FC32B455656D}" dt="2017-10-22T14:44:05.992" v="4075" actId="1076"/>
          <ac:spMkLst>
            <pc:docMk/>
            <pc:sldMk cId="1835339017" sldId="275"/>
            <ac:spMk id="10" creationId="{0EDCF0DC-01E7-4007-8B00-2907AB0FC5FD}"/>
          </ac:spMkLst>
        </pc:spChg>
        <pc:spChg chg="add">
          <ac:chgData name="Wei Du" userId="43768795e943f8a3" providerId="LiveId" clId="{A904D650-8EB3-4A58-B2B6-FC32B455656D}" dt="2017-10-22T14:43:46.615" v="4069" actId="1076"/>
          <ac:spMkLst>
            <pc:docMk/>
            <pc:sldMk cId="1835339017" sldId="275"/>
            <ac:spMk id="20" creationId="{5B974DFA-116C-4ABE-8629-1A8E2F4D99CC}"/>
          </ac:spMkLst>
        </pc:spChg>
        <pc:spChg chg="add mod">
          <ac:chgData name="Wei Du" userId="43768795e943f8a3" providerId="LiveId" clId="{A904D650-8EB3-4A58-B2B6-FC32B455656D}" dt="2017-10-22T14:44:01.080" v="4073" actId="688"/>
          <ac:spMkLst>
            <pc:docMk/>
            <pc:sldMk cId="1835339017" sldId="275"/>
            <ac:spMk id="21" creationId="{E206462F-9AF3-4466-8084-D188EECF5D7C}"/>
          </ac:spMkLst>
        </pc:spChg>
        <pc:cxnChg chg="add">
          <ac:chgData name="Wei Du" userId="43768795e943f8a3" providerId="LiveId" clId="{A904D650-8EB3-4A58-B2B6-FC32B455656D}" dt="2017-10-22T14:43:46.615" v="4069" actId="1076"/>
          <ac:cxnSpMkLst>
            <pc:docMk/>
            <pc:sldMk cId="1835339017" sldId="275"/>
            <ac:cxnSpMk id="11" creationId="{55978C36-EE2F-4973-8A9A-0DE2070F9B1D}"/>
          </ac:cxnSpMkLst>
        </pc:cxnChg>
        <pc:cxnChg chg="add">
          <ac:chgData name="Wei Du" userId="43768795e943f8a3" providerId="LiveId" clId="{A904D650-8EB3-4A58-B2B6-FC32B455656D}" dt="2017-10-22T14:43:46.615" v="4069" actId="1076"/>
          <ac:cxnSpMkLst>
            <pc:docMk/>
            <pc:sldMk cId="1835339017" sldId="275"/>
            <ac:cxnSpMk id="12" creationId="{8A8B12EF-4443-47A7-A9EA-5652AF855F96}"/>
          </ac:cxnSpMkLst>
        </pc:cxnChg>
        <pc:cxnChg chg="add">
          <ac:chgData name="Wei Du" userId="43768795e943f8a3" providerId="LiveId" clId="{A904D650-8EB3-4A58-B2B6-FC32B455656D}" dt="2017-10-22T14:43:46.615" v="4069" actId="1076"/>
          <ac:cxnSpMkLst>
            <pc:docMk/>
            <pc:sldMk cId="1835339017" sldId="275"/>
            <ac:cxnSpMk id="13" creationId="{925C9809-ACD0-43E8-8A91-F24CB22993B5}"/>
          </ac:cxnSpMkLst>
        </pc:cxnChg>
        <pc:cxnChg chg="add">
          <ac:chgData name="Wei Du" userId="43768795e943f8a3" providerId="LiveId" clId="{A904D650-8EB3-4A58-B2B6-FC32B455656D}" dt="2017-10-22T14:43:46.615" v="4069" actId="1076"/>
          <ac:cxnSpMkLst>
            <pc:docMk/>
            <pc:sldMk cId="1835339017" sldId="275"/>
            <ac:cxnSpMk id="14" creationId="{A9686CD8-76C4-4647-9AA1-A38DDDBCB14F}"/>
          </ac:cxnSpMkLst>
        </pc:cxnChg>
        <pc:cxnChg chg="add">
          <ac:chgData name="Wei Du" userId="43768795e943f8a3" providerId="LiveId" clId="{A904D650-8EB3-4A58-B2B6-FC32B455656D}" dt="2017-10-22T14:43:46.615" v="4069" actId="1076"/>
          <ac:cxnSpMkLst>
            <pc:docMk/>
            <pc:sldMk cId="1835339017" sldId="275"/>
            <ac:cxnSpMk id="15" creationId="{A86384C6-5BF4-4E64-A42B-22144B2F5839}"/>
          </ac:cxnSpMkLst>
        </pc:cxnChg>
        <pc:cxnChg chg="add mod">
          <ac:chgData name="Wei Du" userId="43768795e943f8a3" providerId="LiveId" clId="{A904D650-8EB3-4A58-B2B6-FC32B455656D}" dt="2017-10-22T14:44:07.441" v="4076" actId="1076"/>
          <ac:cxnSpMkLst>
            <pc:docMk/>
            <pc:sldMk cId="1835339017" sldId="275"/>
            <ac:cxnSpMk id="16" creationId="{7AD2CA84-4D91-47B7-BABF-72892D3114E6}"/>
          </ac:cxnSpMkLst>
        </pc:cxnChg>
        <pc:cxnChg chg="add mod">
          <ac:chgData name="Wei Du" userId="43768795e943f8a3" providerId="LiveId" clId="{A904D650-8EB3-4A58-B2B6-FC32B455656D}" dt="2017-10-22T14:44:07.441" v="4076" actId="1076"/>
          <ac:cxnSpMkLst>
            <pc:docMk/>
            <pc:sldMk cId="1835339017" sldId="275"/>
            <ac:cxnSpMk id="17" creationId="{3562E4B7-39ED-4269-ACB0-E030818FCA0C}"/>
          </ac:cxnSpMkLst>
        </pc:cxnChg>
        <pc:cxnChg chg="add del">
          <ac:chgData name="Wei Du" userId="43768795e943f8a3" providerId="LiveId" clId="{A904D650-8EB3-4A58-B2B6-FC32B455656D}" dt="2017-10-22T14:43:49.219" v="4070" actId="478"/>
          <ac:cxnSpMkLst>
            <pc:docMk/>
            <pc:sldMk cId="1835339017" sldId="275"/>
            <ac:cxnSpMk id="18" creationId="{7A1EF544-7B43-498A-BA26-F64ACFCF3B33}"/>
          </ac:cxnSpMkLst>
        </pc:cxnChg>
        <pc:cxnChg chg="add mod">
          <ac:chgData name="Wei Du" userId="43768795e943f8a3" providerId="LiveId" clId="{A904D650-8EB3-4A58-B2B6-FC32B455656D}" dt="2017-10-22T14:44:05.992" v="4075" actId="1076"/>
          <ac:cxnSpMkLst>
            <pc:docMk/>
            <pc:sldMk cId="1835339017" sldId="275"/>
            <ac:cxnSpMk id="19" creationId="{38F2988B-748A-4EC4-9940-253B5528CD0D}"/>
          </ac:cxnSpMkLst>
        </pc:cxnChg>
      </pc:sldChg>
      <pc:sldChg chg="modSp add">
        <pc:chgData name="Wei Du" userId="43768795e943f8a3" providerId="LiveId" clId="{A904D650-8EB3-4A58-B2B6-FC32B455656D}" dt="2017-10-22T14:48:03.806" v="4186" actId="20577"/>
        <pc:sldMkLst>
          <pc:docMk/>
          <pc:sldMk cId="4172279366" sldId="276"/>
        </pc:sldMkLst>
        <pc:spChg chg="mod">
          <ac:chgData name="Wei Du" userId="43768795e943f8a3" providerId="LiveId" clId="{A904D650-8EB3-4A58-B2B6-FC32B455656D}" dt="2017-10-22T14:47:34.516" v="4109" actId="20577"/>
          <ac:spMkLst>
            <pc:docMk/>
            <pc:sldMk cId="4172279366" sldId="276"/>
            <ac:spMk id="2" creationId="{F08057ED-B53D-4823-B1EB-611AD29FF795}"/>
          </ac:spMkLst>
        </pc:spChg>
        <pc:spChg chg="mod">
          <ac:chgData name="Wei Du" userId="43768795e943f8a3" providerId="LiveId" clId="{A904D650-8EB3-4A58-B2B6-FC32B455656D}" dt="2017-10-22T14:48:03.806" v="4186" actId="20577"/>
          <ac:spMkLst>
            <pc:docMk/>
            <pc:sldMk cId="4172279366" sldId="276"/>
            <ac:spMk id="3" creationId="{52D983AB-CD0E-4778-B5DD-871A75736BAD}"/>
          </ac:spMkLst>
        </pc:spChg>
      </pc:sldChg>
      <pc:sldChg chg="modSp add">
        <pc:chgData name="Wei Du" userId="43768795e943f8a3" providerId="LiveId" clId="{A904D650-8EB3-4A58-B2B6-FC32B455656D}" dt="2017-10-22T14:52:50.399" v="4240" actId="20577"/>
        <pc:sldMkLst>
          <pc:docMk/>
          <pc:sldMk cId="2480338043" sldId="277"/>
        </pc:sldMkLst>
        <pc:spChg chg="mod">
          <ac:chgData name="Wei Du" userId="43768795e943f8a3" providerId="LiveId" clId="{A904D650-8EB3-4A58-B2B6-FC32B455656D}" dt="2017-10-22T14:49:33.208" v="4194" actId="20577"/>
          <ac:spMkLst>
            <pc:docMk/>
            <pc:sldMk cId="2480338043" sldId="277"/>
            <ac:spMk id="2" creationId="{07D04606-FA0D-47C4-9958-B10CA2760957}"/>
          </ac:spMkLst>
        </pc:spChg>
        <pc:spChg chg="mod">
          <ac:chgData name="Wei Du" userId="43768795e943f8a3" providerId="LiveId" clId="{A904D650-8EB3-4A58-B2B6-FC32B455656D}" dt="2017-10-22T14:52:50.399" v="4240" actId="20577"/>
          <ac:spMkLst>
            <pc:docMk/>
            <pc:sldMk cId="2480338043" sldId="277"/>
            <ac:spMk id="3" creationId="{735CE644-C347-4002-AD28-D6AA63EF94E9}"/>
          </ac:spMkLst>
        </pc:spChg>
      </pc:sldChg>
    </pc:docChg>
  </pc:docChgLst>
  <pc:docChgLst>
    <pc:chgData name="Wei Du" userId="43768795e943f8a3" providerId="LiveId" clId="{3C5E02C2-017E-49E1-BFE6-448D8CE03716}"/>
    <pc:docChg chg="undo custSel addSld delSld modSld">
      <pc:chgData name="Wei Du" userId="43768795e943f8a3" providerId="LiveId" clId="{3C5E02C2-017E-49E1-BFE6-448D8CE03716}" dt="2017-10-23T06:03:29.654" v="1497" actId="20577"/>
      <pc:docMkLst>
        <pc:docMk/>
      </pc:docMkLst>
      <pc:sldChg chg="del">
        <pc:chgData name="Wei Du" userId="43768795e943f8a3" providerId="LiveId" clId="{3C5E02C2-017E-49E1-BFE6-448D8CE03716}" dt="2017-10-20T01:36:28.631" v="5" actId="2696"/>
        <pc:sldMkLst>
          <pc:docMk/>
          <pc:sldMk cId="139455007" sldId="267"/>
        </pc:sldMkLst>
      </pc:sldChg>
      <pc:sldChg chg="addSp modSp add del">
        <pc:chgData name="Wei Du" userId="43768795e943f8a3" providerId="LiveId" clId="{3C5E02C2-017E-49E1-BFE6-448D8CE03716}" dt="2017-10-20T03:27:30.267" v="170" actId="767"/>
        <pc:sldMkLst>
          <pc:docMk/>
          <pc:sldMk cId="3923411705" sldId="268"/>
        </pc:sldMkLst>
        <pc:spChg chg="mod">
          <ac:chgData name="Wei Du" userId="43768795e943f8a3" providerId="LiveId" clId="{3C5E02C2-017E-49E1-BFE6-448D8CE03716}" dt="2017-10-20T01:36:21.885" v="4" actId="27636"/>
          <ac:spMkLst>
            <pc:docMk/>
            <pc:sldMk cId="3923411705" sldId="268"/>
            <ac:spMk id="2" creationId="{2B1B07E3-A023-41A8-9BB2-1E813770C6C3}"/>
          </ac:spMkLst>
        </pc:spChg>
        <pc:spChg chg="mod">
          <ac:chgData name="Wei Du" userId="43768795e943f8a3" providerId="LiveId" clId="{3C5E02C2-017E-49E1-BFE6-448D8CE03716}" dt="2017-10-20T03:24:07.518" v="156" actId="20577"/>
          <ac:spMkLst>
            <pc:docMk/>
            <pc:sldMk cId="3923411705" sldId="268"/>
            <ac:spMk id="3" creationId="{387573F7-50FE-4B34-823F-843F4F78C727}"/>
          </ac:spMkLst>
        </pc:spChg>
        <pc:spChg chg="add mod">
          <ac:chgData name="Wei Du" userId="43768795e943f8a3" providerId="LiveId" clId="{3C5E02C2-017E-49E1-BFE6-448D8CE03716}" dt="2017-10-20T03:24:38.483" v="159" actId="1076"/>
          <ac:spMkLst>
            <pc:docMk/>
            <pc:sldMk cId="3923411705" sldId="268"/>
            <ac:spMk id="4" creationId="{17EA1DC1-9CCF-40EA-A89B-1E5FBA209363}"/>
          </ac:spMkLst>
        </pc:spChg>
        <pc:spChg chg="add mod">
          <ac:chgData name="Wei Du" userId="43768795e943f8a3" providerId="LiveId" clId="{3C5E02C2-017E-49E1-BFE6-448D8CE03716}" dt="2017-10-20T03:24:57.223" v="167" actId="20577"/>
          <ac:spMkLst>
            <pc:docMk/>
            <pc:sldMk cId="3923411705" sldId="268"/>
            <ac:spMk id="6" creationId="{14BAEBDD-62D1-4A55-B5D6-7C93C2D5102E}"/>
          </ac:spMkLst>
        </pc:spChg>
        <pc:spChg chg="add mod">
          <ac:chgData name="Wei Du" userId="43768795e943f8a3" providerId="LiveId" clId="{3C5E02C2-017E-49E1-BFE6-448D8CE03716}" dt="2017-10-20T03:27:30.267" v="170" actId="767"/>
          <ac:spMkLst>
            <pc:docMk/>
            <pc:sldMk cId="3923411705" sldId="268"/>
            <ac:spMk id="8" creationId="{E698471A-10D5-4EAF-BC42-9C7321379923}"/>
          </ac:spMkLst>
        </pc:spChg>
        <pc:picChg chg="add mod">
          <ac:chgData name="Wei Du" userId="43768795e943f8a3" providerId="LiveId" clId="{3C5E02C2-017E-49E1-BFE6-448D8CE03716}" dt="2017-10-20T03:24:35.067" v="158" actId="1076"/>
          <ac:picMkLst>
            <pc:docMk/>
            <pc:sldMk cId="3923411705" sldId="268"/>
            <ac:picMk id="5" creationId="{15D1A413-89F1-4D8B-9BD5-9A049F5E42B6}"/>
          </ac:picMkLst>
        </pc:picChg>
        <pc:picChg chg="add mod">
          <ac:chgData name="Wei Du" userId="43768795e943f8a3" providerId="LiveId" clId="{3C5E02C2-017E-49E1-BFE6-448D8CE03716}" dt="2017-10-20T03:27:23.817" v="169" actId="1076"/>
          <ac:picMkLst>
            <pc:docMk/>
            <pc:sldMk cId="3923411705" sldId="268"/>
            <ac:picMk id="7" creationId="{01C1FA17-90DA-45BB-9993-9F8225E6D992}"/>
          </ac:picMkLst>
        </pc:picChg>
      </pc:sldChg>
      <pc:sldChg chg="modSp">
        <pc:chgData name="Wei Du" userId="43768795e943f8a3" providerId="LiveId" clId="{3C5E02C2-017E-49E1-BFE6-448D8CE03716}" dt="2017-10-23T03:39:20.164" v="846" actId="14100"/>
        <pc:sldMkLst>
          <pc:docMk/>
          <pc:sldMk cId="520332095" sldId="271"/>
        </pc:sldMkLst>
        <pc:spChg chg="mod">
          <ac:chgData name="Wei Du" userId="43768795e943f8a3" providerId="LiveId" clId="{3C5E02C2-017E-49E1-BFE6-448D8CE03716}" dt="2017-10-23T03:39:20.164" v="846" actId="14100"/>
          <ac:spMkLst>
            <pc:docMk/>
            <pc:sldMk cId="520332095" sldId="271"/>
            <ac:spMk id="16" creationId="{47AA4E46-1451-4DDC-ADE8-A2537020BBC3}"/>
          </ac:spMkLst>
        </pc:spChg>
      </pc:sldChg>
      <pc:sldChg chg="addSp modSp">
        <pc:chgData name="Wei Du" userId="43768795e943f8a3" providerId="LiveId" clId="{3C5E02C2-017E-49E1-BFE6-448D8CE03716}" dt="2017-10-23T05:37:59.425" v="1291" actId="13926"/>
        <pc:sldMkLst>
          <pc:docMk/>
          <pc:sldMk cId="2985678952" sldId="272"/>
        </pc:sldMkLst>
        <pc:spChg chg="mod">
          <ac:chgData name="Wei Du" userId="43768795e943f8a3" providerId="LiveId" clId="{3C5E02C2-017E-49E1-BFE6-448D8CE03716}" dt="2017-10-23T03:39:49.609" v="856" actId="20577"/>
          <ac:spMkLst>
            <pc:docMk/>
            <pc:sldMk cId="2985678952" sldId="272"/>
            <ac:spMk id="2" creationId="{A3959654-29CF-48F9-8E13-2C745EEE081F}"/>
          </ac:spMkLst>
        </pc:spChg>
        <pc:spChg chg="mod">
          <ac:chgData name="Wei Du" userId="43768795e943f8a3" providerId="LiveId" clId="{3C5E02C2-017E-49E1-BFE6-448D8CE03716}" dt="2017-10-23T05:23:06.809" v="1200" actId="20577"/>
          <ac:spMkLst>
            <pc:docMk/>
            <pc:sldMk cId="2985678952" sldId="272"/>
            <ac:spMk id="3" creationId="{E14984B1-E0A8-4C68-A906-D70F6324F133}"/>
          </ac:spMkLst>
        </pc:spChg>
        <pc:spChg chg="add mod">
          <ac:chgData name="Wei Du" userId="43768795e943f8a3" providerId="LiveId" clId="{3C5E02C2-017E-49E1-BFE6-448D8CE03716}" dt="2017-10-23T03:25:03.669" v="545" actId="20577"/>
          <ac:spMkLst>
            <pc:docMk/>
            <pc:sldMk cId="2985678952" sldId="272"/>
            <ac:spMk id="4" creationId="{B67F7813-5C30-4193-90CC-700484A12797}"/>
          </ac:spMkLst>
        </pc:spChg>
        <pc:spChg chg="add mod">
          <ac:chgData name="Wei Du" userId="43768795e943f8a3" providerId="LiveId" clId="{3C5E02C2-017E-49E1-BFE6-448D8CE03716}" dt="2017-10-23T03:36:44.868" v="736"/>
          <ac:spMkLst>
            <pc:docMk/>
            <pc:sldMk cId="2985678952" sldId="272"/>
            <ac:spMk id="5" creationId="{59DB76B9-FD0C-405E-AD11-AA71E2BB5427}"/>
          </ac:spMkLst>
        </pc:spChg>
        <pc:spChg chg="add mod">
          <ac:chgData name="Wei Du" userId="43768795e943f8a3" providerId="LiveId" clId="{3C5E02C2-017E-49E1-BFE6-448D8CE03716}" dt="2017-10-23T03:32:52.922" v="648"/>
          <ac:spMkLst>
            <pc:docMk/>
            <pc:sldMk cId="2985678952" sldId="272"/>
            <ac:spMk id="6" creationId="{C94F9451-566A-4280-B3DE-19F67598C88B}"/>
          </ac:spMkLst>
        </pc:spChg>
        <pc:spChg chg="add mod">
          <ac:chgData name="Wei Du" userId="43768795e943f8a3" providerId="LiveId" clId="{3C5E02C2-017E-49E1-BFE6-448D8CE03716}" dt="2017-10-23T03:26:44.484" v="585" actId="1076"/>
          <ac:spMkLst>
            <pc:docMk/>
            <pc:sldMk cId="2985678952" sldId="272"/>
            <ac:spMk id="7" creationId="{8FB6C670-3D3D-4C06-B1AD-71796519F726}"/>
          </ac:spMkLst>
        </pc:spChg>
        <pc:spChg chg="add mod">
          <ac:chgData name="Wei Du" userId="43768795e943f8a3" providerId="LiveId" clId="{3C5E02C2-017E-49E1-BFE6-448D8CE03716}" dt="2017-10-23T03:32:14.961" v="613" actId="1076"/>
          <ac:spMkLst>
            <pc:docMk/>
            <pc:sldMk cId="2985678952" sldId="272"/>
            <ac:spMk id="8" creationId="{C226FD02-A4E2-4AF1-AF92-0E78AD1E63EA}"/>
          </ac:spMkLst>
        </pc:spChg>
        <pc:spChg chg="add mod">
          <ac:chgData name="Wei Du" userId="43768795e943f8a3" providerId="LiveId" clId="{3C5E02C2-017E-49E1-BFE6-448D8CE03716}" dt="2017-10-23T03:36:26.727" v="734" actId="113"/>
          <ac:spMkLst>
            <pc:docMk/>
            <pc:sldMk cId="2985678952" sldId="272"/>
            <ac:spMk id="9" creationId="{3A1A5590-9DD0-488E-BE46-12B6DE88D6F8}"/>
          </ac:spMkLst>
        </pc:spChg>
        <pc:spChg chg="add mod">
          <ac:chgData name="Wei Du" userId="43768795e943f8a3" providerId="LiveId" clId="{3C5E02C2-017E-49E1-BFE6-448D8CE03716}" dt="2017-10-23T03:36:12.976" v="733" actId="1076"/>
          <ac:spMkLst>
            <pc:docMk/>
            <pc:sldMk cId="2985678952" sldId="272"/>
            <ac:spMk id="10" creationId="{817D1389-9E0D-4CB2-B0B4-5D5E505E4F1B}"/>
          </ac:spMkLst>
        </pc:spChg>
        <pc:spChg chg="add mod">
          <ac:chgData name="Wei Du" userId="43768795e943f8a3" providerId="LiveId" clId="{3C5E02C2-017E-49E1-BFE6-448D8CE03716}" dt="2017-10-23T03:42:42.710" v="1033" actId="164"/>
          <ac:spMkLst>
            <pc:docMk/>
            <pc:sldMk cId="2985678952" sldId="272"/>
            <ac:spMk id="11" creationId="{60EF5B8C-0749-4157-BACC-022A48927512}"/>
          </ac:spMkLst>
        </pc:spChg>
        <pc:spChg chg="add mod">
          <ac:chgData name="Wei Du" userId="43768795e943f8a3" providerId="LiveId" clId="{3C5E02C2-017E-49E1-BFE6-448D8CE03716}" dt="2017-10-23T03:43:16.669" v="1042" actId="14100"/>
          <ac:spMkLst>
            <pc:docMk/>
            <pc:sldMk cId="2985678952" sldId="272"/>
            <ac:spMk id="12" creationId="{DF196DCB-62DD-482A-89D4-2921A24AA3AC}"/>
          </ac:spMkLst>
        </pc:spChg>
        <pc:spChg chg="add mod">
          <ac:chgData name="Wei Du" userId="43768795e943f8a3" providerId="LiveId" clId="{3C5E02C2-017E-49E1-BFE6-448D8CE03716}" dt="2017-10-23T03:44:40.659" v="1089" actId="20577"/>
          <ac:spMkLst>
            <pc:docMk/>
            <pc:sldMk cId="2985678952" sldId="272"/>
            <ac:spMk id="13" creationId="{AF424B56-C11A-48B8-BB80-7433AD1B4F38}"/>
          </ac:spMkLst>
        </pc:spChg>
        <pc:spChg chg="add mod">
          <ac:chgData name="Wei Du" userId="43768795e943f8a3" providerId="LiveId" clId="{3C5E02C2-017E-49E1-BFE6-448D8CE03716}" dt="2017-10-23T03:43:21.211" v="1046" actId="20577"/>
          <ac:spMkLst>
            <pc:docMk/>
            <pc:sldMk cId="2985678952" sldId="272"/>
            <ac:spMk id="14" creationId="{8DAF278B-7402-4502-9795-F341B1F59EAA}"/>
          </ac:spMkLst>
        </pc:spChg>
        <pc:spChg chg="add mod">
          <ac:chgData name="Wei Du" userId="43768795e943f8a3" providerId="LiveId" clId="{3C5E02C2-017E-49E1-BFE6-448D8CE03716}" dt="2017-10-23T03:43:00.204" v="1037" actId="1076"/>
          <ac:spMkLst>
            <pc:docMk/>
            <pc:sldMk cId="2985678952" sldId="272"/>
            <ac:spMk id="17" creationId="{F4287A81-A1EC-46EB-BFBC-53AF4129B2B3}"/>
          </ac:spMkLst>
        </pc:spChg>
        <pc:spChg chg="add mod">
          <ac:chgData name="Wei Du" userId="43768795e943f8a3" providerId="LiveId" clId="{3C5E02C2-017E-49E1-BFE6-448D8CE03716}" dt="2017-10-23T03:43:10.833" v="1041" actId="1076"/>
          <ac:spMkLst>
            <pc:docMk/>
            <pc:sldMk cId="2985678952" sldId="272"/>
            <ac:spMk id="18" creationId="{AE5682C3-11B2-43B6-AE66-219EF2BDD673}"/>
          </ac:spMkLst>
        </pc:spChg>
        <pc:spChg chg="add mod">
          <ac:chgData name="Wei Du" userId="43768795e943f8a3" providerId="LiveId" clId="{3C5E02C2-017E-49E1-BFE6-448D8CE03716}" dt="2017-10-23T03:47:08.487" v="1100" actId="20577"/>
          <ac:spMkLst>
            <pc:docMk/>
            <pc:sldMk cId="2985678952" sldId="272"/>
            <ac:spMk id="19" creationId="{39F91922-C365-45A4-86A4-EFA2CAAD7743}"/>
          </ac:spMkLst>
        </pc:spChg>
        <pc:spChg chg="add mod">
          <ac:chgData name="Wei Du" userId="43768795e943f8a3" providerId="LiveId" clId="{3C5E02C2-017E-49E1-BFE6-448D8CE03716}" dt="2017-10-23T03:46:39.682" v="1097" actId="20577"/>
          <ac:spMkLst>
            <pc:docMk/>
            <pc:sldMk cId="2985678952" sldId="272"/>
            <ac:spMk id="20" creationId="{32308A82-FB56-44A0-97C6-7ADDE114AF2F}"/>
          </ac:spMkLst>
        </pc:spChg>
        <pc:spChg chg="add mod">
          <ac:chgData name="Wei Du" userId="43768795e943f8a3" providerId="LiveId" clId="{3C5E02C2-017E-49E1-BFE6-448D8CE03716}" dt="2017-10-23T03:47:51.310" v="1152"/>
          <ac:spMkLst>
            <pc:docMk/>
            <pc:sldMk cId="2985678952" sldId="272"/>
            <ac:spMk id="21" creationId="{7ED6BC37-8CB4-409C-8042-78776EFC73D8}"/>
          </ac:spMkLst>
        </pc:spChg>
        <pc:spChg chg="add mod">
          <ac:chgData name="Wei Du" userId="43768795e943f8a3" providerId="LiveId" clId="{3C5E02C2-017E-49E1-BFE6-448D8CE03716}" dt="2017-10-23T05:37:59.425" v="1291" actId="13926"/>
          <ac:spMkLst>
            <pc:docMk/>
            <pc:sldMk cId="2985678952" sldId="272"/>
            <ac:spMk id="22" creationId="{A523F1F3-4657-4AA3-88D9-49B52E915A26}"/>
          </ac:spMkLst>
        </pc:spChg>
        <pc:grpChg chg="add mod">
          <ac:chgData name="Wei Du" userId="43768795e943f8a3" providerId="LiveId" clId="{3C5E02C2-017E-49E1-BFE6-448D8CE03716}" dt="2017-10-23T03:42:52.766" v="1035" actId="1076"/>
          <ac:grpSpMkLst>
            <pc:docMk/>
            <pc:sldMk cId="2985678952" sldId="272"/>
            <ac:grpSpMk id="15" creationId="{2B80DAE5-1F51-46E3-B522-E48432A4937A}"/>
          </ac:grpSpMkLst>
        </pc:grpChg>
        <pc:grpChg chg="add mod">
          <ac:chgData name="Wei Du" userId="43768795e943f8a3" providerId="LiveId" clId="{3C5E02C2-017E-49E1-BFE6-448D8CE03716}" dt="2017-10-23T03:42:47.367" v="1034" actId="1076"/>
          <ac:grpSpMkLst>
            <pc:docMk/>
            <pc:sldMk cId="2985678952" sldId="272"/>
            <ac:grpSpMk id="16" creationId="{83A925D2-0185-49BB-AFC5-9C062C4DA1A7}"/>
          </ac:grpSpMkLst>
        </pc:grpChg>
      </pc:sldChg>
      <pc:sldChg chg="addSp modSp add">
        <pc:chgData name="Wei Du" userId="43768795e943f8a3" providerId="LiveId" clId="{3C5E02C2-017E-49E1-BFE6-448D8CE03716}" dt="2017-10-23T06:03:29.654" v="1497" actId="20577"/>
        <pc:sldMkLst>
          <pc:docMk/>
          <pc:sldMk cId="2153998806" sldId="278"/>
        </pc:sldMkLst>
        <pc:spChg chg="mod">
          <ac:chgData name="Wei Du" userId="43768795e943f8a3" providerId="LiveId" clId="{3C5E02C2-017E-49E1-BFE6-448D8CE03716}" dt="2017-10-23T05:15:06.506" v="1189" actId="20577"/>
          <ac:spMkLst>
            <pc:docMk/>
            <pc:sldMk cId="2153998806" sldId="278"/>
            <ac:spMk id="2" creationId="{814A8FE7-80E2-4DAB-9D4A-42714901B46C}"/>
          </ac:spMkLst>
        </pc:spChg>
        <pc:spChg chg="mod">
          <ac:chgData name="Wei Du" userId="43768795e943f8a3" providerId="LiveId" clId="{3C5E02C2-017E-49E1-BFE6-448D8CE03716}" dt="2017-10-23T05:58:25.636" v="1363"/>
          <ac:spMkLst>
            <pc:docMk/>
            <pc:sldMk cId="2153998806" sldId="278"/>
            <ac:spMk id="3" creationId="{9EAEF2A4-5582-45C6-9988-5A1C26CAC971}"/>
          </ac:spMkLst>
        </pc:spChg>
        <pc:spChg chg="add mod">
          <ac:chgData name="Wei Du" userId="43768795e943f8a3" providerId="LiveId" clId="{3C5E02C2-017E-49E1-BFE6-448D8CE03716}" dt="2017-10-23T05:50:52.428" v="1294" actId="1076"/>
          <ac:spMkLst>
            <pc:docMk/>
            <pc:sldMk cId="2153998806" sldId="278"/>
            <ac:spMk id="4" creationId="{C8E54BF4-F22E-432C-B566-93DC8B7F5024}"/>
          </ac:spMkLst>
        </pc:spChg>
        <pc:spChg chg="add mod">
          <ac:chgData name="Wei Du" userId="43768795e943f8a3" providerId="LiveId" clId="{3C5E02C2-017E-49E1-BFE6-448D8CE03716}" dt="2017-10-23T05:51:37.672" v="1324" actId="13822"/>
          <ac:spMkLst>
            <pc:docMk/>
            <pc:sldMk cId="2153998806" sldId="278"/>
            <ac:spMk id="5" creationId="{CE1F957D-D59F-4DCA-A41A-5CADAE6781B4}"/>
          </ac:spMkLst>
        </pc:spChg>
        <pc:spChg chg="mod">
          <ac:chgData name="Wei Du" userId="43768795e943f8a3" providerId="LiveId" clId="{3C5E02C2-017E-49E1-BFE6-448D8CE03716}" dt="2017-10-23T06:00:05.697" v="1425" actId="20577"/>
          <ac:spMkLst>
            <pc:docMk/>
            <pc:sldMk cId="2153998806" sldId="278"/>
            <ac:spMk id="7" creationId="{9566DC3A-4683-4F21-9EED-BB4750515A9B}"/>
          </ac:spMkLst>
        </pc:spChg>
        <pc:spChg chg="mod">
          <ac:chgData name="Wei Du" userId="43768795e943f8a3" providerId="LiveId" clId="{3C5E02C2-017E-49E1-BFE6-448D8CE03716}" dt="2017-10-23T05:58:47.586" v="1373" actId="403"/>
          <ac:spMkLst>
            <pc:docMk/>
            <pc:sldMk cId="2153998806" sldId="278"/>
            <ac:spMk id="8" creationId="{F4DDC3A5-3074-42DB-96D6-6BFBC13E34B7}"/>
          </ac:spMkLst>
        </pc:spChg>
        <pc:spChg chg="add mod">
          <ac:chgData name="Wei Du" userId="43768795e943f8a3" providerId="LiveId" clId="{3C5E02C2-017E-49E1-BFE6-448D8CE03716}" dt="2017-10-23T06:03:08.950" v="1491" actId="1076"/>
          <ac:spMkLst>
            <pc:docMk/>
            <pc:sldMk cId="2153998806" sldId="278"/>
            <ac:spMk id="9" creationId="{F0F9E629-1874-4E3F-842E-9F6B1B4AD99D}"/>
          </ac:spMkLst>
        </pc:spChg>
        <pc:spChg chg="add mod">
          <ac:chgData name="Wei Du" userId="43768795e943f8a3" providerId="LiveId" clId="{3C5E02C2-017E-49E1-BFE6-448D8CE03716}" dt="2017-10-23T06:03:29.654" v="1497" actId="20577"/>
          <ac:spMkLst>
            <pc:docMk/>
            <pc:sldMk cId="2153998806" sldId="278"/>
            <ac:spMk id="10" creationId="{F2466BCF-E4C6-4B70-A28F-13A703F1F701}"/>
          </ac:spMkLst>
        </pc:spChg>
        <pc:grpChg chg="add mod">
          <ac:chgData name="Wei Du" userId="43768795e943f8a3" providerId="LiveId" clId="{3C5E02C2-017E-49E1-BFE6-448D8CE03716}" dt="2017-10-23T06:02:41.557" v="1486" actId="1076"/>
          <ac:grpSpMkLst>
            <pc:docMk/>
            <pc:sldMk cId="2153998806" sldId="278"/>
            <ac:grpSpMk id="6" creationId="{F1123BB5-3357-48EF-8531-CE8DD4D788DA}"/>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4BFFA-3C9C-4164-BEAE-ECCF8504CF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D96A33-F018-4D3B-9369-7A4B9689A4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EE8A48B-CE89-4755-BD92-B4D7A4412CE8}"/>
              </a:ext>
            </a:extLst>
          </p:cNvPr>
          <p:cNvSpPr>
            <a:spLocks noGrp="1"/>
          </p:cNvSpPr>
          <p:nvPr>
            <p:ph type="dt" sz="half" idx="10"/>
          </p:nvPr>
        </p:nvSpPr>
        <p:spPr/>
        <p:txBody>
          <a:bodyPr/>
          <a:lstStyle/>
          <a:p>
            <a:fld id="{828FA4FF-1FBE-42EF-AE8C-49F0ABF169C5}" type="datetimeFigureOut">
              <a:rPr lang="en-US" smtClean="0"/>
              <a:t>10/23/2017</a:t>
            </a:fld>
            <a:endParaRPr lang="en-US"/>
          </a:p>
        </p:txBody>
      </p:sp>
      <p:sp>
        <p:nvSpPr>
          <p:cNvPr id="5" name="Footer Placeholder 4">
            <a:extLst>
              <a:ext uri="{FF2B5EF4-FFF2-40B4-BE49-F238E27FC236}">
                <a16:creationId xmlns:a16="http://schemas.microsoft.com/office/drawing/2014/main" id="{A76E4C94-AC51-4642-8681-300923F4E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088AC2-7C50-450B-81DF-8B8BF5CD8577}"/>
              </a:ext>
            </a:extLst>
          </p:cNvPr>
          <p:cNvSpPr>
            <a:spLocks noGrp="1"/>
          </p:cNvSpPr>
          <p:nvPr>
            <p:ph type="sldNum" sz="quarter" idx="12"/>
          </p:nvPr>
        </p:nvSpPr>
        <p:spPr/>
        <p:txBody>
          <a:bodyPr/>
          <a:lstStyle/>
          <a:p>
            <a:fld id="{D82AC141-E994-4317-B9DD-67BF8C1A7AC7}" type="slidenum">
              <a:rPr lang="en-US" smtClean="0"/>
              <a:t>‹#›</a:t>
            </a:fld>
            <a:endParaRPr lang="en-US"/>
          </a:p>
        </p:txBody>
      </p:sp>
    </p:spTree>
    <p:extLst>
      <p:ext uri="{BB962C8B-B14F-4D97-AF65-F5344CB8AC3E}">
        <p14:creationId xmlns:p14="http://schemas.microsoft.com/office/powerpoint/2010/main" val="2750934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7825D-AA63-4B5B-978E-30EEA65D1E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E05641-6D9F-4A9E-A44D-96033857A3D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CA7FB8-01D2-4827-94E9-C231A5790682}"/>
              </a:ext>
            </a:extLst>
          </p:cNvPr>
          <p:cNvSpPr>
            <a:spLocks noGrp="1"/>
          </p:cNvSpPr>
          <p:nvPr>
            <p:ph type="dt" sz="half" idx="10"/>
          </p:nvPr>
        </p:nvSpPr>
        <p:spPr/>
        <p:txBody>
          <a:bodyPr/>
          <a:lstStyle/>
          <a:p>
            <a:fld id="{828FA4FF-1FBE-42EF-AE8C-49F0ABF169C5}" type="datetimeFigureOut">
              <a:rPr lang="en-US" smtClean="0"/>
              <a:t>10/23/2017</a:t>
            </a:fld>
            <a:endParaRPr lang="en-US"/>
          </a:p>
        </p:txBody>
      </p:sp>
      <p:sp>
        <p:nvSpPr>
          <p:cNvPr id="5" name="Footer Placeholder 4">
            <a:extLst>
              <a:ext uri="{FF2B5EF4-FFF2-40B4-BE49-F238E27FC236}">
                <a16:creationId xmlns:a16="http://schemas.microsoft.com/office/drawing/2014/main" id="{23BE01D0-3155-4184-B024-8BE2362EF1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E8C5AF-D4FB-46C5-9CC3-CF5B6D79FC38}"/>
              </a:ext>
            </a:extLst>
          </p:cNvPr>
          <p:cNvSpPr>
            <a:spLocks noGrp="1"/>
          </p:cNvSpPr>
          <p:nvPr>
            <p:ph type="sldNum" sz="quarter" idx="12"/>
          </p:nvPr>
        </p:nvSpPr>
        <p:spPr/>
        <p:txBody>
          <a:bodyPr/>
          <a:lstStyle/>
          <a:p>
            <a:fld id="{D82AC141-E994-4317-B9DD-67BF8C1A7AC7}" type="slidenum">
              <a:rPr lang="en-US" smtClean="0"/>
              <a:t>‹#›</a:t>
            </a:fld>
            <a:endParaRPr lang="en-US"/>
          </a:p>
        </p:txBody>
      </p:sp>
    </p:spTree>
    <p:extLst>
      <p:ext uri="{BB962C8B-B14F-4D97-AF65-F5344CB8AC3E}">
        <p14:creationId xmlns:p14="http://schemas.microsoft.com/office/powerpoint/2010/main" val="3710107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FA0CD-81E0-42C4-83A3-0E641DFED4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CB98F90-B406-4389-81F1-DDC6D56EB6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A088D95-AE8D-41F5-8F79-935CC099DB2E}"/>
              </a:ext>
            </a:extLst>
          </p:cNvPr>
          <p:cNvSpPr>
            <a:spLocks noGrp="1"/>
          </p:cNvSpPr>
          <p:nvPr>
            <p:ph type="dt" sz="half" idx="10"/>
          </p:nvPr>
        </p:nvSpPr>
        <p:spPr/>
        <p:txBody>
          <a:bodyPr/>
          <a:lstStyle/>
          <a:p>
            <a:fld id="{828FA4FF-1FBE-42EF-AE8C-49F0ABF169C5}" type="datetimeFigureOut">
              <a:rPr lang="en-US" smtClean="0"/>
              <a:t>10/23/2017</a:t>
            </a:fld>
            <a:endParaRPr lang="en-US"/>
          </a:p>
        </p:txBody>
      </p:sp>
      <p:sp>
        <p:nvSpPr>
          <p:cNvPr id="5" name="Footer Placeholder 4">
            <a:extLst>
              <a:ext uri="{FF2B5EF4-FFF2-40B4-BE49-F238E27FC236}">
                <a16:creationId xmlns:a16="http://schemas.microsoft.com/office/drawing/2014/main" id="{D224CB3F-4B35-4BB1-84D5-0D4D7C793E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ACB892-EA4A-4021-983D-9474645E01CA}"/>
              </a:ext>
            </a:extLst>
          </p:cNvPr>
          <p:cNvSpPr>
            <a:spLocks noGrp="1"/>
          </p:cNvSpPr>
          <p:nvPr>
            <p:ph type="sldNum" sz="quarter" idx="12"/>
          </p:nvPr>
        </p:nvSpPr>
        <p:spPr/>
        <p:txBody>
          <a:bodyPr/>
          <a:lstStyle/>
          <a:p>
            <a:fld id="{D82AC141-E994-4317-B9DD-67BF8C1A7AC7}" type="slidenum">
              <a:rPr lang="en-US" smtClean="0"/>
              <a:t>‹#›</a:t>
            </a:fld>
            <a:endParaRPr lang="en-US"/>
          </a:p>
        </p:txBody>
      </p:sp>
    </p:spTree>
    <p:extLst>
      <p:ext uri="{BB962C8B-B14F-4D97-AF65-F5344CB8AC3E}">
        <p14:creationId xmlns:p14="http://schemas.microsoft.com/office/powerpoint/2010/main" val="3259153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12B32-E1E9-4423-95F3-AF134D643E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38E3D6-250E-496D-A09A-83B9F8F7E41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C95573-D9CA-4792-84CE-767ED141099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63AF544-684A-43AE-B82B-65F14FCCDA4C}"/>
              </a:ext>
            </a:extLst>
          </p:cNvPr>
          <p:cNvSpPr>
            <a:spLocks noGrp="1"/>
          </p:cNvSpPr>
          <p:nvPr>
            <p:ph type="dt" sz="half" idx="10"/>
          </p:nvPr>
        </p:nvSpPr>
        <p:spPr/>
        <p:txBody>
          <a:bodyPr/>
          <a:lstStyle/>
          <a:p>
            <a:fld id="{828FA4FF-1FBE-42EF-AE8C-49F0ABF169C5}" type="datetimeFigureOut">
              <a:rPr lang="en-US" smtClean="0"/>
              <a:t>10/23/2017</a:t>
            </a:fld>
            <a:endParaRPr lang="en-US"/>
          </a:p>
        </p:txBody>
      </p:sp>
      <p:sp>
        <p:nvSpPr>
          <p:cNvPr id="6" name="Footer Placeholder 5">
            <a:extLst>
              <a:ext uri="{FF2B5EF4-FFF2-40B4-BE49-F238E27FC236}">
                <a16:creationId xmlns:a16="http://schemas.microsoft.com/office/drawing/2014/main" id="{293E0012-CD33-4DCF-9E7B-572B57C634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95276E-74CC-4DC3-94E9-5ECF74C27CC4}"/>
              </a:ext>
            </a:extLst>
          </p:cNvPr>
          <p:cNvSpPr>
            <a:spLocks noGrp="1"/>
          </p:cNvSpPr>
          <p:nvPr>
            <p:ph type="sldNum" sz="quarter" idx="12"/>
          </p:nvPr>
        </p:nvSpPr>
        <p:spPr/>
        <p:txBody>
          <a:bodyPr/>
          <a:lstStyle/>
          <a:p>
            <a:fld id="{D82AC141-E994-4317-B9DD-67BF8C1A7AC7}" type="slidenum">
              <a:rPr lang="en-US" smtClean="0"/>
              <a:t>‹#›</a:t>
            </a:fld>
            <a:endParaRPr lang="en-US"/>
          </a:p>
        </p:txBody>
      </p:sp>
    </p:spTree>
    <p:extLst>
      <p:ext uri="{BB962C8B-B14F-4D97-AF65-F5344CB8AC3E}">
        <p14:creationId xmlns:p14="http://schemas.microsoft.com/office/powerpoint/2010/main" val="2596046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3BA57-38D1-4CD5-9291-D5707764B5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79419E-0A2D-48DA-B099-C7D07D1F3E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B0566C2-81EB-4CFF-8A03-4FB6C653D1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B1642E-B1D4-4F78-A544-33B47C3439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04FA8F6-CE14-46BD-AF19-AFC97848A76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2CF120-412C-41CA-BC01-C9DAB8C62784}"/>
              </a:ext>
            </a:extLst>
          </p:cNvPr>
          <p:cNvSpPr>
            <a:spLocks noGrp="1"/>
          </p:cNvSpPr>
          <p:nvPr>
            <p:ph type="dt" sz="half" idx="10"/>
          </p:nvPr>
        </p:nvSpPr>
        <p:spPr/>
        <p:txBody>
          <a:bodyPr/>
          <a:lstStyle/>
          <a:p>
            <a:fld id="{828FA4FF-1FBE-42EF-AE8C-49F0ABF169C5}" type="datetimeFigureOut">
              <a:rPr lang="en-US" smtClean="0"/>
              <a:t>10/23/2017</a:t>
            </a:fld>
            <a:endParaRPr lang="en-US"/>
          </a:p>
        </p:txBody>
      </p:sp>
      <p:sp>
        <p:nvSpPr>
          <p:cNvPr id="8" name="Footer Placeholder 7">
            <a:extLst>
              <a:ext uri="{FF2B5EF4-FFF2-40B4-BE49-F238E27FC236}">
                <a16:creationId xmlns:a16="http://schemas.microsoft.com/office/drawing/2014/main" id="{3B922317-B33D-4666-BCD5-3B93B81632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3C5AB6-8F3F-4241-A511-499CB684985E}"/>
              </a:ext>
            </a:extLst>
          </p:cNvPr>
          <p:cNvSpPr>
            <a:spLocks noGrp="1"/>
          </p:cNvSpPr>
          <p:nvPr>
            <p:ph type="sldNum" sz="quarter" idx="12"/>
          </p:nvPr>
        </p:nvSpPr>
        <p:spPr/>
        <p:txBody>
          <a:bodyPr/>
          <a:lstStyle/>
          <a:p>
            <a:fld id="{D82AC141-E994-4317-B9DD-67BF8C1A7AC7}" type="slidenum">
              <a:rPr lang="en-US" smtClean="0"/>
              <a:t>‹#›</a:t>
            </a:fld>
            <a:endParaRPr lang="en-US"/>
          </a:p>
        </p:txBody>
      </p:sp>
    </p:spTree>
    <p:extLst>
      <p:ext uri="{BB962C8B-B14F-4D97-AF65-F5344CB8AC3E}">
        <p14:creationId xmlns:p14="http://schemas.microsoft.com/office/powerpoint/2010/main" val="2602617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13296-2253-4826-9A06-EA2FDB6AA5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7CE4AF-DE74-43EC-AEF0-56DDAA5077BC}"/>
              </a:ext>
            </a:extLst>
          </p:cNvPr>
          <p:cNvSpPr>
            <a:spLocks noGrp="1"/>
          </p:cNvSpPr>
          <p:nvPr>
            <p:ph type="dt" sz="half" idx="10"/>
          </p:nvPr>
        </p:nvSpPr>
        <p:spPr/>
        <p:txBody>
          <a:bodyPr/>
          <a:lstStyle/>
          <a:p>
            <a:fld id="{828FA4FF-1FBE-42EF-AE8C-49F0ABF169C5}" type="datetimeFigureOut">
              <a:rPr lang="en-US" smtClean="0"/>
              <a:t>10/23/2017</a:t>
            </a:fld>
            <a:endParaRPr lang="en-US"/>
          </a:p>
        </p:txBody>
      </p:sp>
      <p:sp>
        <p:nvSpPr>
          <p:cNvPr id="4" name="Footer Placeholder 3">
            <a:extLst>
              <a:ext uri="{FF2B5EF4-FFF2-40B4-BE49-F238E27FC236}">
                <a16:creationId xmlns:a16="http://schemas.microsoft.com/office/drawing/2014/main" id="{128CACA5-A2CF-429A-832E-F17A150B75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CAF4F0-E88E-4C4D-891D-4F88F0569AE2}"/>
              </a:ext>
            </a:extLst>
          </p:cNvPr>
          <p:cNvSpPr>
            <a:spLocks noGrp="1"/>
          </p:cNvSpPr>
          <p:nvPr>
            <p:ph type="sldNum" sz="quarter" idx="12"/>
          </p:nvPr>
        </p:nvSpPr>
        <p:spPr/>
        <p:txBody>
          <a:bodyPr/>
          <a:lstStyle/>
          <a:p>
            <a:fld id="{D82AC141-E994-4317-B9DD-67BF8C1A7AC7}" type="slidenum">
              <a:rPr lang="en-US" smtClean="0"/>
              <a:t>‹#›</a:t>
            </a:fld>
            <a:endParaRPr lang="en-US"/>
          </a:p>
        </p:txBody>
      </p:sp>
    </p:spTree>
    <p:extLst>
      <p:ext uri="{BB962C8B-B14F-4D97-AF65-F5344CB8AC3E}">
        <p14:creationId xmlns:p14="http://schemas.microsoft.com/office/powerpoint/2010/main" val="1376765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8D4237-A15A-4E0C-B8BB-BC3A1EFEBADC}"/>
              </a:ext>
            </a:extLst>
          </p:cNvPr>
          <p:cNvSpPr>
            <a:spLocks noGrp="1"/>
          </p:cNvSpPr>
          <p:nvPr>
            <p:ph type="dt" sz="half" idx="10"/>
          </p:nvPr>
        </p:nvSpPr>
        <p:spPr/>
        <p:txBody>
          <a:bodyPr/>
          <a:lstStyle/>
          <a:p>
            <a:fld id="{828FA4FF-1FBE-42EF-AE8C-49F0ABF169C5}" type="datetimeFigureOut">
              <a:rPr lang="en-US" smtClean="0"/>
              <a:t>10/23/2017</a:t>
            </a:fld>
            <a:endParaRPr lang="en-US"/>
          </a:p>
        </p:txBody>
      </p:sp>
      <p:sp>
        <p:nvSpPr>
          <p:cNvPr id="3" name="Footer Placeholder 2">
            <a:extLst>
              <a:ext uri="{FF2B5EF4-FFF2-40B4-BE49-F238E27FC236}">
                <a16:creationId xmlns:a16="http://schemas.microsoft.com/office/drawing/2014/main" id="{556FAF2B-F3D9-4ABE-BD7C-428AFBFA75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6523A7-1CDC-4379-AAF9-36183FAE98B5}"/>
              </a:ext>
            </a:extLst>
          </p:cNvPr>
          <p:cNvSpPr>
            <a:spLocks noGrp="1"/>
          </p:cNvSpPr>
          <p:nvPr>
            <p:ph type="sldNum" sz="quarter" idx="12"/>
          </p:nvPr>
        </p:nvSpPr>
        <p:spPr/>
        <p:txBody>
          <a:bodyPr/>
          <a:lstStyle/>
          <a:p>
            <a:fld id="{D82AC141-E994-4317-B9DD-67BF8C1A7AC7}" type="slidenum">
              <a:rPr lang="en-US" smtClean="0"/>
              <a:t>‹#›</a:t>
            </a:fld>
            <a:endParaRPr lang="en-US"/>
          </a:p>
        </p:txBody>
      </p:sp>
    </p:spTree>
    <p:extLst>
      <p:ext uri="{BB962C8B-B14F-4D97-AF65-F5344CB8AC3E}">
        <p14:creationId xmlns:p14="http://schemas.microsoft.com/office/powerpoint/2010/main" val="2512844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29412-A0F3-480E-A320-9A5DCF1537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96792EC-455C-4991-A88B-B19EA5EBBB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8D722A-F500-4F75-B0E3-4996799780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AD91C5-ED94-4579-9D06-77210B376B33}"/>
              </a:ext>
            </a:extLst>
          </p:cNvPr>
          <p:cNvSpPr>
            <a:spLocks noGrp="1"/>
          </p:cNvSpPr>
          <p:nvPr>
            <p:ph type="dt" sz="half" idx="10"/>
          </p:nvPr>
        </p:nvSpPr>
        <p:spPr/>
        <p:txBody>
          <a:bodyPr/>
          <a:lstStyle/>
          <a:p>
            <a:fld id="{828FA4FF-1FBE-42EF-AE8C-49F0ABF169C5}" type="datetimeFigureOut">
              <a:rPr lang="en-US" smtClean="0"/>
              <a:t>10/23/2017</a:t>
            </a:fld>
            <a:endParaRPr lang="en-US"/>
          </a:p>
        </p:txBody>
      </p:sp>
      <p:sp>
        <p:nvSpPr>
          <p:cNvPr id="6" name="Footer Placeholder 5">
            <a:extLst>
              <a:ext uri="{FF2B5EF4-FFF2-40B4-BE49-F238E27FC236}">
                <a16:creationId xmlns:a16="http://schemas.microsoft.com/office/drawing/2014/main" id="{8F68BE19-A279-4BF1-91DA-A4F69791B1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044C8A-C295-4EBF-86F5-6E3D0BD1DD41}"/>
              </a:ext>
            </a:extLst>
          </p:cNvPr>
          <p:cNvSpPr>
            <a:spLocks noGrp="1"/>
          </p:cNvSpPr>
          <p:nvPr>
            <p:ph type="sldNum" sz="quarter" idx="12"/>
          </p:nvPr>
        </p:nvSpPr>
        <p:spPr/>
        <p:txBody>
          <a:bodyPr/>
          <a:lstStyle/>
          <a:p>
            <a:fld id="{D82AC141-E994-4317-B9DD-67BF8C1A7AC7}" type="slidenum">
              <a:rPr lang="en-US" smtClean="0"/>
              <a:t>‹#›</a:t>
            </a:fld>
            <a:endParaRPr lang="en-US"/>
          </a:p>
        </p:txBody>
      </p:sp>
    </p:spTree>
    <p:extLst>
      <p:ext uri="{BB962C8B-B14F-4D97-AF65-F5344CB8AC3E}">
        <p14:creationId xmlns:p14="http://schemas.microsoft.com/office/powerpoint/2010/main" val="1975886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12A45-259C-4465-A19E-ABB0EBC663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F2326D4-F7D7-4DF0-A66A-BF4E6EA130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CD94C9-FCCA-4127-8B7C-1837E35D3C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CF9EDEE-1ABE-4F94-AB3C-61A07D7C5CD7}"/>
              </a:ext>
            </a:extLst>
          </p:cNvPr>
          <p:cNvSpPr>
            <a:spLocks noGrp="1"/>
          </p:cNvSpPr>
          <p:nvPr>
            <p:ph type="dt" sz="half" idx="10"/>
          </p:nvPr>
        </p:nvSpPr>
        <p:spPr/>
        <p:txBody>
          <a:bodyPr/>
          <a:lstStyle/>
          <a:p>
            <a:fld id="{828FA4FF-1FBE-42EF-AE8C-49F0ABF169C5}" type="datetimeFigureOut">
              <a:rPr lang="en-US" smtClean="0"/>
              <a:t>10/23/2017</a:t>
            </a:fld>
            <a:endParaRPr lang="en-US"/>
          </a:p>
        </p:txBody>
      </p:sp>
      <p:sp>
        <p:nvSpPr>
          <p:cNvPr id="6" name="Footer Placeholder 5">
            <a:extLst>
              <a:ext uri="{FF2B5EF4-FFF2-40B4-BE49-F238E27FC236}">
                <a16:creationId xmlns:a16="http://schemas.microsoft.com/office/drawing/2014/main" id="{D42167F4-4FC2-4F28-BE23-0178B204B0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3F66F9-DC2D-430E-951F-96A088B12F87}"/>
              </a:ext>
            </a:extLst>
          </p:cNvPr>
          <p:cNvSpPr>
            <a:spLocks noGrp="1"/>
          </p:cNvSpPr>
          <p:nvPr>
            <p:ph type="sldNum" sz="quarter" idx="12"/>
          </p:nvPr>
        </p:nvSpPr>
        <p:spPr/>
        <p:txBody>
          <a:bodyPr/>
          <a:lstStyle/>
          <a:p>
            <a:fld id="{D82AC141-E994-4317-B9DD-67BF8C1A7AC7}" type="slidenum">
              <a:rPr lang="en-US" smtClean="0"/>
              <a:t>‹#›</a:t>
            </a:fld>
            <a:endParaRPr lang="en-US"/>
          </a:p>
        </p:txBody>
      </p:sp>
    </p:spTree>
    <p:extLst>
      <p:ext uri="{BB962C8B-B14F-4D97-AF65-F5344CB8AC3E}">
        <p14:creationId xmlns:p14="http://schemas.microsoft.com/office/powerpoint/2010/main" val="1669318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4CF63-6765-420A-AFD8-AEA8DCD4699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39CEDF-7297-496E-9964-ACEBC509EAD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B7F1A1-66CD-44F8-B095-1C7FB807A54F}"/>
              </a:ext>
            </a:extLst>
          </p:cNvPr>
          <p:cNvSpPr>
            <a:spLocks noGrp="1"/>
          </p:cNvSpPr>
          <p:nvPr>
            <p:ph type="dt" sz="half" idx="10"/>
          </p:nvPr>
        </p:nvSpPr>
        <p:spPr/>
        <p:txBody>
          <a:bodyPr/>
          <a:lstStyle/>
          <a:p>
            <a:fld id="{828FA4FF-1FBE-42EF-AE8C-49F0ABF169C5}" type="datetimeFigureOut">
              <a:rPr lang="en-US" smtClean="0"/>
              <a:t>10/23/2017</a:t>
            </a:fld>
            <a:endParaRPr lang="en-US"/>
          </a:p>
        </p:txBody>
      </p:sp>
      <p:sp>
        <p:nvSpPr>
          <p:cNvPr id="5" name="Footer Placeholder 4">
            <a:extLst>
              <a:ext uri="{FF2B5EF4-FFF2-40B4-BE49-F238E27FC236}">
                <a16:creationId xmlns:a16="http://schemas.microsoft.com/office/drawing/2014/main" id="{627BEBCF-14BA-4815-AEEF-3C7F427BFC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4B1F59-022C-4036-956F-99E54E393EF9}"/>
              </a:ext>
            </a:extLst>
          </p:cNvPr>
          <p:cNvSpPr>
            <a:spLocks noGrp="1"/>
          </p:cNvSpPr>
          <p:nvPr>
            <p:ph type="sldNum" sz="quarter" idx="12"/>
          </p:nvPr>
        </p:nvSpPr>
        <p:spPr/>
        <p:txBody>
          <a:bodyPr/>
          <a:lstStyle/>
          <a:p>
            <a:fld id="{D82AC141-E994-4317-B9DD-67BF8C1A7AC7}" type="slidenum">
              <a:rPr lang="en-US" smtClean="0"/>
              <a:t>‹#›</a:t>
            </a:fld>
            <a:endParaRPr lang="en-US"/>
          </a:p>
        </p:txBody>
      </p:sp>
    </p:spTree>
    <p:extLst>
      <p:ext uri="{BB962C8B-B14F-4D97-AF65-F5344CB8AC3E}">
        <p14:creationId xmlns:p14="http://schemas.microsoft.com/office/powerpoint/2010/main" val="2238275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0286ED-9DC6-45BF-8B13-3347565741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E25A9F-10B9-4D2F-AD4D-BCD30BF5D7E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AEF041-8751-4B8C-9ED6-43BFE3D65D32}"/>
              </a:ext>
            </a:extLst>
          </p:cNvPr>
          <p:cNvSpPr>
            <a:spLocks noGrp="1"/>
          </p:cNvSpPr>
          <p:nvPr>
            <p:ph type="dt" sz="half" idx="10"/>
          </p:nvPr>
        </p:nvSpPr>
        <p:spPr/>
        <p:txBody>
          <a:bodyPr/>
          <a:lstStyle/>
          <a:p>
            <a:fld id="{828FA4FF-1FBE-42EF-AE8C-49F0ABF169C5}" type="datetimeFigureOut">
              <a:rPr lang="en-US" smtClean="0"/>
              <a:t>10/23/2017</a:t>
            </a:fld>
            <a:endParaRPr lang="en-US"/>
          </a:p>
        </p:txBody>
      </p:sp>
      <p:sp>
        <p:nvSpPr>
          <p:cNvPr id="5" name="Footer Placeholder 4">
            <a:extLst>
              <a:ext uri="{FF2B5EF4-FFF2-40B4-BE49-F238E27FC236}">
                <a16:creationId xmlns:a16="http://schemas.microsoft.com/office/drawing/2014/main" id="{D4D8FE27-0393-4069-A5B4-053AE21E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9B246F-C52D-4D1D-B65A-5DA5B2311990}"/>
              </a:ext>
            </a:extLst>
          </p:cNvPr>
          <p:cNvSpPr>
            <a:spLocks noGrp="1"/>
          </p:cNvSpPr>
          <p:nvPr>
            <p:ph type="sldNum" sz="quarter" idx="12"/>
          </p:nvPr>
        </p:nvSpPr>
        <p:spPr/>
        <p:txBody>
          <a:bodyPr/>
          <a:lstStyle/>
          <a:p>
            <a:fld id="{D82AC141-E994-4317-B9DD-67BF8C1A7AC7}" type="slidenum">
              <a:rPr lang="en-US" smtClean="0"/>
              <a:t>‹#›</a:t>
            </a:fld>
            <a:endParaRPr lang="en-US"/>
          </a:p>
        </p:txBody>
      </p:sp>
    </p:spTree>
    <p:extLst>
      <p:ext uri="{BB962C8B-B14F-4D97-AF65-F5344CB8AC3E}">
        <p14:creationId xmlns:p14="http://schemas.microsoft.com/office/powerpoint/2010/main" val="2044805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D28EBF-3347-4859-917E-58404AFE8F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D9026F0-0D27-44B7-9D72-C5269C5B73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572708-10C4-4531-806E-D27C63EE94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8FA4FF-1FBE-42EF-AE8C-49F0ABF169C5}" type="datetimeFigureOut">
              <a:rPr lang="en-US" smtClean="0"/>
              <a:t>10/23/2017</a:t>
            </a:fld>
            <a:endParaRPr lang="en-US"/>
          </a:p>
        </p:txBody>
      </p:sp>
      <p:sp>
        <p:nvSpPr>
          <p:cNvPr id="5" name="Footer Placeholder 4">
            <a:extLst>
              <a:ext uri="{FF2B5EF4-FFF2-40B4-BE49-F238E27FC236}">
                <a16:creationId xmlns:a16="http://schemas.microsoft.com/office/drawing/2014/main" id="{73BF28D2-AF5F-4292-819C-D6F155709A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0A28C8C-214A-45AB-902D-6BD6FEB264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2AC141-E994-4317-B9DD-67BF8C1A7AC7}" type="slidenum">
              <a:rPr lang="en-US" smtClean="0"/>
              <a:t>‹#›</a:t>
            </a:fld>
            <a:endParaRPr lang="en-US"/>
          </a:p>
        </p:txBody>
      </p:sp>
    </p:spTree>
    <p:extLst>
      <p:ext uri="{BB962C8B-B14F-4D97-AF65-F5344CB8AC3E}">
        <p14:creationId xmlns:p14="http://schemas.microsoft.com/office/powerpoint/2010/main" val="1496700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ncbi.nlm.nih.gov/pmc/articles/PMC2743438/" TargetMode="Externa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70BC7-F1EE-4EB9-B248-7A13DC7C6A1C}"/>
              </a:ext>
            </a:extLst>
          </p:cNvPr>
          <p:cNvSpPr>
            <a:spLocks noGrp="1"/>
          </p:cNvSpPr>
          <p:nvPr>
            <p:ph type="ctrTitle"/>
          </p:nvPr>
        </p:nvSpPr>
        <p:spPr/>
        <p:txBody>
          <a:bodyPr/>
          <a:lstStyle/>
          <a:p>
            <a:r>
              <a:rPr lang="en-US" dirty="0"/>
              <a:t>Network Dynamics: How Can We Find Patients Like Us?</a:t>
            </a:r>
          </a:p>
        </p:txBody>
      </p:sp>
      <p:sp>
        <p:nvSpPr>
          <p:cNvPr id="3" name="Subtitle 2">
            <a:extLst>
              <a:ext uri="{FF2B5EF4-FFF2-40B4-BE49-F238E27FC236}">
                <a16:creationId xmlns:a16="http://schemas.microsoft.com/office/drawing/2014/main" id="{8B7ED28F-417A-4A7C-85F6-14B3F1662E14}"/>
              </a:ext>
            </a:extLst>
          </p:cNvPr>
          <p:cNvSpPr>
            <a:spLocks noGrp="1"/>
          </p:cNvSpPr>
          <p:nvPr>
            <p:ph type="subTitle" idx="1"/>
          </p:nvPr>
        </p:nvSpPr>
        <p:spPr/>
        <p:txBody>
          <a:bodyPr/>
          <a:lstStyle/>
          <a:p>
            <a:r>
              <a:rPr lang="en-US" dirty="0"/>
              <a:t>Lu YAN, </a:t>
            </a:r>
            <a:r>
              <a:rPr lang="en-US" dirty="0" err="1"/>
              <a:t>Jianping</a:t>
            </a:r>
            <a:r>
              <a:rPr lang="en-US" dirty="0"/>
              <a:t> PENG, Yong TAN</a:t>
            </a:r>
          </a:p>
          <a:p>
            <a:r>
              <a:rPr lang="en-US" dirty="0"/>
              <a:t>2015, Information Systems Research</a:t>
            </a:r>
          </a:p>
        </p:txBody>
      </p:sp>
    </p:spTree>
    <p:extLst>
      <p:ext uri="{BB962C8B-B14F-4D97-AF65-F5344CB8AC3E}">
        <p14:creationId xmlns:p14="http://schemas.microsoft.com/office/powerpoint/2010/main" val="3765031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solidFill>
            <a:schemeClr val="bg1"/>
          </a:solidFill>
          <a:ln>
            <a:noFill/>
          </a:ln>
          <a:effectLst/>
        </p:spPr>
      </p:sp>
      <p:sp>
        <p:nvSpPr>
          <p:cNvPr id="12" name="Rectangle 11">
            <a:extLst>
              <a:ext uri="{FF2B5EF4-FFF2-40B4-BE49-F238E27FC236}">
                <a16:creationId xmlns:a16="http://schemas.microsoft.com/office/drawing/2014/main" id="{A4AC5506-6312-4701-8D3C-40187889A947}"/>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3" descr="A screenshot of a cell phone&#10;&#10;Description generated with very high confidence">
            <a:extLst>
              <a:ext uri="{FF2B5EF4-FFF2-40B4-BE49-F238E27FC236}">
                <a16:creationId xmlns:a16="http://schemas.microsoft.com/office/drawing/2014/main" id="{AC409538-B27F-483F-9588-A846CE44D19F}"/>
              </a:ext>
            </a:extLst>
          </p:cNvPr>
          <p:cNvPicPr>
            <a:picLocks noGrp="1" noChangeAspect="1"/>
          </p:cNvPicPr>
          <p:nvPr>
            <p:ph idx="1"/>
          </p:nvPr>
        </p:nvPicPr>
        <p:blipFill>
          <a:blip r:embed="rId2"/>
          <a:stretch>
            <a:fillRect/>
          </a:stretch>
        </p:blipFill>
        <p:spPr>
          <a:xfrm>
            <a:off x="440265" y="2105226"/>
            <a:ext cx="11294081" cy="3105871"/>
          </a:xfrm>
          <a:prstGeom prst="rect">
            <a:avLst/>
          </a:prstGeom>
        </p:spPr>
      </p:pic>
      <p:sp>
        <p:nvSpPr>
          <p:cNvPr id="2" name="Title 1">
            <a:extLst>
              <a:ext uri="{FF2B5EF4-FFF2-40B4-BE49-F238E27FC236}">
                <a16:creationId xmlns:a16="http://schemas.microsoft.com/office/drawing/2014/main" id="{676CE5F0-07AC-48DC-BBC2-F4E75B2428B2}"/>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Know the authors</a:t>
            </a:r>
          </a:p>
        </p:txBody>
      </p:sp>
      <p:sp>
        <p:nvSpPr>
          <p:cNvPr id="5" name="Rectangle: Rounded Corners 4">
            <a:extLst>
              <a:ext uri="{FF2B5EF4-FFF2-40B4-BE49-F238E27FC236}">
                <a16:creationId xmlns:a16="http://schemas.microsoft.com/office/drawing/2014/main" id="{693EBD51-9EDF-4466-AA40-7D9C9E10836D}"/>
              </a:ext>
            </a:extLst>
          </p:cNvPr>
          <p:cNvSpPr/>
          <p:nvPr/>
        </p:nvSpPr>
        <p:spPr>
          <a:xfrm>
            <a:off x="5014452" y="4109884"/>
            <a:ext cx="1710813" cy="422787"/>
          </a:xfrm>
          <a:prstGeom prst="round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82868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B3E72-68DE-42A3-9F2C-2BAC8490AF62}"/>
              </a:ext>
            </a:extLst>
          </p:cNvPr>
          <p:cNvSpPr>
            <a:spLocks noGrp="1"/>
          </p:cNvSpPr>
          <p:nvPr>
            <p:ph type="title"/>
          </p:nvPr>
        </p:nvSpPr>
        <p:spPr/>
        <p:txBody>
          <a:bodyPr/>
          <a:lstStyle/>
          <a:p>
            <a:r>
              <a:rPr lang="en-US" dirty="0"/>
              <a:t>Yong TAN</a:t>
            </a:r>
          </a:p>
        </p:txBody>
      </p:sp>
      <p:sp>
        <p:nvSpPr>
          <p:cNvPr id="3" name="Content Placeholder 2">
            <a:extLst>
              <a:ext uri="{FF2B5EF4-FFF2-40B4-BE49-F238E27FC236}">
                <a16:creationId xmlns:a16="http://schemas.microsoft.com/office/drawing/2014/main" id="{820EDAB9-B235-48F3-89F5-31A46FC57B4A}"/>
              </a:ext>
            </a:extLst>
          </p:cNvPr>
          <p:cNvSpPr>
            <a:spLocks noGrp="1"/>
          </p:cNvSpPr>
          <p:nvPr>
            <p:ph idx="1"/>
          </p:nvPr>
        </p:nvSpPr>
        <p:spPr/>
        <p:txBody>
          <a:bodyPr>
            <a:normAutofit fontScale="85000" lnSpcReduction="20000"/>
          </a:bodyPr>
          <a:lstStyle/>
          <a:p>
            <a:r>
              <a:rPr lang="en-US" dirty="0"/>
              <a:t> “Online Cash-back Shopping: Implications for Consumers and e-Businesses,” with Y.-C. Ho and Y.-J. Ho, </a:t>
            </a:r>
            <a:r>
              <a:rPr lang="en-US" i="1" dirty="0"/>
              <a:t>Information Systems Research</a:t>
            </a:r>
            <a:r>
              <a:rPr lang="en-US" dirty="0"/>
              <a:t> 28(2) 250-264, 2017.</a:t>
            </a:r>
          </a:p>
          <a:p>
            <a:r>
              <a:rPr lang="en-US" dirty="0"/>
              <a:t> “</a:t>
            </a:r>
            <a:r>
              <a:rPr lang="en-US" dirty="0" err="1"/>
              <a:t>Influentials</a:t>
            </a:r>
            <a:r>
              <a:rPr lang="en-US" dirty="0"/>
              <a:t>, </a:t>
            </a:r>
            <a:r>
              <a:rPr lang="en-US" dirty="0" err="1"/>
              <a:t>Imitables</a:t>
            </a:r>
            <a:r>
              <a:rPr lang="en-US" dirty="0"/>
              <a:t> or </a:t>
            </a:r>
            <a:r>
              <a:rPr lang="en-US" dirty="0" err="1"/>
              <a:t>Susceptibles</a:t>
            </a:r>
            <a:r>
              <a:rPr lang="en-US" dirty="0"/>
              <a:t>? Virality and Word of Mouth Conversations in Online Social Networks,” with A. </a:t>
            </a:r>
            <a:r>
              <a:rPr lang="en-US" dirty="0" err="1"/>
              <a:t>Susarla</a:t>
            </a:r>
            <a:r>
              <a:rPr lang="en-US" dirty="0"/>
              <a:t> and C. Oh, </a:t>
            </a:r>
            <a:r>
              <a:rPr lang="en-US" i="1" dirty="0"/>
              <a:t>Journal of Management Information Systems</a:t>
            </a:r>
            <a:r>
              <a:rPr lang="en-US" dirty="0"/>
              <a:t> 33(1) 139-170, 2016.</a:t>
            </a:r>
          </a:p>
          <a:p>
            <a:r>
              <a:rPr lang="en-US" dirty="0"/>
              <a:t> “Do I Follow My Friends or the Crowd? Informational Cascades in Online Movie Ratings,” with Y.J. Lee and K. </a:t>
            </a:r>
            <a:r>
              <a:rPr lang="en-US" dirty="0" err="1"/>
              <a:t>Hosanagar</a:t>
            </a:r>
            <a:r>
              <a:rPr lang="en-US" dirty="0"/>
              <a:t>, </a:t>
            </a:r>
            <a:r>
              <a:rPr lang="en-US" i="1" dirty="0"/>
              <a:t>Management Science</a:t>
            </a:r>
            <a:r>
              <a:rPr lang="en-US" dirty="0"/>
              <a:t>, 61(9) 2241-2258, 2015.</a:t>
            </a:r>
          </a:p>
          <a:p>
            <a:r>
              <a:rPr lang="en-US" dirty="0"/>
              <a:t>  “</a:t>
            </a:r>
            <a:r>
              <a:rPr lang="en-US" dirty="0">
                <a:highlight>
                  <a:srgbClr val="FFFF00"/>
                </a:highlight>
              </a:rPr>
              <a:t>Feeling Blue? Go Online: An Empirical Study of Online Supports among Patients</a:t>
            </a:r>
            <a:r>
              <a:rPr lang="en-US" dirty="0"/>
              <a:t>,” with L. Yan, </a:t>
            </a:r>
            <a:r>
              <a:rPr lang="en-US" i="1" dirty="0"/>
              <a:t>Information Systems Research,</a:t>
            </a:r>
            <a:r>
              <a:rPr lang="en-US" dirty="0"/>
              <a:t> 25(4) 690-709, 2014.</a:t>
            </a:r>
          </a:p>
          <a:p>
            <a:r>
              <a:rPr lang="en-US" dirty="0"/>
              <a:t> “Network Effects: The Influence of Social Capital on Open Source Project Success,” with P.V. Singh and V.S. </a:t>
            </a:r>
            <a:r>
              <a:rPr lang="en-US" dirty="0" err="1"/>
              <a:t>Mookerjee</a:t>
            </a:r>
            <a:r>
              <a:rPr lang="en-US" dirty="0"/>
              <a:t>, </a:t>
            </a:r>
            <a:r>
              <a:rPr lang="en-US" i="1" dirty="0"/>
              <a:t>Management Information Systems Quarterly</a:t>
            </a:r>
            <a:r>
              <a:rPr lang="en-US" dirty="0"/>
              <a:t>, 35(4) 813-829, 2011.</a:t>
            </a:r>
          </a:p>
        </p:txBody>
      </p:sp>
    </p:spTree>
    <p:extLst>
      <p:ext uri="{BB962C8B-B14F-4D97-AF65-F5344CB8AC3E}">
        <p14:creationId xmlns:p14="http://schemas.microsoft.com/office/powerpoint/2010/main" val="2823815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C5044-AFC0-4104-8EBA-A305B76EC451}"/>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F26BEFD-C792-4F3C-A56F-287BE52A2A35}"/>
              </a:ext>
            </a:extLst>
          </p:cNvPr>
          <p:cNvSpPr>
            <a:spLocks noGrp="1"/>
          </p:cNvSpPr>
          <p:nvPr>
            <p:ph idx="1"/>
          </p:nvPr>
        </p:nvSpPr>
        <p:spPr/>
        <p:txBody>
          <a:bodyPr/>
          <a:lstStyle/>
          <a:p>
            <a:r>
              <a:rPr lang="en-US" dirty="0"/>
              <a:t>The utilization of social media in healthcare is growing</a:t>
            </a:r>
          </a:p>
          <a:p>
            <a:pPr lvl="1"/>
            <a:r>
              <a:rPr lang="en-US" dirty="0"/>
              <a:t>Patients as information contributors and consumers</a:t>
            </a:r>
          </a:p>
          <a:p>
            <a:pPr lvl="1"/>
            <a:r>
              <a:rPr lang="en-US" dirty="0"/>
              <a:t>Receive help from resources without geographical barriers</a:t>
            </a:r>
          </a:p>
          <a:p>
            <a:r>
              <a:rPr lang="en-US" dirty="0"/>
              <a:t>Most conceptual and empirical attention has concentrated on the effects of social support. However, comprehending social networks’ effects on health requires not only an understanding of how networks are functioning but also </a:t>
            </a:r>
            <a:r>
              <a:rPr lang="en-US" dirty="0">
                <a:solidFill>
                  <a:srgbClr val="FF0000"/>
                </a:solidFill>
              </a:rPr>
              <a:t>how they are formed</a:t>
            </a:r>
          </a:p>
          <a:p>
            <a:pPr lvl="1"/>
            <a:r>
              <a:rPr lang="en-US" dirty="0">
                <a:solidFill>
                  <a:srgbClr val="FF0000"/>
                </a:solidFill>
              </a:rPr>
              <a:t>The formation of social ties between patients, further, the motivational foundation for patients’ social networking behavior and the cognitive aspect of social networking</a:t>
            </a:r>
          </a:p>
          <a:p>
            <a:endParaRPr lang="en-US" dirty="0"/>
          </a:p>
        </p:txBody>
      </p:sp>
    </p:spTree>
    <p:extLst>
      <p:ext uri="{BB962C8B-B14F-4D97-AF65-F5344CB8AC3E}">
        <p14:creationId xmlns:p14="http://schemas.microsoft.com/office/powerpoint/2010/main" val="2967919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C9C96-E722-44EB-B579-BEC92D4DBAEC}"/>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FA9234BC-C39F-4EBD-95A5-119C39A9B955}"/>
              </a:ext>
            </a:extLst>
          </p:cNvPr>
          <p:cNvSpPr>
            <a:spLocks noGrp="1"/>
          </p:cNvSpPr>
          <p:nvPr>
            <p:ph idx="1"/>
          </p:nvPr>
        </p:nvSpPr>
        <p:spPr/>
        <p:txBody>
          <a:bodyPr>
            <a:normAutofit fontScale="92500" lnSpcReduction="10000"/>
          </a:bodyPr>
          <a:lstStyle/>
          <a:p>
            <a:r>
              <a:rPr lang="en-US" dirty="0"/>
              <a:t>Two plausible mechanisms&gt;&gt;&gt;</a:t>
            </a:r>
          </a:p>
          <a:p>
            <a:r>
              <a:rPr lang="en-US" b="1" dirty="0"/>
              <a:t>Homophily</a:t>
            </a:r>
            <a:r>
              <a:rPr lang="en-US" dirty="0"/>
              <a:t>: Research has shown that strategic selection behavior is a result of homophily (i.e., a preference for similarity), a concept that social scientists have identified as one of the important mechanisms for why people create, maintain, dissolve, and reconstitute communication networks (Monge and Contractor 2003).</a:t>
            </a:r>
          </a:p>
          <a:p>
            <a:pPr lvl="1"/>
            <a:r>
              <a:rPr lang="en-US" dirty="0"/>
              <a:t>Similarities in #disease, #symptoms, #drugs, and #treatments</a:t>
            </a:r>
          </a:p>
          <a:p>
            <a:r>
              <a:rPr lang="en-US" b="1" dirty="0"/>
              <a:t>Cognitive capabilities: </a:t>
            </a:r>
            <a:r>
              <a:rPr lang="en-US" dirty="0"/>
              <a:t>Despite the obvious benefits of communicating with more patients who suffer from similar health conditions, social interactions involve the </a:t>
            </a:r>
            <a:r>
              <a:rPr lang="en-US" dirty="0">
                <a:highlight>
                  <a:srgbClr val="FFFF00"/>
                </a:highlight>
              </a:rPr>
              <a:t>strain </a:t>
            </a:r>
            <a:r>
              <a:rPr lang="en-US" dirty="0"/>
              <a:t>of dealing with other individuals as well as </a:t>
            </a:r>
            <a:r>
              <a:rPr lang="en-US" dirty="0">
                <a:highlight>
                  <a:srgbClr val="FFFF00"/>
                </a:highlight>
              </a:rPr>
              <a:t>the time and effort</a:t>
            </a:r>
            <a:r>
              <a:rPr lang="en-US" dirty="0"/>
              <a:t> to contribute their own experiences and draw from the collective knowledge (Jones et al. 2004, </a:t>
            </a:r>
            <a:r>
              <a:rPr lang="en-US" dirty="0" err="1"/>
              <a:t>Wasko</a:t>
            </a:r>
            <a:r>
              <a:rPr lang="en-US" dirty="0"/>
              <a:t> and </a:t>
            </a:r>
            <a:r>
              <a:rPr lang="en-US" dirty="0" err="1"/>
              <a:t>Faraj</a:t>
            </a:r>
            <a:r>
              <a:rPr lang="en-US" dirty="0"/>
              <a:t> 2005).</a:t>
            </a:r>
          </a:p>
        </p:txBody>
      </p:sp>
    </p:spTree>
    <p:extLst>
      <p:ext uri="{BB962C8B-B14F-4D97-AF65-F5344CB8AC3E}">
        <p14:creationId xmlns:p14="http://schemas.microsoft.com/office/powerpoint/2010/main" val="164082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165BA-CBCC-491E-8792-E85C5822788E}"/>
              </a:ext>
            </a:extLst>
          </p:cNvPr>
          <p:cNvSpPr>
            <a:spLocks noGrp="1"/>
          </p:cNvSpPr>
          <p:nvPr>
            <p:ph type="title"/>
          </p:nvPr>
        </p:nvSpPr>
        <p:spPr/>
        <p:txBody>
          <a:bodyPr/>
          <a:lstStyle/>
          <a:p>
            <a:r>
              <a:rPr lang="en-US" dirty="0"/>
              <a:t>Conceptual background &amp; hypothesis</a:t>
            </a:r>
          </a:p>
        </p:txBody>
      </p:sp>
      <p:sp>
        <p:nvSpPr>
          <p:cNvPr id="3" name="Content Placeholder 2">
            <a:extLst>
              <a:ext uri="{FF2B5EF4-FFF2-40B4-BE49-F238E27FC236}">
                <a16:creationId xmlns:a16="http://schemas.microsoft.com/office/drawing/2014/main" id="{625CA88C-AD77-4FCA-B82E-4A3532523B44}"/>
              </a:ext>
            </a:extLst>
          </p:cNvPr>
          <p:cNvSpPr>
            <a:spLocks noGrp="1"/>
          </p:cNvSpPr>
          <p:nvPr>
            <p:ph idx="1"/>
          </p:nvPr>
        </p:nvSpPr>
        <p:spPr/>
        <p:txBody>
          <a:bodyPr/>
          <a:lstStyle/>
          <a:p>
            <a:r>
              <a:rPr lang="en-US" dirty="0"/>
              <a:t>Social Capital</a:t>
            </a:r>
          </a:p>
          <a:p>
            <a:pPr lvl="1"/>
            <a:r>
              <a:rPr lang="en-US" dirty="0"/>
              <a:t>Social capital resources are embedded in a social structure and in the relationships between individuals and their connections within communities (Putnam 1995).</a:t>
            </a:r>
          </a:p>
          <a:p>
            <a:r>
              <a:rPr lang="en-US" b="1" dirty="0"/>
              <a:t>Personal resources</a:t>
            </a:r>
            <a:r>
              <a:rPr lang="en-US" dirty="0"/>
              <a:t>, provided by shared health experiences, and </a:t>
            </a:r>
            <a:r>
              <a:rPr lang="en-US" b="1" dirty="0"/>
              <a:t>social resources</a:t>
            </a:r>
            <a:r>
              <a:rPr lang="en-US" dirty="0"/>
              <a:t>, provided by online connections (Lin 2001).</a:t>
            </a:r>
          </a:p>
          <a:p>
            <a:r>
              <a:rPr lang="en-US" dirty="0"/>
              <a:t>Egocentric network</a:t>
            </a:r>
          </a:p>
          <a:p>
            <a:endParaRPr lang="en-US" dirty="0"/>
          </a:p>
          <a:p>
            <a:endParaRPr lang="en-US" dirty="0"/>
          </a:p>
        </p:txBody>
      </p:sp>
      <p:sp>
        <p:nvSpPr>
          <p:cNvPr id="4" name="Oval 3">
            <a:extLst>
              <a:ext uri="{FF2B5EF4-FFF2-40B4-BE49-F238E27FC236}">
                <a16:creationId xmlns:a16="http://schemas.microsoft.com/office/drawing/2014/main" id="{8035A7FB-3619-4E40-A058-BF4BE9AF79FA}"/>
              </a:ext>
            </a:extLst>
          </p:cNvPr>
          <p:cNvSpPr>
            <a:spLocks noChangeAspect="1"/>
          </p:cNvSpPr>
          <p:nvPr/>
        </p:nvSpPr>
        <p:spPr>
          <a:xfrm>
            <a:off x="4660490" y="5496232"/>
            <a:ext cx="365760" cy="36576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484A629B-77E6-48A4-84E6-C3F8BD553FE4}"/>
              </a:ext>
            </a:extLst>
          </p:cNvPr>
          <p:cNvSpPr>
            <a:spLocks noChangeAspect="1"/>
          </p:cNvSpPr>
          <p:nvPr/>
        </p:nvSpPr>
        <p:spPr>
          <a:xfrm>
            <a:off x="3711677" y="4803058"/>
            <a:ext cx="365760" cy="3657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72BF9DE8-B64E-495B-B339-C1F614D97459}"/>
              </a:ext>
            </a:extLst>
          </p:cNvPr>
          <p:cNvSpPr>
            <a:spLocks noChangeAspect="1"/>
          </p:cNvSpPr>
          <p:nvPr/>
        </p:nvSpPr>
        <p:spPr>
          <a:xfrm>
            <a:off x="3816883" y="6131396"/>
            <a:ext cx="365760" cy="3657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FBBE98F4-487E-4A71-812D-AF62FE1CFA91}"/>
              </a:ext>
            </a:extLst>
          </p:cNvPr>
          <p:cNvSpPr>
            <a:spLocks noChangeAspect="1"/>
          </p:cNvSpPr>
          <p:nvPr/>
        </p:nvSpPr>
        <p:spPr>
          <a:xfrm>
            <a:off x="5247947" y="4837985"/>
            <a:ext cx="365760" cy="3657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C39D4543-2A33-42A2-B8DB-0025E3A78214}"/>
              </a:ext>
            </a:extLst>
          </p:cNvPr>
          <p:cNvSpPr>
            <a:spLocks noChangeAspect="1"/>
          </p:cNvSpPr>
          <p:nvPr/>
        </p:nvSpPr>
        <p:spPr>
          <a:xfrm>
            <a:off x="5432323" y="6140245"/>
            <a:ext cx="365760" cy="3657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DBCAB0EA-886A-43EF-8A36-A703C46FBBBA}"/>
              </a:ext>
            </a:extLst>
          </p:cNvPr>
          <p:cNvCxnSpPr>
            <a:stCxn id="4" idx="7"/>
            <a:endCxn id="7" idx="3"/>
          </p:cNvCxnSpPr>
          <p:nvPr/>
        </p:nvCxnSpPr>
        <p:spPr>
          <a:xfrm flipV="1">
            <a:off x="4972686" y="5150181"/>
            <a:ext cx="328825" cy="3996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13E7B0C-7B6F-41D5-BF14-910850D6FBC0}"/>
              </a:ext>
            </a:extLst>
          </p:cNvPr>
          <p:cNvCxnSpPr>
            <a:cxnSpLocks/>
            <a:stCxn id="4" idx="5"/>
            <a:endCxn id="8" idx="1"/>
          </p:cNvCxnSpPr>
          <p:nvPr/>
        </p:nvCxnSpPr>
        <p:spPr>
          <a:xfrm>
            <a:off x="4972686" y="5808428"/>
            <a:ext cx="513201" cy="38538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D83BF93-BD11-422F-8B7F-BB1ED602F35F}"/>
              </a:ext>
            </a:extLst>
          </p:cNvPr>
          <p:cNvCxnSpPr>
            <a:cxnSpLocks/>
            <a:stCxn id="5" idx="5"/>
            <a:endCxn id="4" idx="1"/>
          </p:cNvCxnSpPr>
          <p:nvPr/>
        </p:nvCxnSpPr>
        <p:spPr>
          <a:xfrm>
            <a:off x="4023873" y="5115254"/>
            <a:ext cx="690181" cy="434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E38E3BF-BA30-4CD5-B647-7082F161C0D1}"/>
              </a:ext>
            </a:extLst>
          </p:cNvPr>
          <p:cNvCxnSpPr>
            <a:cxnSpLocks/>
            <a:stCxn id="4" idx="3"/>
            <a:endCxn id="6" idx="7"/>
          </p:cNvCxnSpPr>
          <p:nvPr/>
        </p:nvCxnSpPr>
        <p:spPr>
          <a:xfrm flipH="1">
            <a:off x="4129079" y="5808428"/>
            <a:ext cx="584975" cy="376532"/>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9EEA4E7-F9B3-4F53-93D7-02602152FF09}"/>
              </a:ext>
            </a:extLst>
          </p:cNvPr>
          <p:cNvSpPr txBox="1"/>
          <p:nvPr/>
        </p:nvSpPr>
        <p:spPr>
          <a:xfrm>
            <a:off x="4975123" y="5466736"/>
            <a:ext cx="529312" cy="369332"/>
          </a:xfrm>
          <a:prstGeom prst="rect">
            <a:avLst/>
          </a:prstGeom>
          <a:noFill/>
        </p:spPr>
        <p:txBody>
          <a:bodyPr wrap="none" rtlCol="0">
            <a:spAutoFit/>
          </a:bodyPr>
          <a:lstStyle/>
          <a:p>
            <a:r>
              <a:rPr lang="en-US" dirty="0"/>
              <a:t>ego</a:t>
            </a:r>
          </a:p>
        </p:txBody>
      </p:sp>
      <p:sp>
        <p:nvSpPr>
          <p:cNvPr id="27" name="TextBox 26">
            <a:extLst>
              <a:ext uri="{FF2B5EF4-FFF2-40B4-BE49-F238E27FC236}">
                <a16:creationId xmlns:a16="http://schemas.microsoft.com/office/drawing/2014/main" id="{5BCB1A20-5E26-4DFF-B2F4-9DCD98BBEC9C}"/>
              </a:ext>
            </a:extLst>
          </p:cNvPr>
          <p:cNvSpPr txBox="1"/>
          <p:nvPr/>
        </p:nvSpPr>
        <p:spPr>
          <a:xfrm>
            <a:off x="5599472" y="4704736"/>
            <a:ext cx="618183" cy="369332"/>
          </a:xfrm>
          <a:prstGeom prst="rect">
            <a:avLst/>
          </a:prstGeom>
          <a:noFill/>
        </p:spPr>
        <p:txBody>
          <a:bodyPr wrap="none" rtlCol="0">
            <a:spAutoFit/>
          </a:bodyPr>
          <a:lstStyle/>
          <a:p>
            <a:r>
              <a:rPr lang="en-US" dirty="0"/>
              <a:t>alter</a:t>
            </a:r>
          </a:p>
        </p:txBody>
      </p:sp>
      <p:sp>
        <p:nvSpPr>
          <p:cNvPr id="28" name="TextBox 27">
            <a:extLst>
              <a:ext uri="{FF2B5EF4-FFF2-40B4-BE49-F238E27FC236}">
                <a16:creationId xmlns:a16="http://schemas.microsoft.com/office/drawing/2014/main" id="{968EAEEA-E399-4588-B792-D2E71D750BF8}"/>
              </a:ext>
            </a:extLst>
          </p:cNvPr>
          <p:cNvSpPr txBox="1"/>
          <p:nvPr/>
        </p:nvSpPr>
        <p:spPr>
          <a:xfrm>
            <a:off x="6941574" y="5338916"/>
            <a:ext cx="2644378" cy="369332"/>
          </a:xfrm>
          <a:prstGeom prst="rect">
            <a:avLst/>
          </a:prstGeom>
          <a:solidFill>
            <a:schemeClr val="accent4">
              <a:lumMod val="20000"/>
              <a:lumOff val="80000"/>
            </a:schemeClr>
          </a:solidFill>
        </p:spPr>
        <p:txBody>
          <a:bodyPr wrap="none" rtlCol="0">
            <a:spAutoFit/>
          </a:bodyPr>
          <a:lstStyle/>
          <a:p>
            <a:r>
              <a:rPr lang="en-US" dirty="0"/>
              <a:t>1-step egocentric network</a:t>
            </a:r>
          </a:p>
        </p:txBody>
      </p:sp>
    </p:spTree>
    <p:extLst>
      <p:ext uri="{BB962C8B-B14F-4D97-AF65-F5344CB8AC3E}">
        <p14:creationId xmlns:p14="http://schemas.microsoft.com/office/powerpoint/2010/main" val="669162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4A1C4-21F1-44D7-936B-E950D7867CE5}"/>
              </a:ext>
            </a:extLst>
          </p:cNvPr>
          <p:cNvSpPr>
            <a:spLocks noGrp="1"/>
          </p:cNvSpPr>
          <p:nvPr>
            <p:ph type="title"/>
          </p:nvPr>
        </p:nvSpPr>
        <p:spPr/>
        <p:txBody>
          <a:bodyPr/>
          <a:lstStyle/>
          <a:p>
            <a:r>
              <a:rPr lang="en-US" dirty="0"/>
              <a:t>Conceptual background &amp; hypothesis</a:t>
            </a:r>
          </a:p>
        </p:txBody>
      </p:sp>
      <p:sp>
        <p:nvSpPr>
          <p:cNvPr id="3" name="Content Placeholder 2">
            <a:extLst>
              <a:ext uri="{FF2B5EF4-FFF2-40B4-BE49-F238E27FC236}">
                <a16:creationId xmlns:a16="http://schemas.microsoft.com/office/drawing/2014/main" id="{2E0466C8-041D-4234-87FF-3CF02CCE5541}"/>
              </a:ext>
            </a:extLst>
          </p:cNvPr>
          <p:cNvSpPr>
            <a:spLocks noGrp="1"/>
          </p:cNvSpPr>
          <p:nvPr>
            <p:ph idx="1"/>
          </p:nvPr>
        </p:nvSpPr>
        <p:spPr/>
        <p:txBody>
          <a:bodyPr>
            <a:normAutofit fontScale="85000" lnSpcReduction="20000"/>
          </a:bodyPr>
          <a:lstStyle/>
          <a:p>
            <a:r>
              <a:rPr lang="en-US" dirty="0"/>
              <a:t>Hypothesis 1 (H1). The more experientially similar a patient (alter) is compared to the focal patient (ego), the more likely that the ego will form a social connection</a:t>
            </a:r>
          </a:p>
          <a:p>
            <a:pPr lvl="1"/>
            <a:r>
              <a:rPr lang="en-US" dirty="0"/>
              <a:t>Homophily, social comparison theory</a:t>
            </a:r>
          </a:p>
          <a:p>
            <a:pPr lvl="1"/>
            <a:r>
              <a:rPr lang="en-US" altLang="zh-CN" dirty="0">
                <a:solidFill>
                  <a:schemeClr val="accent1"/>
                </a:solidFill>
              </a:rPr>
              <a:t>#age, #gender, #state, #disease, #symptom, #drug experience, #treatment experience</a:t>
            </a:r>
            <a:endParaRPr lang="en-US" dirty="0">
              <a:solidFill>
                <a:schemeClr val="accent1"/>
              </a:solidFill>
            </a:endParaRPr>
          </a:p>
          <a:p>
            <a:r>
              <a:rPr lang="en-US" dirty="0"/>
              <a:t>Hypothesis 2A (H2A). A patient’s network expansion has a curvilinear (inverted-U) relationship with network size.</a:t>
            </a:r>
          </a:p>
          <a:p>
            <a:pPr lvl="1"/>
            <a:r>
              <a:rPr lang="en-US" dirty="0"/>
              <a:t>Cognitive limits</a:t>
            </a:r>
          </a:p>
          <a:p>
            <a:pPr lvl="1"/>
            <a:r>
              <a:rPr lang="en-US" dirty="0">
                <a:solidFill>
                  <a:schemeClr val="accent1"/>
                </a:solidFill>
              </a:rPr>
              <a:t>#network size, #network size2</a:t>
            </a:r>
          </a:p>
          <a:p>
            <a:r>
              <a:rPr lang="en-US" dirty="0"/>
              <a:t>Hypothesis 2B (H2B). The more experiential information that a patient needs to process, the less likely that she will establish new social connections.</a:t>
            </a:r>
          </a:p>
          <a:p>
            <a:pPr lvl="1"/>
            <a:r>
              <a:rPr lang="en-US" dirty="0"/>
              <a:t>Information-processing: we expect that it is less likely for a patient to </a:t>
            </a:r>
            <a:r>
              <a:rPr lang="en-US" dirty="0">
                <a:highlight>
                  <a:srgbClr val="FFFF00"/>
                </a:highlight>
              </a:rPr>
              <a:t>go beyond her current social relations</a:t>
            </a:r>
            <a:r>
              <a:rPr lang="en-US" dirty="0"/>
              <a:t> for social support when she </a:t>
            </a:r>
            <a:r>
              <a:rPr lang="en-US" dirty="0">
                <a:highlight>
                  <a:srgbClr val="FFFF00"/>
                </a:highlight>
              </a:rPr>
              <a:t>has more health conditions </a:t>
            </a:r>
            <a:r>
              <a:rPr lang="en-US" dirty="0"/>
              <a:t>to take into consideration.</a:t>
            </a:r>
          </a:p>
          <a:p>
            <a:pPr lvl="1"/>
            <a:r>
              <a:rPr lang="en-US" dirty="0">
                <a:solidFill>
                  <a:schemeClr val="accent1"/>
                </a:solidFill>
              </a:rPr>
              <a:t>#</a:t>
            </a:r>
            <a:r>
              <a:rPr lang="en-US" dirty="0" err="1">
                <a:solidFill>
                  <a:schemeClr val="accent1"/>
                </a:solidFill>
              </a:rPr>
              <a:t>info.load</a:t>
            </a:r>
            <a:r>
              <a:rPr lang="en-US" dirty="0"/>
              <a:t>: The total number of prescription drugs and treatments a patient takes</a:t>
            </a:r>
          </a:p>
          <a:p>
            <a:endParaRPr lang="en-US" dirty="0"/>
          </a:p>
        </p:txBody>
      </p:sp>
    </p:spTree>
    <p:extLst>
      <p:ext uri="{BB962C8B-B14F-4D97-AF65-F5344CB8AC3E}">
        <p14:creationId xmlns:p14="http://schemas.microsoft.com/office/powerpoint/2010/main" val="2912469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97730-FE35-48F1-AE4C-FA19938535B3}"/>
              </a:ext>
            </a:extLst>
          </p:cNvPr>
          <p:cNvSpPr>
            <a:spLocks noGrp="1"/>
          </p:cNvSpPr>
          <p:nvPr>
            <p:ph type="title"/>
          </p:nvPr>
        </p:nvSpPr>
        <p:spPr/>
        <p:txBody>
          <a:bodyPr/>
          <a:lstStyle/>
          <a:p>
            <a:r>
              <a:rPr lang="en-US" dirty="0"/>
              <a:t>Conceptual background &amp; hypothesis</a:t>
            </a:r>
          </a:p>
        </p:txBody>
      </p:sp>
      <p:sp>
        <p:nvSpPr>
          <p:cNvPr id="3" name="Content Placeholder 2">
            <a:extLst>
              <a:ext uri="{FF2B5EF4-FFF2-40B4-BE49-F238E27FC236}">
                <a16:creationId xmlns:a16="http://schemas.microsoft.com/office/drawing/2014/main" id="{89BD0006-FA13-41D6-BCBB-02B5C18CF57A}"/>
              </a:ext>
            </a:extLst>
          </p:cNvPr>
          <p:cNvSpPr>
            <a:spLocks noGrp="1"/>
          </p:cNvSpPr>
          <p:nvPr>
            <p:ph idx="1"/>
          </p:nvPr>
        </p:nvSpPr>
        <p:spPr/>
        <p:txBody>
          <a:bodyPr/>
          <a:lstStyle/>
          <a:p>
            <a:r>
              <a:rPr lang="en-US" dirty="0"/>
              <a:t>Hypothesis 3 (H3). The more embedded a patient is in the network, the less likely that she will establish new social relations.</a:t>
            </a:r>
          </a:p>
          <a:p>
            <a:pPr lvl="1"/>
            <a:r>
              <a:rPr lang="en-US" dirty="0"/>
              <a:t>Social “position”</a:t>
            </a:r>
          </a:p>
          <a:p>
            <a:pPr lvl="1"/>
            <a:r>
              <a:rPr lang="en-US" dirty="0">
                <a:solidFill>
                  <a:schemeClr val="accent1"/>
                </a:solidFill>
              </a:rPr>
              <a:t>#network embeddedness</a:t>
            </a:r>
          </a:p>
          <a:p>
            <a:pPr lvl="1"/>
            <a:r>
              <a:rPr lang="en-US" dirty="0">
                <a:highlight>
                  <a:srgbClr val="FFFF00"/>
                </a:highlight>
              </a:rPr>
              <a:t>Betweenness centrality </a:t>
            </a:r>
            <a:r>
              <a:rPr lang="en-US" dirty="0"/>
              <a:t>(key node for information dissemination, shortest paths between other node-pairs pass through this node)</a:t>
            </a:r>
          </a:p>
        </p:txBody>
      </p:sp>
      <p:sp>
        <p:nvSpPr>
          <p:cNvPr id="4" name="Oval 3">
            <a:extLst>
              <a:ext uri="{FF2B5EF4-FFF2-40B4-BE49-F238E27FC236}">
                <a16:creationId xmlns:a16="http://schemas.microsoft.com/office/drawing/2014/main" id="{8B90D5BC-5994-45B8-B638-256E305A3467}"/>
              </a:ext>
            </a:extLst>
          </p:cNvPr>
          <p:cNvSpPr>
            <a:spLocks/>
          </p:cNvSpPr>
          <p:nvPr/>
        </p:nvSpPr>
        <p:spPr>
          <a:xfrm>
            <a:off x="5009477" y="4705352"/>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A</a:t>
            </a:r>
          </a:p>
        </p:txBody>
      </p:sp>
      <p:sp>
        <p:nvSpPr>
          <p:cNvPr id="5" name="Oval 4">
            <a:extLst>
              <a:ext uri="{FF2B5EF4-FFF2-40B4-BE49-F238E27FC236}">
                <a16:creationId xmlns:a16="http://schemas.microsoft.com/office/drawing/2014/main" id="{7FC4D402-0D64-4CF8-98F7-28AFD8843705}"/>
              </a:ext>
            </a:extLst>
          </p:cNvPr>
          <p:cNvSpPr>
            <a:spLocks/>
          </p:cNvSpPr>
          <p:nvPr/>
        </p:nvSpPr>
        <p:spPr>
          <a:xfrm>
            <a:off x="6285151" y="4501243"/>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B</a:t>
            </a:r>
          </a:p>
        </p:txBody>
      </p:sp>
      <p:sp>
        <p:nvSpPr>
          <p:cNvPr id="6" name="Oval 5">
            <a:extLst>
              <a:ext uri="{FF2B5EF4-FFF2-40B4-BE49-F238E27FC236}">
                <a16:creationId xmlns:a16="http://schemas.microsoft.com/office/drawing/2014/main" id="{64E69035-C682-4046-B37C-33D9C7903DBA}"/>
              </a:ext>
            </a:extLst>
          </p:cNvPr>
          <p:cNvSpPr>
            <a:spLocks/>
          </p:cNvSpPr>
          <p:nvPr/>
        </p:nvSpPr>
        <p:spPr>
          <a:xfrm>
            <a:off x="6031638" y="5527952"/>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C</a:t>
            </a:r>
          </a:p>
        </p:txBody>
      </p:sp>
      <p:sp>
        <p:nvSpPr>
          <p:cNvPr id="7" name="Oval 6">
            <a:extLst>
              <a:ext uri="{FF2B5EF4-FFF2-40B4-BE49-F238E27FC236}">
                <a16:creationId xmlns:a16="http://schemas.microsoft.com/office/drawing/2014/main" id="{703E322C-7A5D-474D-A80E-13E41BC1F6A2}"/>
              </a:ext>
            </a:extLst>
          </p:cNvPr>
          <p:cNvSpPr>
            <a:spLocks/>
          </p:cNvSpPr>
          <p:nvPr/>
        </p:nvSpPr>
        <p:spPr>
          <a:xfrm>
            <a:off x="7844678" y="4659227"/>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E</a:t>
            </a:r>
          </a:p>
        </p:txBody>
      </p:sp>
      <p:sp>
        <p:nvSpPr>
          <p:cNvPr id="8" name="Oval 7">
            <a:extLst>
              <a:ext uri="{FF2B5EF4-FFF2-40B4-BE49-F238E27FC236}">
                <a16:creationId xmlns:a16="http://schemas.microsoft.com/office/drawing/2014/main" id="{F520F83B-65E8-4C8C-AEEE-A73E38CDEAE9}"/>
              </a:ext>
            </a:extLst>
          </p:cNvPr>
          <p:cNvSpPr>
            <a:spLocks/>
          </p:cNvSpPr>
          <p:nvPr/>
        </p:nvSpPr>
        <p:spPr>
          <a:xfrm>
            <a:off x="7026835" y="5558887"/>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D</a:t>
            </a:r>
          </a:p>
        </p:txBody>
      </p:sp>
      <p:sp>
        <p:nvSpPr>
          <p:cNvPr id="9" name="Oval 8">
            <a:extLst>
              <a:ext uri="{FF2B5EF4-FFF2-40B4-BE49-F238E27FC236}">
                <a16:creationId xmlns:a16="http://schemas.microsoft.com/office/drawing/2014/main" id="{D64788F8-C86D-4366-BCEC-9F041CBFB285}"/>
              </a:ext>
            </a:extLst>
          </p:cNvPr>
          <p:cNvSpPr>
            <a:spLocks/>
          </p:cNvSpPr>
          <p:nvPr/>
        </p:nvSpPr>
        <p:spPr>
          <a:xfrm>
            <a:off x="8401288" y="5383932"/>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F</a:t>
            </a:r>
          </a:p>
        </p:txBody>
      </p:sp>
      <p:cxnSp>
        <p:nvCxnSpPr>
          <p:cNvPr id="11" name="Straight Connector 10">
            <a:extLst>
              <a:ext uri="{FF2B5EF4-FFF2-40B4-BE49-F238E27FC236}">
                <a16:creationId xmlns:a16="http://schemas.microsoft.com/office/drawing/2014/main" id="{2933A828-3E45-4EEA-84A7-3EC6E839378E}"/>
              </a:ext>
            </a:extLst>
          </p:cNvPr>
          <p:cNvCxnSpPr>
            <a:cxnSpLocks/>
            <a:stCxn id="4" idx="5"/>
            <a:endCxn id="6" idx="1"/>
          </p:cNvCxnSpPr>
          <p:nvPr/>
        </p:nvCxnSpPr>
        <p:spPr>
          <a:xfrm>
            <a:off x="5360697" y="5053789"/>
            <a:ext cx="731201" cy="533945"/>
          </a:xfrm>
          <a:prstGeom prst="line">
            <a:avLst/>
          </a:prstGeom>
        </p:spPr>
        <p:style>
          <a:lnRef idx="1">
            <a:schemeClr val="accent2"/>
          </a:lnRef>
          <a:fillRef idx="2">
            <a:schemeClr val="accent2"/>
          </a:fillRef>
          <a:effectRef idx="1">
            <a:schemeClr val="accent2"/>
          </a:effectRef>
          <a:fontRef idx="minor">
            <a:schemeClr val="dk1"/>
          </a:fontRef>
        </p:style>
      </p:cxnSp>
      <p:cxnSp>
        <p:nvCxnSpPr>
          <p:cNvPr id="12" name="Straight Connector 11">
            <a:extLst>
              <a:ext uri="{FF2B5EF4-FFF2-40B4-BE49-F238E27FC236}">
                <a16:creationId xmlns:a16="http://schemas.microsoft.com/office/drawing/2014/main" id="{72F49C61-4FC7-4B84-803D-157FE081FF46}"/>
              </a:ext>
            </a:extLst>
          </p:cNvPr>
          <p:cNvCxnSpPr>
            <a:cxnSpLocks/>
            <a:stCxn id="4" idx="6"/>
            <a:endCxn id="5" idx="2"/>
          </p:cNvCxnSpPr>
          <p:nvPr/>
        </p:nvCxnSpPr>
        <p:spPr>
          <a:xfrm flipV="1">
            <a:off x="5420957" y="4705353"/>
            <a:ext cx="864194" cy="204109"/>
          </a:xfrm>
          <a:prstGeom prst="line">
            <a:avLst/>
          </a:prstGeom>
        </p:spPr>
        <p:style>
          <a:lnRef idx="1">
            <a:schemeClr val="accent2"/>
          </a:lnRef>
          <a:fillRef idx="2">
            <a:schemeClr val="accent2"/>
          </a:fillRef>
          <a:effectRef idx="1">
            <a:schemeClr val="accent2"/>
          </a:effectRef>
          <a:fontRef idx="minor">
            <a:schemeClr val="dk1"/>
          </a:fontRef>
        </p:style>
      </p:cxnSp>
      <p:cxnSp>
        <p:nvCxnSpPr>
          <p:cNvPr id="13" name="Straight Connector 12">
            <a:extLst>
              <a:ext uri="{FF2B5EF4-FFF2-40B4-BE49-F238E27FC236}">
                <a16:creationId xmlns:a16="http://schemas.microsoft.com/office/drawing/2014/main" id="{513C18A2-1AB9-4F08-B4B9-968697CB7220}"/>
              </a:ext>
            </a:extLst>
          </p:cNvPr>
          <p:cNvCxnSpPr>
            <a:cxnSpLocks/>
            <a:stCxn id="6" idx="6"/>
            <a:endCxn id="8" idx="2"/>
          </p:cNvCxnSpPr>
          <p:nvPr/>
        </p:nvCxnSpPr>
        <p:spPr>
          <a:xfrm>
            <a:off x="6443118" y="5732062"/>
            <a:ext cx="583717" cy="30935"/>
          </a:xfrm>
          <a:prstGeom prst="line">
            <a:avLst/>
          </a:prstGeom>
        </p:spPr>
        <p:style>
          <a:lnRef idx="1">
            <a:schemeClr val="accent2"/>
          </a:lnRef>
          <a:fillRef idx="2">
            <a:schemeClr val="accent2"/>
          </a:fillRef>
          <a:effectRef idx="1">
            <a:schemeClr val="accent2"/>
          </a:effectRef>
          <a:fontRef idx="minor">
            <a:schemeClr val="dk1"/>
          </a:fontRef>
        </p:style>
      </p:cxnSp>
      <p:cxnSp>
        <p:nvCxnSpPr>
          <p:cNvPr id="14" name="Straight Connector 13">
            <a:extLst>
              <a:ext uri="{FF2B5EF4-FFF2-40B4-BE49-F238E27FC236}">
                <a16:creationId xmlns:a16="http://schemas.microsoft.com/office/drawing/2014/main" id="{85C11133-E5DE-4FDA-A069-35D3EB9A1CD3}"/>
              </a:ext>
            </a:extLst>
          </p:cNvPr>
          <p:cNvCxnSpPr>
            <a:cxnSpLocks/>
            <a:stCxn id="6" idx="0"/>
            <a:endCxn id="5" idx="4"/>
          </p:cNvCxnSpPr>
          <p:nvPr/>
        </p:nvCxnSpPr>
        <p:spPr>
          <a:xfrm flipV="1">
            <a:off x="6237378" y="4909462"/>
            <a:ext cx="253513" cy="618490"/>
          </a:xfrm>
          <a:prstGeom prst="line">
            <a:avLst/>
          </a:prstGeom>
        </p:spPr>
        <p:style>
          <a:lnRef idx="1">
            <a:schemeClr val="accent2"/>
          </a:lnRef>
          <a:fillRef idx="2">
            <a:schemeClr val="accent2"/>
          </a:fillRef>
          <a:effectRef idx="1">
            <a:schemeClr val="accent2"/>
          </a:effectRef>
          <a:fontRef idx="minor">
            <a:schemeClr val="dk1"/>
          </a:fontRef>
        </p:style>
      </p:cxnSp>
      <p:cxnSp>
        <p:nvCxnSpPr>
          <p:cNvPr id="15" name="Straight Connector 14">
            <a:extLst>
              <a:ext uri="{FF2B5EF4-FFF2-40B4-BE49-F238E27FC236}">
                <a16:creationId xmlns:a16="http://schemas.microsoft.com/office/drawing/2014/main" id="{0F17286D-79D3-47CC-A43A-1FA8F8F813EC}"/>
              </a:ext>
            </a:extLst>
          </p:cNvPr>
          <p:cNvCxnSpPr>
            <a:cxnSpLocks/>
            <a:stCxn id="8" idx="0"/>
            <a:endCxn id="7" idx="2"/>
          </p:cNvCxnSpPr>
          <p:nvPr/>
        </p:nvCxnSpPr>
        <p:spPr>
          <a:xfrm flipV="1">
            <a:off x="7232575" y="4863337"/>
            <a:ext cx="612103" cy="695550"/>
          </a:xfrm>
          <a:prstGeom prst="line">
            <a:avLst/>
          </a:prstGeom>
        </p:spPr>
        <p:style>
          <a:lnRef idx="1">
            <a:schemeClr val="accent2"/>
          </a:lnRef>
          <a:fillRef idx="2">
            <a:schemeClr val="accent2"/>
          </a:fillRef>
          <a:effectRef idx="1">
            <a:schemeClr val="accent2"/>
          </a:effectRef>
          <a:fontRef idx="minor">
            <a:schemeClr val="dk1"/>
          </a:fontRef>
        </p:style>
      </p:cxnSp>
      <p:cxnSp>
        <p:nvCxnSpPr>
          <p:cNvPr id="17" name="Straight Connector 16">
            <a:extLst>
              <a:ext uri="{FF2B5EF4-FFF2-40B4-BE49-F238E27FC236}">
                <a16:creationId xmlns:a16="http://schemas.microsoft.com/office/drawing/2014/main" id="{DEF581D0-0DBC-4FFF-BC75-AF7488BFE07A}"/>
              </a:ext>
            </a:extLst>
          </p:cNvPr>
          <p:cNvCxnSpPr>
            <a:cxnSpLocks/>
            <a:stCxn id="8" idx="6"/>
            <a:endCxn id="9" idx="2"/>
          </p:cNvCxnSpPr>
          <p:nvPr/>
        </p:nvCxnSpPr>
        <p:spPr>
          <a:xfrm flipV="1">
            <a:off x="7438315" y="5588042"/>
            <a:ext cx="962973" cy="174955"/>
          </a:xfrm>
          <a:prstGeom prst="line">
            <a:avLst/>
          </a:prstGeom>
        </p:spPr>
        <p:style>
          <a:lnRef idx="1">
            <a:schemeClr val="accent2"/>
          </a:lnRef>
          <a:fillRef idx="2">
            <a:schemeClr val="accent2"/>
          </a:fillRef>
          <a:effectRef idx="1">
            <a:schemeClr val="accent2"/>
          </a:effectRef>
          <a:fontRef idx="minor">
            <a:schemeClr val="dk1"/>
          </a:fontRef>
        </p:style>
      </p:cxnSp>
      <p:cxnSp>
        <p:nvCxnSpPr>
          <p:cNvPr id="18" name="Straight Connector 17">
            <a:extLst>
              <a:ext uri="{FF2B5EF4-FFF2-40B4-BE49-F238E27FC236}">
                <a16:creationId xmlns:a16="http://schemas.microsoft.com/office/drawing/2014/main" id="{8A18E3DC-60D2-4567-AD6E-8A89A360F251}"/>
              </a:ext>
            </a:extLst>
          </p:cNvPr>
          <p:cNvCxnSpPr>
            <a:cxnSpLocks/>
            <a:stCxn id="7" idx="5"/>
            <a:endCxn id="9" idx="0"/>
          </p:cNvCxnSpPr>
          <p:nvPr/>
        </p:nvCxnSpPr>
        <p:spPr>
          <a:xfrm>
            <a:off x="8195898" y="5007664"/>
            <a:ext cx="411130" cy="376268"/>
          </a:xfrm>
          <a:prstGeom prst="line">
            <a:avLst/>
          </a:prstGeom>
        </p:spPr>
        <p:style>
          <a:lnRef idx="1">
            <a:schemeClr val="accent2"/>
          </a:lnRef>
          <a:fillRef idx="2">
            <a:schemeClr val="accent2"/>
          </a:fillRef>
          <a:effectRef idx="1">
            <a:schemeClr val="accent2"/>
          </a:effectRef>
          <a:fontRef idx="minor">
            <a:schemeClr val="dk1"/>
          </a:fontRef>
        </p:style>
      </p:cxnSp>
    </p:spTree>
    <p:extLst>
      <p:ext uri="{BB962C8B-B14F-4D97-AF65-F5344CB8AC3E}">
        <p14:creationId xmlns:p14="http://schemas.microsoft.com/office/powerpoint/2010/main" val="105622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877FD-C4C6-4FFF-BC29-B0CACB82A361}"/>
              </a:ext>
            </a:extLst>
          </p:cNvPr>
          <p:cNvSpPr>
            <a:spLocks noGrp="1"/>
          </p:cNvSpPr>
          <p:nvPr>
            <p:ph type="title"/>
          </p:nvPr>
        </p:nvSpPr>
        <p:spPr/>
        <p:txBody>
          <a:bodyPr/>
          <a:lstStyle/>
          <a:p>
            <a:r>
              <a:rPr lang="en-US" dirty="0"/>
              <a:t>Conceptual background &amp; hypothesis</a:t>
            </a:r>
          </a:p>
        </p:txBody>
      </p:sp>
      <p:sp>
        <p:nvSpPr>
          <p:cNvPr id="3" name="Content Placeholder 2">
            <a:extLst>
              <a:ext uri="{FF2B5EF4-FFF2-40B4-BE49-F238E27FC236}">
                <a16:creationId xmlns:a16="http://schemas.microsoft.com/office/drawing/2014/main" id="{499E0159-1429-4BF0-8C23-AC61F8176BE3}"/>
              </a:ext>
            </a:extLst>
          </p:cNvPr>
          <p:cNvSpPr>
            <a:spLocks noGrp="1"/>
          </p:cNvSpPr>
          <p:nvPr>
            <p:ph idx="1"/>
          </p:nvPr>
        </p:nvSpPr>
        <p:spPr/>
        <p:txBody>
          <a:bodyPr/>
          <a:lstStyle/>
          <a:p>
            <a:r>
              <a:rPr lang="en-US" dirty="0"/>
              <a:t>Hypothesis 4 (H4). The probability of establishing new social relations decreases with a patient’s cost to explore the network.</a:t>
            </a:r>
          </a:p>
          <a:p>
            <a:pPr lvl="1"/>
            <a:r>
              <a:rPr lang="en-US" dirty="0"/>
              <a:t>Search cost; mismatch problem</a:t>
            </a:r>
          </a:p>
          <a:p>
            <a:pPr lvl="1"/>
            <a:r>
              <a:rPr lang="en-US" dirty="0">
                <a:solidFill>
                  <a:schemeClr val="accent1"/>
                </a:solidFill>
              </a:rPr>
              <a:t>#network cost</a:t>
            </a:r>
            <a:r>
              <a:rPr lang="en-US" dirty="0"/>
              <a:t>: the shortest path between two patients</a:t>
            </a:r>
          </a:p>
          <a:p>
            <a:pPr lvl="1"/>
            <a:r>
              <a:rPr lang="en-US" dirty="0">
                <a:solidFill>
                  <a:schemeClr val="accent1"/>
                </a:solidFill>
              </a:rPr>
              <a:t>#search cost</a:t>
            </a:r>
            <a:r>
              <a:rPr lang="en-US" dirty="0"/>
              <a:t>: the </a:t>
            </a:r>
            <a:r>
              <a:rPr lang="en-US" dirty="0" err="1"/>
              <a:t>alter’s</a:t>
            </a:r>
            <a:r>
              <a:rPr lang="en-US" dirty="0"/>
              <a:t> posting activities (easy to be searched)</a:t>
            </a:r>
          </a:p>
        </p:txBody>
      </p:sp>
    </p:spTree>
    <p:extLst>
      <p:ext uri="{BB962C8B-B14F-4D97-AF65-F5344CB8AC3E}">
        <p14:creationId xmlns:p14="http://schemas.microsoft.com/office/powerpoint/2010/main" val="3783729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F8A88-F206-41ED-B6B5-D87BF21368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2196994-E697-45FE-BC4F-3A7F7C3CC1B9}"/>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EDE5FFF3-DC5C-4EE3-9BCB-C28BA13E8C1D}"/>
              </a:ext>
            </a:extLst>
          </p:cNvPr>
          <p:cNvPicPr>
            <a:picLocks noChangeAspect="1"/>
          </p:cNvPicPr>
          <p:nvPr/>
        </p:nvPicPr>
        <p:blipFill>
          <a:blip r:embed="rId2"/>
          <a:stretch>
            <a:fillRect/>
          </a:stretch>
        </p:blipFill>
        <p:spPr>
          <a:xfrm>
            <a:off x="61846" y="450169"/>
            <a:ext cx="12130154" cy="5399088"/>
          </a:xfrm>
          <a:prstGeom prst="rect">
            <a:avLst/>
          </a:prstGeom>
        </p:spPr>
      </p:pic>
    </p:spTree>
    <p:extLst>
      <p:ext uri="{BB962C8B-B14F-4D97-AF65-F5344CB8AC3E}">
        <p14:creationId xmlns:p14="http://schemas.microsoft.com/office/powerpoint/2010/main" val="2844884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B9FBA-B358-46C0-901F-63948E65DEE0}"/>
              </a:ext>
            </a:extLst>
          </p:cNvPr>
          <p:cNvSpPr>
            <a:spLocks noGrp="1"/>
          </p:cNvSpPr>
          <p:nvPr>
            <p:ph type="title"/>
          </p:nvPr>
        </p:nvSpPr>
        <p:spPr/>
        <p:txBody>
          <a:bodyPr/>
          <a:lstStyle/>
          <a:p>
            <a:r>
              <a:rPr lang="en-US" dirty="0"/>
              <a:t>Data</a:t>
            </a:r>
            <a:r>
              <a:rPr lang="en-US" altLang="zh-CN" dirty="0"/>
              <a:t>set</a:t>
            </a:r>
            <a:endParaRPr lang="en-US" dirty="0"/>
          </a:p>
        </p:txBody>
      </p:sp>
      <p:sp>
        <p:nvSpPr>
          <p:cNvPr id="3" name="Content Placeholder 2">
            <a:extLst>
              <a:ext uri="{FF2B5EF4-FFF2-40B4-BE49-F238E27FC236}">
                <a16:creationId xmlns:a16="http://schemas.microsoft.com/office/drawing/2014/main" id="{7DD8DCEC-1D91-4E6C-BF57-91E7E1FB43D4}"/>
              </a:ext>
            </a:extLst>
          </p:cNvPr>
          <p:cNvSpPr>
            <a:spLocks noGrp="1"/>
          </p:cNvSpPr>
          <p:nvPr>
            <p:ph idx="1"/>
          </p:nvPr>
        </p:nvSpPr>
        <p:spPr/>
        <p:txBody>
          <a:bodyPr/>
          <a:lstStyle/>
          <a:p>
            <a:r>
              <a:rPr lang="en-US" dirty="0"/>
              <a:t>Starting in late 2009</a:t>
            </a:r>
            <a:r>
              <a:rPr lang="en-US" dirty="0">
                <a:sym typeface="Wingdings" panose="05000000000000000000" pitchFamily="2" charset="2"/>
              </a:rPr>
              <a:t> for 4 </a:t>
            </a:r>
            <a:r>
              <a:rPr lang="en-US" altLang="zh-CN" dirty="0">
                <a:sym typeface="Wingdings" panose="05000000000000000000" pitchFamily="2" charset="2"/>
              </a:rPr>
              <a:t>months, from a community focus on mental problems (social disease, needs more social support)</a:t>
            </a:r>
            <a:endParaRPr lang="en-US" dirty="0"/>
          </a:p>
          <a:p>
            <a:r>
              <a:rPr lang="en-US" dirty="0"/>
              <a:t>Subscription network</a:t>
            </a:r>
          </a:p>
          <a:p>
            <a:r>
              <a:rPr lang="en-US" dirty="0">
                <a:sym typeface="Wingdings" panose="05000000000000000000" pitchFamily="2" charset="2"/>
              </a:rPr>
              <a:t>1322 patients, 3 time stamps</a:t>
            </a:r>
          </a:p>
          <a:p>
            <a:endParaRPr lang="en-US" dirty="0"/>
          </a:p>
        </p:txBody>
      </p:sp>
      <p:sp>
        <p:nvSpPr>
          <p:cNvPr id="4" name="Oval 3">
            <a:extLst>
              <a:ext uri="{FF2B5EF4-FFF2-40B4-BE49-F238E27FC236}">
                <a16:creationId xmlns:a16="http://schemas.microsoft.com/office/drawing/2014/main" id="{6B599E1F-10CF-4C0E-A3D8-E1ABC43DA837}"/>
              </a:ext>
            </a:extLst>
          </p:cNvPr>
          <p:cNvSpPr>
            <a:spLocks/>
          </p:cNvSpPr>
          <p:nvPr/>
        </p:nvSpPr>
        <p:spPr>
          <a:xfrm>
            <a:off x="4832496" y="5179515"/>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A</a:t>
            </a:r>
          </a:p>
        </p:txBody>
      </p:sp>
      <p:sp>
        <p:nvSpPr>
          <p:cNvPr id="5" name="Oval 4">
            <a:extLst>
              <a:ext uri="{FF2B5EF4-FFF2-40B4-BE49-F238E27FC236}">
                <a16:creationId xmlns:a16="http://schemas.microsoft.com/office/drawing/2014/main" id="{78806DD0-50C0-4B3E-8E09-2ECA3ADFA940}"/>
              </a:ext>
            </a:extLst>
          </p:cNvPr>
          <p:cNvSpPr>
            <a:spLocks/>
          </p:cNvSpPr>
          <p:nvPr/>
        </p:nvSpPr>
        <p:spPr>
          <a:xfrm>
            <a:off x="6285151" y="4501243"/>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B</a:t>
            </a:r>
          </a:p>
        </p:txBody>
      </p:sp>
      <p:sp>
        <p:nvSpPr>
          <p:cNvPr id="6" name="Oval 5">
            <a:extLst>
              <a:ext uri="{FF2B5EF4-FFF2-40B4-BE49-F238E27FC236}">
                <a16:creationId xmlns:a16="http://schemas.microsoft.com/office/drawing/2014/main" id="{236BE2AD-DCBA-4A35-93C1-146839CB5514}"/>
              </a:ext>
            </a:extLst>
          </p:cNvPr>
          <p:cNvSpPr>
            <a:spLocks/>
          </p:cNvSpPr>
          <p:nvPr/>
        </p:nvSpPr>
        <p:spPr>
          <a:xfrm>
            <a:off x="6031638" y="5527952"/>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O</a:t>
            </a:r>
          </a:p>
        </p:txBody>
      </p:sp>
      <p:sp>
        <p:nvSpPr>
          <p:cNvPr id="8" name="Oval 7">
            <a:extLst>
              <a:ext uri="{FF2B5EF4-FFF2-40B4-BE49-F238E27FC236}">
                <a16:creationId xmlns:a16="http://schemas.microsoft.com/office/drawing/2014/main" id="{C59E3C76-BC52-43CC-A2A4-AEB21335881C}"/>
              </a:ext>
            </a:extLst>
          </p:cNvPr>
          <p:cNvSpPr>
            <a:spLocks/>
          </p:cNvSpPr>
          <p:nvPr/>
        </p:nvSpPr>
        <p:spPr>
          <a:xfrm>
            <a:off x="7026835" y="5558887"/>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C</a:t>
            </a:r>
          </a:p>
        </p:txBody>
      </p:sp>
      <p:cxnSp>
        <p:nvCxnSpPr>
          <p:cNvPr id="10" name="Straight Connector 9">
            <a:extLst>
              <a:ext uri="{FF2B5EF4-FFF2-40B4-BE49-F238E27FC236}">
                <a16:creationId xmlns:a16="http://schemas.microsoft.com/office/drawing/2014/main" id="{AC1BE895-3187-4448-A27F-7BF633765B23}"/>
              </a:ext>
            </a:extLst>
          </p:cNvPr>
          <p:cNvCxnSpPr>
            <a:cxnSpLocks/>
            <a:stCxn id="4" idx="6"/>
            <a:endCxn id="6" idx="2"/>
          </p:cNvCxnSpPr>
          <p:nvPr/>
        </p:nvCxnSpPr>
        <p:spPr>
          <a:xfrm>
            <a:off x="5243976" y="5383625"/>
            <a:ext cx="787662" cy="348437"/>
          </a:xfrm>
          <a:prstGeom prst="line">
            <a:avLst/>
          </a:prstGeom>
        </p:spPr>
        <p:style>
          <a:lnRef idx="1">
            <a:schemeClr val="accent2"/>
          </a:lnRef>
          <a:fillRef idx="2">
            <a:schemeClr val="accent2"/>
          </a:fillRef>
          <a:effectRef idx="1">
            <a:schemeClr val="accent2"/>
          </a:effectRef>
          <a:fontRef idx="minor">
            <a:schemeClr val="dk1"/>
          </a:fontRef>
        </p:style>
      </p:cxnSp>
      <p:cxnSp>
        <p:nvCxnSpPr>
          <p:cNvPr id="12" name="Straight Connector 11">
            <a:extLst>
              <a:ext uri="{FF2B5EF4-FFF2-40B4-BE49-F238E27FC236}">
                <a16:creationId xmlns:a16="http://schemas.microsoft.com/office/drawing/2014/main" id="{AD4E3856-0E72-4D51-98F2-28D8F3A42B7E}"/>
              </a:ext>
            </a:extLst>
          </p:cNvPr>
          <p:cNvCxnSpPr>
            <a:cxnSpLocks/>
            <a:stCxn id="6" idx="6"/>
            <a:endCxn id="8" idx="2"/>
          </p:cNvCxnSpPr>
          <p:nvPr/>
        </p:nvCxnSpPr>
        <p:spPr>
          <a:xfrm>
            <a:off x="6443118" y="5732062"/>
            <a:ext cx="583717" cy="30935"/>
          </a:xfrm>
          <a:prstGeom prst="line">
            <a:avLst/>
          </a:prstGeom>
        </p:spPr>
        <p:style>
          <a:lnRef idx="1">
            <a:schemeClr val="accent2"/>
          </a:lnRef>
          <a:fillRef idx="2">
            <a:schemeClr val="accent2"/>
          </a:fillRef>
          <a:effectRef idx="1">
            <a:schemeClr val="accent2"/>
          </a:effectRef>
          <a:fontRef idx="minor">
            <a:schemeClr val="dk1"/>
          </a:fontRef>
        </p:style>
      </p:cxnSp>
      <p:cxnSp>
        <p:nvCxnSpPr>
          <p:cNvPr id="13" name="Straight Connector 12">
            <a:extLst>
              <a:ext uri="{FF2B5EF4-FFF2-40B4-BE49-F238E27FC236}">
                <a16:creationId xmlns:a16="http://schemas.microsoft.com/office/drawing/2014/main" id="{4A349E73-F9FA-41DF-8BCF-737FF757695B}"/>
              </a:ext>
            </a:extLst>
          </p:cNvPr>
          <p:cNvCxnSpPr>
            <a:cxnSpLocks/>
            <a:stCxn id="6" idx="0"/>
            <a:endCxn id="5" idx="4"/>
          </p:cNvCxnSpPr>
          <p:nvPr/>
        </p:nvCxnSpPr>
        <p:spPr>
          <a:xfrm flipV="1">
            <a:off x="6237378" y="4909462"/>
            <a:ext cx="253513" cy="618490"/>
          </a:xfrm>
          <a:prstGeom prst="line">
            <a:avLst/>
          </a:prstGeom>
        </p:spPr>
        <p:style>
          <a:lnRef idx="1">
            <a:schemeClr val="accent2"/>
          </a:lnRef>
          <a:fillRef idx="2">
            <a:schemeClr val="accent2"/>
          </a:fillRef>
          <a:effectRef idx="1">
            <a:schemeClr val="accent2"/>
          </a:effectRef>
          <a:fontRef idx="minor">
            <a:schemeClr val="dk1"/>
          </a:fontRef>
        </p:style>
      </p:cxnSp>
      <p:sp>
        <p:nvSpPr>
          <p:cNvPr id="20" name="TextBox 19">
            <a:extLst>
              <a:ext uri="{FF2B5EF4-FFF2-40B4-BE49-F238E27FC236}">
                <a16:creationId xmlns:a16="http://schemas.microsoft.com/office/drawing/2014/main" id="{2B1E899A-E5AA-4C89-B259-4A3E5A5492BD}"/>
              </a:ext>
            </a:extLst>
          </p:cNvPr>
          <p:cNvSpPr txBox="1"/>
          <p:nvPr/>
        </p:nvSpPr>
        <p:spPr>
          <a:xfrm>
            <a:off x="5732207" y="5938684"/>
            <a:ext cx="868443" cy="369332"/>
          </a:xfrm>
          <a:prstGeom prst="rect">
            <a:avLst/>
          </a:prstGeom>
          <a:noFill/>
        </p:spPr>
        <p:txBody>
          <a:bodyPr wrap="none" rtlCol="0">
            <a:spAutoFit/>
          </a:bodyPr>
          <a:lstStyle/>
          <a:p>
            <a:r>
              <a:rPr lang="en-US" b="1" dirty="0"/>
              <a:t>Patient</a:t>
            </a:r>
          </a:p>
        </p:txBody>
      </p:sp>
    </p:spTree>
    <p:extLst>
      <p:ext uri="{BB962C8B-B14F-4D97-AF65-F5344CB8AC3E}">
        <p14:creationId xmlns:p14="http://schemas.microsoft.com/office/powerpoint/2010/main" val="195235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9CEAE-4985-43D3-8FD2-22D14B67C7EB}"/>
              </a:ext>
            </a:extLst>
          </p:cNvPr>
          <p:cNvSpPr>
            <a:spLocks noGrp="1"/>
          </p:cNvSpPr>
          <p:nvPr>
            <p:ph type="title"/>
          </p:nvPr>
        </p:nvSpPr>
        <p:spPr>
          <a:xfrm>
            <a:off x="838200" y="365125"/>
            <a:ext cx="10515600" cy="1325563"/>
          </a:xfrm>
        </p:spPr>
        <p:txBody>
          <a:bodyPr/>
          <a:lstStyle/>
          <a:p>
            <a:r>
              <a:rPr lang="en-US"/>
              <a:t>Empirical results</a:t>
            </a:r>
            <a:endParaRPr lang="en-US" dirty="0"/>
          </a:p>
        </p:txBody>
      </p:sp>
      <p:pic>
        <p:nvPicPr>
          <p:cNvPr id="4" name="Picture 3">
            <a:extLst>
              <a:ext uri="{FF2B5EF4-FFF2-40B4-BE49-F238E27FC236}">
                <a16:creationId xmlns:a16="http://schemas.microsoft.com/office/drawing/2014/main" id="{EBC90C12-30BD-4FDF-B57A-23A364EE741A}"/>
              </a:ext>
            </a:extLst>
          </p:cNvPr>
          <p:cNvPicPr>
            <a:picLocks noChangeAspect="1"/>
          </p:cNvPicPr>
          <p:nvPr/>
        </p:nvPicPr>
        <p:blipFill>
          <a:blip r:embed="rId2"/>
          <a:stretch>
            <a:fillRect/>
          </a:stretch>
        </p:blipFill>
        <p:spPr>
          <a:xfrm>
            <a:off x="5611087" y="0"/>
            <a:ext cx="4430780" cy="6858000"/>
          </a:xfrm>
          <a:prstGeom prst="rect">
            <a:avLst/>
          </a:prstGeom>
        </p:spPr>
      </p:pic>
      <p:sp>
        <p:nvSpPr>
          <p:cNvPr id="5" name="Left Brace 4">
            <a:extLst>
              <a:ext uri="{FF2B5EF4-FFF2-40B4-BE49-F238E27FC236}">
                <a16:creationId xmlns:a16="http://schemas.microsoft.com/office/drawing/2014/main" id="{4A5B5E17-7735-45C7-A391-BAD1EF6B0935}"/>
              </a:ext>
            </a:extLst>
          </p:cNvPr>
          <p:cNvSpPr/>
          <p:nvPr/>
        </p:nvSpPr>
        <p:spPr>
          <a:xfrm>
            <a:off x="5722374" y="904568"/>
            <a:ext cx="58994" cy="1317522"/>
          </a:xfrm>
          <a:prstGeom prst="leftBrace">
            <a:avLst/>
          </a:prstGeom>
          <a:solidFill>
            <a:schemeClr val="accent2"/>
          </a:solidFill>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Left Brace 7">
            <a:extLst>
              <a:ext uri="{FF2B5EF4-FFF2-40B4-BE49-F238E27FC236}">
                <a16:creationId xmlns:a16="http://schemas.microsoft.com/office/drawing/2014/main" id="{DF6A45A0-0B11-4595-88F3-3A99FDD2AF6A}"/>
              </a:ext>
            </a:extLst>
          </p:cNvPr>
          <p:cNvSpPr/>
          <p:nvPr/>
        </p:nvSpPr>
        <p:spPr>
          <a:xfrm>
            <a:off x="5756787" y="2453149"/>
            <a:ext cx="45719" cy="299883"/>
          </a:xfrm>
          <a:prstGeom prst="leftBrace">
            <a:avLst/>
          </a:prstGeom>
          <a:solidFill>
            <a:schemeClr val="accent6"/>
          </a:solidFill>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e 8">
            <a:extLst>
              <a:ext uri="{FF2B5EF4-FFF2-40B4-BE49-F238E27FC236}">
                <a16:creationId xmlns:a16="http://schemas.microsoft.com/office/drawing/2014/main" id="{44B4DC54-8E5B-4179-B966-33958C2733EC}"/>
              </a:ext>
            </a:extLst>
          </p:cNvPr>
          <p:cNvSpPr/>
          <p:nvPr/>
        </p:nvSpPr>
        <p:spPr>
          <a:xfrm>
            <a:off x="5751871" y="2851356"/>
            <a:ext cx="45719" cy="462115"/>
          </a:xfrm>
          <a:prstGeom prst="leftBrace">
            <a:avLst/>
          </a:prstGeom>
          <a:solidFill>
            <a:schemeClr val="accent1"/>
          </a:solidFill>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760588AE-A6E6-47AA-BF9A-70534A8F6576}"/>
              </a:ext>
            </a:extLst>
          </p:cNvPr>
          <p:cNvSpPr/>
          <p:nvPr/>
        </p:nvSpPr>
        <p:spPr>
          <a:xfrm>
            <a:off x="5737123" y="3534699"/>
            <a:ext cx="63909" cy="299882"/>
          </a:xfrm>
          <a:prstGeom prst="leftBrace">
            <a:avLst/>
          </a:prstGeom>
          <a:solidFill>
            <a:srgbClr val="FF0000"/>
          </a:solidFill>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ectangle 5">
            <a:extLst>
              <a:ext uri="{FF2B5EF4-FFF2-40B4-BE49-F238E27FC236}">
                <a16:creationId xmlns:a16="http://schemas.microsoft.com/office/drawing/2014/main" id="{9A8A7D39-8058-433F-8019-808B5F98DF0A}"/>
              </a:ext>
            </a:extLst>
          </p:cNvPr>
          <p:cNvSpPr/>
          <p:nvPr/>
        </p:nvSpPr>
        <p:spPr>
          <a:xfrm>
            <a:off x="5643716" y="658761"/>
            <a:ext cx="2094271" cy="196645"/>
          </a:xfrm>
          <a:prstGeom prst="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BE5C324C-D12D-4250-A36A-D3A876DCCAA6}"/>
              </a:ext>
            </a:extLst>
          </p:cNvPr>
          <p:cNvSpPr/>
          <p:nvPr/>
        </p:nvSpPr>
        <p:spPr>
          <a:xfrm>
            <a:off x="5658464" y="2256503"/>
            <a:ext cx="2094271" cy="196645"/>
          </a:xfrm>
          <a:prstGeom prst="rect">
            <a:avLst/>
          </a:prstGeom>
          <a:noFill/>
          <a:ln w="28575">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AAA80AD1-C9E5-4A92-B987-26FF817AC771}"/>
              </a:ext>
            </a:extLst>
          </p:cNvPr>
          <p:cNvSpPr/>
          <p:nvPr/>
        </p:nvSpPr>
        <p:spPr>
          <a:xfrm>
            <a:off x="5643716" y="3834580"/>
            <a:ext cx="2094271" cy="1592826"/>
          </a:xfrm>
          <a:prstGeom prst="rect">
            <a:avLst/>
          </a:prstGeom>
          <a:noFill/>
          <a:ln w="28575">
            <a:solidFill>
              <a:schemeClr val="accent5"/>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4" name="TextBox 13">
            <a:extLst>
              <a:ext uri="{FF2B5EF4-FFF2-40B4-BE49-F238E27FC236}">
                <a16:creationId xmlns:a16="http://schemas.microsoft.com/office/drawing/2014/main" id="{1C55C43B-87AC-4A56-B1C0-AEC07A99BABD}"/>
              </a:ext>
            </a:extLst>
          </p:cNvPr>
          <p:cNvSpPr txBox="1"/>
          <p:nvPr/>
        </p:nvSpPr>
        <p:spPr>
          <a:xfrm>
            <a:off x="3942735" y="4473677"/>
            <a:ext cx="1765612" cy="369332"/>
          </a:xfrm>
          <a:prstGeom prst="rect">
            <a:avLst/>
          </a:prstGeom>
          <a:noFill/>
        </p:spPr>
        <p:txBody>
          <a:bodyPr wrap="none" rtlCol="0">
            <a:spAutoFit/>
          </a:bodyPr>
          <a:lstStyle/>
          <a:p>
            <a:r>
              <a:rPr lang="en-US" dirty="0">
                <a:solidFill>
                  <a:schemeClr val="accent1"/>
                </a:solidFill>
              </a:rPr>
              <a:t>Control variables</a:t>
            </a:r>
          </a:p>
        </p:txBody>
      </p:sp>
      <p:sp>
        <p:nvSpPr>
          <p:cNvPr id="16" name="Rectangle 15">
            <a:extLst>
              <a:ext uri="{FF2B5EF4-FFF2-40B4-BE49-F238E27FC236}">
                <a16:creationId xmlns:a16="http://schemas.microsoft.com/office/drawing/2014/main" id="{47AA4E46-1451-4DDC-ADE8-A2537020BBC3}"/>
              </a:ext>
            </a:extLst>
          </p:cNvPr>
          <p:cNvSpPr/>
          <p:nvPr/>
        </p:nvSpPr>
        <p:spPr>
          <a:xfrm>
            <a:off x="707923" y="2369574"/>
            <a:ext cx="3274142" cy="3102311"/>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US" dirty="0">
                <a:solidFill>
                  <a:schemeClr val="accent1"/>
                </a:solidFill>
              </a:rPr>
              <a:t>The effect of IV </a:t>
            </a:r>
            <a:r>
              <a:rPr lang="en-US" dirty="0">
                <a:solidFill>
                  <a:srgbClr val="FF0000"/>
                </a:solidFill>
              </a:rPr>
              <a:t>I</a:t>
            </a:r>
            <a:r>
              <a:rPr lang="en-US" dirty="0">
                <a:solidFill>
                  <a:schemeClr val="accent1"/>
                </a:solidFill>
              </a:rPr>
              <a:t> on DV depends on the value of IV </a:t>
            </a:r>
            <a:r>
              <a:rPr lang="en-US" dirty="0">
                <a:solidFill>
                  <a:srgbClr val="FF0000"/>
                </a:solidFill>
              </a:rPr>
              <a:t>II</a:t>
            </a:r>
            <a:r>
              <a:rPr lang="en-US" dirty="0">
                <a:solidFill>
                  <a:schemeClr val="accent1"/>
                </a:solidFill>
              </a:rPr>
              <a:t>.</a:t>
            </a:r>
          </a:p>
          <a:p>
            <a:r>
              <a:rPr lang="en-US" b="1" dirty="0">
                <a:solidFill>
                  <a:srgbClr val="00B0F0"/>
                </a:solidFill>
              </a:rPr>
              <a:t>Disease: </a:t>
            </a:r>
            <a:r>
              <a:rPr lang="en-US" dirty="0">
                <a:solidFill>
                  <a:srgbClr val="00B0F0"/>
                </a:solidFill>
              </a:rPr>
              <a:t>1 if diagnosed with same disease</a:t>
            </a:r>
          </a:p>
          <a:p>
            <a:r>
              <a:rPr lang="en-US" b="1" dirty="0">
                <a:solidFill>
                  <a:srgbClr val="00B0F0"/>
                </a:solidFill>
              </a:rPr>
              <a:t>Symptom: </a:t>
            </a:r>
            <a:r>
              <a:rPr lang="en-US" dirty="0">
                <a:solidFill>
                  <a:srgbClr val="00B0F0"/>
                </a:solidFill>
              </a:rPr>
              <a:t>the number of same symptoms two patients suffer</a:t>
            </a:r>
          </a:p>
          <a:p>
            <a:pPr marL="285750" indent="-285750">
              <a:buFont typeface="Arial" panose="020B0604020202020204" pitchFamily="34" charset="0"/>
              <a:buChar char="•"/>
            </a:pPr>
            <a:endParaRPr lang="en-US" dirty="0">
              <a:solidFill>
                <a:schemeClr val="accent1"/>
              </a:solidFill>
            </a:endParaRPr>
          </a:p>
          <a:p>
            <a:pPr marL="285750" indent="-285750">
              <a:buFont typeface="Arial" panose="020B0604020202020204" pitchFamily="34" charset="0"/>
              <a:buChar char="•"/>
            </a:pPr>
            <a:r>
              <a:rPr lang="en-US" dirty="0">
                <a:solidFill>
                  <a:schemeClr val="accent1"/>
                </a:solidFill>
              </a:rPr>
              <a:t>Help to see whether further categorization (Disease=0, or 1) has significant effect </a:t>
            </a:r>
          </a:p>
        </p:txBody>
      </p:sp>
      <p:sp>
        <p:nvSpPr>
          <p:cNvPr id="17" name="Rectangle 16">
            <a:extLst>
              <a:ext uri="{FF2B5EF4-FFF2-40B4-BE49-F238E27FC236}">
                <a16:creationId xmlns:a16="http://schemas.microsoft.com/office/drawing/2014/main" id="{6586103C-72BA-4A6A-9891-5EAC95D77820}"/>
              </a:ext>
            </a:extLst>
          </p:cNvPr>
          <p:cNvSpPr/>
          <p:nvPr/>
        </p:nvSpPr>
        <p:spPr>
          <a:xfrm>
            <a:off x="703007" y="1941871"/>
            <a:ext cx="3279058" cy="417871"/>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1309D65-0676-4C57-8088-7A7833F42A75}"/>
              </a:ext>
            </a:extLst>
          </p:cNvPr>
          <p:cNvSpPr txBox="1"/>
          <p:nvPr/>
        </p:nvSpPr>
        <p:spPr>
          <a:xfrm>
            <a:off x="747252" y="1956619"/>
            <a:ext cx="2381101" cy="369332"/>
          </a:xfrm>
          <a:prstGeom prst="rect">
            <a:avLst/>
          </a:prstGeom>
          <a:noFill/>
        </p:spPr>
        <p:txBody>
          <a:bodyPr wrap="none" rtlCol="0">
            <a:spAutoFit/>
          </a:bodyPr>
          <a:lstStyle/>
          <a:p>
            <a:r>
              <a:rPr lang="en-US" dirty="0"/>
              <a:t>Why interaction effect?</a:t>
            </a:r>
          </a:p>
        </p:txBody>
      </p:sp>
    </p:spTree>
    <p:extLst>
      <p:ext uri="{BB962C8B-B14F-4D97-AF65-F5344CB8AC3E}">
        <p14:creationId xmlns:p14="http://schemas.microsoft.com/office/powerpoint/2010/main" val="520332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6888D-F026-49C8-BBB3-C17698E66644}"/>
              </a:ext>
            </a:extLst>
          </p:cNvPr>
          <p:cNvSpPr>
            <a:spLocks noGrp="1"/>
          </p:cNvSpPr>
          <p:nvPr>
            <p:ph type="title"/>
          </p:nvPr>
        </p:nvSpPr>
        <p:spPr/>
        <p:txBody>
          <a:bodyPr/>
          <a:lstStyle/>
          <a:p>
            <a:r>
              <a:rPr lang="en-US" altLang="zh-CN" dirty="0"/>
              <a:t>Robustness checks</a:t>
            </a:r>
            <a:endParaRPr lang="en-US" dirty="0"/>
          </a:p>
        </p:txBody>
      </p:sp>
      <p:sp>
        <p:nvSpPr>
          <p:cNvPr id="3" name="Content Placeholder 2">
            <a:extLst>
              <a:ext uri="{FF2B5EF4-FFF2-40B4-BE49-F238E27FC236}">
                <a16:creationId xmlns:a16="http://schemas.microsoft.com/office/drawing/2014/main" id="{BB37BFC3-92D8-42E4-8076-6A5EDB4238D8}"/>
              </a:ext>
            </a:extLst>
          </p:cNvPr>
          <p:cNvSpPr>
            <a:spLocks noGrp="1"/>
          </p:cNvSpPr>
          <p:nvPr>
            <p:ph idx="1"/>
          </p:nvPr>
        </p:nvSpPr>
        <p:spPr/>
        <p:txBody>
          <a:bodyPr>
            <a:normAutofit lnSpcReduction="10000"/>
          </a:bodyPr>
          <a:lstStyle/>
          <a:p>
            <a:r>
              <a:rPr lang="en-US" altLang="zh-CN" dirty="0"/>
              <a:t>Whether the coefficients are significant after removing or adding more regressors</a:t>
            </a:r>
            <a:endParaRPr lang="en-US" dirty="0"/>
          </a:p>
          <a:p>
            <a:r>
              <a:rPr lang="en-US" dirty="0"/>
              <a:t>Other network controls</a:t>
            </a:r>
          </a:p>
          <a:p>
            <a:pPr lvl="1"/>
            <a:r>
              <a:rPr lang="en-US" dirty="0"/>
              <a:t>Transitivity: the ratio of the number of transitive triads in the existing network over the number of possible transitive triads. </a:t>
            </a:r>
            <a:r>
              <a:rPr lang="en-US" dirty="0">
                <a:sym typeface="Wingdings" panose="05000000000000000000" pitchFamily="2" charset="2"/>
              </a:rPr>
              <a:t> another measure of </a:t>
            </a:r>
            <a:r>
              <a:rPr lang="en-US" i="1" dirty="0">
                <a:sym typeface="Wingdings" panose="05000000000000000000" pitchFamily="2" charset="2"/>
              </a:rPr>
              <a:t>closeness</a:t>
            </a:r>
            <a:endParaRPr lang="en-US" dirty="0"/>
          </a:p>
          <a:p>
            <a:pPr lvl="1"/>
            <a:r>
              <a:rPr lang="en-US" dirty="0"/>
              <a:t>Structural equivalence: two actors are structurally equivalent if they have the same types of ties to the same (types of) people. </a:t>
            </a:r>
            <a:r>
              <a:rPr lang="en-US" dirty="0">
                <a:sym typeface="Wingdings" panose="05000000000000000000" pitchFamily="2" charset="2"/>
              </a:rPr>
              <a:t> </a:t>
            </a:r>
            <a:r>
              <a:rPr lang="en-US" i="1" dirty="0">
                <a:sym typeface="Wingdings" panose="05000000000000000000" pitchFamily="2" charset="2"/>
              </a:rPr>
              <a:t>dissimilarity</a:t>
            </a:r>
            <a:r>
              <a:rPr lang="en-US" dirty="0">
                <a:sym typeface="Wingdings" panose="05000000000000000000" pitchFamily="2" charset="2"/>
              </a:rPr>
              <a:t> index, another measure of dense relation</a:t>
            </a:r>
          </a:p>
          <a:p>
            <a:r>
              <a:rPr lang="en-US" dirty="0">
                <a:sym typeface="Wingdings" panose="05000000000000000000" pitchFamily="2" charset="2"/>
              </a:rPr>
              <a:t>After controlling these effect, </a:t>
            </a:r>
            <a:r>
              <a:rPr lang="en-US" dirty="0"/>
              <a:t>did not lead to statistically significantly different results.</a:t>
            </a:r>
          </a:p>
        </p:txBody>
      </p:sp>
    </p:spTree>
    <p:extLst>
      <p:ext uri="{BB962C8B-B14F-4D97-AF65-F5344CB8AC3E}">
        <p14:creationId xmlns:p14="http://schemas.microsoft.com/office/powerpoint/2010/main" val="3527319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04606-FA0D-47C4-9958-B10CA2760957}"/>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735CE644-C347-4002-AD28-D6AA63EF94E9}"/>
              </a:ext>
            </a:extLst>
          </p:cNvPr>
          <p:cNvSpPr>
            <a:spLocks noGrp="1"/>
          </p:cNvSpPr>
          <p:nvPr>
            <p:ph idx="1"/>
          </p:nvPr>
        </p:nvSpPr>
        <p:spPr/>
        <p:txBody>
          <a:bodyPr/>
          <a:lstStyle/>
          <a:p>
            <a:r>
              <a:rPr lang="en-US" dirty="0"/>
              <a:t>Our work focuses on the communication network structure and the driving factors behind its configuration dynamics.</a:t>
            </a:r>
          </a:p>
          <a:p>
            <a:pPr lvl="1"/>
            <a:r>
              <a:rPr lang="en-US" dirty="0"/>
              <a:t>Patients’ (disease) experience-based similarity</a:t>
            </a:r>
          </a:p>
          <a:p>
            <a:pPr lvl="1"/>
            <a:r>
              <a:rPr lang="en-US" dirty="0"/>
              <a:t>Cognitive capabilities </a:t>
            </a:r>
          </a:p>
          <a:p>
            <a:r>
              <a:rPr lang="en-US" dirty="0"/>
              <a:t>Our results indicate that patients are unlikely to form close connections (or cohesive groups) in online </a:t>
            </a:r>
            <a:r>
              <a:rPr lang="en-US"/>
              <a:t>healthcare communities</a:t>
            </a:r>
            <a:r>
              <a:rPr lang="en-US" dirty="0"/>
              <a:t>, as shown by </a:t>
            </a:r>
            <a:r>
              <a:rPr lang="en-US"/>
              <a:t>the significant but </a:t>
            </a:r>
            <a:r>
              <a:rPr lang="en-US" dirty="0"/>
              <a:t>negative coefficient for dense relation.</a:t>
            </a:r>
          </a:p>
        </p:txBody>
      </p:sp>
    </p:spTree>
    <p:extLst>
      <p:ext uri="{BB962C8B-B14F-4D97-AF65-F5344CB8AC3E}">
        <p14:creationId xmlns:p14="http://schemas.microsoft.com/office/powerpoint/2010/main" val="2480338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057ED-B53D-4823-B1EB-611AD29FF795}"/>
              </a:ext>
            </a:extLst>
          </p:cNvPr>
          <p:cNvSpPr>
            <a:spLocks noGrp="1"/>
          </p:cNvSpPr>
          <p:nvPr>
            <p:ph type="title"/>
          </p:nvPr>
        </p:nvSpPr>
        <p:spPr/>
        <p:txBody>
          <a:bodyPr/>
          <a:lstStyle/>
          <a:p>
            <a:r>
              <a:rPr lang="en-US" dirty="0"/>
              <a:t>Implications to our research</a:t>
            </a:r>
          </a:p>
        </p:txBody>
      </p:sp>
      <p:sp>
        <p:nvSpPr>
          <p:cNvPr id="3" name="Content Placeholder 2">
            <a:extLst>
              <a:ext uri="{FF2B5EF4-FFF2-40B4-BE49-F238E27FC236}">
                <a16:creationId xmlns:a16="http://schemas.microsoft.com/office/drawing/2014/main" id="{52D983AB-CD0E-4778-B5DD-871A75736BAD}"/>
              </a:ext>
            </a:extLst>
          </p:cNvPr>
          <p:cNvSpPr>
            <a:spLocks noGrp="1"/>
          </p:cNvSpPr>
          <p:nvPr>
            <p:ph idx="1"/>
          </p:nvPr>
        </p:nvSpPr>
        <p:spPr/>
        <p:txBody>
          <a:bodyPr/>
          <a:lstStyle/>
          <a:p>
            <a:r>
              <a:rPr lang="en-US" dirty="0"/>
              <a:t>Modeling network dynamics</a:t>
            </a:r>
          </a:p>
          <a:p>
            <a:pPr lvl="1"/>
            <a:r>
              <a:rPr lang="en-US" dirty="0"/>
              <a:t>Academic collaboration network</a:t>
            </a:r>
          </a:p>
          <a:p>
            <a:pPr lvl="1"/>
            <a:endParaRPr lang="en-US" dirty="0"/>
          </a:p>
        </p:txBody>
      </p:sp>
    </p:spTree>
    <p:extLst>
      <p:ext uri="{BB962C8B-B14F-4D97-AF65-F5344CB8AC3E}">
        <p14:creationId xmlns:p14="http://schemas.microsoft.com/office/powerpoint/2010/main" val="4172279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32FD1-11B8-42BF-BFC2-764DA6B87E8B}"/>
              </a:ext>
            </a:extLst>
          </p:cNvPr>
          <p:cNvSpPr>
            <a:spLocks noGrp="1"/>
          </p:cNvSpPr>
          <p:nvPr>
            <p:ph type="title"/>
          </p:nvPr>
        </p:nvSpPr>
        <p:spPr/>
        <p:txBody>
          <a:bodyPr/>
          <a:lstStyle/>
          <a:p>
            <a:r>
              <a:rPr lang="en-US" dirty="0"/>
              <a:t>Appendix: Random effect model &amp; Network analysis</a:t>
            </a:r>
          </a:p>
        </p:txBody>
      </p:sp>
      <p:sp>
        <p:nvSpPr>
          <p:cNvPr id="3" name="Text Placeholder 2">
            <a:extLst>
              <a:ext uri="{FF2B5EF4-FFF2-40B4-BE49-F238E27FC236}">
                <a16:creationId xmlns:a16="http://schemas.microsoft.com/office/drawing/2014/main" id="{5423032F-54BD-45E1-8CE8-E8854E21A03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27754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59654-29CF-48F9-8E13-2C745EEE081F}"/>
              </a:ext>
            </a:extLst>
          </p:cNvPr>
          <p:cNvSpPr>
            <a:spLocks noGrp="1"/>
          </p:cNvSpPr>
          <p:nvPr>
            <p:ph type="title"/>
          </p:nvPr>
        </p:nvSpPr>
        <p:spPr/>
        <p:txBody>
          <a:bodyPr/>
          <a:lstStyle/>
          <a:p>
            <a:r>
              <a:rPr lang="en-US" dirty="0"/>
              <a:t>Fixed Effects Model</a:t>
            </a:r>
          </a:p>
        </p:txBody>
      </p:sp>
      <p:sp>
        <p:nvSpPr>
          <p:cNvPr id="3" name="Content Placeholder 2">
            <a:extLst>
              <a:ext uri="{FF2B5EF4-FFF2-40B4-BE49-F238E27FC236}">
                <a16:creationId xmlns:a16="http://schemas.microsoft.com/office/drawing/2014/main" id="{E14984B1-E0A8-4C68-A906-D70F6324F133}"/>
              </a:ext>
            </a:extLst>
          </p:cNvPr>
          <p:cNvSpPr>
            <a:spLocks noGrp="1"/>
          </p:cNvSpPr>
          <p:nvPr>
            <p:ph idx="1"/>
          </p:nvPr>
        </p:nvSpPr>
        <p:spPr/>
        <p:txBody>
          <a:bodyPr/>
          <a:lstStyle/>
          <a:p>
            <a:r>
              <a:rPr lang="en-US" altLang="zh-CN" dirty="0"/>
              <a:t>(Entity) Fixed effects model: regression analysis of </a:t>
            </a:r>
            <a:r>
              <a:rPr lang="en-US" altLang="zh-CN" u="sng" dirty="0">
                <a:solidFill>
                  <a:srgbClr val="FF0000"/>
                </a:solidFill>
              </a:rPr>
              <a:t>panel data </a:t>
            </a:r>
            <a:r>
              <a:rPr lang="en-US" altLang="zh-CN" sz="2000" dirty="0">
                <a:solidFill>
                  <a:schemeClr val="accent1"/>
                </a:solidFill>
              </a:rPr>
              <a:t>(</a:t>
            </a:r>
            <a:r>
              <a:rPr lang="en-US" altLang="zh-CN" sz="2000" u="sng" dirty="0">
                <a:solidFill>
                  <a:schemeClr val="accent1"/>
                </a:solidFill>
              </a:rPr>
              <a:t>eliminate the effect of </a:t>
            </a:r>
            <a:r>
              <a:rPr lang="en-US" altLang="zh-CN" sz="2000" u="sng" dirty="0">
                <a:solidFill>
                  <a:srgbClr val="FF0000"/>
                </a:solidFill>
              </a:rPr>
              <a:t>omitted variables </a:t>
            </a:r>
            <a:r>
              <a:rPr lang="en-US" altLang="zh-CN" sz="2000" u="sng" dirty="0">
                <a:solidFill>
                  <a:schemeClr val="accent1"/>
                </a:solidFill>
              </a:rPr>
              <a:t>that differ across entities but constant over time</a:t>
            </a:r>
            <a:r>
              <a:rPr lang="en-US" altLang="zh-CN" sz="2000" dirty="0">
                <a:solidFill>
                  <a:schemeClr val="accent1"/>
                </a:solidFill>
              </a:rPr>
              <a:t>)</a:t>
            </a:r>
          </a:p>
          <a:p>
            <a:pPr lvl="1"/>
            <a:r>
              <a:rPr lang="en-US" dirty="0"/>
              <a:t>An extension of multiple regression that exploits panel data to control for variables that differ across entities but constant over time</a:t>
            </a:r>
          </a:p>
          <a:p>
            <a:pPr lvl="1"/>
            <a:endParaRPr lang="en-US" dirty="0"/>
          </a:p>
          <a:p>
            <a:pPr lvl="1"/>
            <a:endParaRPr lang="en-US" dirty="0"/>
          </a:p>
          <a:p>
            <a:pPr lvl="1"/>
            <a:endParaRPr lang="en-US" dirty="0"/>
          </a:p>
          <a:p>
            <a:pPr lvl="1"/>
            <a:endParaRPr lang="en-US" dirty="0"/>
          </a:p>
          <a:p>
            <a:pPr lvl="1"/>
            <a:endParaRPr lang="en-US" dirty="0"/>
          </a:p>
          <a:p>
            <a:r>
              <a:rPr lang="en-US" dirty="0"/>
              <a:t>Time fixed effects</a:t>
            </a:r>
          </a:p>
          <a:p>
            <a:pPr lvl="1"/>
            <a:r>
              <a:rPr lang="en-US" dirty="0"/>
              <a:t>Control for variables that are constant across entities but evolve over time</a:t>
            </a: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B67F7813-5C30-4193-90CC-700484A12797}"/>
                  </a:ext>
                </a:extLst>
              </p:cNvPr>
              <p:cNvSpPr txBox="1"/>
              <p:nvPr/>
            </p:nvSpPr>
            <p:spPr>
              <a:xfrm>
                <a:off x="4353886" y="3452070"/>
                <a:ext cx="1671933" cy="276999"/>
              </a:xfrm>
              <a:prstGeom prst="rect">
                <a:avLst/>
              </a:prstGeom>
              <a:noFill/>
            </p:spPr>
            <p:txBody>
              <a:bodyPr wrap="none" lIns="0" tIns="0" rIns="0" bIns="0" rtlCol="0">
                <a:spAutoFit/>
              </a:bodyPr>
              <a:lstStyle/>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𝑖</m:t>
                        </m:r>
                      </m:sub>
                    </m:sSub>
                  </m:oMath>
                </a14:m>
                <a:r>
                  <a:rPr lang="en-US" altLang="zh-CN" dirty="0"/>
                  <a:t>=</a:t>
                </a:r>
                <a14:m>
                  <m:oMath xmlns:m="http://schemas.openxmlformats.org/officeDocument/2006/math">
                    <m:sSub>
                      <m:sSubPr>
                        <m:ctrlPr>
                          <a:rPr lang="en-US" altLang="zh-CN" i="1" dirty="0" smtClean="0">
                            <a:latin typeface="Cambria Math" panose="02040503050406030204" pitchFamily="18" charset="0"/>
                          </a:rPr>
                        </m:ctrlPr>
                      </m:sSubPr>
                      <m:e>
                        <m:r>
                          <a:rPr lang="zh-CN" altLang="en-US" i="1" dirty="0">
                            <a:latin typeface="Cambria Math" panose="02040503050406030204" pitchFamily="18" charset="0"/>
                          </a:rPr>
                          <m:t>𝛽</m:t>
                        </m:r>
                      </m:e>
                      <m:sub>
                        <m:r>
                          <a:rPr lang="en-US" altLang="zh-CN" b="0" i="1" dirty="0" smtClean="0">
                            <a:latin typeface="Cambria Math" panose="02040503050406030204" pitchFamily="18" charset="0"/>
                          </a:rPr>
                          <m:t>0</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𝛽</m:t>
                        </m:r>
                      </m:e>
                      <m:sub>
                        <m:r>
                          <a:rPr lang="en-US" altLang="zh-CN" b="0" i="1" dirty="0" smtClean="0">
                            <a:latin typeface="Cambria Math" panose="02040503050406030204" pitchFamily="18" charset="0"/>
                          </a:rPr>
                          <m:t>1</m:t>
                        </m:r>
                      </m:sub>
                    </m:sSub>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𝑖</m:t>
                        </m:r>
                      </m:sub>
                    </m:sSub>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𝑢</m:t>
                        </m:r>
                      </m:e>
                      <m:sub>
                        <m:r>
                          <a:rPr lang="en-US" altLang="zh-CN" b="0" i="1" dirty="0" smtClean="0">
                            <a:latin typeface="Cambria Math" panose="02040503050406030204" pitchFamily="18" charset="0"/>
                          </a:rPr>
                          <m:t>𝑖</m:t>
                        </m:r>
                      </m:sub>
                    </m:sSub>
                  </m:oMath>
                </a14:m>
                <a:endParaRPr lang="zh-CN" altLang="en-US" dirty="0"/>
              </a:p>
            </p:txBody>
          </p:sp>
        </mc:Choice>
        <mc:Fallback>
          <p:sp>
            <p:nvSpPr>
              <p:cNvPr id="4" name="文本框 3">
                <a:extLst>
                  <a:ext uri="{FF2B5EF4-FFF2-40B4-BE49-F238E27FC236}">
                    <a16:creationId xmlns:a16="http://schemas.microsoft.com/office/drawing/2014/main" id="{B67F7813-5C30-4193-90CC-700484A12797}"/>
                  </a:ext>
                </a:extLst>
              </p:cNvPr>
              <p:cNvSpPr txBox="1">
                <a:spLocks noRot="1" noChangeAspect="1" noMove="1" noResize="1" noEditPoints="1" noAdjustHandles="1" noChangeArrowheads="1" noChangeShapeType="1" noTextEdit="1"/>
              </p:cNvSpPr>
              <p:nvPr/>
            </p:nvSpPr>
            <p:spPr>
              <a:xfrm>
                <a:off x="4353886" y="3452070"/>
                <a:ext cx="1671933" cy="276999"/>
              </a:xfrm>
              <a:prstGeom prst="rect">
                <a:avLst/>
              </a:prstGeom>
              <a:blipFill>
                <a:blip r:embed="rId2"/>
                <a:stretch>
                  <a:fillRect l="-4745" t="-28261" r="-2920" b="-500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59DB76B9-FD0C-405E-AD11-AA71E2BB5427}"/>
                  </a:ext>
                </a:extLst>
              </p:cNvPr>
              <p:cNvSpPr txBox="1"/>
              <p:nvPr/>
            </p:nvSpPr>
            <p:spPr>
              <a:xfrm>
                <a:off x="4353886" y="3891809"/>
                <a:ext cx="2601290" cy="276999"/>
              </a:xfrm>
              <a:prstGeom prst="rect">
                <a:avLst/>
              </a:prstGeom>
              <a:noFill/>
            </p:spPr>
            <p:txBody>
              <a:bodyPr wrap="none" lIns="0" tIns="0" rIns="0" bIns="0" rtlCol="0">
                <a:spAutoFit/>
              </a:bodyPr>
              <a:lstStyle/>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𝑖𝑡</m:t>
                        </m:r>
                      </m:sub>
                    </m:sSub>
                  </m:oMath>
                </a14:m>
                <a:r>
                  <a:rPr lang="en-US" altLang="zh-CN" dirty="0"/>
                  <a:t>=</a:t>
                </a:r>
                <a14:m>
                  <m:oMath xmlns:m="http://schemas.openxmlformats.org/officeDocument/2006/math">
                    <m:sSub>
                      <m:sSubPr>
                        <m:ctrlPr>
                          <a:rPr lang="en-US" altLang="zh-CN" i="1" dirty="0" smtClean="0">
                            <a:solidFill>
                              <a:srgbClr val="FF0000"/>
                            </a:solidFill>
                            <a:latin typeface="Cambria Math" panose="02040503050406030204" pitchFamily="18" charset="0"/>
                          </a:rPr>
                        </m:ctrlPr>
                      </m:sSubPr>
                      <m:e>
                        <m:r>
                          <a:rPr lang="zh-CN" altLang="en-US" i="1" dirty="0">
                            <a:solidFill>
                              <a:srgbClr val="FF0000"/>
                            </a:solidFill>
                            <a:latin typeface="Cambria Math" panose="02040503050406030204" pitchFamily="18" charset="0"/>
                          </a:rPr>
                          <m:t>𝛽</m:t>
                        </m:r>
                      </m:e>
                      <m:sub>
                        <m:r>
                          <a:rPr lang="en-US" altLang="zh-CN" b="0" i="1" dirty="0" smtClean="0">
                            <a:solidFill>
                              <a:srgbClr val="FF0000"/>
                            </a:solidFill>
                            <a:latin typeface="Cambria Math" panose="02040503050406030204" pitchFamily="18" charset="0"/>
                          </a:rPr>
                          <m:t>0</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𝛽</m:t>
                        </m:r>
                      </m:e>
                      <m:sub>
                        <m:r>
                          <a:rPr lang="en-US" altLang="zh-CN" b="0" i="1" dirty="0" smtClean="0">
                            <a:latin typeface="Cambria Math" panose="02040503050406030204" pitchFamily="18" charset="0"/>
                          </a:rPr>
                          <m:t>1</m:t>
                        </m:r>
                      </m:sub>
                    </m:sSub>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𝑖𝑡</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m:t>
                        </m:r>
                        <m:sSub>
                          <m:sSubPr>
                            <m:ctrlPr>
                              <a:rPr lang="en-US" altLang="zh-CN" i="1" dirty="0" smtClean="0">
                                <a:solidFill>
                                  <a:srgbClr val="FF0000"/>
                                </a:solidFill>
                                <a:effectLst>
                                  <a:outerShdw blurRad="38100" dist="38100" dir="2700000" algn="tl">
                                    <a:srgbClr val="000000">
                                      <a:alpha val="43137"/>
                                    </a:srgbClr>
                                  </a:outerShdw>
                                </a:effectLst>
                                <a:latin typeface="Cambria Math" panose="02040503050406030204" pitchFamily="18" charset="0"/>
                              </a:rPr>
                            </m:ctrlPr>
                          </m:sSubPr>
                          <m:e>
                            <m:r>
                              <a:rPr lang="zh-CN" altLang="en-US" i="1" dirty="0">
                                <a:solidFill>
                                  <a:srgbClr val="FF0000"/>
                                </a:solidFill>
                                <a:effectLst>
                                  <a:outerShdw blurRad="38100" dist="38100" dir="2700000" algn="tl">
                                    <a:srgbClr val="000000">
                                      <a:alpha val="43137"/>
                                    </a:srgbClr>
                                  </a:outerShdw>
                                </a:effectLst>
                                <a:latin typeface="Cambria Math" panose="02040503050406030204" pitchFamily="18" charset="0"/>
                              </a:rPr>
                              <m:t>𝛽</m:t>
                            </m:r>
                          </m:e>
                          <m:sub>
                            <m:r>
                              <a:rPr lang="en-US" altLang="zh-CN" b="0" i="1" dirty="0" smtClean="0">
                                <a:solidFill>
                                  <a:srgbClr val="FF0000"/>
                                </a:solidFill>
                                <a:effectLst>
                                  <a:outerShdw blurRad="38100" dist="38100" dir="2700000" algn="tl">
                                    <a:srgbClr val="000000">
                                      <a:alpha val="43137"/>
                                    </a:srgbClr>
                                  </a:outerShdw>
                                </a:effectLst>
                                <a:latin typeface="Cambria Math" panose="02040503050406030204" pitchFamily="18" charset="0"/>
                              </a:rPr>
                              <m:t>2</m:t>
                            </m:r>
                          </m:sub>
                        </m:sSub>
                        <m:sSub>
                          <m:sSubPr>
                            <m:ctrlPr>
                              <a:rPr lang="en-US" altLang="zh-CN" i="1" dirty="0">
                                <a:solidFill>
                                  <a:srgbClr val="FF0000"/>
                                </a:solidFill>
                                <a:effectLst>
                                  <a:outerShdw blurRad="38100" dist="38100" dir="2700000" algn="tl">
                                    <a:srgbClr val="000000">
                                      <a:alpha val="43137"/>
                                    </a:srgbClr>
                                  </a:outerShdw>
                                </a:effectLst>
                                <a:latin typeface="Cambria Math" panose="02040503050406030204" pitchFamily="18" charset="0"/>
                              </a:rPr>
                            </m:ctrlPr>
                          </m:sSubPr>
                          <m:e>
                            <m:r>
                              <a:rPr lang="en-US" altLang="zh-CN" b="0" i="1" dirty="0" smtClean="0">
                                <a:solidFill>
                                  <a:srgbClr val="FF0000"/>
                                </a:solidFill>
                                <a:effectLst>
                                  <a:outerShdw blurRad="38100" dist="38100" dir="2700000" algn="tl">
                                    <a:srgbClr val="000000">
                                      <a:alpha val="43137"/>
                                    </a:srgbClr>
                                  </a:outerShdw>
                                </a:effectLst>
                                <a:latin typeface="Cambria Math" panose="02040503050406030204" pitchFamily="18" charset="0"/>
                              </a:rPr>
                              <m:t>𝑍</m:t>
                            </m:r>
                          </m:e>
                          <m:sub>
                            <m:r>
                              <a:rPr lang="en-US" altLang="zh-CN" i="1" dirty="0">
                                <a:solidFill>
                                  <a:srgbClr val="FF0000"/>
                                </a:solidFill>
                                <a:effectLst>
                                  <a:outerShdw blurRad="38100" dist="38100" dir="2700000" algn="tl">
                                    <a:srgbClr val="000000">
                                      <a:alpha val="43137"/>
                                    </a:srgbClr>
                                  </a:outerShdw>
                                </a:effectLst>
                                <a:latin typeface="Cambria Math" panose="02040503050406030204" pitchFamily="18" charset="0"/>
                              </a:rPr>
                              <m:t>𝑖</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𝑢</m:t>
                        </m:r>
                      </m:e>
                      <m:sub>
                        <m:r>
                          <a:rPr lang="en-US" altLang="zh-CN" b="0" i="1" dirty="0" smtClean="0">
                            <a:latin typeface="Cambria Math" panose="02040503050406030204" pitchFamily="18" charset="0"/>
                          </a:rPr>
                          <m:t>𝑖𝑡</m:t>
                        </m:r>
                      </m:sub>
                    </m:sSub>
                  </m:oMath>
                </a14:m>
                <a:endParaRPr lang="zh-CN" altLang="en-US" dirty="0"/>
              </a:p>
            </p:txBody>
          </p:sp>
        </mc:Choice>
        <mc:Fallback>
          <p:sp>
            <p:nvSpPr>
              <p:cNvPr id="5" name="文本框 4">
                <a:extLst>
                  <a:ext uri="{FF2B5EF4-FFF2-40B4-BE49-F238E27FC236}">
                    <a16:creationId xmlns:a16="http://schemas.microsoft.com/office/drawing/2014/main" id="{59DB76B9-FD0C-405E-AD11-AA71E2BB5427}"/>
                  </a:ext>
                </a:extLst>
              </p:cNvPr>
              <p:cNvSpPr txBox="1">
                <a:spLocks noRot="1" noChangeAspect="1" noMove="1" noResize="1" noEditPoints="1" noAdjustHandles="1" noChangeArrowheads="1" noChangeShapeType="1" noTextEdit="1"/>
              </p:cNvSpPr>
              <p:nvPr/>
            </p:nvSpPr>
            <p:spPr>
              <a:xfrm>
                <a:off x="4353886" y="3891809"/>
                <a:ext cx="2601290" cy="276999"/>
              </a:xfrm>
              <a:prstGeom prst="rect">
                <a:avLst/>
              </a:prstGeom>
              <a:blipFill>
                <a:blip r:embed="rId3"/>
                <a:stretch>
                  <a:fillRect l="-3044" t="-28261" r="-1171" b="-5000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C94F9451-566A-4280-B3DE-19F67598C88B}"/>
                  </a:ext>
                </a:extLst>
              </p:cNvPr>
              <p:cNvSpPr txBox="1"/>
              <p:nvPr/>
            </p:nvSpPr>
            <p:spPr>
              <a:xfrm>
                <a:off x="4353886" y="4331549"/>
                <a:ext cx="1861343" cy="276999"/>
              </a:xfrm>
              <a:prstGeom prst="rect">
                <a:avLst/>
              </a:prstGeom>
              <a:noFill/>
            </p:spPr>
            <p:txBody>
              <a:bodyPr wrap="none" lIns="0" tIns="0" rIns="0" bIns="0" rtlCol="0">
                <a:spAutoFit/>
              </a:bodyPr>
              <a:lstStyle/>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𝑖𝑡</m:t>
                        </m:r>
                      </m:sub>
                    </m:sSub>
                  </m:oMath>
                </a14:m>
                <a:r>
                  <a:rPr lang="en-US" altLang="zh-CN" dirty="0"/>
                  <a:t>=</a:t>
                </a:r>
                <a14:m>
                  <m:oMath xmlns:m="http://schemas.openxmlformats.org/officeDocument/2006/math">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𝛽</m:t>
                        </m:r>
                      </m:e>
                      <m:sub>
                        <m:r>
                          <a:rPr lang="en-US" altLang="zh-CN" b="0" i="1" dirty="0" smtClean="0">
                            <a:latin typeface="Cambria Math" panose="02040503050406030204" pitchFamily="18" charset="0"/>
                          </a:rPr>
                          <m:t>1</m:t>
                        </m:r>
                      </m:sub>
                    </m:sSub>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𝑖𝑡</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m:t>
                        </m:r>
                        <m:sSub>
                          <m:sSubPr>
                            <m:ctrlPr>
                              <a:rPr lang="en-US" altLang="zh-CN" i="1" dirty="0" smtClean="0">
                                <a:solidFill>
                                  <a:srgbClr val="FF0000"/>
                                </a:solidFill>
                                <a:latin typeface="Cambria Math" panose="02040503050406030204" pitchFamily="18" charset="0"/>
                              </a:rPr>
                            </m:ctrlPr>
                          </m:sSubPr>
                          <m:e>
                            <m:r>
                              <a:rPr lang="zh-CN" altLang="en-US" b="0" i="1" dirty="0" smtClean="0">
                                <a:solidFill>
                                  <a:srgbClr val="FF0000"/>
                                </a:solidFill>
                                <a:latin typeface="Cambria Math" panose="02040503050406030204" pitchFamily="18" charset="0"/>
                              </a:rPr>
                              <m:t>𝛼</m:t>
                            </m:r>
                          </m:e>
                          <m:sub>
                            <m:r>
                              <a:rPr lang="en-US" altLang="zh-CN" i="1" dirty="0">
                                <a:solidFill>
                                  <a:srgbClr val="FF0000"/>
                                </a:solidFill>
                                <a:latin typeface="Cambria Math" panose="02040503050406030204" pitchFamily="18" charset="0"/>
                              </a:rPr>
                              <m:t>𝑖</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𝑢</m:t>
                        </m:r>
                      </m:e>
                      <m:sub>
                        <m:r>
                          <a:rPr lang="en-US" altLang="zh-CN" b="0" i="1" dirty="0" smtClean="0">
                            <a:latin typeface="Cambria Math" panose="02040503050406030204" pitchFamily="18" charset="0"/>
                          </a:rPr>
                          <m:t>𝑖𝑡</m:t>
                        </m:r>
                      </m:sub>
                    </m:sSub>
                  </m:oMath>
                </a14:m>
                <a:endParaRPr lang="zh-CN" altLang="en-US" dirty="0"/>
              </a:p>
            </p:txBody>
          </p:sp>
        </mc:Choice>
        <mc:Fallback>
          <p:sp>
            <p:nvSpPr>
              <p:cNvPr id="6" name="文本框 5">
                <a:extLst>
                  <a:ext uri="{FF2B5EF4-FFF2-40B4-BE49-F238E27FC236}">
                    <a16:creationId xmlns:a16="http://schemas.microsoft.com/office/drawing/2014/main" id="{C94F9451-566A-4280-B3DE-19F67598C88B}"/>
                  </a:ext>
                </a:extLst>
              </p:cNvPr>
              <p:cNvSpPr txBox="1">
                <a:spLocks noRot="1" noChangeAspect="1" noMove="1" noResize="1" noEditPoints="1" noAdjustHandles="1" noChangeArrowheads="1" noChangeShapeType="1" noTextEdit="1"/>
              </p:cNvSpPr>
              <p:nvPr/>
            </p:nvSpPr>
            <p:spPr>
              <a:xfrm>
                <a:off x="4353886" y="4331549"/>
                <a:ext cx="1861343" cy="276999"/>
              </a:xfrm>
              <a:prstGeom prst="rect">
                <a:avLst/>
              </a:prstGeom>
              <a:blipFill>
                <a:blip r:embed="rId4"/>
                <a:stretch>
                  <a:fillRect l="-4248" t="-28889" r="-2288" b="-51111"/>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8FB6C670-3D3D-4C06-B1AD-71796519F726}"/>
              </a:ext>
            </a:extLst>
          </p:cNvPr>
          <p:cNvSpPr txBox="1"/>
          <p:nvPr/>
        </p:nvSpPr>
        <p:spPr>
          <a:xfrm>
            <a:off x="2504918" y="3409815"/>
            <a:ext cx="1848968" cy="369332"/>
          </a:xfrm>
          <a:prstGeom prst="rect">
            <a:avLst/>
          </a:prstGeom>
          <a:noFill/>
        </p:spPr>
        <p:txBody>
          <a:bodyPr wrap="none" rtlCol="0">
            <a:spAutoFit/>
          </a:bodyPr>
          <a:lstStyle/>
          <a:p>
            <a:r>
              <a:rPr lang="en-US" altLang="zh-CN" dirty="0">
                <a:solidFill>
                  <a:schemeClr val="accent2"/>
                </a:solidFill>
              </a:rPr>
              <a:t>Linear regression:</a:t>
            </a:r>
            <a:endParaRPr lang="zh-CN" altLang="en-US" dirty="0">
              <a:solidFill>
                <a:schemeClr val="accent2"/>
              </a:solidFill>
            </a:endParaRPr>
          </a:p>
        </p:txBody>
      </p:sp>
      <p:sp>
        <p:nvSpPr>
          <p:cNvPr id="8" name="文本框 7">
            <a:extLst>
              <a:ext uri="{FF2B5EF4-FFF2-40B4-BE49-F238E27FC236}">
                <a16:creationId xmlns:a16="http://schemas.microsoft.com/office/drawing/2014/main" id="{C226FD02-A4E2-4AF1-AF92-0E78AD1E63EA}"/>
              </a:ext>
            </a:extLst>
          </p:cNvPr>
          <p:cNvSpPr txBox="1"/>
          <p:nvPr/>
        </p:nvSpPr>
        <p:spPr>
          <a:xfrm>
            <a:off x="2080378" y="3840955"/>
            <a:ext cx="2273508" cy="369332"/>
          </a:xfrm>
          <a:prstGeom prst="rect">
            <a:avLst/>
          </a:prstGeom>
          <a:noFill/>
        </p:spPr>
        <p:txBody>
          <a:bodyPr wrap="none" rtlCol="0">
            <a:spAutoFit/>
          </a:bodyPr>
          <a:lstStyle/>
          <a:p>
            <a:r>
              <a:rPr lang="en-US" altLang="zh-CN" dirty="0">
                <a:solidFill>
                  <a:schemeClr val="accent2"/>
                </a:solidFill>
              </a:rPr>
              <a:t>Unobserved variables:</a:t>
            </a:r>
            <a:endParaRPr lang="zh-CN" altLang="en-US" dirty="0">
              <a:solidFill>
                <a:schemeClr val="accent2"/>
              </a:solidFill>
            </a:endParaRPr>
          </a:p>
        </p:txBody>
      </p:sp>
      <p:sp>
        <p:nvSpPr>
          <p:cNvPr id="9" name="文本框 8">
            <a:extLst>
              <a:ext uri="{FF2B5EF4-FFF2-40B4-BE49-F238E27FC236}">
                <a16:creationId xmlns:a16="http://schemas.microsoft.com/office/drawing/2014/main" id="{3A1A5590-9DD0-488E-BE46-12B6DE88D6F8}"/>
              </a:ext>
            </a:extLst>
          </p:cNvPr>
          <p:cNvSpPr txBox="1"/>
          <p:nvPr/>
        </p:nvSpPr>
        <p:spPr>
          <a:xfrm>
            <a:off x="2289025" y="4300774"/>
            <a:ext cx="2100255" cy="369332"/>
          </a:xfrm>
          <a:prstGeom prst="rect">
            <a:avLst/>
          </a:prstGeom>
          <a:noFill/>
        </p:spPr>
        <p:txBody>
          <a:bodyPr wrap="none" rtlCol="0">
            <a:spAutoFit/>
          </a:bodyPr>
          <a:lstStyle/>
          <a:p>
            <a:r>
              <a:rPr lang="en-US" altLang="zh-CN" b="1" dirty="0">
                <a:solidFill>
                  <a:schemeClr val="accent2"/>
                </a:solidFill>
              </a:rPr>
              <a:t>Fixed effects model</a:t>
            </a:r>
            <a:r>
              <a:rPr lang="en-US" altLang="zh-CN" dirty="0">
                <a:solidFill>
                  <a:schemeClr val="accent2"/>
                </a:solidFill>
              </a:rPr>
              <a:t>:</a:t>
            </a:r>
            <a:endParaRPr lang="zh-CN" altLang="en-US" dirty="0">
              <a:solidFill>
                <a:schemeClr val="accent2"/>
              </a:solidFill>
            </a:endParaRPr>
          </a:p>
        </p:txBody>
      </p:sp>
      <mc:AlternateContent xmlns:mc="http://schemas.openxmlformats.org/markup-compatibility/2006">
        <mc:Choice xmlns:a14="http://schemas.microsoft.com/office/drawing/2010/main" Requires="a14">
          <p:sp>
            <p:nvSpPr>
              <p:cNvPr id="10" name="矩形 9">
                <a:extLst>
                  <a:ext uri="{FF2B5EF4-FFF2-40B4-BE49-F238E27FC236}">
                    <a16:creationId xmlns:a16="http://schemas.microsoft.com/office/drawing/2014/main" id="{817D1389-9E0D-4CB2-B0B4-5D5E505E4F1B}"/>
                  </a:ext>
                </a:extLst>
              </p:cNvPr>
              <p:cNvSpPr/>
              <p:nvPr/>
            </p:nvSpPr>
            <p:spPr>
              <a:xfrm>
                <a:off x="2289025" y="4845032"/>
                <a:ext cx="6332503" cy="369332"/>
              </a:xfrm>
              <a:prstGeom prst="rect">
                <a:avLst/>
              </a:prstGeom>
            </p:spPr>
            <p:txBody>
              <a:bodyPr wrap="none">
                <a:spAutoFit/>
              </a:bodyPr>
              <a:lstStyle/>
              <a:p>
                <a14:m>
                  <m:oMath xmlns:m="http://schemas.openxmlformats.org/officeDocument/2006/math">
                    <m:sSub>
                      <m:sSubPr>
                        <m:ctrlPr>
                          <a:rPr lang="en-US" altLang="zh-CN" i="1" dirty="0">
                            <a:solidFill>
                              <a:srgbClr val="FF0000"/>
                            </a:solidFill>
                            <a:latin typeface="Cambria Math" panose="02040503050406030204" pitchFamily="18" charset="0"/>
                          </a:rPr>
                        </m:ctrlPr>
                      </m:sSubPr>
                      <m:e>
                        <m:r>
                          <a:rPr lang="zh-CN" altLang="en-US" i="1" dirty="0">
                            <a:solidFill>
                              <a:srgbClr val="FF0000"/>
                            </a:solidFill>
                            <a:latin typeface="Cambria Math" panose="02040503050406030204" pitchFamily="18" charset="0"/>
                          </a:rPr>
                          <m:t>𝛼</m:t>
                        </m:r>
                      </m:e>
                      <m:sub>
                        <m:r>
                          <a:rPr lang="en-US" altLang="zh-CN" i="1" dirty="0">
                            <a:solidFill>
                              <a:srgbClr val="FF0000"/>
                            </a:solidFill>
                            <a:latin typeface="Cambria Math" panose="02040503050406030204" pitchFamily="18" charset="0"/>
                          </a:rPr>
                          <m:t>𝑖</m:t>
                        </m:r>
                      </m:sub>
                    </m:sSub>
                  </m:oMath>
                </a14:m>
                <a:r>
                  <a:rPr lang="en-US" altLang="zh-CN" dirty="0"/>
                  <a:t>: </a:t>
                </a:r>
                <a:r>
                  <a:rPr lang="en-US" altLang="zh-CN" i="1" dirty="0">
                    <a:solidFill>
                      <a:schemeClr val="accent1"/>
                    </a:solidFill>
                  </a:rPr>
                  <a:t>entity fixed effects, vary across entities but constant over time</a:t>
                </a:r>
                <a:endParaRPr lang="zh-CN" altLang="en-US" i="1" dirty="0">
                  <a:solidFill>
                    <a:schemeClr val="accent1"/>
                  </a:solidFill>
                </a:endParaRPr>
              </a:p>
            </p:txBody>
          </p:sp>
        </mc:Choice>
        <mc:Fallback>
          <p:sp>
            <p:nvSpPr>
              <p:cNvPr id="10" name="矩形 9">
                <a:extLst>
                  <a:ext uri="{FF2B5EF4-FFF2-40B4-BE49-F238E27FC236}">
                    <a16:creationId xmlns:a16="http://schemas.microsoft.com/office/drawing/2014/main" id="{817D1389-9E0D-4CB2-B0B4-5D5E505E4F1B}"/>
                  </a:ext>
                </a:extLst>
              </p:cNvPr>
              <p:cNvSpPr>
                <a:spLocks noRot="1" noChangeAspect="1" noMove="1" noResize="1" noEditPoints="1" noAdjustHandles="1" noChangeArrowheads="1" noChangeShapeType="1" noTextEdit="1"/>
              </p:cNvSpPr>
              <p:nvPr/>
            </p:nvSpPr>
            <p:spPr>
              <a:xfrm>
                <a:off x="2289025" y="4845032"/>
                <a:ext cx="6332503" cy="369332"/>
              </a:xfrm>
              <a:prstGeom prst="rect">
                <a:avLst/>
              </a:prstGeom>
              <a:blipFill>
                <a:blip r:embed="rId5"/>
                <a:stretch>
                  <a:fillRect t="-10000" b="-26667"/>
                </a:stretch>
              </a:blipFill>
            </p:spPr>
            <p:txBody>
              <a:bodyPr/>
              <a:lstStyle/>
              <a:p>
                <a:r>
                  <a:rPr lang="zh-CN" altLang="en-US">
                    <a:noFill/>
                  </a:rPr>
                  <a:t> </a:t>
                </a:r>
              </a:p>
            </p:txBody>
          </p:sp>
        </mc:Fallback>
      </mc:AlternateContent>
      <p:grpSp>
        <p:nvGrpSpPr>
          <p:cNvPr id="16" name="组合 15">
            <a:extLst>
              <a:ext uri="{FF2B5EF4-FFF2-40B4-BE49-F238E27FC236}">
                <a16:creationId xmlns:a16="http://schemas.microsoft.com/office/drawing/2014/main" id="{83A925D2-0185-49BB-AFC5-9C062C4DA1A7}"/>
              </a:ext>
            </a:extLst>
          </p:cNvPr>
          <p:cNvGrpSpPr/>
          <p:nvPr/>
        </p:nvGrpSpPr>
        <p:grpSpPr>
          <a:xfrm>
            <a:off x="8933057" y="3011554"/>
            <a:ext cx="2169501" cy="1198733"/>
            <a:chOff x="8509684" y="3409815"/>
            <a:chExt cx="2169501" cy="1198733"/>
          </a:xfrm>
        </p:grpSpPr>
        <p:sp>
          <p:nvSpPr>
            <p:cNvPr id="11" name="Rectangle 15">
              <a:extLst>
                <a:ext uri="{FF2B5EF4-FFF2-40B4-BE49-F238E27FC236}">
                  <a16:creationId xmlns:a16="http://schemas.microsoft.com/office/drawing/2014/main" id="{60EF5B8C-0749-4157-BACC-022A48927512}"/>
                </a:ext>
              </a:extLst>
            </p:cNvPr>
            <p:cNvSpPr/>
            <p:nvPr/>
          </p:nvSpPr>
          <p:spPr>
            <a:xfrm>
              <a:off x="8509684" y="3738901"/>
              <a:ext cx="2169501" cy="869647"/>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b="1" dirty="0">
                  <a:solidFill>
                    <a:schemeClr val="accent1"/>
                  </a:solidFill>
                </a:rPr>
                <a:t>Entity: </a:t>
              </a:r>
              <a:r>
                <a:rPr lang="en-US" sz="1200" dirty="0">
                  <a:solidFill>
                    <a:schemeClr val="accent1"/>
                  </a:solidFill>
                </a:rPr>
                <a:t>Nations (China, US, </a:t>
              </a:r>
              <a:r>
                <a:rPr lang="en-US" sz="1200" dirty="0" err="1">
                  <a:solidFill>
                    <a:schemeClr val="accent1"/>
                  </a:solidFill>
                </a:rPr>
                <a:t>etc</a:t>
              </a:r>
              <a:r>
                <a:rPr lang="en-US" sz="1200" dirty="0">
                  <a:solidFill>
                    <a:schemeClr val="accent1"/>
                  </a:solidFill>
                </a:rPr>
                <a:t>)</a:t>
              </a:r>
            </a:p>
            <a:p>
              <a:r>
                <a:rPr lang="en-US" sz="1200" b="1" dirty="0">
                  <a:solidFill>
                    <a:schemeClr val="accent1"/>
                  </a:solidFill>
                </a:rPr>
                <a:t>Time: </a:t>
              </a:r>
              <a:r>
                <a:rPr lang="en-US" sz="1200" dirty="0">
                  <a:solidFill>
                    <a:schemeClr val="accent1"/>
                  </a:solidFill>
                </a:rPr>
                <a:t>2012, 2013, 2014</a:t>
              </a:r>
            </a:p>
            <a:p>
              <a:r>
                <a:rPr lang="en-US" sz="1200" b="1" dirty="0">
                  <a:solidFill>
                    <a:schemeClr val="accent1"/>
                  </a:solidFill>
                </a:rPr>
                <a:t>Unobserved variable: </a:t>
              </a:r>
              <a:r>
                <a:rPr lang="en-US" sz="1200" dirty="0">
                  <a:solidFill>
                    <a:schemeClr val="accent1"/>
                  </a:solidFill>
                </a:rPr>
                <a:t>Culture</a:t>
              </a:r>
            </a:p>
          </p:txBody>
        </p:sp>
        <p:sp>
          <p:nvSpPr>
            <p:cNvPr id="12" name="Rectangle 16">
              <a:extLst>
                <a:ext uri="{FF2B5EF4-FFF2-40B4-BE49-F238E27FC236}">
                  <a16:creationId xmlns:a16="http://schemas.microsoft.com/office/drawing/2014/main" id="{DF196DCB-62DD-482A-89D4-2921A24AA3AC}"/>
                </a:ext>
              </a:extLst>
            </p:cNvPr>
            <p:cNvSpPr/>
            <p:nvPr/>
          </p:nvSpPr>
          <p:spPr>
            <a:xfrm>
              <a:off x="8509684" y="3409815"/>
              <a:ext cx="2169501" cy="319254"/>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Entity fixed effects</a:t>
              </a:r>
            </a:p>
          </p:txBody>
        </p:sp>
      </p:grpSp>
      <p:grpSp>
        <p:nvGrpSpPr>
          <p:cNvPr id="15" name="组合 14">
            <a:extLst>
              <a:ext uri="{FF2B5EF4-FFF2-40B4-BE49-F238E27FC236}">
                <a16:creationId xmlns:a16="http://schemas.microsoft.com/office/drawing/2014/main" id="{2B80DAE5-1F51-46E3-B522-E48432A4937A}"/>
              </a:ext>
            </a:extLst>
          </p:cNvPr>
          <p:cNvGrpSpPr/>
          <p:nvPr/>
        </p:nvGrpSpPr>
        <p:grpSpPr>
          <a:xfrm>
            <a:off x="8924437" y="4369107"/>
            <a:ext cx="2174417" cy="1198733"/>
            <a:chOff x="8504768" y="5366753"/>
            <a:chExt cx="2174417" cy="1198733"/>
          </a:xfrm>
        </p:grpSpPr>
        <p:sp>
          <p:nvSpPr>
            <p:cNvPr id="13" name="Rectangle 15">
              <a:extLst>
                <a:ext uri="{FF2B5EF4-FFF2-40B4-BE49-F238E27FC236}">
                  <a16:creationId xmlns:a16="http://schemas.microsoft.com/office/drawing/2014/main" id="{AF424B56-C11A-48B8-BB80-7433AD1B4F38}"/>
                </a:ext>
              </a:extLst>
            </p:cNvPr>
            <p:cNvSpPr/>
            <p:nvPr/>
          </p:nvSpPr>
          <p:spPr>
            <a:xfrm>
              <a:off x="8509684" y="5695839"/>
              <a:ext cx="2169501" cy="869647"/>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b="1" dirty="0">
                  <a:solidFill>
                    <a:schemeClr val="accent1"/>
                  </a:solidFill>
                </a:rPr>
                <a:t>Entity: </a:t>
              </a:r>
              <a:r>
                <a:rPr lang="en-US" sz="1200" dirty="0">
                  <a:solidFill>
                    <a:schemeClr val="accent1"/>
                  </a:solidFill>
                </a:rPr>
                <a:t>Nations (China, US, </a:t>
              </a:r>
              <a:r>
                <a:rPr lang="en-US" sz="1200" dirty="0" err="1">
                  <a:solidFill>
                    <a:schemeClr val="accent1"/>
                  </a:solidFill>
                </a:rPr>
                <a:t>etc</a:t>
              </a:r>
              <a:r>
                <a:rPr lang="en-US" sz="1200" dirty="0">
                  <a:solidFill>
                    <a:schemeClr val="accent1"/>
                  </a:solidFill>
                </a:rPr>
                <a:t>)</a:t>
              </a:r>
            </a:p>
            <a:p>
              <a:r>
                <a:rPr lang="en-US" sz="1200" b="1" dirty="0">
                  <a:solidFill>
                    <a:schemeClr val="accent1"/>
                  </a:solidFill>
                </a:rPr>
                <a:t>Time: </a:t>
              </a:r>
              <a:r>
                <a:rPr lang="en-US" sz="1200" dirty="0">
                  <a:solidFill>
                    <a:schemeClr val="accent1"/>
                  </a:solidFill>
                </a:rPr>
                <a:t>2012, 2013, 2014</a:t>
              </a:r>
            </a:p>
            <a:p>
              <a:r>
                <a:rPr lang="en-US" sz="1200" b="1" dirty="0">
                  <a:solidFill>
                    <a:schemeClr val="accent1"/>
                  </a:solidFill>
                </a:rPr>
                <a:t>Unobserved variable: </a:t>
              </a:r>
              <a:r>
                <a:rPr lang="en-US" sz="1200" dirty="0">
                  <a:solidFill>
                    <a:schemeClr val="accent1"/>
                  </a:solidFill>
                </a:rPr>
                <a:t>Safety improvements in new cars</a:t>
              </a:r>
            </a:p>
          </p:txBody>
        </p:sp>
        <p:sp>
          <p:nvSpPr>
            <p:cNvPr id="14" name="Rectangle 16">
              <a:extLst>
                <a:ext uri="{FF2B5EF4-FFF2-40B4-BE49-F238E27FC236}">
                  <a16:creationId xmlns:a16="http://schemas.microsoft.com/office/drawing/2014/main" id="{8DAF278B-7402-4502-9795-F341B1F59EAA}"/>
                </a:ext>
              </a:extLst>
            </p:cNvPr>
            <p:cNvSpPr/>
            <p:nvPr/>
          </p:nvSpPr>
          <p:spPr>
            <a:xfrm>
              <a:off x="8504768" y="5366753"/>
              <a:ext cx="2174417" cy="319254"/>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Time fixed effects</a:t>
              </a:r>
            </a:p>
          </p:txBody>
        </p:sp>
      </p:grpSp>
      <p:sp>
        <p:nvSpPr>
          <p:cNvPr id="17" name="箭头: 下 16">
            <a:extLst>
              <a:ext uri="{FF2B5EF4-FFF2-40B4-BE49-F238E27FC236}">
                <a16:creationId xmlns:a16="http://schemas.microsoft.com/office/drawing/2014/main" id="{F4287A81-A1EC-46EB-BFBC-53AF4129B2B3}"/>
              </a:ext>
            </a:extLst>
          </p:cNvPr>
          <p:cNvSpPr/>
          <p:nvPr/>
        </p:nvSpPr>
        <p:spPr>
          <a:xfrm>
            <a:off x="9924176" y="5615325"/>
            <a:ext cx="176169" cy="2226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下 17">
            <a:extLst>
              <a:ext uri="{FF2B5EF4-FFF2-40B4-BE49-F238E27FC236}">
                <a16:creationId xmlns:a16="http://schemas.microsoft.com/office/drawing/2014/main" id="{AE5682C3-11B2-43B6-AE66-219EF2BDD673}"/>
              </a:ext>
            </a:extLst>
          </p:cNvPr>
          <p:cNvSpPr/>
          <p:nvPr/>
        </p:nvSpPr>
        <p:spPr>
          <a:xfrm rot="5400000">
            <a:off x="8654453" y="3479234"/>
            <a:ext cx="156819" cy="2226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9" name="文本框 18">
                <a:extLst>
                  <a:ext uri="{FF2B5EF4-FFF2-40B4-BE49-F238E27FC236}">
                    <a16:creationId xmlns:a16="http://schemas.microsoft.com/office/drawing/2014/main" id="{39F91922-C365-45A4-86A4-EFA2CAAD7743}"/>
                  </a:ext>
                </a:extLst>
              </p:cNvPr>
              <p:cNvSpPr txBox="1"/>
              <p:nvPr/>
            </p:nvSpPr>
            <p:spPr>
              <a:xfrm>
                <a:off x="4389280" y="6227817"/>
                <a:ext cx="1861343" cy="276999"/>
              </a:xfrm>
              <a:prstGeom prst="rect">
                <a:avLst/>
              </a:prstGeom>
              <a:noFill/>
            </p:spPr>
            <p:txBody>
              <a:bodyPr wrap="none" lIns="0" tIns="0" rIns="0" bIns="0" rtlCol="0">
                <a:spAutoFit/>
              </a:bodyPr>
              <a:lstStyle/>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𝑖𝑡</m:t>
                        </m:r>
                      </m:sub>
                    </m:sSub>
                  </m:oMath>
                </a14:m>
                <a:r>
                  <a:rPr lang="en-US" altLang="zh-CN" dirty="0"/>
                  <a:t>=</a:t>
                </a:r>
                <a14:m>
                  <m:oMath xmlns:m="http://schemas.openxmlformats.org/officeDocument/2006/math">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𝛽</m:t>
                        </m:r>
                      </m:e>
                      <m:sub>
                        <m:r>
                          <a:rPr lang="en-US" altLang="zh-CN" b="0" i="1" dirty="0" smtClean="0">
                            <a:latin typeface="Cambria Math" panose="02040503050406030204" pitchFamily="18" charset="0"/>
                          </a:rPr>
                          <m:t>1</m:t>
                        </m:r>
                      </m:sub>
                    </m:sSub>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𝑖𝑡</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m:t>
                        </m:r>
                        <m:sSub>
                          <m:sSubPr>
                            <m:ctrlPr>
                              <a:rPr lang="en-US" altLang="zh-CN" i="1" dirty="0" smtClean="0">
                                <a:solidFill>
                                  <a:srgbClr val="FF0000"/>
                                </a:solidFill>
                                <a:latin typeface="Cambria Math" panose="02040503050406030204" pitchFamily="18" charset="0"/>
                              </a:rPr>
                            </m:ctrlPr>
                          </m:sSubPr>
                          <m:e>
                            <m:r>
                              <a:rPr lang="zh-CN" altLang="en-US" b="0" i="1" dirty="0" smtClean="0">
                                <a:solidFill>
                                  <a:srgbClr val="FF0000"/>
                                </a:solidFill>
                                <a:latin typeface="Cambria Math" panose="02040503050406030204" pitchFamily="18" charset="0"/>
                              </a:rPr>
                              <m:t>𝛾</m:t>
                            </m:r>
                          </m:e>
                          <m:sub>
                            <m:r>
                              <a:rPr lang="en-US" altLang="zh-CN" b="0" i="1" dirty="0" smtClean="0">
                                <a:solidFill>
                                  <a:srgbClr val="FF0000"/>
                                </a:solidFill>
                                <a:latin typeface="Cambria Math" panose="02040503050406030204" pitchFamily="18" charset="0"/>
                              </a:rPr>
                              <m:t>𝑡</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𝑢</m:t>
                        </m:r>
                      </m:e>
                      <m:sub>
                        <m:r>
                          <a:rPr lang="en-US" altLang="zh-CN" b="0" i="1" dirty="0" smtClean="0">
                            <a:latin typeface="Cambria Math" panose="02040503050406030204" pitchFamily="18" charset="0"/>
                          </a:rPr>
                          <m:t>𝑖𝑡</m:t>
                        </m:r>
                      </m:sub>
                    </m:sSub>
                  </m:oMath>
                </a14:m>
                <a:endParaRPr lang="zh-CN" altLang="en-US" dirty="0"/>
              </a:p>
            </p:txBody>
          </p:sp>
        </mc:Choice>
        <mc:Fallback>
          <p:sp>
            <p:nvSpPr>
              <p:cNvPr id="19" name="文本框 18">
                <a:extLst>
                  <a:ext uri="{FF2B5EF4-FFF2-40B4-BE49-F238E27FC236}">
                    <a16:creationId xmlns:a16="http://schemas.microsoft.com/office/drawing/2014/main" id="{39F91922-C365-45A4-86A4-EFA2CAAD7743}"/>
                  </a:ext>
                </a:extLst>
              </p:cNvPr>
              <p:cNvSpPr txBox="1">
                <a:spLocks noRot="1" noChangeAspect="1" noMove="1" noResize="1" noEditPoints="1" noAdjustHandles="1" noChangeArrowheads="1" noChangeShapeType="1" noTextEdit="1"/>
              </p:cNvSpPr>
              <p:nvPr/>
            </p:nvSpPr>
            <p:spPr>
              <a:xfrm>
                <a:off x="4389280" y="6227817"/>
                <a:ext cx="1861343" cy="276999"/>
              </a:xfrm>
              <a:prstGeom prst="rect">
                <a:avLst/>
              </a:prstGeom>
              <a:blipFill>
                <a:blip r:embed="rId6"/>
                <a:stretch>
                  <a:fillRect l="-4262" t="-28889" r="-2295" b="-51111"/>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32308A82-FB56-44A0-97C6-7ADDE114AF2F}"/>
              </a:ext>
            </a:extLst>
          </p:cNvPr>
          <p:cNvSpPr txBox="1"/>
          <p:nvPr/>
        </p:nvSpPr>
        <p:spPr>
          <a:xfrm>
            <a:off x="2289025" y="6186140"/>
            <a:ext cx="2072106" cy="369332"/>
          </a:xfrm>
          <a:prstGeom prst="rect">
            <a:avLst/>
          </a:prstGeom>
          <a:noFill/>
        </p:spPr>
        <p:txBody>
          <a:bodyPr wrap="none" rtlCol="0">
            <a:spAutoFit/>
          </a:bodyPr>
          <a:lstStyle/>
          <a:p>
            <a:r>
              <a:rPr lang="en-US" altLang="zh-CN" b="1" dirty="0">
                <a:solidFill>
                  <a:schemeClr val="accent2"/>
                </a:solidFill>
              </a:rPr>
              <a:t>Time effects model</a:t>
            </a:r>
            <a:r>
              <a:rPr lang="en-US" altLang="zh-CN" dirty="0">
                <a:solidFill>
                  <a:schemeClr val="accent2"/>
                </a:solidFill>
              </a:rPr>
              <a:t>:</a:t>
            </a:r>
            <a:endParaRPr lang="zh-CN" altLang="en-US" dirty="0">
              <a:solidFill>
                <a:schemeClr val="accent2"/>
              </a:solidFill>
            </a:endParaRPr>
          </a:p>
        </p:txBody>
      </p:sp>
      <p:sp>
        <p:nvSpPr>
          <p:cNvPr id="21" name="文本框 20">
            <a:extLst>
              <a:ext uri="{FF2B5EF4-FFF2-40B4-BE49-F238E27FC236}">
                <a16:creationId xmlns:a16="http://schemas.microsoft.com/office/drawing/2014/main" id="{7ED6BC37-8CB4-409C-8042-78776EFC73D8}"/>
              </a:ext>
            </a:extLst>
          </p:cNvPr>
          <p:cNvSpPr txBox="1"/>
          <p:nvPr/>
        </p:nvSpPr>
        <p:spPr>
          <a:xfrm>
            <a:off x="7760378" y="6335783"/>
            <a:ext cx="4327595" cy="369332"/>
          </a:xfrm>
          <a:prstGeom prst="rect">
            <a:avLst/>
          </a:prstGeom>
          <a:solidFill>
            <a:schemeClr val="accent2"/>
          </a:solidFill>
        </p:spPr>
        <p:txBody>
          <a:bodyPr wrap="none" rtlCol="0">
            <a:spAutoFit/>
          </a:bodyPr>
          <a:lstStyle/>
          <a:p>
            <a:r>
              <a:rPr lang="en-US" altLang="zh-CN" dirty="0"/>
              <a:t>Extension: both entity and time fixed effects</a:t>
            </a:r>
            <a:endParaRPr lang="zh-CN" altLang="en-US" dirty="0"/>
          </a:p>
        </p:txBody>
      </p:sp>
      <p:sp>
        <p:nvSpPr>
          <p:cNvPr id="22" name="文本框 21">
            <a:extLst>
              <a:ext uri="{FF2B5EF4-FFF2-40B4-BE49-F238E27FC236}">
                <a16:creationId xmlns:a16="http://schemas.microsoft.com/office/drawing/2014/main" id="{A523F1F3-4657-4AA3-88D9-49B52E915A26}"/>
              </a:ext>
            </a:extLst>
          </p:cNvPr>
          <p:cNvSpPr txBox="1"/>
          <p:nvPr/>
        </p:nvSpPr>
        <p:spPr>
          <a:xfrm>
            <a:off x="6834753" y="604434"/>
            <a:ext cx="3590791" cy="369332"/>
          </a:xfrm>
          <a:prstGeom prst="rect">
            <a:avLst/>
          </a:prstGeom>
          <a:noFill/>
        </p:spPr>
        <p:txBody>
          <a:bodyPr wrap="none" rtlCol="0">
            <a:spAutoFit/>
          </a:bodyPr>
          <a:lstStyle/>
          <a:p>
            <a:r>
              <a:rPr lang="en-US" altLang="zh-CN" dirty="0">
                <a:highlight>
                  <a:srgbClr val="FFFF00"/>
                </a:highlight>
              </a:rPr>
              <a:t>Panel data: </a:t>
            </a:r>
            <a:r>
              <a:rPr lang="zh-CN" altLang="en-US" dirty="0">
                <a:highlight>
                  <a:srgbClr val="FFFF00"/>
                </a:highlight>
              </a:rPr>
              <a:t>对固定样本的重复观测</a:t>
            </a:r>
          </a:p>
        </p:txBody>
      </p:sp>
    </p:spTree>
    <p:extLst>
      <p:ext uri="{BB962C8B-B14F-4D97-AF65-F5344CB8AC3E}">
        <p14:creationId xmlns:p14="http://schemas.microsoft.com/office/powerpoint/2010/main" val="2985678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4A8FE7-80E2-4DAB-9D4A-42714901B46C}"/>
              </a:ext>
            </a:extLst>
          </p:cNvPr>
          <p:cNvSpPr>
            <a:spLocks noGrp="1"/>
          </p:cNvSpPr>
          <p:nvPr>
            <p:ph type="title"/>
          </p:nvPr>
        </p:nvSpPr>
        <p:spPr/>
        <p:txBody>
          <a:bodyPr/>
          <a:lstStyle/>
          <a:p>
            <a:r>
              <a:rPr lang="en-US" altLang="zh-CN" dirty="0"/>
              <a:t>Random effects model</a:t>
            </a:r>
            <a:endParaRPr lang="zh-CN" altLang="en-US" dirty="0"/>
          </a:p>
        </p:txBody>
      </p:sp>
      <p:sp>
        <p:nvSpPr>
          <p:cNvPr id="3" name="内容占位符 2">
            <a:extLst>
              <a:ext uri="{FF2B5EF4-FFF2-40B4-BE49-F238E27FC236}">
                <a16:creationId xmlns:a16="http://schemas.microsoft.com/office/drawing/2014/main" id="{9EAEF2A4-5582-45C6-9988-5A1C26CAC971}"/>
              </a:ext>
            </a:extLst>
          </p:cNvPr>
          <p:cNvSpPr>
            <a:spLocks noGrp="1"/>
          </p:cNvSpPr>
          <p:nvPr>
            <p:ph idx="1"/>
          </p:nvPr>
        </p:nvSpPr>
        <p:spPr/>
        <p:txBody>
          <a:bodyPr/>
          <a:lstStyle/>
          <a:p>
            <a:r>
              <a:rPr lang="en-US" altLang="zh-CN" dirty="0"/>
              <a:t>A special case of Fixed Effects Model</a:t>
            </a: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C8E54BF4-F22E-432C-B566-93DC8B7F5024}"/>
                  </a:ext>
                </a:extLst>
              </p:cNvPr>
              <p:cNvSpPr txBox="1"/>
              <p:nvPr/>
            </p:nvSpPr>
            <p:spPr>
              <a:xfrm>
                <a:off x="4074916" y="2657732"/>
                <a:ext cx="1861343" cy="276999"/>
              </a:xfrm>
              <a:prstGeom prst="rect">
                <a:avLst/>
              </a:prstGeom>
              <a:noFill/>
            </p:spPr>
            <p:txBody>
              <a:bodyPr wrap="none" lIns="0" tIns="0" rIns="0" bIns="0" rtlCol="0">
                <a:spAutoFit/>
              </a:bodyPr>
              <a:lstStyle/>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𝑖𝑡</m:t>
                        </m:r>
                      </m:sub>
                    </m:sSub>
                  </m:oMath>
                </a14:m>
                <a:r>
                  <a:rPr lang="en-US" altLang="zh-CN" dirty="0"/>
                  <a:t>=</a:t>
                </a:r>
                <a14:m>
                  <m:oMath xmlns:m="http://schemas.openxmlformats.org/officeDocument/2006/math">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𝛽</m:t>
                        </m:r>
                      </m:e>
                      <m:sub>
                        <m:r>
                          <a:rPr lang="en-US" altLang="zh-CN" b="0" i="1" dirty="0" smtClean="0">
                            <a:latin typeface="Cambria Math" panose="02040503050406030204" pitchFamily="18" charset="0"/>
                          </a:rPr>
                          <m:t>1</m:t>
                        </m:r>
                      </m:sub>
                    </m:sSub>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𝑖𝑡</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m:t>
                        </m:r>
                        <m:sSub>
                          <m:sSubPr>
                            <m:ctrlPr>
                              <a:rPr lang="en-US" altLang="zh-CN" i="1" dirty="0" smtClean="0">
                                <a:solidFill>
                                  <a:srgbClr val="FF0000"/>
                                </a:solidFill>
                                <a:latin typeface="Cambria Math" panose="02040503050406030204" pitchFamily="18" charset="0"/>
                              </a:rPr>
                            </m:ctrlPr>
                          </m:sSubPr>
                          <m:e>
                            <m:r>
                              <a:rPr lang="zh-CN" altLang="en-US" b="0" i="1" dirty="0" smtClean="0">
                                <a:solidFill>
                                  <a:srgbClr val="FF0000"/>
                                </a:solidFill>
                                <a:latin typeface="Cambria Math" panose="02040503050406030204" pitchFamily="18" charset="0"/>
                              </a:rPr>
                              <m:t>𝛼</m:t>
                            </m:r>
                          </m:e>
                          <m:sub>
                            <m:r>
                              <a:rPr lang="en-US" altLang="zh-CN" i="1" dirty="0">
                                <a:solidFill>
                                  <a:srgbClr val="FF0000"/>
                                </a:solidFill>
                                <a:latin typeface="Cambria Math" panose="02040503050406030204" pitchFamily="18" charset="0"/>
                              </a:rPr>
                              <m:t>𝑖</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𝑢</m:t>
                        </m:r>
                      </m:e>
                      <m:sub>
                        <m:r>
                          <a:rPr lang="en-US" altLang="zh-CN" b="0" i="1" dirty="0" smtClean="0">
                            <a:latin typeface="Cambria Math" panose="02040503050406030204" pitchFamily="18" charset="0"/>
                          </a:rPr>
                          <m:t>𝑖𝑡</m:t>
                        </m:r>
                      </m:sub>
                    </m:sSub>
                  </m:oMath>
                </a14:m>
                <a:endParaRPr lang="zh-CN" altLang="en-US" dirty="0"/>
              </a:p>
            </p:txBody>
          </p:sp>
        </mc:Choice>
        <mc:Fallback>
          <p:sp>
            <p:nvSpPr>
              <p:cNvPr id="4" name="文本框 3">
                <a:extLst>
                  <a:ext uri="{FF2B5EF4-FFF2-40B4-BE49-F238E27FC236}">
                    <a16:creationId xmlns:a16="http://schemas.microsoft.com/office/drawing/2014/main" id="{C8E54BF4-F22E-432C-B566-93DC8B7F5024}"/>
                  </a:ext>
                </a:extLst>
              </p:cNvPr>
              <p:cNvSpPr txBox="1">
                <a:spLocks noRot="1" noChangeAspect="1" noMove="1" noResize="1" noEditPoints="1" noAdjustHandles="1" noChangeArrowheads="1" noChangeShapeType="1" noTextEdit="1"/>
              </p:cNvSpPr>
              <p:nvPr/>
            </p:nvSpPr>
            <p:spPr>
              <a:xfrm>
                <a:off x="4074916" y="2657732"/>
                <a:ext cx="1861343" cy="276999"/>
              </a:xfrm>
              <a:prstGeom prst="rect">
                <a:avLst/>
              </a:prstGeom>
              <a:blipFill>
                <a:blip r:embed="rId2"/>
                <a:stretch>
                  <a:fillRect l="-4248" t="-28889" r="-2288" b="-511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注: 线形 4">
                <a:extLst>
                  <a:ext uri="{FF2B5EF4-FFF2-40B4-BE49-F238E27FC236}">
                    <a16:creationId xmlns:a16="http://schemas.microsoft.com/office/drawing/2014/main" id="{CE1F957D-D59F-4DCA-A41A-5CADAE6781B4}"/>
                  </a:ext>
                </a:extLst>
              </p:cNvPr>
              <p:cNvSpPr/>
              <p:nvPr/>
            </p:nvSpPr>
            <p:spPr>
              <a:xfrm>
                <a:off x="7700636" y="2022302"/>
                <a:ext cx="2944678" cy="635430"/>
              </a:xfrm>
              <a:prstGeom prst="borderCallout1">
                <a:avLst>
                  <a:gd name="adj1" fmla="val 18750"/>
                  <a:gd name="adj2" fmla="val -8333"/>
                  <a:gd name="adj3" fmla="val 114939"/>
                  <a:gd name="adj4" fmla="val -81491"/>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Do</a:t>
                </a:r>
                <a:r>
                  <a:rPr lang="zh-CN" altLang="en-US" dirty="0"/>
                  <a:t> </a:t>
                </a:r>
                <a:r>
                  <a:rPr lang="en-US" altLang="zh-CN" dirty="0"/>
                  <a:t>not</a:t>
                </a:r>
                <a:r>
                  <a:rPr lang="zh-CN" altLang="en-US" dirty="0"/>
                  <a:t> </a:t>
                </a:r>
                <a:r>
                  <a:rPr lang="en-US" altLang="zh-CN" dirty="0"/>
                  <a:t>correlate</a:t>
                </a:r>
                <a:r>
                  <a:rPr lang="zh-CN" altLang="en-US" dirty="0"/>
                  <a:t> </a:t>
                </a:r>
                <a:r>
                  <a:rPr lang="en-US" altLang="zh-CN" dirty="0"/>
                  <a:t>with</a:t>
                </a:r>
                <a:r>
                  <a:rPr lang="zh-CN" altLang="en-US"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𝑖𝑡</m:t>
                        </m:r>
                      </m:sub>
                    </m:sSub>
                  </m:oMath>
                </a14:m>
                <a:endParaRPr lang="zh-CN" altLang="en-US" dirty="0"/>
              </a:p>
            </p:txBody>
          </p:sp>
        </mc:Choice>
        <mc:Fallback>
          <p:sp>
            <p:nvSpPr>
              <p:cNvPr id="5" name="标注: 线形 4">
                <a:extLst>
                  <a:ext uri="{FF2B5EF4-FFF2-40B4-BE49-F238E27FC236}">
                    <a16:creationId xmlns:a16="http://schemas.microsoft.com/office/drawing/2014/main" id="{CE1F957D-D59F-4DCA-A41A-5CADAE6781B4}"/>
                  </a:ext>
                </a:extLst>
              </p:cNvPr>
              <p:cNvSpPr>
                <a:spLocks noRot="1" noChangeAspect="1" noMove="1" noResize="1" noEditPoints="1" noAdjustHandles="1" noChangeArrowheads="1" noChangeShapeType="1" noTextEdit="1"/>
              </p:cNvSpPr>
              <p:nvPr/>
            </p:nvSpPr>
            <p:spPr>
              <a:xfrm>
                <a:off x="7700636" y="2022302"/>
                <a:ext cx="2944678" cy="635430"/>
              </a:xfrm>
              <a:prstGeom prst="borderCallout1">
                <a:avLst>
                  <a:gd name="adj1" fmla="val 18750"/>
                  <a:gd name="adj2" fmla="val -8333"/>
                  <a:gd name="adj3" fmla="val 114939"/>
                  <a:gd name="adj4" fmla="val -81491"/>
                </a:avLst>
              </a:prstGeom>
              <a:blipFill>
                <a:blip r:embed="rId3"/>
                <a:stretch>
                  <a:fillRect/>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F1123BB5-3357-48EF-8531-CE8DD4D788DA}"/>
              </a:ext>
            </a:extLst>
          </p:cNvPr>
          <p:cNvGrpSpPr/>
          <p:nvPr/>
        </p:nvGrpSpPr>
        <p:grpSpPr>
          <a:xfrm>
            <a:off x="7700636" y="2854409"/>
            <a:ext cx="3131666" cy="1743510"/>
            <a:chOff x="8509684" y="3409815"/>
            <a:chExt cx="2169501" cy="1198733"/>
          </a:xfrm>
        </p:grpSpPr>
        <p:sp>
          <p:nvSpPr>
            <p:cNvPr id="7" name="Rectangle 15">
              <a:extLst>
                <a:ext uri="{FF2B5EF4-FFF2-40B4-BE49-F238E27FC236}">
                  <a16:creationId xmlns:a16="http://schemas.microsoft.com/office/drawing/2014/main" id="{9566DC3A-4683-4F21-9EED-BB4750515A9B}"/>
                </a:ext>
              </a:extLst>
            </p:cNvPr>
            <p:cNvSpPr/>
            <p:nvPr/>
          </p:nvSpPr>
          <p:spPr>
            <a:xfrm>
              <a:off x="8509684" y="3738901"/>
              <a:ext cx="2169501" cy="869647"/>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chemeClr val="tx1"/>
                  </a:solidFill>
                </a:rPr>
                <a:t>Y: </a:t>
              </a:r>
              <a:r>
                <a:rPr lang="zh-CN" altLang="en-US" dirty="0">
                  <a:solidFill>
                    <a:schemeClr val="tx1"/>
                  </a:solidFill>
                </a:rPr>
                <a:t>健康状况</a:t>
              </a:r>
              <a:endParaRPr lang="en-US" altLang="zh-CN" dirty="0">
                <a:solidFill>
                  <a:schemeClr val="tx1"/>
                </a:solidFill>
              </a:endParaRPr>
            </a:p>
            <a:p>
              <a:r>
                <a:rPr lang="en-US" dirty="0">
                  <a:solidFill>
                    <a:schemeClr val="tx1"/>
                  </a:solidFill>
                </a:rPr>
                <a:t>       </a:t>
              </a:r>
              <a:r>
                <a:rPr lang="zh-CN" altLang="en-US" dirty="0">
                  <a:solidFill>
                    <a:schemeClr val="tx1"/>
                  </a:solidFill>
                </a:rPr>
                <a:t>：饮食状况；体重</a:t>
              </a:r>
              <a:endParaRPr lang="en-US" altLang="zh-CN" dirty="0">
                <a:solidFill>
                  <a:schemeClr val="tx1"/>
                </a:solidFill>
              </a:endParaRPr>
            </a:p>
            <a:p>
              <a:r>
                <a:rPr lang="en-US" dirty="0">
                  <a:solidFill>
                    <a:schemeClr val="tx1"/>
                  </a:solidFill>
                </a:rPr>
                <a:t>R</a:t>
              </a:r>
              <a:r>
                <a:rPr lang="en-US" altLang="zh-CN" dirty="0">
                  <a:solidFill>
                    <a:schemeClr val="tx1"/>
                  </a:solidFill>
                </a:rPr>
                <a:t>andom Effects: </a:t>
              </a:r>
              <a:r>
                <a:rPr lang="zh-CN" altLang="en-US" dirty="0">
                  <a:solidFill>
                    <a:schemeClr val="tx1"/>
                  </a:solidFill>
                </a:rPr>
                <a:t>出生那天空气质量</a:t>
              </a:r>
              <a:endParaRPr lang="en-US" dirty="0">
                <a:solidFill>
                  <a:schemeClr val="tx1"/>
                </a:solidFill>
              </a:endParaRPr>
            </a:p>
            <a:p>
              <a:endParaRPr lang="en-US" dirty="0">
                <a:solidFill>
                  <a:schemeClr val="tx1"/>
                </a:solidFill>
              </a:endParaRPr>
            </a:p>
          </p:txBody>
        </p:sp>
        <p:sp>
          <p:nvSpPr>
            <p:cNvPr id="8" name="Rectangle 16">
              <a:extLst>
                <a:ext uri="{FF2B5EF4-FFF2-40B4-BE49-F238E27FC236}">
                  <a16:creationId xmlns:a16="http://schemas.microsoft.com/office/drawing/2014/main" id="{F4DDC3A5-3074-42DB-96D6-6BFBC13E34B7}"/>
                </a:ext>
              </a:extLst>
            </p:cNvPr>
            <p:cNvSpPr/>
            <p:nvPr/>
          </p:nvSpPr>
          <p:spPr>
            <a:xfrm>
              <a:off x="8509684" y="3409815"/>
              <a:ext cx="2169501" cy="319254"/>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rPr>
                <a:t>随机效应</a:t>
              </a:r>
              <a:endParaRPr lang="en-US" sz="1600" b="1" dirty="0">
                <a:solidFill>
                  <a:schemeClr val="tx1"/>
                </a:solidFill>
              </a:endParaRPr>
            </a:p>
          </p:txBody>
        </p:sp>
      </p:grpSp>
      <mc:AlternateContent xmlns:mc="http://schemas.openxmlformats.org/markup-compatibility/2006">
        <mc:Choice xmlns:a14="http://schemas.microsoft.com/office/drawing/2010/main" Requires="a14">
          <p:sp>
            <p:nvSpPr>
              <p:cNvPr id="9" name="矩形 8">
                <a:extLst>
                  <a:ext uri="{FF2B5EF4-FFF2-40B4-BE49-F238E27FC236}">
                    <a16:creationId xmlns:a16="http://schemas.microsoft.com/office/drawing/2014/main" id="{F0F9E629-1874-4E3F-842E-9F6B1B4AD99D}"/>
                  </a:ext>
                </a:extLst>
              </p:cNvPr>
              <p:cNvSpPr/>
              <p:nvPr/>
            </p:nvSpPr>
            <p:spPr>
              <a:xfrm>
                <a:off x="7700636" y="3596153"/>
                <a:ext cx="523605"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𝑖𝑡</m:t>
                          </m:r>
                        </m:sub>
                      </m:sSub>
                    </m:oMath>
                  </m:oMathPara>
                </a14:m>
                <a:endParaRPr lang="zh-CN" altLang="en-US" dirty="0"/>
              </a:p>
            </p:txBody>
          </p:sp>
        </mc:Choice>
        <mc:Fallback>
          <p:sp>
            <p:nvSpPr>
              <p:cNvPr id="9" name="矩形 8">
                <a:extLst>
                  <a:ext uri="{FF2B5EF4-FFF2-40B4-BE49-F238E27FC236}">
                    <a16:creationId xmlns:a16="http://schemas.microsoft.com/office/drawing/2014/main" id="{F0F9E629-1874-4E3F-842E-9F6B1B4AD99D}"/>
                  </a:ext>
                </a:extLst>
              </p:cNvPr>
              <p:cNvSpPr>
                <a:spLocks noRot="1" noChangeAspect="1" noMove="1" noResize="1" noEditPoints="1" noAdjustHandles="1" noChangeArrowheads="1" noChangeShapeType="1" noTextEdit="1"/>
              </p:cNvSpPr>
              <p:nvPr/>
            </p:nvSpPr>
            <p:spPr>
              <a:xfrm>
                <a:off x="7700636" y="3596153"/>
                <a:ext cx="523605" cy="369332"/>
              </a:xfrm>
              <a:prstGeom prst="rect">
                <a:avLst/>
              </a:prstGeom>
              <a:blipFill>
                <a:blip r:embed="rId4"/>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F2466BCF-E4C6-4B70-A28F-13A703F1F701}"/>
              </a:ext>
            </a:extLst>
          </p:cNvPr>
          <p:cNvSpPr/>
          <p:nvPr/>
        </p:nvSpPr>
        <p:spPr>
          <a:xfrm>
            <a:off x="609600" y="4652612"/>
            <a:ext cx="10972800" cy="1754326"/>
          </a:xfrm>
          <a:prstGeom prst="rect">
            <a:avLst/>
          </a:prstGeom>
        </p:spPr>
        <p:txBody>
          <a:bodyPr wrap="square">
            <a:spAutoFit/>
          </a:bodyPr>
          <a:lstStyle/>
          <a:p>
            <a:r>
              <a:rPr lang="en-US" altLang="zh-CN" dirty="0">
                <a:highlight>
                  <a:srgbClr val="FFFF00"/>
                </a:highlight>
              </a:rPr>
              <a:t>When to use Random Effects Model?</a:t>
            </a:r>
          </a:p>
          <a:p>
            <a:pPr marL="285750" indent="-285750">
              <a:buFont typeface="Arial" panose="020B0604020202020204" pitchFamily="34" charset="0"/>
              <a:buChar char="•"/>
            </a:pPr>
            <a:r>
              <a:rPr lang="zh-CN" altLang="en-US" dirty="0"/>
              <a:t>random effect</a:t>
            </a:r>
            <a:r>
              <a:rPr lang="en-US" altLang="zh-CN" dirty="0"/>
              <a:t>s</a:t>
            </a:r>
            <a:r>
              <a:rPr lang="zh-CN" altLang="en-US" dirty="0"/>
              <a:t>很少用，它的假设太苛刻了，面板的精髓就在于固定效应</a:t>
            </a:r>
            <a:endParaRPr lang="en-US" altLang="zh-CN" dirty="0"/>
          </a:p>
          <a:p>
            <a:pPr marL="285750" indent="-285750">
              <a:buFont typeface="Arial" panose="020B0604020202020204" pitchFamily="34" charset="0"/>
              <a:buChar char="•"/>
            </a:pPr>
            <a:r>
              <a:rPr lang="zh-CN" altLang="en-US" dirty="0"/>
              <a:t>在选择</a:t>
            </a:r>
            <a:r>
              <a:rPr lang="en-US" altLang="zh-CN" dirty="0"/>
              <a:t>random effects vs fixed effects</a:t>
            </a:r>
            <a:r>
              <a:rPr lang="zh-CN" altLang="en-US" dirty="0"/>
              <a:t>之前，一般先做一个</a:t>
            </a:r>
            <a:r>
              <a:rPr lang="en-US" altLang="zh-CN" u="sng" dirty="0" err="1">
                <a:solidFill>
                  <a:srgbClr val="FF0000"/>
                </a:solidFill>
              </a:rPr>
              <a:t>hausman</a:t>
            </a:r>
            <a:r>
              <a:rPr lang="en-US" altLang="zh-CN" u="sng" dirty="0">
                <a:solidFill>
                  <a:srgbClr val="FF0000"/>
                </a:solidFill>
              </a:rPr>
              <a:t> test,</a:t>
            </a:r>
            <a:r>
              <a:rPr lang="zh-CN" altLang="en-US" u="sng" dirty="0">
                <a:solidFill>
                  <a:srgbClr val="FF0000"/>
                </a:solidFill>
              </a:rPr>
              <a:t> </a:t>
            </a:r>
            <a:r>
              <a:rPr lang="en-US" altLang="zh-CN" dirty="0" err="1"/>
              <a:t>hausman</a:t>
            </a:r>
            <a:r>
              <a:rPr lang="en-US" altLang="zh-CN" dirty="0"/>
              <a:t> test</a:t>
            </a:r>
            <a:r>
              <a:rPr lang="zh-CN" altLang="en-US" dirty="0"/>
              <a:t>原假设是未观测的变量和解释变量无关（也就是固定效应和随机效应估计结果相同），如果拒绝了原假设，就要用固定效应</a:t>
            </a:r>
            <a:endParaRPr lang="en-US" altLang="zh-CN" dirty="0"/>
          </a:p>
          <a:p>
            <a:pPr marL="285750" indent="-285750">
              <a:buFont typeface="Arial" panose="020B0604020202020204" pitchFamily="34" charset="0"/>
              <a:buChar char="•"/>
            </a:pPr>
            <a:r>
              <a:rPr lang="zh-CN" altLang="en-US" dirty="0"/>
              <a:t>但是很多文献都不</a:t>
            </a:r>
            <a:r>
              <a:rPr lang="en-US" altLang="zh-CN" dirty="0"/>
              <a:t>care</a:t>
            </a:r>
            <a:r>
              <a:rPr lang="zh-CN" altLang="en-US" dirty="0"/>
              <a:t>这个检验，很多人提倡：你认为该用什么，就用什么，拿不准的时候一律用</a:t>
            </a:r>
            <a:r>
              <a:rPr lang="en-US" altLang="zh-CN" dirty="0"/>
              <a:t>fixed effects</a:t>
            </a:r>
            <a:endParaRPr lang="zh-CN" altLang="en-US" dirty="0"/>
          </a:p>
        </p:txBody>
      </p:sp>
    </p:spTree>
    <p:extLst>
      <p:ext uri="{BB962C8B-B14F-4D97-AF65-F5344CB8AC3E}">
        <p14:creationId xmlns:p14="http://schemas.microsoft.com/office/powerpoint/2010/main" val="2153998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705C5-7187-4F8F-91AC-DB0D5C0A6753}"/>
              </a:ext>
            </a:extLst>
          </p:cNvPr>
          <p:cNvSpPr>
            <a:spLocks noGrp="1"/>
          </p:cNvSpPr>
          <p:nvPr>
            <p:ph type="title"/>
          </p:nvPr>
        </p:nvSpPr>
        <p:spPr/>
        <p:txBody>
          <a:bodyPr/>
          <a:lstStyle/>
          <a:p>
            <a:r>
              <a:rPr lang="en-US" dirty="0"/>
              <a:t>Exponential Random Graph Model</a:t>
            </a:r>
            <a:br>
              <a:rPr lang="en-US" dirty="0"/>
            </a:br>
            <a:r>
              <a:rPr lang="zh-CN" altLang="en-US" dirty="0"/>
              <a:t>指数随机图模型</a:t>
            </a:r>
            <a:endParaRPr lang="en-US" dirty="0"/>
          </a:p>
        </p:txBody>
      </p:sp>
      <p:sp>
        <p:nvSpPr>
          <p:cNvPr id="3" name="Content Placeholder 2">
            <a:extLst>
              <a:ext uri="{FF2B5EF4-FFF2-40B4-BE49-F238E27FC236}">
                <a16:creationId xmlns:a16="http://schemas.microsoft.com/office/drawing/2014/main" id="{6BBD6E27-AB04-42BE-A4B1-64C954EF0997}"/>
              </a:ext>
            </a:extLst>
          </p:cNvPr>
          <p:cNvSpPr>
            <a:spLocks noGrp="1"/>
          </p:cNvSpPr>
          <p:nvPr>
            <p:ph idx="1"/>
          </p:nvPr>
        </p:nvSpPr>
        <p:spPr/>
        <p:txBody>
          <a:bodyPr/>
          <a:lstStyle/>
          <a:p>
            <a:r>
              <a:rPr lang="en-US" dirty="0"/>
              <a:t>ERGM:</a:t>
            </a:r>
            <a:r>
              <a:rPr lang="zh-CN" altLang="en-US" dirty="0"/>
              <a:t> </a:t>
            </a:r>
            <a:r>
              <a:rPr lang="en-US" altLang="zh-CN" dirty="0"/>
              <a:t>used</a:t>
            </a:r>
            <a:r>
              <a:rPr lang="zh-CN" altLang="en-US" dirty="0"/>
              <a:t> </a:t>
            </a:r>
            <a:r>
              <a:rPr lang="en-US" altLang="zh-CN" dirty="0"/>
              <a:t>to</a:t>
            </a:r>
            <a:r>
              <a:rPr lang="zh-CN" altLang="en-US" dirty="0"/>
              <a:t> </a:t>
            </a:r>
            <a:r>
              <a:rPr lang="en-US" altLang="zh-CN" dirty="0"/>
              <a:t>model</a:t>
            </a:r>
            <a:r>
              <a:rPr lang="zh-CN" altLang="en-US" dirty="0"/>
              <a:t> </a:t>
            </a:r>
            <a:r>
              <a:rPr lang="en-US" altLang="zh-CN" dirty="0"/>
              <a:t>“snap-shots” of relational networks in sociology for statistical network analysis</a:t>
            </a:r>
          </a:p>
          <a:p>
            <a:r>
              <a:rPr lang="en-US" dirty="0"/>
              <a:t>R package: </a:t>
            </a:r>
            <a:r>
              <a:rPr lang="en-US" dirty="0">
                <a:hlinkClick r:id="rId2"/>
              </a:rPr>
              <a:t>https://www.ncbi.nlm.nih.gov/pmc/articles/PMC2743438/</a:t>
            </a:r>
            <a:endParaRPr lang="en-US" dirty="0"/>
          </a:p>
          <a:p>
            <a:r>
              <a:rPr lang="en-US" dirty="0"/>
              <a:t>Network modeling: adjacency matrix y</a:t>
            </a:r>
          </a:p>
        </p:txBody>
      </p:sp>
      <p:pic>
        <p:nvPicPr>
          <p:cNvPr id="4" name="Picture 3">
            <a:extLst>
              <a:ext uri="{FF2B5EF4-FFF2-40B4-BE49-F238E27FC236}">
                <a16:creationId xmlns:a16="http://schemas.microsoft.com/office/drawing/2014/main" id="{E0F3B2F6-F40A-459E-A8A9-E37A2DF76561}"/>
              </a:ext>
            </a:extLst>
          </p:cNvPr>
          <p:cNvPicPr>
            <a:picLocks noChangeAspect="1"/>
          </p:cNvPicPr>
          <p:nvPr/>
        </p:nvPicPr>
        <p:blipFill>
          <a:blip r:embed="rId3"/>
          <a:stretch>
            <a:fillRect/>
          </a:stretch>
        </p:blipFill>
        <p:spPr>
          <a:xfrm>
            <a:off x="1778908" y="4090219"/>
            <a:ext cx="5905500" cy="1170982"/>
          </a:xfrm>
          <a:prstGeom prst="rect">
            <a:avLst/>
          </a:prstGeom>
        </p:spPr>
      </p:pic>
      <p:sp>
        <p:nvSpPr>
          <p:cNvPr id="8" name="Callout: Line with Border and Accent Bar 7">
            <a:extLst>
              <a:ext uri="{FF2B5EF4-FFF2-40B4-BE49-F238E27FC236}">
                <a16:creationId xmlns:a16="http://schemas.microsoft.com/office/drawing/2014/main" id="{5BB4D9F2-27C4-427E-92E1-43C90DC9F7AB}"/>
              </a:ext>
            </a:extLst>
          </p:cNvPr>
          <p:cNvSpPr/>
          <p:nvPr/>
        </p:nvSpPr>
        <p:spPr>
          <a:xfrm>
            <a:off x="8055428" y="4122057"/>
            <a:ext cx="2815771" cy="986972"/>
          </a:xfrm>
          <a:prstGeom prst="accentBorderCallout1">
            <a:avLst>
              <a:gd name="adj1" fmla="val 18750"/>
              <a:gd name="adj2" fmla="val -8333"/>
              <a:gd name="adj3" fmla="val 57500"/>
              <a:gd name="adj4" fmla="val -88702"/>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Normalizing factor,</a:t>
            </a:r>
            <a:r>
              <a:rPr lang="zh-CN" altLang="en-US" dirty="0"/>
              <a:t> </a:t>
            </a:r>
            <a:r>
              <a:rPr lang="en-US" altLang="zh-CN" dirty="0"/>
              <a:t>consider</a:t>
            </a:r>
            <a:r>
              <a:rPr lang="zh-CN" altLang="en-US" dirty="0"/>
              <a:t> </a:t>
            </a:r>
            <a:r>
              <a:rPr lang="en-US" altLang="zh-CN" dirty="0"/>
              <a:t>all</a:t>
            </a:r>
            <a:r>
              <a:rPr lang="zh-CN" altLang="en-US" dirty="0"/>
              <a:t> </a:t>
            </a:r>
            <a:r>
              <a:rPr lang="en-US" altLang="zh-CN" dirty="0"/>
              <a:t>possible</a:t>
            </a:r>
            <a:r>
              <a:rPr lang="zh-CN" altLang="en-US" dirty="0"/>
              <a:t> </a:t>
            </a:r>
            <a:r>
              <a:rPr lang="en-US" altLang="zh-CN" dirty="0"/>
              <a:t>random graphs</a:t>
            </a:r>
            <a:endParaRPr lang="en-US" dirty="0"/>
          </a:p>
        </p:txBody>
      </p:sp>
      <p:pic>
        <p:nvPicPr>
          <p:cNvPr id="5" name="Picture 4">
            <a:extLst>
              <a:ext uri="{FF2B5EF4-FFF2-40B4-BE49-F238E27FC236}">
                <a16:creationId xmlns:a16="http://schemas.microsoft.com/office/drawing/2014/main" id="{A8B806FA-51A6-4DFF-A589-1442266D1DCD}"/>
              </a:ext>
            </a:extLst>
          </p:cNvPr>
          <p:cNvPicPr>
            <a:picLocks noChangeAspect="1"/>
          </p:cNvPicPr>
          <p:nvPr/>
        </p:nvPicPr>
        <p:blipFill>
          <a:blip r:embed="rId4">
            <a:duotone>
              <a:prstClr val="black"/>
              <a:schemeClr val="accent2">
                <a:tint val="45000"/>
                <a:satMod val="400000"/>
              </a:schemeClr>
            </a:duotone>
          </a:blip>
          <a:stretch>
            <a:fillRect/>
          </a:stretch>
        </p:blipFill>
        <p:spPr>
          <a:xfrm>
            <a:off x="1891845" y="5226729"/>
            <a:ext cx="4286250" cy="352425"/>
          </a:xfrm>
          <a:prstGeom prst="rect">
            <a:avLst/>
          </a:prstGeom>
          <a:solidFill>
            <a:schemeClr val="accent4">
              <a:lumMod val="20000"/>
              <a:lumOff val="80000"/>
            </a:schemeClr>
          </a:solidFill>
        </p:spPr>
      </p:pic>
      <p:pic>
        <p:nvPicPr>
          <p:cNvPr id="6" name="Picture 5">
            <a:extLst>
              <a:ext uri="{FF2B5EF4-FFF2-40B4-BE49-F238E27FC236}">
                <a16:creationId xmlns:a16="http://schemas.microsoft.com/office/drawing/2014/main" id="{AC599318-AB6B-4148-9732-20E96626F560}"/>
              </a:ext>
            </a:extLst>
          </p:cNvPr>
          <p:cNvPicPr>
            <a:picLocks noChangeAspect="1"/>
          </p:cNvPicPr>
          <p:nvPr/>
        </p:nvPicPr>
        <p:blipFill rotWithShape="1">
          <a:blip r:embed="rId5">
            <a:duotone>
              <a:prstClr val="black"/>
              <a:schemeClr val="accent2">
                <a:tint val="45000"/>
                <a:satMod val="400000"/>
              </a:schemeClr>
            </a:duotone>
          </a:blip>
          <a:srcRect r="31462" b="-22926"/>
          <a:stretch/>
        </p:blipFill>
        <p:spPr>
          <a:xfrm>
            <a:off x="1888899" y="5570082"/>
            <a:ext cx="2683101" cy="409802"/>
          </a:xfrm>
          <a:prstGeom prst="rect">
            <a:avLst/>
          </a:prstGeom>
        </p:spPr>
      </p:pic>
      <p:pic>
        <p:nvPicPr>
          <p:cNvPr id="7" name="Picture 6">
            <a:extLst>
              <a:ext uri="{FF2B5EF4-FFF2-40B4-BE49-F238E27FC236}">
                <a16:creationId xmlns:a16="http://schemas.microsoft.com/office/drawing/2014/main" id="{13A50A16-693D-4E49-A59D-A146797FF5E0}"/>
              </a:ext>
            </a:extLst>
          </p:cNvPr>
          <p:cNvPicPr>
            <a:picLocks noChangeAspect="1"/>
          </p:cNvPicPr>
          <p:nvPr/>
        </p:nvPicPr>
        <p:blipFill>
          <a:blip r:embed="rId6">
            <a:duotone>
              <a:prstClr val="black"/>
              <a:schemeClr val="accent2">
                <a:tint val="45000"/>
                <a:satMod val="400000"/>
              </a:schemeClr>
            </a:duotone>
          </a:blip>
          <a:stretch>
            <a:fillRect/>
          </a:stretch>
        </p:blipFill>
        <p:spPr>
          <a:xfrm>
            <a:off x="1882094" y="5904365"/>
            <a:ext cx="8543925" cy="390525"/>
          </a:xfrm>
          <a:prstGeom prst="rect">
            <a:avLst/>
          </a:prstGeom>
        </p:spPr>
      </p:pic>
      <p:sp>
        <p:nvSpPr>
          <p:cNvPr id="9" name="TextBox 8">
            <a:extLst>
              <a:ext uri="{FF2B5EF4-FFF2-40B4-BE49-F238E27FC236}">
                <a16:creationId xmlns:a16="http://schemas.microsoft.com/office/drawing/2014/main" id="{0352E968-BACD-4832-979D-DA3FE14044B3}"/>
              </a:ext>
            </a:extLst>
          </p:cNvPr>
          <p:cNvSpPr txBox="1"/>
          <p:nvPr/>
        </p:nvSpPr>
        <p:spPr>
          <a:xfrm>
            <a:off x="8258629" y="3323771"/>
            <a:ext cx="877163" cy="369332"/>
          </a:xfrm>
          <a:prstGeom prst="rect">
            <a:avLst/>
          </a:prstGeom>
          <a:solidFill>
            <a:srgbClr val="FF0000"/>
          </a:solidFill>
        </p:spPr>
        <p:txBody>
          <a:bodyPr wrap="none" rtlCol="0">
            <a:spAutoFit/>
          </a:bodyPr>
          <a:lstStyle/>
          <a:p>
            <a:r>
              <a:rPr lang="zh-CN" altLang="en-US" dirty="0"/>
              <a:t>参数化</a:t>
            </a:r>
            <a:endParaRPr lang="en-US" dirty="0"/>
          </a:p>
        </p:txBody>
      </p:sp>
    </p:spTree>
    <p:extLst>
      <p:ext uri="{BB962C8B-B14F-4D97-AF65-F5344CB8AC3E}">
        <p14:creationId xmlns:p14="http://schemas.microsoft.com/office/powerpoint/2010/main" val="341400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1B07E3-A023-41A8-9BB2-1E813770C6C3}"/>
              </a:ext>
            </a:extLst>
          </p:cNvPr>
          <p:cNvSpPr>
            <a:spLocks noGrp="1"/>
          </p:cNvSpPr>
          <p:nvPr>
            <p:ph type="title"/>
          </p:nvPr>
        </p:nvSpPr>
        <p:spPr/>
        <p:txBody>
          <a:bodyPr>
            <a:normAutofit/>
          </a:bodyPr>
          <a:lstStyle/>
          <a:p>
            <a:r>
              <a:rPr lang="en-US" altLang="zh-CN" b="1" dirty="0"/>
              <a:t>Exogenous covariates and dyadic independence</a:t>
            </a:r>
            <a:endParaRPr lang="zh-CN" altLang="en-US" dirty="0"/>
          </a:p>
        </p:txBody>
      </p:sp>
      <p:sp>
        <p:nvSpPr>
          <p:cNvPr id="3" name="内容占位符 2">
            <a:extLst>
              <a:ext uri="{FF2B5EF4-FFF2-40B4-BE49-F238E27FC236}">
                <a16:creationId xmlns:a16="http://schemas.microsoft.com/office/drawing/2014/main" id="{387573F7-50FE-4B34-823F-843F4F78C727}"/>
              </a:ext>
            </a:extLst>
          </p:cNvPr>
          <p:cNvSpPr>
            <a:spLocks noGrp="1"/>
          </p:cNvSpPr>
          <p:nvPr>
            <p:ph idx="1"/>
          </p:nvPr>
        </p:nvSpPr>
        <p:spPr/>
        <p:txBody>
          <a:bodyPr/>
          <a:lstStyle/>
          <a:p>
            <a:r>
              <a:rPr lang="en-US" altLang="zh-CN" dirty="0"/>
              <a:t>Replace g(y) by g(y, X), where X is an n*n*p array</a:t>
            </a:r>
          </a:p>
          <a:p>
            <a:pPr lvl="1"/>
            <a:r>
              <a:rPr lang="en-US" altLang="zh-CN" dirty="0"/>
              <a:t>n nodes; p attributes for node-pair </a:t>
            </a:r>
            <a:endParaRPr lang="zh-CN" altLang="en-US" dirty="0"/>
          </a:p>
        </p:txBody>
      </p:sp>
      <p:sp>
        <p:nvSpPr>
          <p:cNvPr id="4" name="文本框 3">
            <a:extLst>
              <a:ext uri="{FF2B5EF4-FFF2-40B4-BE49-F238E27FC236}">
                <a16:creationId xmlns:a16="http://schemas.microsoft.com/office/drawing/2014/main" id="{17EA1DC1-9CCF-40EA-A89B-1E5FBA209363}"/>
              </a:ext>
            </a:extLst>
          </p:cNvPr>
          <p:cNvSpPr txBox="1"/>
          <p:nvPr/>
        </p:nvSpPr>
        <p:spPr>
          <a:xfrm>
            <a:off x="4339526" y="2727701"/>
            <a:ext cx="1415772" cy="707886"/>
          </a:xfrm>
          <a:prstGeom prst="rect">
            <a:avLst/>
          </a:prstGeom>
          <a:noFill/>
        </p:spPr>
        <p:txBody>
          <a:bodyPr wrap="none" rtlCol="0">
            <a:spAutoFit/>
          </a:bodyPr>
          <a:lstStyle/>
          <a:p>
            <a:r>
              <a:rPr lang="en-US" altLang="zh-CN" sz="4000" dirty="0">
                <a:solidFill>
                  <a:srgbClr val="FF0000"/>
                </a:solidFill>
              </a:rPr>
              <a:t>X </a:t>
            </a:r>
            <a:r>
              <a:rPr lang="en-US" altLang="zh-CN" sz="4000" dirty="0">
                <a:solidFill>
                  <a:srgbClr val="FF0000"/>
                </a:solidFill>
                <a:sym typeface="Wingdings" panose="05000000000000000000" pitchFamily="2" charset="2"/>
              </a:rPr>
              <a:t> y</a:t>
            </a:r>
            <a:endParaRPr lang="zh-CN" altLang="en-US" sz="4000" dirty="0">
              <a:solidFill>
                <a:srgbClr val="FF0000"/>
              </a:solidFill>
            </a:endParaRPr>
          </a:p>
        </p:txBody>
      </p:sp>
      <p:pic>
        <p:nvPicPr>
          <p:cNvPr id="5" name="图片 4">
            <a:extLst>
              <a:ext uri="{FF2B5EF4-FFF2-40B4-BE49-F238E27FC236}">
                <a16:creationId xmlns:a16="http://schemas.microsoft.com/office/drawing/2014/main" id="{15D1A413-89F1-4D8B-9BD5-9A049F5E42B6}"/>
              </a:ext>
            </a:extLst>
          </p:cNvPr>
          <p:cNvPicPr>
            <a:picLocks noChangeAspect="1"/>
          </p:cNvPicPr>
          <p:nvPr/>
        </p:nvPicPr>
        <p:blipFill>
          <a:blip r:embed="rId2"/>
          <a:stretch>
            <a:fillRect/>
          </a:stretch>
        </p:blipFill>
        <p:spPr>
          <a:xfrm>
            <a:off x="981721" y="3730055"/>
            <a:ext cx="6343650" cy="2971800"/>
          </a:xfrm>
          <a:prstGeom prst="rect">
            <a:avLst/>
          </a:prstGeom>
        </p:spPr>
      </p:pic>
      <p:sp>
        <p:nvSpPr>
          <p:cNvPr id="6" name="标注: 线形 5">
            <a:extLst>
              <a:ext uri="{FF2B5EF4-FFF2-40B4-BE49-F238E27FC236}">
                <a16:creationId xmlns:a16="http://schemas.microsoft.com/office/drawing/2014/main" id="{14BAEBDD-62D1-4A55-B5D6-7C93C2D5102E}"/>
              </a:ext>
            </a:extLst>
          </p:cNvPr>
          <p:cNvSpPr/>
          <p:nvPr/>
        </p:nvSpPr>
        <p:spPr>
          <a:xfrm>
            <a:off x="5920353" y="4587498"/>
            <a:ext cx="4494508" cy="511444"/>
          </a:xfrm>
          <a:prstGeom prst="borderCallout1">
            <a:avLst>
              <a:gd name="adj1" fmla="val 18750"/>
              <a:gd name="adj2" fmla="val -8333"/>
              <a:gd name="adj3" fmla="val 181611"/>
              <a:gd name="adj4" fmla="val -82850"/>
            </a:avLst>
          </a:prstGeom>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Two students in the same grade </a:t>
            </a:r>
            <a:r>
              <a:rPr lang="en-US" altLang="zh-CN" dirty="0">
                <a:sym typeface="Wingdings" panose="05000000000000000000" pitchFamily="2" charset="2"/>
              </a:rPr>
              <a:t> form a friendship tie</a:t>
            </a:r>
            <a:endParaRPr lang="zh-CN" altLang="en-US" dirty="0"/>
          </a:p>
        </p:txBody>
      </p:sp>
      <p:pic>
        <p:nvPicPr>
          <p:cNvPr id="7" name="图片 6">
            <a:extLst>
              <a:ext uri="{FF2B5EF4-FFF2-40B4-BE49-F238E27FC236}">
                <a16:creationId xmlns:a16="http://schemas.microsoft.com/office/drawing/2014/main" id="{01C1FA17-90DA-45BB-9993-9F8225E6D992}"/>
              </a:ext>
            </a:extLst>
          </p:cNvPr>
          <p:cNvPicPr>
            <a:picLocks noChangeAspect="1"/>
          </p:cNvPicPr>
          <p:nvPr/>
        </p:nvPicPr>
        <p:blipFill>
          <a:blip r:embed="rId3"/>
          <a:stretch>
            <a:fillRect/>
          </a:stretch>
        </p:blipFill>
        <p:spPr>
          <a:xfrm>
            <a:off x="8780423" y="680552"/>
            <a:ext cx="2838450" cy="2828925"/>
          </a:xfrm>
          <a:prstGeom prst="rect">
            <a:avLst/>
          </a:prstGeom>
        </p:spPr>
      </p:pic>
      <p:sp>
        <p:nvSpPr>
          <p:cNvPr id="8" name="文本框 7">
            <a:extLst>
              <a:ext uri="{FF2B5EF4-FFF2-40B4-BE49-F238E27FC236}">
                <a16:creationId xmlns:a16="http://schemas.microsoft.com/office/drawing/2014/main" id="{E698471A-10D5-4EAF-BC42-9C7321379923}"/>
              </a:ext>
            </a:extLst>
          </p:cNvPr>
          <p:cNvSpPr txBox="1"/>
          <p:nvPr/>
        </p:nvSpPr>
        <p:spPr>
          <a:xfrm>
            <a:off x="9256624" y="3730055"/>
            <a:ext cx="184731" cy="369332"/>
          </a:xfrm>
          <a:prstGeom prst="rect">
            <a:avLst/>
          </a:prstGeom>
          <a:noFill/>
        </p:spPr>
        <p:txBody>
          <a:bodyPr wrap="none" rtlCol="0">
            <a:spAutoFit/>
          </a:bodyPr>
          <a:lstStyle/>
          <a:p>
            <a:endParaRPr lang="zh-CN" altLang="en-US" dirty="0"/>
          </a:p>
        </p:txBody>
      </p:sp>
      <p:sp>
        <p:nvSpPr>
          <p:cNvPr id="9" name="Right Brace 8">
            <a:extLst>
              <a:ext uri="{FF2B5EF4-FFF2-40B4-BE49-F238E27FC236}">
                <a16:creationId xmlns:a16="http://schemas.microsoft.com/office/drawing/2014/main" id="{AEFE9373-06B0-402B-B837-CB26C1B18623}"/>
              </a:ext>
            </a:extLst>
          </p:cNvPr>
          <p:cNvSpPr/>
          <p:nvPr/>
        </p:nvSpPr>
        <p:spPr>
          <a:xfrm>
            <a:off x="2113935" y="4847303"/>
            <a:ext cx="78659" cy="1347020"/>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标注: 线形 5">
            <a:extLst>
              <a:ext uri="{FF2B5EF4-FFF2-40B4-BE49-F238E27FC236}">
                <a16:creationId xmlns:a16="http://schemas.microsoft.com/office/drawing/2014/main" id="{52C0C3AB-A3A9-4586-8148-0B4EFC97A2F1}"/>
              </a:ext>
            </a:extLst>
          </p:cNvPr>
          <p:cNvSpPr/>
          <p:nvPr/>
        </p:nvSpPr>
        <p:spPr>
          <a:xfrm>
            <a:off x="5935102" y="5496982"/>
            <a:ext cx="4494508" cy="511444"/>
          </a:xfrm>
          <a:prstGeom prst="borderCallout1">
            <a:avLst>
              <a:gd name="adj1" fmla="val 18750"/>
              <a:gd name="adj2" fmla="val -8333"/>
              <a:gd name="adj3" fmla="val 193146"/>
              <a:gd name="adj4" fmla="val -85912"/>
            </a:avLst>
          </a:prstGeom>
          <a:solidFill>
            <a:schemeClr val="accent2"/>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Two students with at least one as male</a:t>
            </a:r>
            <a:r>
              <a:rPr lang="en-US" altLang="zh-CN" dirty="0">
                <a:sym typeface="Wingdings" panose="05000000000000000000" pitchFamily="2" charset="2"/>
              </a:rPr>
              <a:t> negatively form a friendship tie</a:t>
            </a:r>
            <a:endParaRPr lang="zh-CN" altLang="en-US" dirty="0"/>
          </a:p>
        </p:txBody>
      </p:sp>
    </p:spTree>
    <p:extLst>
      <p:ext uri="{BB962C8B-B14F-4D97-AF65-F5344CB8AC3E}">
        <p14:creationId xmlns:p14="http://schemas.microsoft.com/office/powerpoint/2010/main" val="39234117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74D4A-B7AA-4D57-A9F7-BC0EB33702BD}"/>
              </a:ext>
            </a:extLst>
          </p:cNvPr>
          <p:cNvSpPr>
            <a:spLocks noGrp="1"/>
          </p:cNvSpPr>
          <p:nvPr>
            <p:ph type="title"/>
          </p:nvPr>
        </p:nvSpPr>
        <p:spPr/>
        <p:txBody>
          <a:bodyPr/>
          <a:lstStyle/>
          <a:p>
            <a:r>
              <a:rPr lang="en-US" dirty="0"/>
              <a:t>Centrality measures</a:t>
            </a:r>
          </a:p>
        </p:txBody>
      </p:sp>
      <p:sp>
        <p:nvSpPr>
          <p:cNvPr id="3" name="Content Placeholder 2">
            <a:extLst>
              <a:ext uri="{FF2B5EF4-FFF2-40B4-BE49-F238E27FC236}">
                <a16:creationId xmlns:a16="http://schemas.microsoft.com/office/drawing/2014/main" id="{7AA43361-F1E4-4C23-BEF3-961BAE44CFC5}"/>
              </a:ext>
            </a:extLst>
          </p:cNvPr>
          <p:cNvSpPr>
            <a:spLocks noGrp="1"/>
          </p:cNvSpPr>
          <p:nvPr>
            <p:ph idx="1"/>
          </p:nvPr>
        </p:nvSpPr>
        <p:spPr>
          <a:xfrm>
            <a:off x="838200" y="1825625"/>
            <a:ext cx="10515600" cy="4351338"/>
          </a:xfrm>
        </p:spPr>
        <p:txBody>
          <a:bodyPr/>
          <a:lstStyle/>
          <a:p>
            <a:r>
              <a:rPr lang="zh-CN" altLang="en-US" dirty="0"/>
              <a:t>度中心性</a:t>
            </a:r>
            <a:r>
              <a:rPr lang="en-US" dirty="0"/>
              <a:t> (Degree centrality ) e.g., C</a:t>
            </a:r>
          </a:p>
          <a:p>
            <a:pPr lvl="1"/>
            <a:r>
              <a:rPr lang="zh-CN" altLang="en-US" dirty="0"/>
              <a:t>拥有连接数</a:t>
            </a:r>
            <a:endParaRPr lang="en-US" altLang="zh-CN" dirty="0"/>
          </a:p>
          <a:p>
            <a:r>
              <a:rPr lang="zh-CN" altLang="en-US" sz="3000" dirty="0"/>
              <a:t>特征向量中心性</a:t>
            </a:r>
            <a:r>
              <a:rPr lang="en-US" sz="3000" dirty="0"/>
              <a:t> (Eigenvector centrality </a:t>
            </a:r>
            <a:r>
              <a:rPr lang="en-US" altLang="zh-CN" sz="3000" dirty="0"/>
              <a:t>) e.g., E </a:t>
            </a:r>
          </a:p>
          <a:p>
            <a:pPr lvl="1"/>
            <a:r>
              <a:rPr lang="zh-CN" altLang="en-US" dirty="0"/>
              <a:t>与重要节点相连，高影响力</a:t>
            </a:r>
            <a:endParaRPr lang="en-US" altLang="zh-CN" dirty="0"/>
          </a:p>
          <a:p>
            <a:r>
              <a:rPr lang="zh-CN" altLang="en-US" dirty="0"/>
              <a:t>中介中心性</a:t>
            </a:r>
            <a:r>
              <a:rPr lang="en-US" dirty="0"/>
              <a:t> (Betweenness centrality) e.g., C </a:t>
            </a:r>
          </a:p>
          <a:p>
            <a:pPr lvl="1"/>
            <a:r>
              <a:rPr lang="zh-CN" altLang="en-US" dirty="0"/>
              <a:t>信息传播重要节点</a:t>
            </a:r>
            <a:endParaRPr lang="en-US" altLang="zh-CN" dirty="0"/>
          </a:p>
          <a:p>
            <a:endParaRPr lang="en-US" dirty="0"/>
          </a:p>
        </p:txBody>
      </p:sp>
      <p:sp>
        <p:nvSpPr>
          <p:cNvPr id="4" name="Oval 3">
            <a:extLst>
              <a:ext uri="{FF2B5EF4-FFF2-40B4-BE49-F238E27FC236}">
                <a16:creationId xmlns:a16="http://schemas.microsoft.com/office/drawing/2014/main" id="{580D481A-E809-440D-A255-ECCE661491E0}"/>
              </a:ext>
            </a:extLst>
          </p:cNvPr>
          <p:cNvSpPr>
            <a:spLocks/>
          </p:cNvSpPr>
          <p:nvPr/>
        </p:nvSpPr>
        <p:spPr>
          <a:xfrm>
            <a:off x="9747731" y="2410091"/>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A</a:t>
            </a:r>
          </a:p>
        </p:txBody>
      </p:sp>
      <p:sp>
        <p:nvSpPr>
          <p:cNvPr id="5" name="Oval 4">
            <a:extLst>
              <a:ext uri="{FF2B5EF4-FFF2-40B4-BE49-F238E27FC236}">
                <a16:creationId xmlns:a16="http://schemas.microsoft.com/office/drawing/2014/main" id="{D888B998-8E83-453F-8498-2A1F42B36D1D}"/>
              </a:ext>
            </a:extLst>
          </p:cNvPr>
          <p:cNvSpPr>
            <a:spLocks/>
          </p:cNvSpPr>
          <p:nvPr/>
        </p:nvSpPr>
        <p:spPr>
          <a:xfrm>
            <a:off x="10655270" y="2674672"/>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B</a:t>
            </a:r>
          </a:p>
        </p:txBody>
      </p:sp>
      <p:sp>
        <p:nvSpPr>
          <p:cNvPr id="6" name="Oval 5">
            <a:extLst>
              <a:ext uri="{FF2B5EF4-FFF2-40B4-BE49-F238E27FC236}">
                <a16:creationId xmlns:a16="http://schemas.microsoft.com/office/drawing/2014/main" id="{98163752-3603-4835-9FD8-14B42FC81058}"/>
              </a:ext>
            </a:extLst>
          </p:cNvPr>
          <p:cNvSpPr>
            <a:spLocks/>
          </p:cNvSpPr>
          <p:nvPr/>
        </p:nvSpPr>
        <p:spPr>
          <a:xfrm>
            <a:off x="9807991" y="3497272"/>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C</a:t>
            </a:r>
          </a:p>
        </p:txBody>
      </p:sp>
      <p:sp>
        <p:nvSpPr>
          <p:cNvPr id="7" name="Oval 6">
            <a:extLst>
              <a:ext uri="{FF2B5EF4-FFF2-40B4-BE49-F238E27FC236}">
                <a16:creationId xmlns:a16="http://schemas.microsoft.com/office/drawing/2014/main" id="{BA5EF964-51C9-444F-B428-20D5F88C12FB}"/>
              </a:ext>
            </a:extLst>
          </p:cNvPr>
          <p:cNvSpPr>
            <a:spLocks/>
          </p:cNvSpPr>
          <p:nvPr/>
        </p:nvSpPr>
        <p:spPr>
          <a:xfrm>
            <a:off x="10861010" y="4305196"/>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E</a:t>
            </a:r>
          </a:p>
        </p:txBody>
      </p:sp>
      <p:sp>
        <p:nvSpPr>
          <p:cNvPr id="8" name="Oval 7">
            <a:extLst>
              <a:ext uri="{FF2B5EF4-FFF2-40B4-BE49-F238E27FC236}">
                <a16:creationId xmlns:a16="http://schemas.microsoft.com/office/drawing/2014/main" id="{24D51DB6-F801-435F-92D8-6F6EB866BDF6}"/>
              </a:ext>
            </a:extLst>
          </p:cNvPr>
          <p:cNvSpPr>
            <a:spLocks/>
          </p:cNvSpPr>
          <p:nvPr/>
        </p:nvSpPr>
        <p:spPr>
          <a:xfrm>
            <a:off x="10803188" y="3528207"/>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D</a:t>
            </a:r>
          </a:p>
        </p:txBody>
      </p:sp>
      <p:sp>
        <p:nvSpPr>
          <p:cNvPr id="9" name="Oval 8">
            <a:extLst>
              <a:ext uri="{FF2B5EF4-FFF2-40B4-BE49-F238E27FC236}">
                <a16:creationId xmlns:a16="http://schemas.microsoft.com/office/drawing/2014/main" id="{A5B85BE3-28D4-4884-8FDE-A7590041F66F}"/>
              </a:ext>
            </a:extLst>
          </p:cNvPr>
          <p:cNvSpPr>
            <a:spLocks/>
          </p:cNvSpPr>
          <p:nvPr/>
        </p:nvSpPr>
        <p:spPr>
          <a:xfrm>
            <a:off x="9660073" y="4956421"/>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F</a:t>
            </a:r>
          </a:p>
        </p:txBody>
      </p:sp>
      <p:sp>
        <p:nvSpPr>
          <p:cNvPr id="10" name="Oval 9">
            <a:extLst>
              <a:ext uri="{FF2B5EF4-FFF2-40B4-BE49-F238E27FC236}">
                <a16:creationId xmlns:a16="http://schemas.microsoft.com/office/drawing/2014/main" id="{22E66897-4F08-4B9C-9F5C-E59D6AD40C20}"/>
              </a:ext>
            </a:extLst>
          </p:cNvPr>
          <p:cNvSpPr>
            <a:spLocks/>
          </p:cNvSpPr>
          <p:nvPr/>
        </p:nvSpPr>
        <p:spPr>
          <a:xfrm>
            <a:off x="10511329" y="5020049"/>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G</a:t>
            </a:r>
          </a:p>
        </p:txBody>
      </p:sp>
      <p:cxnSp>
        <p:nvCxnSpPr>
          <p:cNvPr id="11" name="Straight Connector 10">
            <a:extLst>
              <a:ext uri="{FF2B5EF4-FFF2-40B4-BE49-F238E27FC236}">
                <a16:creationId xmlns:a16="http://schemas.microsoft.com/office/drawing/2014/main" id="{366A8DD5-31CF-4152-86D3-5464A8DD07F0}"/>
              </a:ext>
            </a:extLst>
          </p:cNvPr>
          <p:cNvCxnSpPr>
            <a:cxnSpLocks/>
            <a:stCxn id="4" idx="4"/>
            <a:endCxn id="6" idx="0"/>
          </p:cNvCxnSpPr>
          <p:nvPr/>
        </p:nvCxnSpPr>
        <p:spPr>
          <a:xfrm>
            <a:off x="9953471" y="2818310"/>
            <a:ext cx="60260" cy="678962"/>
          </a:xfrm>
          <a:prstGeom prst="line">
            <a:avLst/>
          </a:prstGeom>
        </p:spPr>
        <p:style>
          <a:lnRef idx="1">
            <a:schemeClr val="accent2"/>
          </a:lnRef>
          <a:fillRef idx="2">
            <a:schemeClr val="accent2"/>
          </a:fillRef>
          <a:effectRef idx="1">
            <a:schemeClr val="accent2"/>
          </a:effectRef>
          <a:fontRef idx="minor">
            <a:schemeClr val="dk1"/>
          </a:fontRef>
        </p:style>
      </p:cxnSp>
      <p:cxnSp>
        <p:nvCxnSpPr>
          <p:cNvPr id="12" name="Straight Connector 11">
            <a:extLst>
              <a:ext uri="{FF2B5EF4-FFF2-40B4-BE49-F238E27FC236}">
                <a16:creationId xmlns:a16="http://schemas.microsoft.com/office/drawing/2014/main" id="{5DA03593-0608-4D71-AB9A-66E0A9ED297B}"/>
              </a:ext>
            </a:extLst>
          </p:cNvPr>
          <p:cNvCxnSpPr>
            <a:cxnSpLocks/>
            <a:stCxn id="4" idx="6"/>
            <a:endCxn id="5" idx="2"/>
          </p:cNvCxnSpPr>
          <p:nvPr/>
        </p:nvCxnSpPr>
        <p:spPr>
          <a:xfrm>
            <a:off x="10159211" y="2614201"/>
            <a:ext cx="496059" cy="264581"/>
          </a:xfrm>
          <a:prstGeom prst="line">
            <a:avLst/>
          </a:prstGeom>
        </p:spPr>
        <p:style>
          <a:lnRef idx="1">
            <a:schemeClr val="accent2"/>
          </a:lnRef>
          <a:fillRef idx="2">
            <a:schemeClr val="accent2"/>
          </a:fillRef>
          <a:effectRef idx="1">
            <a:schemeClr val="accent2"/>
          </a:effectRef>
          <a:fontRef idx="minor">
            <a:schemeClr val="dk1"/>
          </a:fontRef>
        </p:style>
      </p:cxnSp>
      <p:cxnSp>
        <p:nvCxnSpPr>
          <p:cNvPr id="13" name="Straight Connector 12">
            <a:extLst>
              <a:ext uri="{FF2B5EF4-FFF2-40B4-BE49-F238E27FC236}">
                <a16:creationId xmlns:a16="http://schemas.microsoft.com/office/drawing/2014/main" id="{24641E0A-9140-4A47-AFB0-4DD356DC1E2E}"/>
              </a:ext>
            </a:extLst>
          </p:cNvPr>
          <p:cNvCxnSpPr>
            <a:cxnSpLocks/>
            <a:stCxn id="6" idx="6"/>
            <a:endCxn id="8" idx="2"/>
          </p:cNvCxnSpPr>
          <p:nvPr/>
        </p:nvCxnSpPr>
        <p:spPr>
          <a:xfrm>
            <a:off x="10219471" y="3701382"/>
            <a:ext cx="583717" cy="30935"/>
          </a:xfrm>
          <a:prstGeom prst="line">
            <a:avLst/>
          </a:prstGeom>
        </p:spPr>
        <p:style>
          <a:lnRef idx="1">
            <a:schemeClr val="accent2"/>
          </a:lnRef>
          <a:fillRef idx="2">
            <a:schemeClr val="accent2"/>
          </a:fillRef>
          <a:effectRef idx="1">
            <a:schemeClr val="accent2"/>
          </a:effectRef>
          <a:fontRef idx="minor">
            <a:schemeClr val="dk1"/>
          </a:fontRef>
        </p:style>
      </p:cxnSp>
      <p:cxnSp>
        <p:nvCxnSpPr>
          <p:cNvPr id="14" name="Straight Connector 13">
            <a:extLst>
              <a:ext uri="{FF2B5EF4-FFF2-40B4-BE49-F238E27FC236}">
                <a16:creationId xmlns:a16="http://schemas.microsoft.com/office/drawing/2014/main" id="{9DAC5AFD-130A-4FC5-8A94-0B16CC030067}"/>
              </a:ext>
            </a:extLst>
          </p:cNvPr>
          <p:cNvCxnSpPr>
            <a:cxnSpLocks/>
            <a:stCxn id="6" idx="7"/>
            <a:endCxn id="5" idx="3"/>
          </p:cNvCxnSpPr>
          <p:nvPr/>
        </p:nvCxnSpPr>
        <p:spPr>
          <a:xfrm flipV="1">
            <a:off x="10159211" y="3023109"/>
            <a:ext cx="556319" cy="533945"/>
          </a:xfrm>
          <a:prstGeom prst="line">
            <a:avLst/>
          </a:prstGeom>
        </p:spPr>
        <p:style>
          <a:lnRef idx="1">
            <a:schemeClr val="accent2"/>
          </a:lnRef>
          <a:fillRef idx="2">
            <a:schemeClr val="accent2"/>
          </a:fillRef>
          <a:effectRef idx="1">
            <a:schemeClr val="accent2"/>
          </a:effectRef>
          <a:fontRef idx="minor">
            <a:schemeClr val="dk1"/>
          </a:fontRef>
        </p:style>
      </p:cxnSp>
      <p:cxnSp>
        <p:nvCxnSpPr>
          <p:cNvPr id="15" name="Straight Connector 14">
            <a:extLst>
              <a:ext uri="{FF2B5EF4-FFF2-40B4-BE49-F238E27FC236}">
                <a16:creationId xmlns:a16="http://schemas.microsoft.com/office/drawing/2014/main" id="{5911308E-CB86-494F-9AE9-73D29CEEAA27}"/>
              </a:ext>
            </a:extLst>
          </p:cNvPr>
          <p:cNvCxnSpPr>
            <a:cxnSpLocks/>
            <a:stCxn id="6" idx="5"/>
            <a:endCxn id="7" idx="2"/>
          </p:cNvCxnSpPr>
          <p:nvPr/>
        </p:nvCxnSpPr>
        <p:spPr>
          <a:xfrm>
            <a:off x="10159211" y="3845709"/>
            <a:ext cx="701799" cy="663597"/>
          </a:xfrm>
          <a:prstGeom prst="line">
            <a:avLst/>
          </a:prstGeom>
        </p:spPr>
        <p:style>
          <a:lnRef idx="1">
            <a:schemeClr val="accent2"/>
          </a:lnRef>
          <a:fillRef idx="2">
            <a:schemeClr val="accent2"/>
          </a:fillRef>
          <a:effectRef idx="1">
            <a:schemeClr val="accent2"/>
          </a:effectRef>
          <a:fontRef idx="minor">
            <a:schemeClr val="dk1"/>
          </a:fontRef>
        </p:style>
      </p:cxnSp>
      <p:cxnSp>
        <p:nvCxnSpPr>
          <p:cNvPr id="16" name="Straight Connector 15">
            <a:extLst>
              <a:ext uri="{FF2B5EF4-FFF2-40B4-BE49-F238E27FC236}">
                <a16:creationId xmlns:a16="http://schemas.microsoft.com/office/drawing/2014/main" id="{5C4FF91A-9437-4EC3-A71F-9BF852ADB8B8}"/>
              </a:ext>
            </a:extLst>
          </p:cNvPr>
          <p:cNvCxnSpPr>
            <a:cxnSpLocks/>
            <a:stCxn id="6" idx="4"/>
            <a:endCxn id="9" idx="0"/>
          </p:cNvCxnSpPr>
          <p:nvPr/>
        </p:nvCxnSpPr>
        <p:spPr>
          <a:xfrm flipH="1">
            <a:off x="9865813" y="3905491"/>
            <a:ext cx="147918" cy="1050930"/>
          </a:xfrm>
          <a:prstGeom prst="line">
            <a:avLst/>
          </a:prstGeom>
        </p:spPr>
        <p:style>
          <a:lnRef idx="1">
            <a:schemeClr val="accent2"/>
          </a:lnRef>
          <a:fillRef idx="2">
            <a:schemeClr val="accent2"/>
          </a:fillRef>
          <a:effectRef idx="1">
            <a:schemeClr val="accent2"/>
          </a:effectRef>
          <a:fontRef idx="minor">
            <a:schemeClr val="dk1"/>
          </a:fontRef>
        </p:style>
      </p:cxnSp>
      <p:cxnSp>
        <p:nvCxnSpPr>
          <p:cNvPr id="17" name="Straight Connector 16">
            <a:extLst>
              <a:ext uri="{FF2B5EF4-FFF2-40B4-BE49-F238E27FC236}">
                <a16:creationId xmlns:a16="http://schemas.microsoft.com/office/drawing/2014/main" id="{03960479-93E2-4D69-8727-5A1292A7A8AC}"/>
              </a:ext>
            </a:extLst>
          </p:cNvPr>
          <p:cNvCxnSpPr>
            <a:cxnSpLocks/>
            <a:stCxn id="10" idx="2"/>
            <a:endCxn id="9" idx="6"/>
          </p:cNvCxnSpPr>
          <p:nvPr/>
        </p:nvCxnSpPr>
        <p:spPr>
          <a:xfrm flipH="1" flipV="1">
            <a:off x="10071553" y="5160531"/>
            <a:ext cx="439776" cy="63628"/>
          </a:xfrm>
          <a:prstGeom prst="line">
            <a:avLst/>
          </a:prstGeom>
        </p:spPr>
        <p:style>
          <a:lnRef idx="1">
            <a:schemeClr val="accent2"/>
          </a:lnRef>
          <a:fillRef idx="2">
            <a:schemeClr val="accent2"/>
          </a:fillRef>
          <a:effectRef idx="1">
            <a:schemeClr val="accent2"/>
          </a:effectRef>
          <a:fontRef idx="minor">
            <a:schemeClr val="dk1"/>
          </a:fontRef>
        </p:style>
      </p:cxnSp>
      <p:cxnSp>
        <p:nvCxnSpPr>
          <p:cNvPr id="19" name="Straight Connector 18">
            <a:extLst>
              <a:ext uri="{FF2B5EF4-FFF2-40B4-BE49-F238E27FC236}">
                <a16:creationId xmlns:a16="http://schemas.microsoft.com/office/drawing/2014/main" id="{B3BF5362-205C-4C5D-B23F-8E9C6F17D4D5}"/>
              </a:ext>
            </a:extLst>
          </p:cNvPr>
          <p:cNvCxnSpPr>
            <a:cxnSpLocks/>
            <a:stCxn id="6" idx="5"/>
            <a:endCxn id="10" idx="1"/>
          </p:cNvCxnSpPr>
          <p:nvPr/>
        </p:nvCxnSpPr>
        <p:spPr>
          <a:xfrm>
            <a:off x="10159211" y="3845709"/>
            <a:ext cx="412378" cy="1234122"/>
          </a:xfrm>
          <a:prstGeom prst="line">
            <a:avLst/>
          </a:prstGeom>
        </p:spPr>
        <p:style>
          <a:lnRef idx="1">
            <a:schemeClr val="accent2"/>
          </a:lnRef>
          <a:fillRef idx="2">
            <a:schemeClr val="accent2"/>
          </a:fillRef>
          <a:effectRef idx="1">
            <a:schemeClr val="accent2"/>
          </a:effectRef>
          <a:fontRef idx="minor">
            <a:schemeClr val="dk1"/>
          </a:fontRef>
        </p:style>
      </p:cxnSp>
      <p:sp>
        <p:nvSpPr>
          <p:cNvPr id="20" name="Oval 19">
            <a:extLst>
              <a:ext uri="{FF2B5EF4-FFF2-40B4-BE49-F238E27FC236}">
                <a16:creationId xmlns:a16="http://schemas.microsoft.com/office/drawing/2014/main" id="{7209FF14-5BC3-4528-AF06-96BF93EF324D}"/>
              </a:ext>
            </a:extLst>
          </p:cNvPr>
          <p:cNvSpPr/>
          <p:nvPr/>
        </p:nvSpPr>
        <p:spPr>
          <a:xfrm>
            <a:off x="9674990" y="3401308"/>
            <a:ext cx="716717" cy="651222"/>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1" name="Oval 20">
            <a:extLst>
              <a:ext uri="{FF2B5EF4-FFF2-40B4-BE49-F238E27FC236}">
                <a16:creationId xmlns:a16="http://schemas.microsoft.com/office/drawing/2014/main" id="{39C25965-28C9-427F-A166-36E7929CF71F}"/>
              </a:ext>
            </a:extLst>
          </p:cNvPr>
          <p:cNvSpPr/>
          <p:nvPr/>
        </p:nvSpPr>
        <p:spPr>
          <a:xfrm>
            <a:off x="10755977" y="4206521"/>
            <a:ext cx="716717" cy="651222"/>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1568165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1BC57-1822-4F19-A346-ECB903559BFE}"/>
              </a:ext>
            </a:extLst>
          </p:cNvPr>
          <p:cNvSpPr>
            <a:spLocks noGrp="1"/>
          </p:cNvSpPr>
          <p:nvPr>
            <p:ph type="title"/>
          </p:nvPr>
        </p:nvSpPr>
        <p:spPr/>
        <p:txBody>
          <a:bodyPr/>
          <a:lstStyle/>
          <a:p>
            <a:r>
              <a:rPr lang="en-US" dirty="0"/>
              <a:t>Other descriptive metrics</a:t>
            </a:r>
          </a:p>
        </p:txBody>
      </p:sp>
      <p:sp>
        <p:nvSpPr>
          <p:cNvPr id="3" name="Content Placeholder 2">
            <a:extLst>
              <a:ext uri="{FF2B5EF4-FFF2-40B4-BE49-F238E27FC236}">
                <a16:creationId xmlns:a16="http://schemas.microsoft.com/office/drawing/2014/main" id="{8354026E-D6AB-48AD-AA65-C82EE0947B9E}"/>
              </a:ext>
            </a:extLst>
          </p:cNvPr>
          <p:cNvSpPr>
            <a:spLocks noGrp="1"/>
          </p:cNvSpPr>
          <p:nvPr>
            <p:ph idx="1"/>
          </p:nvPr>
        </p:nvSpPr>
        <p:spPr/>
        <p:txBody>
          <a:bodyPr/>
          <a:lstStyle/>
          <a:p>
            <a:r>
              <a:rPr lang="zh-CN" altLang="en-US" sz="2500" dirty="0"/>
              <a:t>集聚系数（</a:t>
            </a:r>
            <a:r>
              <a:rPr lang="en-US" altLang="zh-CN" sz="2500" dirty="0"/>
              <a:t>Clustering coefficient,</a:t>
            </a:r>
            <a:r>
              <a:rPr lang="zh-CN" altLang="en-US" sz="2500" i="1" u="sng" dirty="0">
                <a:solidFill>
                  <a:schemeClr val="accent6"/>
                </a:solidFill>
              </a:rPr>
              <a:t>节点指标</a:t>
            </a:r>
            <a:r>
              <a:rPr lang="en-US" altLang="zh-CN" sz="2500" i="1" u="sng" dirty="0">
                <a:solidFill>
                  <a:schemeClr val="accent6"/>
                </a:solidFill>
              </a:rPr>
              <a:t>/</a:t>
            </a:r>
            <a:r>
              <a:rPr lang="zh-CN" altLang="en-US" sz="2500" i="1" u="sng" dirty="0">
                <a:solidFill>
                  <a:schemeClr val="accent6"/>
                </a:solidFill>
              </a:rPr>
              <a:t>网络指标 </a:t>
            </a:r>
            <a:r>
              <a:rPr lang="zh-CN" altLang="en-US" sz="2500" dirty="0"/>
              <a:t>）</a:t>
            </a:r>
            <a:endParaRPr lang="en-US" altLang="zh-CN" sz="2500" dirty="0"/>
          </a:p>
          <a:p>
            <a:pPr lvl="1"/>
            <a:r>
              <a:rPr lang="zh-CN" altLang="en-US" sz="2300" dirty="0"/>
              <a:t>点：邻居的链接程度</a:t>
            </a:r>
            <a:endParaRPr lang="en-US" altLang="zh-CN" sz="2300" dirty="0"/>
          </a:p>
          <a:p>
            <a:pPr lvl="1"/>
            <a:r>
              <a:rPr lang="zh-CN" altLang="en-US" sz="2300" dirty="0"/>
              <a:t>网：网络成员的紧密联系程度</a:t>
            </a:r>
            <a:endParaRPr lang="en-US" altLang="zh-CN" sz="2300" dirty="0"/>
          </a:p>
          <a:p>
            <a:pPr lvl="1"/>
            <a:r>
              <a:rPr lang="zh-CN" altLang="en-US" sz="2300" dirty="0"/>
              <a:t>用于社区发现；小世界网络</a:t>
            </a:r>
            <a:endParaRPr lang="en-US" altLang="zh-CN" sz="2300" dirty="0"/>
          </a:p>
          <a:p>
            <a:endParaRPr lang="en-US" sz="2500" dirty="0"/>
          </a:p>
          <a:p>
            <a:r>
              <a:rPr lang="zh-CN" altLang="en-US" sz="2500" dirty="0"/>
              <a:t>密度（</a:t>
            </a:r>
            <a:r>
              <a:rPr lang="en-US" altLang="zh-CN" sz="2500" dirty="0"/>
              <a:t>Density</a:t>
            </a:r>
            <a:r>
              <a:rPr lang="zh-CN" altLang="en-US" sz="2500" dirty="0"/>
              <a:t>，</a:t>
            </a:r>
            <a:r>
              <a:rPr lang="zh-CN" altLang="en-US" sz="2500" i="1" u="sng" dirty="0">
                <a:solidFill>
                  <a:schemeClr val="accent6"/>
                </a:solidFill>
              </a:rPr>
              <a:t>网络指标 </a:t>
            </a:r>
            <a:r>
              <a:rPr lang="zh-CN" altLang="en-US" sz="2500" dirty="0"/>
              <a:t>）</a:t>
            </a:r>
            <a:endParaRPr lang="en-US" altLang="zh-CN" sz="2500" dirty="0"/>
          </a:p>
          <a:p>
            <a:pPr lvl="1"/>
            <a:r>
              <a:rPr lang="zh-CN" altLang="en-US" sz="2300" dirty="0"/>
              <a:t>现有连接数</a:t>
            </a:r>
            <a:r>
              <a:rPr lang="en-US" altLang="zh-CN" sz="2300" dirty="0"/>
              <a:t>/</a:t>
            </a:r>
            <a:r>
              <a:rPr lang="zh-CN" altLang="en-US" sz="2300" dirty="0"/>
              <a:t>所有可能连接数，衡量网络内链接稀疏度</a:t>
            </a:r>
            <a:endParaRPr lang="en-US" altLang="zh-CN" sz="2300" dirty="0"/>
          </a:p>
          <a:p>
            <a:pPr lvl="1"/>
            <a:r>
              <a:rPr lang="zh-CN" altLang="en-US" sz="2300" dirty="0"/>
              <a:t>完全网络</a:t>
            </a:r>
            <a:r>
              <a:rPr lang="en-US" altLang="zh-CN" sz="2300" dirty="0"/>
              <a:t>(=1)</a:t>
            </a:r>
            <a:r>
              <a:rPr lang="zh-CN" altLang="en-US" sz="2300" dirty="0"/>
              <a:t>；非完全网络</a:t>
            </a:r>
            <a:r>
              <a:rPr lang="en-US" altLang="zh-CN" sz="2300" dirty="0"/>
              <a:t>(&lt;1)</a:t>
            </a:r>
            <a:endParaRPr lang="en-US" sz="2300" dirty="0"/>
          </a:p>
          <a:p>
            <a:endParaRPr lang="en-US" dirty="0"/>
          </a:p>
        </p:txBody>
      </p:sp>
      <p:sp>
        <p:nvSpPr>
          <p:cNvPr id="4" name="Oval 3">
            <a:extLst>
              <a:ext uri="{FF2B5EF4-FFF2-40B4-BE49-F238E27FC236}">
                <a16:creationId xmlns:a16="http://schemas.microsoft.com/office/drawing/2014/main" id="{74D1D210-2A42-4B79-B06C-344BBB78B159}"/>
              </a:ext>
            </a:extLst>
          </p:cNvPr>
          <p:cNvSpPr>
            <a:spLocks/>
          </p:cNvSpPr>
          <p:nvPr/>
        </p:nvSpPr>
        <p:spPr>
          <a:xfrm>
            <a:off x="9747731" y="2410091"/>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A</a:t>
            </a:r>
          </a:p>
        </p:txBody>
      </p:sp>
      <p:sp>
        <p:nvSpPr>
          <p:cNvPr id="5" name="Oval 4">
            <a:extLst>
              <a:ext uri="{FF2B5EF4-FFF2-40B4-BE49-F238E27FC236}">
                <a16:creationId xmlns:a16="http://schemas.microsoft.com/office/drawing/2014/main" id="{86A51A71-06F6-4DE9-96BC-443605EB0674}"/>
              </a:ext>
            </a:extLst>
          </p:cNvPr>
          <p:cNvSpPr>
            <a:spLocks/>
          </p:cNvSpPr>
          <p:nvPr/>
        </p:nvSpPr>
        <p:spPr>
          <a:xfrm>
            <a:off x="10655270" y="2674672"/>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B</a:t>
            </a:r>
          </a:p>
        </p:txBody>
      </p:sp>
      <p:sp>
        <p:nvSpPr>
          <p:cNvPr id="6" name="Oval 5">
            <a:extLst>
              <a:ext uri="{FF2B5EF4-FFF2-40B4-BE49-F238E27FC236}">
                <a16:creationId xmlns:a16="http://schemas.microsoft.com/office/drawing/2014/main" id="{A6551EE2-63FE-4E64-9184-CE789657E2D6}"/>
              </a:ext>
            </a:extLst>
          </p:cNvPr>
          <p:cNvSpPr>
            <a:spLocks/>
          </p:cNvSpPr>
          <p:nvPr/>
        </p:nvSpPr>
        <p:spPr>
          <a:xfrm>
            <a:off x="9807991" y="3497272"/>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C</a:t>
            </a:r>
          </a:p>
        </p:txBody>
      </p:sp>
      <p:sp>
        <p:nvSpPr>
          <p:cNvPr id="7" name="Oval 6">
            <a:extLst>
              <a:ext uri="{FF2B5EF4-FFF2-40B4-BE49-F238E27FC236}">
                <a16:creationId xmlns:a16="http://schemas.microsoft.com/office/drawing/2014/main" id="{3BA72353-0526-4F40-97AB-3B08DBBD89F8}"/>
              </a:ext>
            </a:extLst>
          </p:cNvPr>
          <p:cNvSpPr>
            <a:spLocks/>
          </p:cNvSpPr>
          <p:nvPr/>
        </p:nvSpPr>
        <p:spPr>
          <a:xfrm>
            <a:off x="10861010" y="4305196"/>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E</a:t>
            </a:r>
          </a:p>
        </p:txBody>
      </p:sp>
      <p:sp>
        <p:nvSpPr>
          <p:cNvPr id="8" name="Oval 7">
            <a:extLst>
              <a:ext uri="{FF2B5EF4-FFF2-40B4-BE49-F238E27FC236}">
                <a16:creationId xmlns:a16="http://schemas.microsoft.com/office/drawing/2014/main" id="{C240FC2A-4856-48FC-9B3D-20D5F6440F87}"/>
              </a:ext>
            </a:extLst>
          </p:cNvPr>
          <p:cNvSpPr>
            <a:spLocks/>
          </p:cNvSpPr>
          <p:nvPr/>
        </p:nvSpPr>
        <p:spPr>
          <a:xfrm>
            <a:off x="11364675" y="3561105"/>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D</a:t>
            </a:r>
          </a:p>
        </p:txBody>
      </p:sp>
      <p:sp>
        <p:nvSpPr>
          <p:cNvPr id="9" name="Oval 8">
            <a:extLst>
              <a:ext uri="{FF2B5EF4-FFF2-40B4-BE49-F238E27FC236}">
                <a16:creationId xmlns:a16="http://schemas.microsoft.com/office/drawing/2014/main" id="{C6AD187C-51D2-4607-A855-9901909E1B31}"/>
              </a:ext>
            </a:extLst>
          </p:cNvPr>
          <p:cNvSpPr>
            <a:spLocks/>
          </p:cNvSpPr>
          <p:nvPr/>
        </p:nvSpPr>
        <p:spPr>
          <a:xfrm>
            <a:off x="9166587" y="4548202"/>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F</a:t>
            </a:r>
          </a:p>
        </p:txBody>
      </p:sp>
      <p:sp>
        <p:nvSpPr>
          <p:cNvPr id="10" name="Oval 9">
            <a:extLst>
              <a:ext uri="{FF2B5EF4-FFF2-40B4-BE49-F238E27FC236}">
                <a16:creationId xmlns:a16="http://schemas.microsoft.com/office/drawing/2014/main" id="{0EDCF0DC-01E7-4007-8B00-2907AB0FC5FD}"/>
              </a:ext>
            </a:extLst>
          </p:cNvPr>
          <p:cNvSpPr>
            <a:spLocks/>
          </p:cNvSpPr>
          <p:nvPr/>
        </p:nvSpPr>
        <p:spPr>
          <a:xfrm>
            <a:off x="10220369" y="4731394"/>
            <a:ext cx="411480" cy="40821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G</a:t>
            </a:r>
          </a:p>
        </p:txBody>
      </p:sp>
      <p:cxnSp>
        <p:nvCxnSpPr>
          <p:cNvPr id="11" name="Straight Connector 10">
            <a:extLst>
              <a:ext uri="{FF2B5EF4-FFF2-40B4-BE49-F238E27FC236}">
                <a16:creationId xmlns:a16="http://schemas.microsoft.com/office/drawing/2014/main" id="{55978C36-EE2F-4973-8A9A-0DE2070F9B1D}"/>
              </a:ext>
            </a:extLst>
          </p:cNvPr>
          <p:cNvCxnSpPr>
            <a:cxnSpLocks/>
            <a:stCxn id="4" idx="4"/>
            <a:endCxn id="6" idx="0"/>
          </p:cNvCxnSpPr>
          <p:nvPr/>
        </p:nvCxnSpPr>
        <p:spPr>
          <a:xfrm>
            <a:off x="9953471" y="2818310"/>
            <a:ext cx="60260" cy="678962"/>
          </a:xfrm>
          <a:prstGeom prst="line">
            <a:avLst/>
          </a:prstGeom>
        </p:spPr>
        <p:style>
          <a:lnRef idx="1">
            <a:schemeClr val="accent2"/>
          </a:lnRef>
          <a:fillRef idx="2">
            <a:schemeClr val="accent2"/>
          </a:fillRef>
          <a:effectRef idx="1">
            <a:schemeClr val="accent2"/>
          </a:effectRef>
          <a:fontRef idx="minor">
            <a:schemeClr val="dk1"/>
          </a:fontRef>
        </p:style>
      </p:cxnSp>
      <p:cxnSp>
        <p:nvCxnSpPr>
          <p:cNvPr id="12" name="Straight Connector 11">
            <a:extLst>
              <a:ext uri="{FF2B5EF4-FFF2-40B4-BE49-F238E27FC236}">
                <a16:creationId xmlns:a16="http://schemas.microsoft.com/office/drawing/2014/main" id="{8A8B12EF-4443-47A7-A9EA-5652AF855F96}"/>
              </a:ext>
            </a:extLst>
          </p:cNvPr>
          <p:cNvCxnSpPr>
            <a:cxnSpLocks/>
            <a:stCxn id="4" idx="6"/>
            <a:endCxn id="5" idx="2"/>
          </p:cNvCxnSpPr>
          <p:nvPr/>
        </p:nvCxnSpPr>
        <p:spPr>
          <a:xfrm>
            <a:off x="10159211" y="2614201"/>
            <a:ext cx="496059" cy="264581"/>
          </a:xfrm>
          <a:prstGeom prst="line">
            <a:avLst/>
          </a:prstGeom>
        </p:spPr>
        <p:style>
          <a:lnRef idx="1">
            <a:schemeClr val="accent2"/>
          </a:lnRef>
          <a:fillRef idx="2">
            <a:schemeClr val="accent2"/>
          </a:fillRef>
          <a:effectRef idx="1">
            <a:schemeClr val="accent2"/>
          </a:effectRef>
          <a:fontRef idx="minor">
            <a:schemeClr val="dk1"/>
          </a:fontRef>
        </p:style>
      </p:cxnSp>
      <p:cxnSp>
        <p:nvCxnSpPr>
          <p:cNvPr id="13" name="Straight Connector 12">
            <a:extLst>
              <a:ext uri="{FF2B5EF4-FFF2-40B4-BE49-F238E27FC236}">
                <a16:creationId xmlns:a16="http://schemas.microsoft.com/office/drawing/2014/main" id="{925C9809-ACD0-43E8-8A91-F24CB22993B5}"/>
              </a:ext>
            </a:extLst>
          </p:cNvPr>
          <p:cNvCxnSpPr>
            <a:cxnSpLocks/>
            <a:stCxn id="6" idx="6"/>
            <a:endCxn id="8" idx="2"/>
          </p:cNvCxnSpPr>
          <p:nvPr/>
        </p:nvCxnSpPr>
        <p:spPr>
          <a:xfrm>
            <a:off x="10219471" y="3701382"/>
            <a:ext cx="1145204" cy="63833"/>
          </a:xfrm>
          <a:prstGeom prst="line">
            <a:avLst/>
          </a:prstGeom>
        </p:spPr>
        <p:style>
          <a:lnRef idx="1">
            <a:schemeClr val="accent2"/>
          </a:lnRef>
          <a:fillRef idx="2">
            <a:schemeClr val="accent2"/>
          </a:fillRef>
          <a:effectRef idx="1">
            <a:schemeClr val="accent2"/>
          </a:effectRef>
          <a:fontRef idx="minor">
            <a:schemeClr val="dk1"/>
          </a:fontRef>
        </p:style>
      </p:cxnSp>
      <p:cxnSp>
        <p:nvCxnSpPr>
          <p:cNvPr id="14" name="Straight Connector 13">
            <a:extLst>
              <a:ext uri="{FF2B5EF4-FFF2-40B4-BE49-F238E27FC236}">
                <a16:creationId xmlns:a16="http://schemas.microsoft.com/office/drawing/2014/main" id="{A9686CD8-76C4-4647-9AA1-A38DDDBCB14F}"/>
              </a:ext>
            </a:extLst>
          </p:cNvPr>
          <p:cNvCxnSpPr>
            <a:cxnSpLocks/>
            <a:stCxn id="6" idx="7"/>
            <a:endCxn id="5" idx="3"/>
          </p:cNvCxnSpPr>
          <p:nvPr/>
        </p:nvCxnSpPr>
        <p:spPr>
          <a:xfrm flipV="1">
            <a:off x="10159211" y="3023109"/>
            <a:ext cx="556319" cy="533945"/>
          </a:xfrm>
          <a:prstGeom prst="line">
            <a:avLst/>
          </a:prstGeom>
        </p:spPr>
        <p:style>
          <a:lnRef idx="1">
            <a:schemeClr val="accent2"/>
          </a:lnRef>
          <a:fillRef idx="2">
            <a:schemeClr val="accent2"/>
          </a:fillRef>
          <a:effectRef idx="1">
            <a:schemeClr val="accent2"/>
          </a:effectRef>
          <a:fontRef idx="minor">
            <a:schemeClr val="dk1"/>
          </a:fontRef>
        </p:style>
      </p:cxnSp>
      <p:cxnSp>
        <p:nvCxnSpPr>
          <p:cNvPr id="15" name="Straight Connector 14">
            <a:extLst>
              <a:ext uri="{FF2B5EF4-FFF2-40B4-BE49-F238E27FC236}">
                <a16:creationId xmlns:a16="http://schemas.microsoft.com/office/drawing/2014/main" id="{A86384C6-5BF4-4E64-A42B-22144B2F5839}"/>
              </a:ext>
            </a:extLst>
          </p:cNvPr>
          <p:cNvCxnSpPr>
            <a:cxnSpLocks/>
            <a:stCxn id="6" idx="5"/>
            <a:endCxn id="7" idx="2"/>
          </p:cNvCxnSpPr>
          <p:nvPr/>
        </p:nvCxnSpPr>
        <p:spPr>
          <a:xfrm>
            <a:off x="10159211" y="3845709"/>
            <a:ext cx="701799" cy="663597"/>
          </a:xfrm>
          <a:prstGeom prst="line">
            <a:avLst/>
          </a:prstGeom>
        </p:spPr>
        <p:style>
          <a:lnRef idx="1">
            <a:schemeClr val="accent2"/>
          </a:lnRef>
          <a:fillRef idx="2">
            <a:schemeClr val="accent2"/>
          </a:fillRef>
          <a:effectRef idx="1">
            <a:schemeClr val="accent2"/>
          </a:effectRef>
          <a:fontRef idx="minor">
            <a:schemeClr val="dk1"/>
          </a:fontRef>
        </p:style>
      </p:cxnSp>
      <p:cxnSp>
        <p:nvCxnSpPr>
          <p:cNvPr id="16" name="Straight Connector 15">
            <a:extLst>
              <a:ext uri="{FF2B5EF4-FFF2-40B4-BE49-F238E27FC236}">
                <a16:creationId xmlns:a16="http://schemas.microsoft.com/office/drawing/2014/main" id="{7AD2CA84-4D91-47B7-BABF-72892D3114E6}"/>
              </a:ext>
            </a:extLst>
          </p:cNvPr>
          <p:cNvCxnSpPr>
            <a:cxnSpLocks/>
            <a:stCxn id="6" idx="4"/>
            <a:endCxn id="9" idx="0"/>
          </p:cNvCxnSpPr>
          <p:nvPr/>
        </p:nvCxnSpPr>
        <p:spPr>
          <a:xfrm flipH="1">
            <a:off x="9372327" y="3905491"/>
            <a:ext cx="641404" cy="642711"/>
          </a:xfrm>
          <a:prstGeom prst="line">
            <a:avLst/>
          </a:prstGeom>
        </p:spPr>
        <p:style>
          <a:lnRef idx="1">
            <a:schemeClr val="accent2"/>
          </a:lnRef>
          <a:fillRef idx="2">
            <a:schemeClr val="accent2"/>
          </a:fillRef>
          <a:effectRef idx="1">
            <a:schemeClr val="accent2"/>
          </a:effectRef>
          <a:fontRef idx="minor">
            <a:schemeClr val="dk1"/>
          </a:fontRef>
        </p:style>
      </p:cxnSp>
      <p:cxnSp>
        <p:nvCxnSpPr>
          <p:cNvPr id="17" name="Straight Connector 16">
            <a:extLst>
              <a:ext uri="{FF2B5EF4-FFF2-40B4-BE49-F238E27FC236}">
                <a16:creationId xmlns:a16="http://schemas.microsoft.com/office/drawing/2014/main" id="{3562E4B7-39ED-4269-ACB0-E030818FCA0C}"/>
              </a:ext>
            </a:extLst>
          </p:cNvPr>
          <p:cNvCxnSpPr>
            <a:cxnSpLocks/>
            <a:stCxn id="10" idx="2"/>
            <a:endCxn id="9" idx="6"/>
          </p:cNvCxnSpPr>
          <p:nvPr/>
        </p:nvCxnSpPr>
        <p:spPr>
          <a:xfrm flipH="1" flipV="1">
            <a:off x="9578067" y="4752312"/>
            <a:ext cx="642302" cy="183192"/>
          </a:xfrm>
          <a:prstGeom prst="line">
            <a:avLst/>
          </a:prstGeom>
        </p:spPr>
        <p:style>
          <a:lnRef idx="1">
            <a:schemeClr val="accent2"/>
          </a:lnRef>
          <a:fillRef idx="2">
            <a:schemeClr val="accent2"/>
          </a:fillRef>
          <a:effectRef idx="1">
            <a:schemeClr val="accent2"/>
          </a:effectRef>
          <a:fontRef idx="minor">
            <a:schemeClr val="dk1"/>
          </a:fontRef>
        </p:style>
      </p:cxnSp>
      <p:cxnSp>
        <p:nvCxnSpPr>
          <p:cNvPr id="19" name="Straight Connector 18">
            <a:extLst>
              <a:ext uri="{FF2B5EF4-FFF2-40B4-BE49-F238E27FC236}">
                <a16:creationId xmlns:a16="http://schemas.microsoft.com/office/drawing/2014/main" id="{38F2988B-748A-4EC4-9940-253B5528CD0D}"/>
              </a:ext>
            </a:extLst>
          </p:cNvPr>
          <p:cNvCxnSpPr>
            <a:cxnSpLocks/>
            <a:stCxn id="6" idx="5"/>
            <a:endCxn id="10" idx="1"/>
          </p:cNvCxnSpPr>
          <p:nvPr/>
        </p:nvCxnSpPr>
        <p:spPr>
          <a:xfrm>
            <a:off x="10159211" y="3845709"/>
            <a:ext cx="121418" cy="945467"/>
          </a:xfrm>
          <a:prstGeom prst="line">
            <a:avLst/>
          </a:prstGeom>
        </p:spPr>
        <p:style>
          <a:lnRef idx="1">
            <a:schemeClr val="accent2"/>
          </a:lnRef>
          <a:fillRef idx="2">
            <a:schemeClr val="accent2"/>
          </a:fillRef>
          <a:effectRef idx="1">
            <a:schemeClr val="accent2"/>
          </a:effectRef>
          <a:fontRef idx="minor">
            <a:schemeClr val="dk1"/>
          </a:fontRef>
        </p:style>
      </p:cxnSp>
      <p:sp>
        <p:nvSpPr>
          <p:cNvPr id="20" name="Oval 19">
            <a:extLst>
              <a:ext uri="{FF2B5EF4-FFF2-40B4-BE49-F238E27FC236}">
                <a16:creationId xmlns:a16="http://schemas.microsoft.com/office/drawing/2014/main" id="{5B974DFA-116C-4ABE-8629-1A8E2F4D99CC}"/>
              </a:ext>
            </a:extLst>
          </p:cNvPr>
          <p:cNvSpPr/>
          <p:nvPr/>
        </p:nvSpPr>
        <p:spPr>
          <a:xfrm>
            <a:off x="9230430" y="2120559"/>
            <a:ext cx="1836320" cy="1721304"/>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1" name="Oval 20">
            <a:extLst>
              <a:ext uri="{FF2B5EF4-FFF2-40B4-BE49-F238E27FC236}">
                <a16:creationId xmlns:a16="http://schemas.microsoft.com/office/drawing/2014/main" id="{E206462F-9AF3-4466-8084-D188EECF5D7C}"/>
              </a:ext>
            </a:extLst>
          </p:cNvPr>
          <p:cNvSpPr/>
          <p:nvPr/>
        </p:nvSpPr>
        <p:spPr>
          <a:xfrm rot="20363355">
            <a:off x="9139908" y="3454400"/>
            <a:ext cx="1673235" cy="2197462"/>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1835339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2024</TotalTime>
  <Words>1447</Words>
  <Application>Microsoft Office PowerPoint</Application>
  <PresentationFormat>宽屏</PresentationFormat>
  <Paragraphs>171</Paragraphs>
  <Slides>22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22</vt:i4>
      </vt:variant>
    </vt:vector>
  </HeadingPairs>
  <TitlesOfParts>
    <vt:vector size="30" baseType="lpstr">
      <vt:lpstr>等线</vt:lpstr>
      <vt:lpstr>等线 Light</vt:lpstr>
      <vt:lpstr>Arial</vt:lpstr>
      <vt:lpstr>Calibri</vt:lpstr>
      <vt:lpstr>Calibri Light</vt:lpstr>
      <vt:lpstr>Cambria Math</vt:lpstr>
      <vt:lpstr>Wingdings</vt:lpstr>
      <vt:lpstr>Office Theme</vt:lpstr>
      <vt:lpstr>Network Dynamics: How Can We Find Patients Like Us?</vt:lpstr>
      <vt:lpstr>Know the authors</vt:lpstr>
      <vt:lpstr>Yong TAN</vt:lpstr>
      <vt:lpstr>Introduction</vt:lpstr>
      <vt:lpstr>Introduction</vt:lpstr>
      <vt:lpstr>Conceptual background &amp; hypothesis</vt:lpstr>
      <vt:lpstr>Conceptual background &amp; hypothesis</vt:lpstr>
      <vt:lpstr>Conceptual background &amp; hypothesis</vt:lpstr>
      <vt:lpstr>Conceptual background &amp; hypothesis</vt:lpstr>
      <vt:lpstr>PowerPoint 演示文稿</vt:lpstr>
      <vt:lpstr>Dataset</vt:lpstr>
      <vt:lpstr>Empirical results</vt:lpstr>
      <vt:lpstr>Robustness checks</vt:lpstr>
      <vt:lpstr>Results</vt:lpstr>
      <vt:lpstr>Implications to our research</vt:lpstr>
      <vt:lpstr>Appendix: Random effect model &amp; Network analysis</vt:lpstr>
      <vt:lpstr>Fixed Effects Model</vt:lpstr>
      <vt:lpstr>Random effects model</vt:lpstr>
      <vt:lpstr>Exponential Random Graph Model 指数随机图模型</vt:lpstr>
      <vt:lpstr>Exogenous covariates and dyadic independence</vt:lpstr>
      <vt:lpstr>Centrality measures</vt:lpstr>
      <vt:lpstr>Other descriptive metrics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Dynamics: How Can We Find Patients Like Us?</dc:title>
  <dc:creator>Wei Du</dc:creator>
  <cp:lastModifiedBy>Wei Du</cp:lastModifiedBy>
  <cp:revision>1</cp:revision>
  <dcterms:created xsi:type="dcterms:W3CDTF">2017-10-18T11:08:57Z</dcterms:created>
  <dcterms:modified xsi:type="dcterms:W3CDTF">2017-10-23T06:03:32Z</dcterms:modified>
</cp:coreProperties>
</file>