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3"/>
    <p:sldId id="265" r:id="rId4"/>
    <p:sldId id="257" r:id="rId5"/>
    <p:sldId id="258" r:id="rId6"/>
    <p:sldId id="260" r:id="rId7"/>
    <p:sldId id="261" r:id="rId8"/>
    <p:sldId id="263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43"/>
  </p:normalViewPr>
  <p:slideViewPr>
    <p:cSldViewPr snapToGrid="0" snapToObjects="1">
      <p:cViewPr varScale="1">
        <p:scale>
          <a:sx n="101" d="100"/>
          <a:sy n="101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31FAE-CA7D-1047-A951-9BD50FF214C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F69BF-D16A-5D43-9E45-A0031D13338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思考（靶子</a:t>
            </a:r>
            <a:r>
              <a:rPr kumimoji="1" lang="en-US" altLang="zh-CN" dirty="0"/>
              <a:t>+</a:t>
            </a:r>
            <a:r>
              <a:rPr kumimoji="1" lang="zh-CN" altLang="en-US"/>
              <a:t>武艺）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你所学或知道的研究方法都有哪些？ </a:t>
            </a:r>
            <a:r>
              <a:rPr kumimoji="1" lang="en-US" altLang="zh-CN" dirty="0"/>
              <a:t>Research Methodology, algorithms, methods……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你认为研究问题应该是什么样的？   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有什么研究意义？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创新之问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843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你想做什么？请通俗清晰地阐述你的目标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现有相关研究情况怎样？ 有何局限？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你的想法有何创新？为什么能成功？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谁会关心你的研究？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如果你成功了会带来什么改变？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论文写作：逻辑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Why</a:t>
            </a:r>
            <a:r>
              <a:rPr kumimoji="1" lang="zh-CN" altLang="en-US" dirty="0"/>
              <a:t> 为什么要做这个工作</a:t>
            </a:r>
            <a:r>
              <a:rPr kumimoji="1" lang="en-US" altLang="zh-CN" dirty="0"/>
              <a:t> motivations</a:t>
            </a:r>
            <a:endParaRPr kumimoji="1" lang="en-US" altLang="zh-CN" dirty="0"/>
          </a:p>
          <a:p>
            <a:r>
              <a:rPr kumimoji="1" lang="en-US" altLang="zh-CN" dirty="0"/>
              <a:t>What</a:t>
            </a:r>
            <a:r>
              <a:rPr kumimoji="1" lang="zh-CN" altLang="en-US" dirty="0"/>
              <a:t>做什么 </a:t>
            </a:r>
            <a:r>
              <a:rPr kumimoji="1" lang="en-US" altLang="zh-CN" dirty="0"/>
              <a:t>Contributions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(</a:t>
            </a:r>
            <a:r>
              <a:rPr kumimoji="1" lang="en-US" altLang="zh-CN" dirty="0" err="1"/>
              <a:t>Novelty,Significance</a:t>
            </a:r>
            <a:r>
              <a:rPr kumimoji="1" lang="en-US" altLang="zh-CN" dirty="0"/>
              <a:t>)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How </a:t>
            </a:r>
            <a:r>
              <a:rPr kumimoji="1" lang="zh-CN" altLang="en-US" dirty="0"/>
              <a:t>怎么做的？</a:t>
            </a:r>
            <a:r>
              <a:rPr kumimoji="1" lang="en-US" altLang="zh-CN" dirty="0" err="1"/>
              <a:t>Theorem&amp;Model&amp;Algorithms</a:t>
            </a:r>
            <a:endParaRPr kumimoji="1" lang="en-US" altLang="zh-CN" dirty="0"/>
          </a:p>
          <a:p>
            <a:r>
              <a:rPr kumimoji="1" lang="en-US" altLang="zh-CN" dirty="0"/>
              <a:t>How much </a:t>
            </a:r>
            <a:r>
              <a:rPr kumimoji="1" lang="zh-CN" altLang="en-US" dirty="0"/>
              <a:t>效果怎么样？</a:t>
            </a:r>
            <a:r>
              <a:rPr kumimoji="1" lang="en-US" altLang="zh-CN" dirty="0" err="1"/>
              <a:t>Experiments&amp;Discussion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（</a:t>
            </a:r>
            <a:r>
              <a:rPr kumimoji="1" lang="en-US" altLang="zh-CN" dirty="0"/>
              <a:t>Clarity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soundness</a:t>
            </a:r>
            <a:r>
              <a:rPr kumimoji="1" lang="zh-CN" altLang="en-US" dirty="0"/>
              <a:t>，</a:t>
            </a:r>
            <a:r>
              <a:rPr kumimoji="1" lang="en-US" altLang="zh-CN" dirty="0"/>
              <a:t>Reproducibility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Then</a:t>
            </a:r>
            <a:r>
              <a:rPr kumimoji="1" lang="zh-CN" altLang="en-US" dirty="0"/>
              <a:t>启示、未来还能做什么？</a:t>
            </a:r>
            <a:r>
              <a:rPr kumimoji="1" lang="en-US" altLang="zh-CN" dirty="0"/>
              <a:t>Conclusions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</a:t>
            </a:r>
            <a:r>
              <a:rPr kumimoji="1" lang="zh-CN" altLang="en-US" dirty="0"/>
              <a:t>？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理论或应用需求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以往工作缺陷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解决该问题的影响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Introduction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研究是做什么？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你要做什么？</a:t>
            </a:r>
            <a:endParaRPr kumimoji="1" lang="en-US" altLang="zh-CN" dirty="0"/>
          </a:p>
          <a:p>
            <a:r>
              <a:rPr kumimoji="1" lang="zh-CN" altLang="en-US" dirty="0"/>
              <a:t>阐述研究现状并总结不足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研究背景的铺垫，提出挑战难点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可单独列出挑战</a:t>
            </a:r>
            <a:endParaRPr kumimoji="1" lang="en-US" altLang="zh-CN" dirty="0"/>
          </a:p>
          <a:p>
            <a:r>
              <a:rPr kumimoji="1" lang="zh-CN" altLang="en-US" dirty="0"/>
              <a:t>提出解决问题的思路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引出论文的解决思路</a:t>
            </a:r>
            <a:endParaRPr kumimoji="1" lang="en-US" altLang="zh-CN" dirty="0"/>
          </a:p>
          <a:p>
            <a:r>
              <a:rPr kumimoji="1" lang="zh-CN" altLang="en-US" dirty="0"/>
              <a:t>给出新方案的设计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较为详细介绍主要思想的实现</a:t>
            </a:r>
            <a:endParaRPr kumimoji="1" lang="en-US" altLang="zh-CN" dirty="0"/>
          </a:p>
          <a:p>
            <a:r>
              <a:rPr kumimoji="1" lang="zh-CN" altLang="en-US" dirty="0"/>
              <a:t>总结了论文的贡献以及实验结论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总结并强调论文的贡献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常见错误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A</a:t>
            </a:r>
            <a:r>
              <a:rPr kumimoji="1" lang="zh-CN" altLang="en-US" dirty="0"/>
              <a:t>模型好用，所以我用（蓄意科研）</a:t>
            </a:r>
            <a:endParaRPr kumimoji="1" lang="en-US" altLang="zh-CN" dirty="0"/>
          </a:p>
          <a:p>
            <a:r>
              <a:rPr kumimoji="1" lang="zh-CN" altLang="en-US" dirty="0"/>
              <a:t>因为</a:t>
            </a:r>
            <a:r>
              <a:rPr kumimoji="1" lang="en-US" altLang="zh-CN" dirty="0"/>
              <a:t>B</a:t>
            </a:r>
            <a:r>
              <a:rPr kumimoji="1" lang="zh-CN" altLang="en-US" dirty="0"/>
              <a:t>没人做，所以我做（可能没用）</a:t>
            </a:r>
            <a:endParaRPr kumimoji="1" lang="en-US" altLang="zh-CN" dirty="0"/>
          </a:p>
          <a:p>
            <a:r>
              <a:rPr kumimoji="1" lang="zh-CN" altLang="en-US" dirty="0"/>
              <a:t>之前人做了什么，我做了什么，我的好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缺乏解释对比</a:t>
            </a:r>
            <a:endParaRPr kumimoji="1" lang="en-US" altLang="zh-CN" dirty="0"/>
          </a:p>
          <a:p>
            <a:r>
              <a:rPr kumimoji="1" lang="zh-CN" altLang="en-US" dirty="0"/>
              <a:t>这个任务难，我解决了它（缺乏过渡，解释）</a:t>
            </a:r>
            <a:endParaRPr kumimoji="1" lang="en-US" altLang="zh-CN" dirty="0"/>
          </a:p>
          <a:p>
            <a:r>
              <a:rPr kumimoji="1" lang="zh-CN" altLang="en-US" dirty="0"/>
              <a:t>夸大自己模型的贡献、忽略别人的工作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小结引文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让人知道你在做什么</a:t>
            </a:r>
            <a:endParaRPr kumimoji="1" lang="en-US" altLang="zh-CN" dirty="0"/>
          </a:p>
          <a:p>
            <a:r>
              <a:rPr kumimoji="1" lang="zh-CN" altLang="en-US" dirty="0"/>
              <a:t>让人觉得你的工作重要</a:t>
            </a:r>
            <a:endParaRPr kumimoji="1" lang="en-US" altLang="zh-CN" dirty="0"/>
          </a:p>
          <a:p>
            <a:r>
              <a:rPr kumimoji="1" lang="zh-CN" altLang="en-US" dirty="0"/>
              <a:t>让人觉得你的解决思路新颖</a:t>
            </a:r>
            <a:endParaRPr kumimoji="1" lang="en-US" altLang="zh-CN" dirty="0"/>
          </a:p>
          <a:p>
            <a:r>
              <a:rPr kumimoji="1" lang="zh-CN" altLang="en-US" dirty="0"/>
              <a:t>让人觉得你的工作不可或缺</a:t>
            </a:r>
            <a:endParaRPr kumimoji="1" lang="en-US" altLang="zh-CN" dirty="0"/>
          </a:p>
          <a:p>
            <a:r>
              <a:rPr kumimoji="1" lang="zh-CN" altLang="en-US" dirty="0"/>
              <a:t>让人读起来舒服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相关工作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避免罗列！！！</a:t>
            </a:r>
            <a:endParaRPr kumimoji="1" lang="en-US" altLang="zh-CN"/>
          </a:p>
          <a:p>
            <a:r>
              <a:rPr kumimoji="1" lang="zh-CN" altLang="en-US" dirty="0"/>
              <a:t>重在总结</a:t>
            </a:r>
            <a:endParaRPr kumimoji="1" lang="en-US" altLang="zh-CN" dirty="0"/>
          </a:p>
          <a:p>
            <a:r>
              <a:rPr kumimoji="1" lang="zh-CN" altLang="en-US" dirty="0"/>
              <a:t>突出相关</a:t>
            </a:r>
            <a:endParaRPr kumimoji="1" lang="en-US" altLang="zh-CN" dirty="0"/>
          </a:p>
          <a:p>
            <a:r>
              <a:rPr kumimoji="1" lang="zh-CN" altLang="en-US" dirty="0"/>
              <a:t>强调不同</a:t>
            </a:r>
            <a:endParaRPr kumimoji="1"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</Words>
  <Application>WPS 演示</Application>
  <PresentationFormat>宽屏</PresentationFormat>
  <Paragraphs>84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等线 Light</vt:lpstr>
      <vt:lpstr>等线</vt:lpstr>
      <vt:lpstr>微软雅黑</vt:lpstr>
      <vt:lpstr>Arial Unicode MS</vt:lpstr>
      <vt:lpstr>Calibri</vt:lpstr>
      <vt:lpstr>Office 主题​​</vt:lpstr>
      <vt:lpstr>思考（靶子+武艺）</vt:lpstr>
      <vt:lpstr>创新之问</vt:lpstr>
      <vt:lpstr>论文写作：逻辑</vt:lpstr>
      <vt:lpstr>Why？</vt:lpstr>
      <vt:lpstr>Introduction</vt:lpstr>
      <vt:lpstr>常见错误</vt:lpstr>
      <vt:lpstr>小结引文</vt:lpstr>
      <vt:lpstr>相关工作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caihong_java@163.com</dc:creator>
  <cp:lastModifiedBy>鳞</cp:lastModifiedBy>
  <cp:revision>10</cp:revision>
  <dcterms:created xsi:type="dcterms:W3CDTF">2020-04-19T04:44:00Z</dcterms:created>
  <dcterms:modified xsi:type="dcterms:W3CDTF">2022-07-05T10:22:33Z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23C54302C8D6435789EF2E7177D27114</vt:lpwstr>
  </property>
  <property fmtid="{D5CDD505-2E9C-101B-9397-08002B2CF9AE}" pid="3" name="KSOProductBuildVer">
    <vt:lpwstr>2052-11.1.0.11579</vt:lpwstr>
  </property>
</Properties>
</file>