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10" r:id="rId2"/>
    <p:sldId id="285" r:id="rId3"/>
    <p:sldId id="611" r:id="rId4"/>
    <p:sldId id="612" r:id="rId5"/>
    <p:sldId id="613" r:id="rId6"/>
    <p:sldId id="614" r:id="rId7"/>
    <p:sldId id="615" r:id="rId8"/>
    <p:sldId id="616" r:id="rId9"/>
    <p:sldId id="61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13"/>
            <p14:sldId id="614"/>
            <p14:sldId id="615"/>
            <p14:sldId id="616"/>
            <p14:sldId id="6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78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附录：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</a:rPr>
              <a:t>无需自己下载项目依赖的</a:t>
            </a:r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</a:rPr>
              <a:t>jar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</a:rPr>
              <a:t>包，和项目联编</a:t>
            </a:r>
            <a:endParaRPr lang="en-US" altLang="zh-CN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en-US" altLang="zh-CN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自动从网上下载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</a:rPr>
              <a:t>项目依赖的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jar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包</a:t>
            </a:r>
            <a:endParaRPr lang="en-US" altLang="zh-CN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zh-CN" altLang="en-US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支持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compile, package, test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等操作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Apache Maven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把面向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平台的压缩文件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apache-maven-3.5.0-bin.zip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，解压缩在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d:\apache-maven-3.5.0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目录下。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设定环境变量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右键点击我的电脑图标，选择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高级系统设置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环境变量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系统变量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等命令和菜单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界面元素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序列，添加如下变量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系统变量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对话框里，选择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Path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环境变量，选择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，增加一项为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D:\apache-maven-3.5.0\bin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52C2EC-7376-41AC-805C-9105D2D591DD}"/>
              </a:ext>
            </a:extLst>
          </p:cNvPr>
          <p:cNvSpPr txBox="1"/>
          <p:nvPr/>
        </p:nvSpPr>
        <p:spPr>
          <a:xfrm>
            <a:off x="1905000" y="3886200"/>
            <a:ext cx="45720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M2_HOME	D:\apache-maven-3.5.0</a:t>
            </a:r>
          </a:p>
        </p:txBody>
      </p:sp>
    </p:spTree>
    <p:extLst>
      <p:ext uri="{BB962C8B-B14F-4D97-AF65-F5344CB8AC3E}">
        <p14:creationId xmlns:p14="http://schemas.microsoft.com/office/powerpoint/2010/main" val="345582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</a:t>
            </a: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Eclispe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Help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Install New Software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菜单，在对话框里选择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按钮，设定软件名称为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“Maven”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，网址为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“http://download.eclipse.org/technology/m2e/releases”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，如图所示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 Integration for 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重新启动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CE2CF7-1DE1-496F-A131-4C5B1DF4E4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3581400"/>
            <a:ext cx="4774565" cy="151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 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Preferences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菜单，在对话框左侧，选择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，进行配置。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Installations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，设定安装类型为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External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，安装目录为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D:\apache-maven-3.5.0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1D050-1DEA-4182-969C-18D8C293B6A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81400"/>
            <a:ext cx="4168775" cy="25196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6228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 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在对话框里，选择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User Settings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，设定为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D:\apache-maven-3.5.0\conf\settings.xml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298AE9-4D11-4EA7-87DC-B160A2131B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4747895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6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项目的过程如下，选择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File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Project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菜单，在对话框里，选择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8AA198-D34B-4EC9-A70D-32D867C6DA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62200" y="3276600"/>
            <a:ext cx="3828415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14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在下一个对话框，选择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968701-4ADF-4691-8964-63C1B8160B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18397" y="3276600"/>
            <a:ext cx="4307205" cy="323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6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Maven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开发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项目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Group Id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Artifact Id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，如图所示，选择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Finish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E4D066-66F3-44DE-9CFB-EC3B2973E4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38400" y="2590800"/>
            <a:ext cx="3828415" cy="28797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D37AA46-9912-4C3C-99E6-7C0AE1058788}"/>
              </a:ext>
            </a:extLst>
          </p:cNvPr>
          <p:cNvSpPr txBox="1"/>
          <p:nvPr/>
        </p:nvSpPr>
        <p:spPr>
          <a:xfrm>
            <a:off x="1524000" y="5678269"/>
            <a:ext cx="60960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项目，配置好项目的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文件后，利用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从网上下载各种以来的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包，无需手动设置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486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3320</TotalTime>
  <Words>490</Words>
  <Application>Microsoft Office PowerPoint</Application>
  <PresentationFormat>全屏显示(4:3)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</vt:lpstr>
      <vt:lpstr>Wingdings 2</vt:lpstr>
      <vt:lpstr>Wingdings 3</vt:lpstr>
      <vt:lpstr>Dragon</vt:lpstr>
      <vt:lpstr>Hadoop与Spark</vt:lpstr>
      <vt:lpstr>在Windows上安装Maven和配置Eclipse</vt:lpstr>
      <vt:lpstr>在Windows上安装Maven和配置Eclipse</vt:lpstr>
      <vt:lpstr>在Windows上安装Maven和配置Eclipse</vt:lpstr>
      <vt:lpstr>在Windows上安装Maven和配置Eclipse</vt:lpstr>
      <vt:lpstr>在Windows上安装Maven和配置Eclipse</vt:lpstr>
      <vt:lpstr>在Windows上安装Maven和配置Eclipse</vt:lpstr>
      <vt:lpstr>在Windows上安装Maven和配置Eclipse</vt:lpstr>
      <vt:lpstr>在Windows上安装Maven和配置Eclipse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824</cp:revision>
  <dcterms:created xsi:type="dcterms:W3CDTF">2006-08-16T00:00:00Z</dcterms:created>
  <dcterms:modified xsi:type="dcterms:W3CDTF">2023-05-03T11:35:22Z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