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610" r:id="rId2"/>
    <p:sldId id="285" r:id="rId3"/>
    <p:sldId id="611" r:id="rId4"/>
    <p:sldId id="612" r:id="rId5"/>
    <p:sldId id="613" r:id="rId6"/>
    <p:sldId id="614" r:id="rId7"/>
    <p:sldId id="615" r:id="rId8"/>
    <p:sldId id="616" r:id="rId9"/>
    <p:sldId id="617" r:id="rId10"/>
    <p:sldId id="618" r:id="rId11"/>
    <p:sldId id="619" r:id="rId12"/>
    <p:sldId id="692" r:id="rId13"/>
    <p:sldId id="620" r:id="rId14"/>
    <p:sldId id="621" r:id="rId15"/>
    <p:sldId id="622" r:id="rId16"/>
    <p:sldId id="62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92"/>
            <p14:sldId id="620"/>
            <p14:sldId id="621"/>
            <p14:sldId id="622"/>
            <p14:sldId id="6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 varScale="1">
        <p:scale>
          <a:sx n="76" d="100"/>
          <a:sy n="76" d="100"/>
        </p:scale>
        <p:origin x="1808" y="43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我们把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下面讲述如何在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上通过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的程序开发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配置好开发环境后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我们使用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Word Count 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实例，来演示如何编译和运行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此外，我们还可以使用开发环境的调试功能，调试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准备工作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首先，</a:t>
            </a:r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JDK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，运行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jdk-8u101-windows-x64.exe(</a:t>
            </a:r>
            <a:r>
              <a:rPr lang="en-US" altLang="zh-CN" sz="1800" u="sng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jdk</a:t>
            </a:r>
            <a:r>
              <a:rPr lang="en-US" altLang="zh-CN" sz="1800" u="sng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1.8.0_101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安装文件，完成安装。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接着，</a:t>
            </a:r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eclipse-java-mars-2-win32-x86_64.zip(</a:t>
            </a:r>
            <a:r>
              <a:rPr lang="en-US" altLang="zh-CN" sz="1800" u="sng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 Mars.2 Release 4.5.2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文件解压缩到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盘根目录下，完成安装，即把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D:\eclipse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0961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配置过程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从网址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https://github.com/rucyang/hadoop.dll-and-winutils.exe-for-hadoop2.7.3-on-windows_X64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下载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hadoop-2.7.3-winutils.zip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(2017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月版本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，包含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hadoop.dll &amp; winutils.exe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等文件。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从网址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https://github.com/huangqichuan/hadoop-eclipse-plugin-2.7.3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下载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 Plugin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hadoop-eclipse-plugin-2.7.3.jar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800" u="sng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注意，</a:t>
            </a:r>
            <a:r>
              <a:rPr lang="en-US" altLang="zh-CN" sz="1800" u="sng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hadoop-eclipse-plugin-2.7.3.jar</a:t>
            </a:r>
            <a:r>
              <a:rPr lang="zh-CN" altLang="zh-CN" sz="1800" u="sng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似乎有问题，所以请用</a:t>
            </a:r>
            <a:r>
              <a:rPr lang="en-US" altLang="zh-CN" sz="1800" u="sng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Google</a:t>
            </a:r>
            <a:r>
              <a:rPr lang="zh-CN" altLang="zh-CN" sz="1800" u="sng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搜索并且下载</a:t>
            </a:r>
            <a:r>
              <a:rPr lang="en-US" altLang="zh-CN" sz="1800" u="sng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hadoop-eclipse-plugin-2.6.0.jar</a:t>
            </a:r>
            <a:r>
              <a:rPr lang="zh-CN" altLang="zh-CN" sz="1800" u="sng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hadoop2.7.3.tar.gz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解压到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盘的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D:\hadoop-2.7.3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目录下。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(4)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hadoop-2.7.3-winutils.zip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，解压缩到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d:\ hadoop2.7.3\bin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007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配置过程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(5)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添加环境变量。右键点击我的电脑图标，选择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属性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高级系统设置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环境变量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系统变量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新建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等命令和菜单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界面元素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序列，添加如下变量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系统变量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对话框里，选择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Path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环境变量，选择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，增加一项为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d:\hadoop-2.7.3\bin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重启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，让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新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Path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变量起作用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C738123-9D36-4FC9-8E43-0C7189695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406403"/>
              </p:ext>
            </p:extLst>
          </p:nvPr>
        </p:nvGraphicFramePr>
        <p:xfrm>
          <a:off x="457200" y="3610070"/>
          <a:ext cx="8229600" cy="9770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87895391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7012029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CN" sz="2000" dirty="0">
                          <a:effectLst/>
                        </a:rPr>
                        <a:t>变量名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CN" sz="2000" dirty="0">
                          <a:effectLst/>
                        </a:rPr>
                        <a:t>变量值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6302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HADOOP_HOME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D:\hadoop-2.7.3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0031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HADOOP_USER_NAME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root</a:t>
                      </a:r>
                      <a:endParaRPr lang="zh-CN" sz="2000" dirty="0">
                        <a:effectLst/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9052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46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配置过程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(6)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hadoop-eclipse-plugin-2.7.3.jar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u="sng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应该使用</a:t>
            </a:r>
            <a:r>
              <a:rPr lang="en-US" altLang="zh-CN" sz="1800" u="sng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hadoop-eclipse-plugin-2.6.0.jar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放在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安装路径的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plugins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的目录里，即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D:\eclipse\plugins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目录。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(7)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重启电脑，然后重启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6064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配置过程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(8)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indent="266700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按照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“Window - Preference- Hadoop Map/Reduce - Hadoop install directory”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等命令和菜单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其它界面元素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序列，在对话框里设定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的安装路径，即为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D:\hadoop-2.7.3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indent="266700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按照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“Window - Perspective - Open Perspective - Other-MapReduce locations”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等命令和菜单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其它界面元素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序列，打开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插件对话框。</a:t>
            </a:r>
          </a:p>
          <a:p>
            <a:pPr indent="266700" algn="just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DSF 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的参数设定为，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地址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192.168.31.129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，端口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9000</a:t>
            </a:r>
          </a:p>
          <a:p>
            <a:pPr lvl="1" indent="266700" algn="just"/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请参考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192.168.31.129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机器上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/core-site.xml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文件的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fs.defaultFS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配置项。</a:t>
            </a:r>
            <a:endParaRPr lang="en-US" altLang="zh-CN" sz="12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V2 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的参数设定为，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IP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地址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192.168.31.129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，端口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9032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请参考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192.168.31.129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机器上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etc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/yarn-site.xml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文件的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yarn.resourcemanager.address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配置项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D02FCA-F3DB-4DAC-A201-AC3FF9897EA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498" y="5039677"/>
            <a:ext cx="3009302" cy="17421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99421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配置过程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(8)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E91E37-41CF-4593-9388-B3A2355A0DB9}"/>
              </a:ext>
            </a:extLst>
          </p:cNvPr>
          <p:cNvSpPr txBox="1"/>
          <p:nvPr/>
        </p:nvSpPr>
        <p:spPr>
          <a:xfrm>
            <a:off x="1295400" y="2548378"/>
            <a:ext cx="6858000" cy="2631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注意：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 MapReduce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已经从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1.0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版发展到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2.0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版，两者在配置上有很大差别。</a:t>
            </a:r>
            <a:endParaRPr lang="zh-CN" altLang="zh-CN" sz="15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 2.2.0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版本已经取消了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JobTracker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，它把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JobTracker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分解为两个组件即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resourcemanager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调度器。</a:t>
            </a:r>
            <a:endParaRPr lang="zh-CN" altLang="zh-CN" sz="15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在配置文件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mapred-site.xml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文件里的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mapred.jobtracker.address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配置项，已经被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yarn-site.xml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文件里的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“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yarn.resourcemanager.address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配置项所替代，即：</a:t>
            </a:r>
            <a:endParaRPr lang="zh-CN" altLang="zh-CN" sz="15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5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&lt;name&gt;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yarn.resourcemanager.address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5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&lt;value&gt;hd-master:9032&lt;/value&gt;</a:t>
            </a:r>
            <a:endParaRPr lang="zh-CN" altLang="zh-CN" sz="15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&lt;/property&gt;</a:t>
            </a:r>
            <a:endParaRPr lang="zh-CN" altLang="en-US" sz="15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D02FCA-F3DB-4DAC-A201-AC3FF9897EA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007" y="5105400"/>
            <a:ext cx="2816225" cy="16554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95677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配置过程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(9)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新建项目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WordCount.java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，具体代码请参考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4.14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节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(10)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新建 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Run Configuration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并运行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Java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程序。</a:t>
            </a:r>
          </a:p>
          <a:p>
            <a:pPr indent="266700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选择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Run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菜单的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Run Configurations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菜单项，在对话框里新建一个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Run Configuration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，类型为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Java Application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。设定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main class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WordCount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的主类。设定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arguments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如下：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hdfs://192.168.31.129:9000/input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hdfs://192.168.31.129:9000/output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7812BA-DFDF-4F89-B84F-FF37AC72C3F2}"/>
              </a:ext>
            </a:extLst>
          </p:cNvPr>
          <p:cNvSpPr/>
          <p:nvPr/>
        </p:nvSpPr>
        <p:spPr>
          <a:xfrm>
            <a:off x="1295400" y="5498068"/>
            <a:ext cx="622471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覃雄派</a:t>
            </a:r>
            <a:r>
              <a:rPr lang="en-US" altLang="zh-CN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陈跃国</a:t>
            </a:r>
            <a:r>
              <a:rPr lang="en-US" altLang="zh-CN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.Hadoop</a:t>
            </a:r>
            <a:r>
              <a:rPr lang="zh-CN" altLang="en-US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入门</a:t>
            </a:r>
            <a:r>
              <a:rPr lang="en-US" altLang="zh-CN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清华大学出版社</a:t>
            </a:r>
            <a:r>
              <a:rPr lang="en-US" altLang="zh-CN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, 2023.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3218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配置过程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为了运行上述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Word Count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程序，需要把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/output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目录删除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如果存在的话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可以使用如下命令删除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/output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F0520D-E800-452A-9F10-D2EB6FB9DC7B}"/>
              </a:ext>
            </a:extLst>
          </p:cNvPr>
          <p:cNvSpPr txBox="1"/>
          <p:nvPr/>
        </p:nvSpPr>
        <p:spPr>
          <a:xfrm>
            <a:off x="1447800" y="3352800"/>
            <a:ext cx="5867400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终端运行如下命令</a:t>
            </a: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-ls /output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-rm /output/*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./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-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rmdir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/output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1763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配置过程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Word Count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程序，选择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Run As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菜单的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Run Configurations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菜单项，在对话框里选择建立好的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Run Configuration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，点击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Run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按钮即可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如果要调试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Word Count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程序，需要建立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Debug Configuration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，办法和建立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Run Configuration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类似。然后，选择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Debug As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菜单的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Debug Configurations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菜单项，在对话框里选择建立好的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Debug Configuration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，点击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Debug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按钮即可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4931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99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log4j</a:t>
            </a:r>
            <a:r>
              <a:rPr lang="zh-CN" altLang="zh-CN" sz="2000" b="1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没有提示</a:t>
            </a:r>
            <a:endParaRPr lang="en-US" altLang="zh-CN" sz="2000" b="1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algn="just"/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在项目根目录下，新建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log4j.properties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文件，内容如下</a:t>
            </a:r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45D759-74B6-4476-89FA-646A8E8430F2}"/>
              </a:ext>
            </a:extLst>
          </p:cNvPr>
          <p:cNvSpPr txBox="1"/>
          <p:nvPr/>
        </p:nvSpPr>
        <p:spPr>
          <a:xfrm>
            <a:off x="800100" y="3200400"/>
            <a:ext cx="7543800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log4j.rootLogger=debug, 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stdout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log4j.appender.stdout=org.apache.log4j.ConsoleAppender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log4j.appender.stdout.layout=org.apache.log4j.PatternLayout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log4j.appender.stdout.layout.ConversionPattern=%-4r [%t] %-5p %c %x - %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m%n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09395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20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hdfs:// CentOS7SMB:9000</a:t>
            </a:r>
            <a:r>
              <a:rPr lang="zh-CN" altLang="zh-CN" sz="2000" b="1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解析错误</a:t>
            </a:r>
          </a:p>
          <a:p>
            <a:pPr lvl="1"/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C:\Windows\System32\drivers\etc\hosts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文件，添加内容如下</a:t>
            </a:r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为了能够编辑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C:\Windows\System32\drivers\etc\hosts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文件，需要对该文件进行授权。选择该文件，按右键，然后按照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属性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勾选写入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等命令和菜单序列操作即可</a:t>
            </a:r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45D759-74B6-4476-89FA-646A8E8430F2}"/>
              </a:ext>
            </a:extLst>
          </p:cNvPr>
          <p:cNvSpPr txBox="1"/>
          <p:nvPr/>
        </p:nvSpPr>
        <p:spPr>
          <a:xfrm>
            <a:off x="800100" y="3200400"/>
            <a:ext cx="75438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192.168.31.129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192.168.31.130 hd-slave1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192.168.31.131 hd-slave2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192.168.31.129 CentOS7SMB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1597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3:</a:t>
            </a:r>
            <a:r>
              <a:rPr lang="en-US" altLang="zh-CN" sz="2000" b="1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NativeIO</a:t>
            </a:r>
            <a:r>
              <a:rPr lang="zh-CN" altLang="zh-CN" sz="2000" b="1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出问题</a:t>
            </a:r>
          </a:p>
          <a:p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从源代码包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需要从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网站下载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hadoop-2.7.3-src.tar.gz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，并且解压缩出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org.apache.hadoop.io.nativeio.NativeIO.java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文件，把这个文件放到项目里面，做如下修改，即直接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return true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，不做任何检查</a:t>
            </a:r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45D759-74B6-4476-89FA-646A8E8430F2}"/>
              </a:ext>
            </a:extLst>
          </p:cNvPr>
          <p:cNvSpPr txBox="1"/>
          <p:nvPr/>
        </p:nvSpPr>
        <p:spPr>
          <a:xfrm>
            <a:off x="838200" y="3886200"/>
            <a:ext cx="7543800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public static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boolean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access(String path,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AccessRight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desiredAccess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 throws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  	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//@FIX 2020-08-08 by PAI</a:t>
            </a:r>
            <a:endParaRPr lang="zh-CN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return true;</a:t>
            </a:r>
            <a:endParaRPr lang="zh-CN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  	//return access0(path,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desiredAccess.accessRight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());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   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67649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软件下载</a:t>
            </a:r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Java</a:t>
            </a:r>
            <a:r>
              <a:rPr lang="zh-CN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开发环境配置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83CA61-7B65-4057-85B1-0CFF4D3C3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38400"/>
            <a:ext cx="4909211" cy="22186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351320B-9909-4D97-AD8F-6181EA2AD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3547741"/>
            <a:ext cx="5029200" cy="266150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29308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3053</TotalTime>
  <Words>1243</Words>
  <Application>Microsoft Office PowerPoint</Application>
  <PresentationFormat>全屏显示(4:3)</PresentationFormat>
  <Paragraphs>126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Wingdings</vt:lpstr>
      <vt:lpstr>Wingdings 2</vt:lpstr>
      <vt:lpstr>Wingdings 3</vt:lpstr>
      <vt:lpstr>Dragon</vt:lpstr>
      <vt:lpstr>Hadoop与Spark</vt:lpstr>
      <vt:lpstr>MapReduce Java开发环境配置</vt:lpstr>
      <vt:lpstr>MapReduce Java开发环境配置</vt:lpstr>
      <vt:lpstr>MapReduce Java开发环境配置</vt:lpstr>
      <vt:lpstr>MapReduce Java开发环境配置</vt:lpstr>
      <vt:lpstr>MapReduce Java开发环境配置</vt:lpstr>
      <vt:lpstr>MapReduce Java开发环境配置</vt:lpstr>
      <vt:lpstr>MapReduce Java开发环境配置</vt:lpstr>
      <vt:lpstr>MapReduce Java开发环境配置</vt:lpstr>
      <vt:lpstr>MapReduce Java开发环境配置</vt:lpstr>
      <vt:lpstr>MapReduce Java开发环境配置</vt:lpstr>
      <vt:lpstr>pause</vt:lpstr>
      <vt:lpstr>MapReduce Java开发环境配置</vt:lpstr>
      <vt:lpstr>MapReduce Java开发环境配置</vt:lpstr>
      <vt:lpstr>MapReduce Java开发环境配置</vt:lpstr>
      <vt:lpstr>MapReduce Java开发环境配置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796</cp:revision>
  <dcterms:created xsi:type="dcterms:W3CDTF">2006-08-16T00:00:00Z</dcterms:created>
  <dcterms:modified xsi:type="dcterms:W3CDTF">2023-04-21T06:19:28Z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