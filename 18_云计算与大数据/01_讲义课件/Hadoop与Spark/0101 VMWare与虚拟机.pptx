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10" r:id="rId2"/>
    <p:sldId id="285" r:id="rId3"/>
    <p:sldId id="612" r:id="rId4"/>
    <p:sldId id="692" r:id="rId5"/>
    <p:sldId id="611" r:id="rId6"/>
    <p:sldId id="613" r:id="rId7"/>
    <p:sldId id="614" r:id="rId8"/>
    <p:sldId id="615" r:id="rId9"/>
    <p:sldId id="616" r:id="rId10"/>
    <p:sldId id="617" r:id="rId11"/>
    <p:sldId id="618" r:id="rId12"/>
    <p:sldId id="619" r:id="rId13"/>
    <p:sldId id="620" r:id="rId14"/>
    <p:sldId id="621" r:id="rId15"/>
    <p:sldId id="622" r:id="rId16"/>
    <p:sldId id="693" r:id="rId17"/>
    <p:sldId id="62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2"/>
            <p14:sldId id="692"/>
            <p14:sldId id="611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93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808" y="43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6482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集群环境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为了进行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平台、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平台以及相关工具的实验，我们需要一个集群环境</a:t>
            </a: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这个集群环境，通过如下过程建立，</a:t>
            </a: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操作系统里安装</a:t>
            </a:r>
            <a:r>
              <a:rPr lang="en-US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，并进行虚拟网络环境配置；</a:t>
            </a: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里新建虚拟机，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名为</a:t>
            </a:r>
            <a:r>
              <a:rPr lang="en-US" altLang="zh-CN" sz="22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，作为主节点；</a:t>
            </a: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在虚拟机里安装</a:t>
            </a:r>
            <a:r>
              <a:rPr lang="en-US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操作系统，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主机名</a:t>
            </a:r>
            <a:r>
              <a:rPr lang="zh-CN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并进行网卡配置；配置</a:t>
            </a:r>
            <a:r>
              <a:rPr lang="en-US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samba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服务，以便实现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目录共享，从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把软件安装包快速复制到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虚拟机等；配置</a:t>
            </a:r>
            <a:r>
              <a:rPr lang="en-US" altLang="zh-CN" sz="22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服务，以便从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putty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登录并且操控虚拟机；</a:t>
            </a: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复制虚拟机</a:t>
            </a:r>
            <a:r>
              <a:rPr lang="en-US" altLang="zh-CN" sz="2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两次，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虚拟机明分别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，作为两个从节点，并且配置网卡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里的主机名分别为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  <a:endParaRPr lang="en-US" altLang="zh-CN" sz="2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至此，</a:t>
            </a:r>
            <a:r>
              <a:rPr lang="en-US" altLang="zh-CN" sz="2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  <a:r>
              <a:rPr lang="zh-CN" altLang="zh-CN" sz="2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共同构成一个虚拟集群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集群环境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三台虚拟机的网卡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地址，分别设定为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B0D37D-25AE-4E5E-BB65-0A4D0BE5F5DF}"/>
              </a:ext>
            </a:extLst>
          </p:cNvPr>
          <p:cNvSpPr/>
          <p:nvPr/>
        </p:nvSpPr>
        <p:spPr>
          <a:xfrm>
            <a:off x="1371600" y="3373385"/>
            <a:ext cx="2362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DA894E-6233-466F-B8BE-6CF707AE6F31}"/>
              </a:ext>
            </a:extLst>
          </p:cNvPr>
          <p:cNvSpPr/>
          <p:nvPr/>
        </p:nvSpPr>
        <p:spPr>
          <a:xfrm>
            <a:off x="3429000" y="4038600"/>
            <a:ext cx="2362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F6F657-6610-4CA2-A639-6A01BEEA1F71}"/>
              </a:ext>
            </a:extLst>
          </p:cNvPr>
          <p:cNvSpPr/>
          <p:nvPr/>
        </p:nvSpPr>
        <p:spPr>
          <a:xfrm>
            <a:off x="5638800" y="4648200"/>
            <a:ext cx="2362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90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公司成立于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1998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年，目前为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EMC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公司的子公司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总部设在美国加利福尼亚州帕罗阿尔托市，它是全球桌面到数据中心虚拟化解决方案的领导厂商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多年来，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开发的桌面级产品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 Workstation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一直受到广大用户的欢迎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</p:spTree>
    <p:extLst>
      <p:ext uri="{BB962C8B-B14F-4D97-AF65-F5344CB8AC3E}">
        <p14:creationId xmlns:p14="http://schemas.microsoft.com/office/powerpoint/2010/main" val="140169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 Workstation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 Workstation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是一款功能强大的桌面虚拟软件，使得用户在一台物理机器上，模拟完整的网络环境，运行多个虚拟机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这些虚拟机可以安装不同的操作系统，比如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 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系统等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用户可以在这个虚拟机集群环境下，开发、测试、部署各种应用程序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A6DD42-7182-4FEA-BDA2-21347346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267200"/>
            <a:ext cx="5605462" cy="218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8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 Workstation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的安装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操作系统里，运行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“VMware-workstation-full-15.5.1-15018445.exe”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安装程序，开始安装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 Workstation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即可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在安装过程中，需要输入序列号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Serial Number(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请读者购买正版软件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7B2A47-EC7A-470D-B27F-428B4355814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05200"/>
            <a:ext cx="49530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011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6482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VMNet0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网卡的网络配置如下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，按照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虚拟网络编辑器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VMNet0”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的菜单、命令和操作序列，打开配置界面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桥接到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无线网卡，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使得虚拟机可以存取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在这里，我们把菜单、按钮、标签页等界面元素，以及用户的操作，比如按右键等，放在一个序列里，请读者自行区分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718875-2B33-4160-9833-EA8E5530EA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62600" y="1679650"/>
            <a:ext cx="3276600" cy="41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9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6482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VMNet1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网卡的网络配置如下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，按照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虚拟网络编辑器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VMNet1”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的菜单、命令和操作序列，打开配置界面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配置其网络模式为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仅主机模式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，并且配置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VMNet1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所在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网段为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192.168.10.*</a:t>
            </a:r>
            <a:endParaRPr lang="zh-CN" altLang="en-US" sz="15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594409C-BC94-4662-9F7B-147D276BBE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4419600"/>
            <a:ext cx="3342327" cy="23241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181C5A-8746-468C-B35D-EE0CF306607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53050" y="1686877"/>
            <a:ext cx="3581400" cy="394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5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6482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网卡的网络配置如下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，按照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虚拟网络编辑器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的菜单、命令和操作序列，打开配置界面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配置其网络模式为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NAT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模式。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所在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网段为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192.168.31.*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，网关为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192.168.31.2</a:t>
            </a:r>
            <a:endParaRPr lang="zh-CN" altLang="en-US" sz="15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237E00-E468-498D-AB6B-B58729BD2F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4343400"/>
            <a:ext cx="3505200" cy="2438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0AF0BA-A00E-4496-AD13-1DAC7267374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38800" y="1714500"/>
            <a:ext cx="3276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648200" cy="502920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环境下对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进行配置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开始菜单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网络连接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按右键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选择属性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的菜单、命令和操作序列，对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环境下的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进行配置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(VMWare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安装在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下，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的一个虚拟网卡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</a:pP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“TCP/IP(v4)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，设置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地址、子网掩码、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的设置是为了让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192.168.31.*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网段可以寻访到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服务器，以便通过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别名、而不是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地址访问互联网，</a:t>
            </a:r>
            <a:r>
              <a:rPr lang="zh-CN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中国人民大学的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10.21.1.205</a:t>
            </a:r>
          </a:p>
          <a:p>
            <a:pPr lvl="2" algn="just">
              <a:lnSpc>
                <a:spcPct val="11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202.112.112.100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16B72A-A593-41A2-8E43-A1A5715F39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53050" y="1466850"/>
            <a:ext cx="3429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63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查看网络配置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开始菜单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cmd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ipconfig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命令序列，即在命令行窗口上运行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ipconfig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命令，了解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VMNet8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两个网卡的配置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1E4F48-1690-4ECC-8831-BA72835F68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1100" y="3200400"/>
            <a:ext cx="70104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7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目的</a:t>
            </a:r>
            <a:endParaRPr lang="en-US" altLang="zh-CN" sz="2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进行上述网络配置的目的如下：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能够访问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(ping)VMware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CentOS(VMWare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虚拟机上将安装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能够访问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(ping)Windows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之间能够互相访问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并且可以访问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056054B3-7303-4226-9E88-0087BD520323}"/>
              </a:ext>
            </a:extLst>
          </p:cNvPr>
          <p:cNvSpPr/>
          <p:nvPr/>
        </p:nvSpPr>
        <p:spPr>
          <a:xfrm>
            <a:off x="6705600" y="4419600"/>
            <a:ext cx="1600200" cy="1219200"/>
          </a:xfrm>
          <a:prstGeom prst="cloudCallou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51C86C-EEC5-4393-9A27-74836D4EAE19}"/>
              </a:ext>
            </a:extLst>
          </p:cNvPr>
          <p:cNvSpPr/>
          <p:nvPr/>
        </p:nvSpPr>
        <p:spPr>
          <a:xfrm>
            <a:off x="381000" y="5029200"/>
            <a:ext cx="19050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878B54-1DF9-4383-9DFE-37C2BDD9BE91}"/>
              </a:ext>
            </a:extLst>
          </p:cNvPr>
          <p:cNvSpPr/>
          <p:nvPr/>
        </p:nvSpPr>
        <p:spPr>
          <a:xfrm>
            <a:off x="2667000" y="4287785"/>
            <a:ext cx="2362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FB58F7-CB64-4CC2-9503-A44A2D229F93}"/>
              </a:ext>
            </a:extLst>
          </p:cNvPr>
          <p:cNvSpPr/>
          <p:nvPr/>
        </p:nvSpPr>
        <p:spPr>
          <a:xfrm>
            <a:off x="3581400" y="5077593"/>
            <a:ext cx="2362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C066BE-35CF-43AF-BDED-8E97D4FF445B}"/>
              </a:ext>
            </a:extLst>
          </p:cNvPr>
          <p:cNvSpPr/>
          <p:nvPr/>
        </p:nvSpPr>
        <p:spPr>
          <a:xfrm>
            <a:off x="4343400" y="5867400"/>
            <a:ext cx="2362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十字 13">
            <a:extLst>
              <a:ext uri="{FF2B5EF4-FFF2-40B4-BE49-F238E27FC236}">
                <a16:creationId xmlns:a16="http://schemas.microsoft.com/office/drawing/2014/main" id="{63074644-18DF-4881-AA9A-FCD421B065CC}"/>
              </a:ext>
            </a:extLst>
          </p:cNvPr>
          <p:cNvSpPr/>
          <p:nvPr/>
        </p:nvSpPr>
        <p:spPr>
          <a:xfrm>
            <a:off x="2438400" y="5562600"/>
            <a:ext cx="990600" cy="609600"/>
          </a:xfrm>
          <a:prstGeom prst="quad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45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四个方面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网络配置涉及四个方面，目前已经解释了前两个方面，其它两个方面将在下一章进行介绍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本身的网络配置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包括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VMNet0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VMNet1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VMNet8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等网卡的配置等；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VMNet8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网卡配置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DNS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配置；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 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网络模式设置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缺省为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NAT)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的虚拟机上安装的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网卡设置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8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地址设置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</p:spTree>
    <p:extLst>
      <p:ext uri="{BB962C8B-B14F-4D97-AF65-F5344CB8AC3E}">
        <p14:creationId xmlns:p14="http://schemas.microsoft.com/office/powerpoint/2010/main" val="3302879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1910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管理员权限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虚拟网络编辑器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对话框上，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VMNet0/1/8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等网卡无法编辑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需要主动点击一下对话框右下角的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更改设置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按钮，这个按钮将授予当前用户以管理员权限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93ADA7-7671-4682-8F74-DA89FDC2F8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1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02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754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7724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我们使用的虚拟机软件是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</a:p>
          <a:p>
            <a:pPr lvl="1"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Virtual Box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我们使用的操作系统是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也可以用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Ubuntu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与虚拟机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022009-2015-455A-9C82-710EFE7A3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429000"/>
            <a:ext cx="4495800" cy="30703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BD2FAD6-3700-44D7-8708-A408042F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579" y="2895600"/>
            <a:ext cx="4114800" cy="307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03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2978</TotalTime>
  <Words>1021</Words>
  <Application>Microsoft Office PowerPoint</Application>
  <PresentationFormat>全屏显示(4:3)</PresentationFormat>
  <Paragraphs>103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华文楷体</vt:lpstr>
      <vt:lpstr>隶书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</vt:lpstr>
      <vt:lpstr>Wingdings 2</vt:lpstr>
      <vt:lpstr>Wingdings 3</vt:lpstr>
      <vt:lpstr>Dragon</vt:lpstr>
      <vt:lpstr>Hadoop与Spark</vt:lpstr>
      <vt:lpstr>VMWare与虚拟机</vt:lpstr>
      <vt:lpstr>VMWare与虚拟机</vt:lpstr>
      <vt:lpstr>pause</vt:lpstr>
      <vt:lpstr>VMWare与虚拟机</vt:lpstr>
      <vt:lpstr>VMWare与虚拟机</vt:lpstr>
      <vt:lpstr>VMWare与虚拟机</vt:lpstr>
      <vt:lpstr>VMWare与虚拟机</vt:lpstr>
      <vt:lpstr>VMWare与虚拟机</vt:lpstr>
      <vt:lpstr>VMWare与虚拟机</vt:lpstr>
      <vt:lpstr>VMWare与虚拟机</vt:lpstr>
      <vt:lpstr>VMWare与虚拟机</vt:lpstr>
      <vt:lpstr>VMWare与虚拟机</vt:lpstr>
      <vt:lpstr>VMWare与虚拟机</vt:lpstr>
      <vt:lpstr>VMWare与虚拟机</vt:lpstr>
      <vt:lpstr>pause</vt:lpstr>
      <vt:lpstr>VMWare与虚拟机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783</cp:revision>
  <dcterms:created xsi:type="dcterms:W3CDTF">2006-08-16T00:00:00Z</dcterms:created>
  <dcterms:modified xsi:type="dcterms:W3CDTF">2023-04-21T06:06:48Z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