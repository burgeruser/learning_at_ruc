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610" r:id="rId2"/>
    <p:sldId id="285" r:id="rId3"/>
    <p:sldId id="611" r:id="rId4"/>
    <p:sldId id="612" r:id="rId5"/>
    <p:sldId id="613" r:id="rId6"/>
    <p:sldId id="614" r:id="rId7"/>
    <p:sldId id="615" r:id="rId8"/>
    <p:sldId id="616" r:id="rId9"/>
    <p:sldId id="692" r:id="rId10"/>
    <p:sldId id="617" r:id="rId11"/>
    <p:sldId id="618" r:id="rId12"/>
    <p:sldId id="650" r:id="rId13"/>
    <p:sldId id="619" r:id="rId14"/>
    <p:sldId id="620" r:id="rId15"/>
    <p:sldId id="621" r:id="rId16"/>
    <p:sldId id="622" r:id="rId17"/>
    <p:sldId id="623" r:id="rId18"/>
    <p:sldId id="693" r:id="rId19"/>
    <p:sldId id="624" r:id="rId20"/>
    <p:sldId id="625" r:id="rId21"/>
    <p:sldId id="626" r:id="rId22"/>
    <p:sldId id="627" r:id="rId23"/>
    <p:sldId id="628" r:id="rId24"/>
    <p:sldId id="694" r:id="rId25"/>
    <p:sldId id="629" r:id="rId26"/>
    <p:sldId id="695" r:id="rId27"/>
    <p:sldId id="630" r:id="rId28"/>
    <p:sldId id="631" r:id="rId29"/>
    <p:sldId id="632" r:id="rId30"/>
    <p:sldId id="633" r:id="rId31"/>
    <p:sldId id="696" r:id="rId32"/>
    <p:sldId id="634" r:id="rId33"/>
    <p:sldId id="635" r:id="rId34"/>
    <p:sldId id="636" r:id="rId35"/>
    <p:sldId id="637" r:id="rId36"/>
    <p:sldId id="638" r:id="rId37"/>
    <p:sldId id="639" r:id="rId38"/>
    <p:sldId id="640" r:id="rId39"/>
    <p:sldId id="641" r:id="rId40"/>
    <p:sldId id="697" r:id="rId41"/>
    <p:sldId id="642" r:id="rId42"/>
    <p:sldId id="643" r:id="rId43"/>
    <p:sldId id="644" r:id="rId44"/>
    <p:sldId id="645" r:id="rId45"/>
    <p:sldId id="698" r:id="rId46"/>
    <p:sldId id="646" r:id="rId47"/>
    <p:sldId id="647" r:id="rId48"/>
    <p:sldId id="648" r:id="rId49"/>
    <p:sldId id="699" r:id="rId50"/>
    <p:sldId id="649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13"/>
            <p14:sldId id="614"/>
            <p14:sldId id="615"/>
            <p14:sldId id="616"/>
            <p14:sldId id="692"/>
            <p14:sldId id="617"/>
            <p14:sldId id="618"/>
            <p14:sldId id="650"/>
            <p14:sldId id="619"/>
            <p14:sldId id="620"/>
            <p14:sldId id="621"/>
            <p14:sldId id="622"/>
            <p14:sldId id="623"/>
            <p14:sldId id="693"/>
            <p14:sldId id="624"/>
            <p14:sldId id="625"/>
            <p14:sldId id="626"/>
            <p14:sldId id="627"/>
            <p14:sldId id="628"/>
            <p14:sldId id="694"/>
            <p14:sldId id="629"/>
            <p14:sldId id="695"/>
            <p14:sldId id="630"/>
            <p14:sldId id="631"/>
            <p14:sldId id="632"/>
            <p14:sldId id="633"/>
            <p14:sldId id="696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97"/>
            <p14:sldId id="642"/>
            <p14:sldId id="643"/>
            <p14:sldId id="644"/>
            <p14:sldId id="645"/>
            <p14:sldId id="698"/>
            <p14:sldId id="646"/>
            <p14:sldId id="647"/>
            <p14:sldId id="648"/>
            <p14:sldId id="699"/>
            <p14:sldId id="6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 varScale="1">
        <p:scale>
          <a:sx n="76" d="100"/>
          <a:sy n="76" d="100"/>
        </p:scale>
        <p:origin x="1808" y="43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新建虚拟机的过程如下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，通过菜单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新建虚拟机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打开新建虚拟机向导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自定义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稍后安装操作系统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客户机操作系统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版本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 64bit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42BBE7A-E647-4BE9-980D-24CC11F337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2649" y="3581400"/>
            <a:ext cx="2603436" cy="2819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25CC28E-2513-41E3-8FB9-EDC4EF53795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00340" y="3571444"/>
            <a:ext cx="2603435" cy="282935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C7AB0FA-E1F7-4FD2-80E7-7EC234DC081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158030" y="3571444"/>
            <a:ext cx="2528770" cy="282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虚拟机名称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注意，这个虚拟机名称是在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里对虚拟机进行管理用的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安装完成后，在操作系统里给虚拟主机的命名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(host name)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-master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hd-slave2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是不一样的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45F5E8-CBEF-4097-B425-7E05002050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20937" y="3200400"/>
            <a:ext cx="43783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16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接着，设置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处理器数量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1565788-226D-4768-925F-67F12F0AA6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00300" y="2819400"/>
            <a:ext cx="4419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2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内存大小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如果物理机的内存为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8GB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，那么可以给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保留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2GB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，给虚拟机保留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2GB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，三台虚拟机总共占用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6GB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如果物理机的内存为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16GB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，可以给虚拟机开辟更多的内存，比如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4GB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1F3C3A-FD1E-4CC5-B17A-1BB9428A8C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1543" y="3124200"/>
            <a:ext cx="483711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8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网络类型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，使用缺省值即可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“I/O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控制器类型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，使用缺省值即可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磁盘类型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，使用缺省值即可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0907826-5E27-49DA-BBEA-8C5C245CCA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4397" y="3200400"/>
            <a:ext cx="2477403" cy="2971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C7C2B72-515E-4B62-9A6B-83F2CA4075D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76600" y="3200399"/>
            <a:ext cx="2477403" cy="29718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AB5DF8D-D6F9-4CD1-BF4C-F0705D611FD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248400" y="3200399"/>
            <a:ext cx="2477403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46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创建新虚拟磁盘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磁盘容量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，需要设置足够大的容量，在这里选择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33GB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1FA1B5-5D92-48B0-955C-8618512DC6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2971800"/>
            <a:ext cx="2819400" cy="3124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D7AD04-0E78-46C4-ACCC-9354CBAB72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105400" y="2971799"/>
            <a:ext cx="28194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29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虚拟机的参数已经配置好，点击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，可以开始创建虚拟机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1D38C7-2000-4C9B-9963-99C3A8FF0D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62200" y="2438400"/>
            <a:ext cx="47244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4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Community Enterprise Operating System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的简称，也称为社区企业操作系统，是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的一个发行版本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 Hat 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家族中有一个企业版的产品线，即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 Hat Enterprise Linux(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RHEL)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RHEL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的克隆版本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构成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RHEL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的大多数软件包，都是基于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协议发布的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 Hat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公司遵循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GPL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协议，将构成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RHEL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的软件包公开发布出来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RHEL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发布的软件包的基础上，将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RHEL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的主要成分克隆，重新构造的一个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发行版本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A26915-A005-46F7-93D0-23EFD3C3A7F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4419600"/>
            <a:ext cx="4724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5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是一个稳定的操作系统，完全免费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，可以像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REHL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一样构筑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环境，但不需要向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 Hat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支付任何费用，当然也得不到任何有偿技术支持、以及升级服务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，开源社区提供长期的升级和更新的支持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独有的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命令支持在线升级，可以即时更新系统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254EC01-9A70-4873-9C0A-1C9D65525B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038600"/>
            <a:ext cx="4724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2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下载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 ISO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06B1CC-49B4-41EA-9EA8-9FDAD6C2B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05000"/>
            <a:ext cx="5867400" cy="31068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2CE7108-523E-460D-8045-251ADC161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971800"/>
            <a:ext cx="5791200" cy="31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56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菜单，打开虚拟机设置对话框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面板上选择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“CD/DVD”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，把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CDROM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指向一个本地硬盘上的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安装盘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ISO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盘上某个子目录下的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CentOS-7-x86_64-Everything-1503-01.iso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这时候，虚拟机的光驱绑定到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 ISO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安装文件上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或者说，该文件将作为一个光盘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盘片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，安装到虚拟机的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CDROM</a:t>
            </a:r>
            <a:endParaRPr lang="en-US" altLang="zh-CN" sz="13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3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硬盘上的这个文件，在虚拟机启动的时候，将作为虚拟机的光盘来使用</a:t>
            </a:r>
            <a:endParaRPr lang="zh-CN" altLang="en-US" sz="13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09C219-B5FB-41F1-87CD-804CE7814D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497" y="3810000"/>
            <a:ext cx="3165938" cy="2971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95409F0-4F4A-4FF6-AB41-419B529D3D8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114800" y="3886200"/>
            <a:ext cx="4191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36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启动客户机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菜单，启动虚拟机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虚拟机将从光盘启动，并且安装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AF7AA2D-2F8D-4A51-8EB3-9A55EED06F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52600" y="2895600"/>
            <a:ext cx="5715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45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“Install CentOS7”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，开始安装操作系统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DBDD1B-78F4-4274-A2DB-8F4DAC6CAC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43100" y="2590800"/>
            <a:ext cx="5334000" cy="342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94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安装媒介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等信息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按钮，开始安装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CentOS7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4ADBBF9-E3C1-41F0-B24F-C0D3431594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81200" y="2673032"/>
            <a:ext cx="5638800" cy="334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57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安装过程中，需要设置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密码，一定要记住这个密码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安装完成以后，重新启动虚拟机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3A0D59-0565-4883-A92A-BBE6B8D63C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46960" y="2362200"/>
            <a:ext cx="451104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62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914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软件包安装管理程序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的目的，是为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安装其它软件包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缺省安装时没有安装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服务的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可以从本地磁盘、光盘、网络硬盘、互联网网址等来源，安装需要的软件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现在，我们既然已经有了一个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All-In-One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安装盘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ISO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，并且通过虚拟机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CDROM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挂载到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mnt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目录下，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我们就可以通过这个目录安装必要的软件，无需上网安装其它软件包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菜单，打开虚拟机设置面板，选择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”CD/DVD”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，把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已连接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启动时连接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勾选上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EBEDCC-86E5-49B7-A24A-B81F12FA7CD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648200"/>
            <a:ext cx="4114800" cy="190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8127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以用户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，在一个终端窗口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(Terminal)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里面执行如下命令，查看光盘是否安装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请注意，两个斜杠以及右边的文字是注释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CAAFAF-4223-420C-ADF9-7BE6B9306909}"/>
              </a:ext>
            </a:extLst>
          </p:cNvPr>
          <p:cNvSpPr txBox="1"/>
          <p:nvPr/>
        </p:nvSpPr>
        <p:spPr>
          <a:xfrm>
            <a:off x="1104900" y="3657600"/>
            <a:ext cx="69342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</a:t>
            </a:r>
            <a:endParaRPr lang="zh-CN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mount /dev/sr0 /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mnt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\\</a:t>
            </a:r>
            <a:r>
              <a:rPr lang="zh-CN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把光盘挂载到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“/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mnt</a:t>
            </a:r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目录下面</a:t>
            </a:r>
            <a:endParaRPr lang="zh-CN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df                                         \\</a:t>
            </a:r>
            <a:r>
              <a:rPr lang="zh-CN" altLang="zh-CN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查看是否已经挂载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80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，需要安装如下几个重要的软件包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CAAFAF-4223-420C-ADF9-7BE6B9306909}"/>
              </a:ext>
            </a:extLst>
          </p:cNvPr>
          <p:cNvSpPr txBox="1"/>
          <p:nvPr/>
        </p:nvSpPr>
        <p:spPr>
          <a:xfrm>
            <a:off x="990600" y="2552920"/>
            <a:ext cx="69342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mnt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Packages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ivh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python-iniparse-0.4-9.e17.noarch.rpm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ivh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yum-metadata-parser-1.1.4-10.e17.x86_64.rpm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ivh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yum-3.4.3-125.e17.centos.noarch.rpm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912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如下命令序列，建立一个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的配置文件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配置软件安装源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如下一系列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echo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命令，目的是建立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yum.repos.d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/CentOS-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Debuginfo.repo</a:t>
            </a:r>
            <a:r>
              <a:rPr lang="zh-CN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CAAFAF-4223-420C-ADF9-7BE6B9306909}"/>
              </a:ext>
            </a:extLst>
          </p:cNvPr>
          <p:cNvSpPr txBox="1"/>
          <p:nvPr/>
        </p:nvSpPr>
        <p:spPr>
          <a:xfrm>
            <a:off x="990600" y="2552920"/>
            <a:ext cx="6934200" cy="4278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yum.repos.d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rm -rf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touch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"[base-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]" &gt;&gt; 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"name=CentOS7" &gt;&gt;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baseurl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=file:///mnt" &gt;&gt; 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"enabled=1" &gt;&gt; 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 "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gpgcheck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=0" &gt;&gt; 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CentOS-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Debuginfo.repo</a:t>
            </a:r>
            <a:endParaRPr lang="zh-CN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yum.repos.d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bak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mv *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bak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bak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mv CentOS-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Debuginfo.repo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..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780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接下来，进行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环境配置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CAAFAF-4223-420C-ADF9-7BE6B9306909}"/>
              </a:ext>
            </a:extLst>
          </p:cNvPr>
          <p:cNvSpPr txBox="1"/>
          <p:nvPr/>
        </p:nvSpPr>
        <p:spPr>
          <a:xfrm>
            <a:off x="990600" y="2552920"/>
            <a:ext cx="69342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 clean all                            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清除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仓库缓存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makecache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仓库缓存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repolist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列出可用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仓库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yum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grouplist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列出程序组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795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079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安装图形化界面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有时候，缺省安装的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没有安装图形化界面，操作起来很不方便，需要我们自行安装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通过如下命令安装图形化界面，以及启动图形化界面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CAAFAF-4223-420C-ADF9-7BE6B9306909}"/>
              </a:ext>
            </a:extLst>
          </p:cNvPr>
          <p:cNvSpPr txBox="1"/>
          <p:nvPr/>
        </p:nvSpPr>
        <p:spPr>
          <a:xfrm>
            <a:off x="790891" y="3152733"/>
            <a:ext cx="7562218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 -y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groupinstall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"Server with GUI"      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安装图形化程序组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startx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                                      \\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xwindow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进入图形化桌面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259201-3058-4AA9-95FC-87126D90E691}"/>
              </a:ext>
            </a:extLst>
          </p:cNvPr>
          <p:cNvSpPr txBox="1"/>
          <p:nvPr/>
        </p:nvSpPr>
        <p:spPr>
          <a:xfrm>
            <a:off x="828991" y="4419600"/>
            <a:ext cx="756221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get-default             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查看默认运行级别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cat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inittab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set-default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graphical.target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设置默认图形化运行级别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get-default             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查看默认运行级别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reboot                         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重启虚拟机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303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404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</a:t>
            </a:r>
            <a:r>
              <a:rPr lang="zh-CN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拟机的网络配置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VMWare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里，检查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VMWare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刚刚安装的虚拟机的网络，为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NAT(Network Address Translation)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打开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，通过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硬件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网络适配器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命令和菜单序列，打开网络配置界面，选择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注意，新建虚拟机的时候，应该就是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模式，所以一般不用修改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10E241-6AF8-4385-A9B1-213B6DB60A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33700" y="3657600"/>
            <a:ext cx="3276600" cy="310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59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操作系统里对网卡进行设置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的图形用户界面里，配置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 Linux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网卡的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地址、子网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MASK(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掩码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Gateway(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网关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DNS(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域名服务器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系统工具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网路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命令与菜单序列，打开网络设置对话框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如果打不开这个对话框，那么在终端上运行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service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NetworkManager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start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命令，再次尝试打开该对话框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CB4C39-FD36-41BB-B860-235A98BC2E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00" y="4114800"/>
            <a:ext cx="2667000" cy="1752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6921F7-478C-46D4-AF2B-C9AB1D0FA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810000"/>
            <a:ext cx="5867400" cy="2865895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6324600" y="4419600"/>
            <a:ext cx="1676400" cy="685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C0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0086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验证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之间能够互相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的无线网络，其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10.48.217.193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Linux(CentOS)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的网卡，其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192.168.31.129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上，通过终端运行命令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ping 10.48.217.193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6CA1F2-6FCA-41CA-B2CD-C674659340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95500" y="3276600"/>
            <a:ext cx="5029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17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的网络配置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验证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之间能够互相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上，通过命令行接口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开始菜单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cmd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运行命令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ping 192.168.31.129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C8F0DF-DF03-4A4F-AB7F-EA81313D6B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81200" y="2971800"/>
            <a:ext cx="5334000" cy="271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99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85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服务，使得我们可以把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某个目录共享给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，方便进行文件交换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上运行的一个服务，可以把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的某个目录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共享出来，用户可以在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上方便地进行访问，随意读写文件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</p:spTree>
    <p:extLst>
      <p:ext uri="{BB962C8B-B14F-4D97-AF65-F5344CB8AC3E}">
        <p14:creationId xmlns:p14="http://schemas.microsoft.com/office/powerpoint/2010/main" val="3319955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我们为集群环境安装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及相关工具的时候，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一般需要下载安装包，然后进行安装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我们可以在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里面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下载安装包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，通过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共享出来的目录，把安装包传送到虚拟机的共享目录下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其次，我们把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Spark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以及相关工具，安装在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opt/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目录下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可以在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下，通过共享目录，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方便地使用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的文本编辑器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比如</a:t>
            </a:r>
            <a:r>
              <a:rPr lang="en-US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Notepad++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zh-CN" altLang="zh-CN" sz="1500" u="sng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配置文件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进行编辑</a:t>
            </a:r>
            <a:endParaRPr lang="en-US" altLang="zh-CN" sz="15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最后，软件启动过程中、运行过程中有什么问题，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会记录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我们也可以在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上，用文本编辑器，通过共享目录打开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文件进行查看，判断问题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</p:spTree>
    <p:extLst>
      <p:ext uri="{BB962C8B-B14F-4D97-AF65-F5344CB8AC3E}">
        <p14:creationId xmlns:p14="http://schemas.microsoft.com/office/powerpoint/2010/main" val="11339912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用户身份，在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终端下运行如下命令，安装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Samba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24CB7-ED89-4C2E-A35B-CCE25F773714}"/>
              </a:ext>
            </a:extLst>
          </p:cNvPr>
          <p:cNvSpPr txBox="1"/>
          <p:nvPr/>
        </p:nvSpPr>
        <p:spPr>
          <a:xfrm>
            <a:off x="609600" y="2249211"/>
            <a:ext cx="77724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mount /dev/sr0 /mnt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yum install samba samba-client samba-common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\\或者用这3行命令安装Samba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yum -y –nodeps install samba-common-4.1.12-21.el7_1.x86_64.rpm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yum -y –nodeps install samba-client-4.1.12-21.el7_1.x86_64.rpm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yum -y –nodeps install samba-4.1.12-21.el7_1.x86_64.rpm</a:t>
            </a:r>
          </a:p>
        </p:txBody>
      </p:sp>
    </p:spTree>
    <p:extLst>
      <p:ext uri="{BB962C8B-B14F-4D97-AF65-F5344CB8AC3E}">
        <p14:creationId xmlns:p14="http://schemas.microsoft.com/office/powerpoint/2010/main" val="13431292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关闭防火墙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关闭安全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。可以在终端运行命令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或者编辑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selinux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/config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文件，修改如下行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然后，重启虚拟机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24CB7-ED89-4C2E-A35B-CCE25F773714}"/>
              </a:ext>
            </a:extLst>
          </p:cNvPr>
          <p:cNvSpPr txBox="1"/>
          <p:nvPr/>
        </p:nvSpPr>
        <p:spPr>
          <a:xfrm>
            <a:off x="762000" y="2209800"/>
            <a:ext cx="73914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firewalld.service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stop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firewalld.service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disable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firewalld.service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3E8402-CE4D-41D9-A1FE-4799735D89A2}"/>
              </a:ext>
            </a:extLst>
          </p:cNvPr>
          <p:cNvSpPr txBox="1"/>
          <p:nvPr/>
        </p:nvSpPr>
        <p:spPr>
          <a:xfrm>
            <a:off x="690856" y="3590330"/>
            <a:ext cx="73914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setenforce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0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2A48DA-91E0-4D6B-9936-2CB84333AA92}"/>
              </a:ext>
            </a:extLst>
          </p:cNvPr>
          <p:cNvSpPr txBox="1"/>
          <p:nvPr/>
        </p:nvSpPr>
        <p:spPr>
          <a:xfrm>
            <a:off x="755469" y="4728865"/>
            <a:ext cx="73914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SELINUX=disabled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127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samba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，编辑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/samba/</a:t>
            </a:r>
            <a:r>
              <a:rPr lang="en-US" altLang="zh-CN" sz="180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smb.conf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文件，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文件内容为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24CB7-ED89-4C2E-A35B-CCE25F773714}"/>
              </a:ext>
            </a:extLst>
          </p:cNvPr>
          <p:cNvSpPr txBox="1"/>
          <p:nvPr/>
        </p:nvSpPr>
        <p:spPr>
          <a:xfrm>
            <a:off x="762000" y="2209800"/>
            <a:ext cx="7391400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[global]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workgroup=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WorkGroup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server string=Samba Server Version %v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netbios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name= CentOS7SMB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security=user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log file=/var/log/samba/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log.%m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 open files=2000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 to guest=Bad User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comment=Share for Everyone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path=/opt/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guest ok=yes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public=yes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writable=yes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printable=no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create mask=0777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directory mask=0777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638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测试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Samba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参数配置是否正确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建立共享用的目录，授予任何人任何操作的权限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24CB7-ED89-4C2E-A35B-CCE25F773714}"/>
              </a:ext>
            </a:extLst>
          </p:cNvPr>
          <p:cNvSpPr txBox="1"/>
          <p:nvPr/>
        </p:nvSpPr>
        <p:spPr>
          <a:xfrm>
            <a:off x="762000" y="2209800"/>
            <a:ext cx="73914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testparm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121467-AF09-4C40-AC90-47C65BC5F8B8}"/>
              </a:ext>
            </a:extLst>
          </p:cNvPr>
          <p:cNvSpPr txBox="1"/>
          <p:nvPr/>
        </p:nvSpPr>
        <p:spPr>
          <a:xfrm>
            <a:off x="762000" y="3581400"/>
            <a:ext cx="73914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chown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nobody:nobody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chmod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-R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a+rwx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809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samba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，命令如下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324CB7-ED89-4C2E-A35B-CCE25F773714}"/>
              </a:ext>
            </a:extLst>
          </p:cNvPr>
          <p:cNvSpPr txBox="1"/>
          <p:nvPr/>
        </p:nvSpPr>
        <p:spPr>
          <a:xfrm>
            <a:off x="762000" y="2209800"/>
            <a:ext cx="73914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stop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stop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status -l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status -l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715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上，在资源管理器地址栏里敲入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\\192.168.31.129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，无需输入用户名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密码，访问共享目录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886D7CF-8180-498C-A33A-850BDCE62B5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667000"/>
            <a:ext cx="6248400" cy="25908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6629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365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SSHD(Secure Shell Daemon)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的目的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服务器，以便在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putty(Secure Shell Client)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，对虚拟机进行管理，包括软件的安装、配置、运行等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我们可以通过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putty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控制整个集群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，而不是到每台机器的终端上进行操作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</p:spTree>
    <p:extLst>
      <p:ext uri="{BB962C8B-B14F-4D97-AF65-F5344CB8AC3E}">
        <p14:creationId xmlns:p14="http://schemas.microsoft.com/office/powerpoint/2010/main" val="28300497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首先判断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是否安装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A57048-D872-4DEE-9EDF-579BF8898FC7}"/>
              </a:ext>
            </a:extLst>
          </p:cNvPr>
          <p:cNvSpPr txBox="1"/>
          <p:nvPr/>
        </p:nvSpPr>
        <p:spPr>
          <a:xfrm>
            <a:off x="762000" y="2209800"/>
            <a:ext cx="73914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openssh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rpm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-server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mount /dev/sr0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把光盘挂载到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-server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 -y install openssh-6.6.1p1-11.el7.x86_64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 -y install openssh-server-6.6.1p1-11.el7.x86_64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82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</a:p>
          <a:p>
            <a:pPr algn="just"/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CA57048-D872-4DEE-9EDF-579BF8898FC7}"/>
              </a:ext>
            </a:extLst>
          </p:cNvPr>
          <p:cNvSpPr txBox="1"/>
          <p:nvPr/>
        </p:nvSpPr>
        <p:spPr>
          <a:xfrm>
            <a:off x="762000" y="2209800"/>
            <a:ext cx="73914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|grep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stop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1058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</a:p>
          <a:p>
            <a:pPr indent="266700"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putty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，打开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putty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终端界面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连接到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192.168.31.129</a:t>
            </a:r>
            <a:endParaRPr lang="zh-CN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我们可以把实验用的脚本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比如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的安装、启动命令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，放在一个文本文件中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Copy &amp; Paste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Putty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的界面，运行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命令，加快实验过程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lnSpc>
                <a:spcPct val="150000"/>
              </a:lnSpc>
              <a:spcBef>
                <a:spcPts val="0"/>
              </a:spcBef>
            </a:pP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如果每次都临时手工敲打命令，这样就太慢了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lnSpc>
                <a:spcPct val="150000"/>
              </a:lnSpc>
              <a:spcBef>
                <a:spcPts val="0"/>
              </a:spcBef>
            </a:pPr>
            <a:endParaRPr lang="en-US" altLang="zh-CN" sz="1500" u="sng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putty</a:t>
            </a:r>
            <a:r>
              <a:rPr lang="zh-CN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是在</a:t>
            </a:r>
            <a:r>
              <a:rPr lang="en-US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上运行的一个终端程序，它通过</a:t>
            </a:r>
            <a:r>
              <a:rPr lang="en-US" altLang="zh-CN" sz="15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zh-CN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连接到</a:t>
            </a:r>
            <a:r>
              <a:rPr lang="en-US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，控制</a:t>
            </a:r>
            <a:r>
              <a:rPr lang="en-US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系统；下载地址为</a:t>
            </a:r>
            <a:r>
              <a:rPr lang="en-US" altLang="zh-CN" sz="15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https://sourceforge.net/projects/putty-nd/.</a:t>
            </a:r>
            <a:endParaRPr lang="zh-CN" altLang="zh-CN" sz="15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</p:spTree>
    <p:extLst>
      <p:ext uri="{BB962C8B-B14F-4D97-AF65-F5344CB8AC3E}">
        <p14:creationId xmlns:p14="http://schemas.microsoft.com/office/powerpoint/2010/main" val="855271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4497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，但是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putty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“Connection refused”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，解决方法如下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199DE8-4E60-4788-8E46-1B513AB416C4}"/>
              </a:ext>
            </a:extLst>
          </p:cNvPr>
          <p:cNvSpPr txBox="1"/>
          <p:nvPr/>
        </p:nvSpPr>
        <p:spPr>
          <a:xfrm>
            <a:off x="685800" y="2631281"/>
            <a:ext cx="7391400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-keygen -t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dsa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-f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ssh_host_dsa_key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-keygen -t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rsa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-f 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ssh_host_rsa_key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关闭防火墙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firewalld.service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stop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firewalld.service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disable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firewalld.service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重新启动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|grep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stop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 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0808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重启机器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每次重新启动虚拟机，应该启动相关服务，为实验做好准备。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以后，我们启动虚拟机以后，可以使用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VMWare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暂存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功能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，把正在运行的虚拟机状态暂存起来，下回启动就快很多，正在运行的服务不用重新启动。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的终端里，运行如下命令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199DE8-4E60-4788-8E46-1B513AB416C4}"/>
              </a:ext>
            </a:extLst>
          </p:cNvPr>
          <p:cNvSpPr txBox="1"/>
          <p:nvPr/>
        </p:nvSpPr>
        <p:spPr>
          <a:xfrm>
            <a:off x="762000" y="3456808"/>
            <a:ext cx="73914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smb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status –l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service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sshd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8234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重启机器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如下两个命令，是可选的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199DE8-4E60-4788-8E46-1B513AB416C4}"/>
              </a:ext>
            </a:extLst>
          </p:cNvPr>
          <p:cNvSpPr txBox="1"/>
          <p:nvPr/>
        </p:nvSpPr>
        <p:spPr>
          <a:xfrm>
            <a:off x="762000" y="3456808"/>
            <a:ext cx="77724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MariaDB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mariadb.service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需要事先安装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MariaDB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数据库服务器，此处尚未用到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MariaDB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MariaDB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MySQL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要用到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MySQL)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apache httpd Web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systemctl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restart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httpd.service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需要事先安装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httpd Web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服务器，此处尚未用到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httpd Web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服务器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(Tez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用到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httpd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1272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775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思考题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为虚拟机配置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的目的是什么？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为虚拟机配置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Samba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的目的是什么？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为虚拟机配置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SSHD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的目的是什么？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操作系统安装</a:t>
            </a:r>
          </a:p>
        </p:txBody>
      </p:sp>
    </p:spTree>
    <p:extLst>
      <p:ext uri="{BB962C8B-B14F-4D97-AF65-F5344CB8AC3E}">
        <p14:creationId xmlns:p14="http://schemas.microsoft.com/office/powerpoint/2010/main" val="2027087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3041</TotalTime>
  <Words>2292</Words>
  <Application>Microsoft Office PowerPoint</Application>
  <PresentationFormat>全屏显示(4:3)</PresentationFormat>
  <Paragraphs>328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3" baseType="lpstr">
      <vt:lpstr>华文楷体</vt:lpstr>
      <vt:lpstr>隶书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</vt:lpstr>
      <vt:lpstr>Wingdings 2</vt:lpstr>
      <vt:lpstr>Wingdings 3</vt:lpstr>
      <vt:lpstr>Dragon</vt:lpstr>
      <vt:lpstr>Hadoop与Spark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pause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pause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pause</vt:lpstr>
      <vt:lpstr>CentOS操作系统安装</vt:lpstr>
      <vt:lpstr>pause</vt:lpstr>
      <vt:lpstr>CentOS操作系统安装</vt:lpstr>
      <vt:lpstr>CentOS操作系统安装</vt:lpstr>
      <vt:lpstr>CentOS操作系统安装</vt:lpstr>
      <vt:lpstr>CentOS操作系统安装</vt:lpstr>
      <vt:lpstr>pause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CentOS操作系统安装</vt:lpstr>
      <vt:lpstr>pause</vt:lpstr>
      <vt:lpstr>CentOS操作系统安装</vt:lpstr>
      <vt:lpstr>CentOS操作系统安装</vt:lpstr>
      <vt:lpstr>CentOS操作系统安装</vt:lpstr>
      <vt:lpstr>CentOS操作系统安装</vt:lpstr>
      <vt:lpstr>pause</vt:lpstr>
      <vt:lpstr>CentOS操作系统安装</vt:lpstr>
      <vt:lpstr>CentOS操作系统安装</vt:lpstr>
      <vt:lpstr>CentOS操作系统安装</vt:lpstr>
      <vt:lpstr>pause</vt:lpstr>
      <vt:lpstr>CentOS操作系统安装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789</cp:revision>
  <dcterms:created xsi:type="dcterms:W3CDTF">2006-08-16T00:00:00Z</dcterms:created>
  <dcterms:modified xsi:type="dcterms:W3CDTF">2023-04-21T06:10:47Z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