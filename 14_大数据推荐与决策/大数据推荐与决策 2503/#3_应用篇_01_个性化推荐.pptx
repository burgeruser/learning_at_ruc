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42"/>
  </p:notesMasterIdLst>
  <p:handoutMasterIdLst>
    <p:handoutMasterId r:id="rId43"/>
  </p:handoutMasterIdLst>
  <p:sldIdLst>
    <p:sldId id="1083" r:id="rId2"/>
    <p:sldId id="1105" r:id="rId3"/>
    <p:sldId id="1073" r:id="rId4"/>
    <p:sldId id="1082" r:id="rId5"/>
    <p:sldId id="948" r:id="rId6"/>
    <p:sldId id="1104" r:id="rId7"/>
    <p:sldId id="1085" r:id="rId8"/>
    <p:sldId id="1086" r:id="rId9"/>
    <p:sldId id="1087" r:id="rId10"/>
    <p:sldId id="1088" r:id="rId11"/>
    <p:sldId id="1089" r:id="rId12"/>
    <p:sldId id="1090" r:id="rId13"/>
    <p:sldId id="1091" r:id="rId14"/>
    <p:sldId id="1092" r:id="rId15"/>
    <p:sldId id="1093" r:id="rId16"/>
    <p:sldId id="1094" r:id="rId17"/>
    <p:sldId id="1095" r:id="rId18"/>
    <p:sldId id="1096" r:id="rId19"/>
    <p:sldId id="1097" r:id="rId20"/>
    <p:sldId id="1098" r:id="rId21"/>
    <p:sldId id="1099" r:id="rId22"/>
    <p:sldId id="1100" r:id="rId23"/>
    <p:sldId id="1101" r:id="rId24"/>
    <p:sldId id="1102" r:id="rId25"/>
    <p:sldId id="1103" r:id="rId26"/>
    <p:sldId id="1106" r:id="rId27"/>
    <p:sldId id="1109" r:id="rId28"/>
    <p:sldId id="1110" r:id="rId29"/>
    <p:sldId id="1111" r:id="rId30"/>
    <p:sldId id="1113" r:id="rId31"/>
    <p:sldId id="1112" r:id="rId32"/>
    <p:sldId id="1114" r:id="rId33"/>
    <p:sldId id="1079" r:id="rId34"/>
    <p:sldId id="1063" r:id="rId35"/>
    <p:sldId id="1066" r:id="rId36"/>
    <p:sldId id="1067" r:id="rId37"/>
    <p:sldId id="1069" r:id="rId38"/>
    <p:sldId id="1071" r:id="rId39"/>
    <p:sldId id="1072" r:id="rId40"/>
    <p:sldId id="815" r:id="rId41"/>
  </p:sldIdLst>
  <p:sldSz cx="9144000" cy="6858000" type="screen4x3"/>
  <p:notesSz cx="6858000" cy="9144000"/>
  <p:defaultTextStyle>
    <a:defPPr>
      <a:defRPr lang="zh-CN"/>
    </a:defPPr>
    <a:lvl1pPr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CFFCC"/>
    <a:srgbClr val="2DE3B8"/>
    <a:srgbClr val="56E8C5"/>
    <a:srgbClr val="3BE5BD"/>
    <a:srgbClr val="35E2EB"/>
    <a:srgbClr val="00CC0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2" autoAdjust="0"/>
    <p:restoredTop sz="94322" autoAdjust="0"/>
  </p:normalViewPr>
  <p:slideViewPr>
    <p:cSldViewPr>
      <p:cViewPr varScale="1">
        <p:scale>
          <a:sx n="81" d="100"/>
          <a:sy n="81" d="100"/>
        </p:scale>
        <p:origin x="102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4000E6-A711-4FEE-A014-8AB0B07E6696}" type="doc">
      <dgm:prSet loTypeId="urn:microsoft.com/office/officeart/2005/8/layout/cycle2" loCatId="cycle" qsTypeId="urn:microsoft.com/office/officeart/2005/8/quickstyle/simple1" qsCatId="simple" csTypeId="urn:microsoft.com/office/officeart/2005/8/colors/accent2_1" csCatId="accent2" phldr="1"/>
      <dgm:spPr/>
      <dgm:t>
        <a:bodyPr/>
        <a:lstStyle/>
        <a:p>
          <a:endParaRPr lang="zh-CN" altLang="en-US"/>
        </a:p>
      </dgm:t>
    </dgm:pt>
    <dgm:pt modelId="{98BFE8A3-EBF7-45B2-9608-D0777FE2A76A}">
      <dgm:prSet phldrT="[文本]"/>
      <dgm:spPr/>
      <dgm:t>
        <a:bodyPr/>
        <a:lstStyle/>
        <a:p>
          <a:r>
            <a:rPr lang="zh-CN" altLang="en-US" dirty="0" smtClean="0"/>
            <a:t>试题组</a:t>
          </a:r>
          <a:r>
            <a:rPr lang="en-US" altLang="zh-CN" dirty="0" smtClean="0"/>
            <a:t>1</a:t>
          </a:r>
          <a:endParaRPr lang="zh-CN" altLang="en-US" dirty="0"/>
        </a:p>
      </dgm:t>
    </dgm:pt>
    <dgm:pt modelId="{45499AB3-D390-453D-8815-AF0FD8F53DB9}" type="parTrans" cxnId="{7283010C-F98E-4062-B417-1D2E1DDF02F7}">
      <dgm:prSet/>
      <dgm:spPr/>
      <dgm:t>
        <a:bodyPr/>
        <a:lstStyle/>
        <a:p>
          <a:endParaRPr lang="zh-CN" altLang="en-US"/>
        </a:p>
      </dgm:t>
    </dgm:pt>
    <dgm:pt modelId="{BC8A4518-1BC8-4250-A16C-3089EA225CF5}" type="sibTrans" cxnId="{7283010C-F98E-4062-B417-1D2E1DDF02F7}">
      <dgm:prSet/>
      <dgm:spPr/>
      <dgm:t>
        <a:bodyPr/>
        <a:lstStyle/>
        <a:p>
          <a:endParaRPr lang="zh-CN" altLang="en-US"/>
        </a:p>
      </dgm:t>
    </dgm:pt>
    <dgm:pt modelId="{F0633457-8938-433B-8132-DBF43F24B466}">
      <dgm:prSet phldrT="[文本]"/>
      <dgm:spPr/>
      <dgm:t>
        <a:bodyPr/>
        <a:lstStyle/>
        <a:p>
          <a:r>
            <a:rPr lang="zh-CN" altLang="en-US" dirty="0" smtClean="0"/>
            <a:t>试题组</a:t>
          </a:r>
          <a:r>
            <a:rPr lang="en-US" altLang="zh-CN" dirty="0" smtClean="0"/>
            <a:t>2</a:t>
          </a:r>
          <a:endParaRPr lang="zh-CN" altLang="en-US" dirty="0"/>
        </a:p>
      </dgm:t>
    </dgm:pt>
    <dgm:pt modelId="{865C79A7-4F35-438A-8499-F05DAB1417FC}" type="parTrans" cxnId="{3637586B-C9EA-495B-AD78-237BB25F7488}">
      <dgm:prSet/>
      <dgm:spPr/>
      <dgm:t>
        <a:bodyPr/>
        <a:lstStyle/>
        <a:p>
          <a:endParaRPr lang="zh-CN" altLang="en-US"/>
        </a:p>
      </dgm:t>
    </dgm:pt>
    <dgm:pt modelId="{68AE2A8E-BCB5-4D0D-AFBB-9045BA5B1E22}" type="sibTrans" cxnId="{3637586B-C9EA-495B-AD78-237BB25F7488}">
      <dgm:prSet/>
      <dgm:spPr/>
      <dgm:t>
        <a:bodyPr/>
        <a:lstStyle/>
        <a:p>
          <a:endParaRPr lang="zh-CN" altLang="en-US"/>
        </a:p>
      </dgm:t>
    </dgm:pt>
    <dgm:pt modelId="{0612D9C8-48E9-4989-BB21-3A85CFBAA397}">
      <dgm:prSet phldrT="[文本]"/>
      <dgm:spPr/>
      <dgm:t>
        <a:bodyPr/>
        <a:lstStyle/>
        <a:p>
          <a:r>
            <a:rPr lang="zh-CN" altLang="en-US" dirty="0" smtClean="0"/>
            <a:t>试题组</a:t>
          </a:r>
          <a:r>
            <a:rPr lang="en-US" altLang="zh-CN" dirty="0" smtClean="0"/>
            <a:t>3</a:t>
          </a:r>
          <a:endParaRPr lang="zh-CN" altLang="en-US" dirty="0"/>
        </a:p>
      </dgm:t>
    </dgm:pt>
    <dgm:pt modelId="{43EA6F05-16B5-4F7E-A6BF-1AF757883A96}" type="parTrans" cxnId="{A5A7EF47-3895-42C0-9C75-26416556B7A5}">
      <dgm:prSet/>
      <dgm:spPr/>
      <dgm:t>
        <a:bodyPr/>
        <a:lstStyle/>
        <a:p>
          <a:endParaRPr lang="zh-CN" altLang="en-US"/>
        </a:p>
      </dgm:t>
    </dgm:pt>
    <dgm:pt modelId="{6A790C4C-529C-4BBF-B7D8-1C8D4469ADE2}" type="sibTrans" cxnId="{A5A7EF47-3895-42C0-9C75-26416556B7A5}">
      <dgm:prSet/>
      <dgm:spPr/>
      <dgm:t>
        <a:bodyPr/>
        <a:lstStyle/>
        <a:p>
          <a:endParaRPr lang="zh-CN" altLang="en-US"/>
        </a:p>
      </dgm:t>
    </dgm:pt>
    <dgm:pt modelId="{536F2B91-63AC-4722-A655-0C34637A8B44}">
      <dgm:prSet phldrT="[文本]"/>
      <dgm:spPr/>
      <dgm:t>
        <a:bodyPr/>
        <a:lstStyle/>
        <a:p>
          <a:r>
            <a:rPr lang="zh-CN" altLang="en-US" dirty="0" smtClean="0"/>
            <a:t>试题组</a:t>
          </a:r>
          <a:r>
            <a:rPr lang="en-US" altLang="zh-CN" dirty="0" smtClean="0"/>
            <a:t>4</a:t>
          </a:r>
          <a:endParaRPr lang="zh-CN" altLang="en-US" dirty="0"/>
        </a:p>
      </dgm:t>
    </dgm:pt>
    <dgm:pt modelId="{3D140D26-6D9D-43A1-A79C-F2A1EF0CA880}" type="parTrans" cxnId="{43C57236-7FCB-4BA0-A114-9B314FDE89FD}">
      <dgm:prSet/>
      <dgm:spPr/>
      <dgm:t>
        <a:bodyPr/>
        <a:lstStyle/>
        <a:p>
          <a:endParaRPr lang="zh-CN" altLang="en-US"/>
        </a:p>
      </dgm:t>
    </dgm:pt>
    <dgm:pt modelId="{96724531-D77C-4381-99E4-FC7FA3F39217}" type="sibTrans" cxnId="{43C57236-7FCB-4BA0-A114-9B314FDE89FD}">
      <dgm:prSet/>
      <dgm:spPr/>
      <dgm:t>
        <a:bodyPr/>
        <a:lstStyle/>
        <a:p>
          <a:endParaRPr lang="zh-CN" altLang="en-US"/>
        </a:p>
      </dgm:t>
    </dgm:pt>
    <dgm:pt modelId="{60EFBEC2-FE26-4EC7-A83C-9CFF7CE62FE0}">
      <dgm:prSet phldrT="[文本]"/>
      <dgm:spPr/>
      <dgm:t>
        <a:bodyPr/>
        <a:lstStyle/>
        <a:p>
          <a:r>
            <a:rPr lang="zh-CN" altLang="en-US" dirty="0" smtClean="0"/>
            <a:t>试题组</a:t>
          </a:r>
          <a:r>
            <a:rPr lang="en-US" altLang="zh-CN" dirty="0" smtClean="0"/>
            <a:t>5</a:t>
          </a:r>
          <a:endParaRPr lang="zh-CN" altLang="en-US" dirty="0"/>
        </a:p>
      </dgm:t>
    </dgm:pt>
    <dgm:pt modelId="{BCBDEAA3-3BFB-45FB-848B-9BC7C6603C84}" type="parTrans" cxnId="{3C7165E3-0AC7-4827-9126-353D56BF78B9}">
      <dgm:prSet/>
      <dgm:spPr/>
      <dgm:t>
        <a:bodyPr/>
        <a:lstStyle/>
        <a:p>
          <a:endParaRPr lang="zh-CN" altLang="en-US"/>
        </a:p>
      </dgm:t>
    </dgm:pt>
    <dgm:pt modelId="{3CE875F5-0405-48AA-8864-186ECD52EF30}" type="sibTrans" cxnId="{3C7165E3-0AC7-4827-9126-353D56BF78B9}">
      <dgm:prSet/>
      <dgm:spPr/>
      <dgm:t>
        <a:bodyPr/>
        <a:lstStyle/>
        <a:p>
          <a:endParaRPr lang="zh-CN" altLang="en-US"/>
        </a:p>
      </dgm:t>
    </dgm:pt>
    <dgm:pt modelId="{C2E02C35-A6D9-4989-AEAF-E82AE071C011}" type="pres">
      <dgm:prSet presAssocID="{334000E6-A711-4FEE-A014-8AB0B07E6696}" presName="cycle" presStyleCnt="0">
        <dgm:presLayoutVars>
          <dgm:dir/>
          <dgm:resizeHandles val="exact"/>
        </dgm:presLayoutVars>
      </dgm:prSet>
      <dgm:spPr/>
      <dgm:t>
        <a:bodyPr/>
        <a:lstStyle/>
        <a:p>
          <a:endParaRPr lang="zh-CN" altLang="en-US"/>
        </a:p>
      </dgm:t>
    </dgm:pt>
    <dgm:pt modelId="{48733ED2-C426-4DEE-AAC3-7E4B655EB3A5}" type="pres">
      <dgm:prSet presAssocID="{98BFE8A3-EBF7-45B2-9608-D0777FE2A76A}" presName="node" presStyleLbl="node1" presStyleIdx="0" presStyleCnt="5">
        <dgm:presLayoutVars>
          <dgm:bulletEnabled val="1"/>
        </dgm:presLayoutVars>
      </dgm:prSet>
      <dgm:spPr/>
      <dgm:t>
        <a:bodyPr/>
        <a:lstStyle/>
        <a:p>
          <a:endParaRPr lang="zh-CN" altLang="en-US"/>
        </a:p>
      </dgm:t>
    </dgm:pt>
    <dgm:pt modelId="{6DE46C3D-520E-4A37-BB82-DA994970170F}" type="pres">
      <dgm:prSet presAssocID="{BC8A4518-1BC8-4250-A16C-3089EA225CF5}" presName="sibTrans" presStyleLbl="sibTrans2D1" presStyleIdx="0" presStyleCnt="5"/>
      <dgm:spPr/>
      <dgm:t>
        <a:bodyPr/>
        <a:lstStyle/>
        <a:p>
          <a:endParaRPr lang="zh-CN" altLang="en-US"/>
        </a:p>
      </dgm:t>
    </dgm:pt>
    <dgm:pt modelId="{092B229E-3DBC-40DB-99C2-396D0E4AE2B3}" type="pres">
      <dgm:prSet presAssocID="{BC8A4518-1BC8-4250-A16C-3089EA225CF5}" presName="connectorText" presStyleLbl="sibTrans2D1" presStyleIdx="0" presStyleCnt="5"/>
      <dgm:spPr/>
      <dgm:t>
        <a:bodyPr/>
        <a:lstStyle/>
        <a:p>
          <a:endParaRPr lang="zh-CN" altLang="en-US"/>
        </a:p>
      </dgm:t>
    </dgm:pt>
    <dgm:pt modelId="{E43BE14A-7DFB-4D58-9A2C-D5807327E923}" type="pres">
      <dgm:prSet presAssocID="{F0633457-8938-433B-8132-DBF43F24B466}" presName="node" presStyleLbl="node1" presStyleIdx="1" presStyleCnt="5">
        <dgm:presLayoutVars>
          <dgm:bulletEnabled val="1"/>
        </dgm:presLayoutVars>
      </dgm:prSet>
      <dgm:spPr/>
      <dgm:t>
        <a:bodyPr/>
        <a:lstStyle/>
        <a:p>
          <a:endParaRPr lang="zh-CN" altLang="en-US"/>
        </a:p>
      </dgm:t>
    </dgm:pt>
    <dgm:pt modelId="{B72E39B4-A0D0-4282-869A-9AB2D0FCAC8F}" type="pres">
      <dgm:prSet presAssocID="{68AE2A8E-BCB5-4D0D-AFBB-9045BA5B1E22}" presName="sibTrans" presStyleLbl="sibTrans2D1" presStyleIdx="1" presStyleCnt="5"/>
      <dgm:spPr/>
      <dgm:t>
        <a:bodyPr/>
        <a:lstStyle/>
        <a:p>
          <a:endParaRPr lang="zh-CN" altLang="en-US"/>
        </a:p>
      </dgm:t>
    </dgm:pt>
    <dgm:pt modelId="{D14CACA4-F6AD-445F-AAC5-0A2EEC940842}" type="pres">
      <dgm:prSet presAssocID="{68AE2A8E-BCB5-4D0D-AFBB-9045BA5B1E22}" presName="connectorText" presStyleLbl="sibTrans2D1" presStyleIdx="1" presStyleCnt="5"/>
      <dgm:spPr/>
      <dgm:t>
        <a:bodyPr/>
        <a:lstStyle/>
        <a:p>
          <a:endParaRPr lang="zh-CN" altLang="en-US"/>
        </a:p>
      </dgm:t>
    </dgm:pt>
    <dgm:pt modelId="{44200923-3759-4CBE-A6BF-35CF3355867E}" type="pres">
      <dgm:prSet presAssocID="{0612D9C8-48E9-4989-BB21-3A85CFBAA397}" presName="node" presStyleLbl="node1" presStyleIdx="2" presStyleCnt="5">
        <dgm:presLayoutVars>
          <dgm:bulletEnabled val="1"/>
        </dgm:presLayoutVars>
      </dgm:prSet>
      <dgm:spPr/>
      <dgm:t>
        <a:bodyPr/>
        <a:lstStyle/>
        <a:p>
          <a:endParaRPr lang="zh-CN" altLang="en-US"/>
        </a:p>
      </dgm:t>
    </dgm:pt>
    <dgm:pt modelId="{912FE905-0152-4FB3-B509-E3E8A1AB702A}" type="pres">
      <dgm:prSet presAssocID="{6A790C4C-529C-4BBF-B7D8-1C8D4469ADE2}" presName="sibTrans" presStyleLbl="sibTrans2D1" presStyleIdx="2" presStyleCnt="5"/>
      <dgm:spPr/>
      <dgm:t>
        <a:bodyPr/>
        <a:lstStyle/>
        <a:p>
          <a:endParaRPr lang="zh-CN" altLang="en-US"/>
        </a:p>
      </dgm:t>
    </dgm:pt>
    <dgm:pt modelId="{5EAFA3C5-4D5E-41E8-B135-165D9BBF7C9E}" type="pres">
      <dgm:prSet presAssocID="{6A790C4C-529C-4BBF-B7D8-1C8D4469ADE2}" presName="connectorText" presStyleLbl="sibTrans2D1" presStyleIdx="2" presStyleCnt="5"/>
      <dgm:spPr/>
      <dgm:t>
        <a:bodyPr/>
        <a:lstStyle/>
        <a:p>
          <a:endParaRPr lang="zh-CN" altLang="en-US"/>
        </a:p>
      </dgm:t>
    </dgm:pt>
    <dgm:pt modelId="{3195BA44-03AA-4F08-81DF-281002BD65E4}" type="pres">
      <dgm:prSet presAssocID="{536F2B91-63AC-4722-A655-0C34637A8B44}" presName="node" presStyleLbl="node1" presStyleIdx="3" presStyleCnt="5">
        <dgm:presLayoutVars>
          <dgm:bulletEnabled val="1"/>
        </dgm:presLayoutVars>
      </dgm:prSet>
      <dgm:spPr/>
      <dgm:t>
        <a:bodyPr/>
        <a:lstStyle/>
        <a:p>
          <a:endParaRPr lang="zh-CN" altLang="en-US"/>
        </a:p>
      </dgm:t>
    </dgm:pt>
    <dgm:pt modelId="{59FCFBCD-069C-4CA6-87D2-233759AE5FED}" type="pres">
      <dgm:prSet presAssocID="{96724531-D77C-4381-99E4-FC7FA3F39217}" presName="sibTrans" presStyleLbl="sibTrans2D1" presStyleIdx="3" presStyleCnt="5"/>
      <dgm:spPr/>
      <dgm:t>
        <a:bodyPr/>
        <a:lstStyle/>
        <a:p>
          <a:endParaRPr lang="zh-CN" altLang="en-US"/>
        </a:p>
      </dgm:t>
    </dgm:pt>
    <dgm:pt modelId="{3515CFC1-9A2F-4E04-9B76-FC4092A13750}" type="pres">
      <dgm:prSet presAssocID="{96724531-D77C-4381-99E4-FC7FA3F39217}" presName="connectorText" presStyleLbl="sibTrans2D1" presStyleIdx="3" presStyleCnt="5"/>
      <dgm:spPr/>
      <dgm:t>
        <a:bodyPr/>
        <a:lstStyle/>
        <a:p>
          <a:endParaRPr lang="zh-CN" altLang="en-US"/>
        </a:p>
      </dgm:t>
    </dgm:pt>
    <dgm:pt modelId="{D10A4888-09F0-4988-B358-1515F7D66DA9}" type="pres">
      <dgm:prSet presAssocID="{60EFBEC2-FE26-4EC7-A83C-9CFF7CE62FE0}" presName="node" presStyleLbl="node1" presStyleIdx="4" presStyleCnt="5">
        <dgm:presLayoutVars>
          <dgm:bulletEnabled val="1"/>
        </dgm:presLayoutVars>
      </dgm:prSet>
      <dgm:spPr/>
      <dgm:t>
        <a:bodyPr/>
        <a:lstStyle/>
        <a:p>
          <a:endParaRPr lang="zh-CN" altLang="en-US"/>
        </a:p>
      </dgm:t>
    </dgm:pt>
    <dgm:pt modelId="{930466B1-403A-4B65-8CF9-81257E82F4C3}" type="pres">
      <dgm:prSet presAssocID="{3CE875F5-0405-48AA-8864-186ECD52EF30}" presName="sibTrans" presStyleLbl="sibTrans2D1" presStyleIdx="4" presStyleCnt="5"/>
      <dgm:spPr/>
      <dgm:t>
        <a:bodyPr/>
        <a:lstStyle/>
        <a:p>
          <a:endParaRPr lang="zh-CN" altLang="en-US"/>
        </a:p>
      </dgm:t>
    </dgm:pt>
    <dgm:pt modelId="{FB96F91C-A1BD-470C-9D0C-7C63463D655D}" type="pres">
      <dgm:prSet presAssocID="{3CE875F5-0405-48AA-8864-186ECD52EF30}" presName="connectorText" presStyleLbl="sibTrans2D1" presStyleIdx="4" presStyleCnt="5"/>
      <dgm:spPr/>
      <dgm:t>
        <a:bodyPr/>
        <a:lstStyle/>
        <a:p>
          <a:endParaRPr lang="zh-CN" altLang="en-US"/>
        </a:p>
      </dgm:t>
    </dgm:pt>
  </dgm:ptLst>
  <dgm:cxnLst>
    <dgm:cxn modelId="{FBAFD10E-44A3-4450-8D32-C126022890C4}" type="presOf" srcId="{0612D9C8-48E9-4989-BB21-3A85CFBAA397}" destId="{44200923-3759-4CBE-A6BF-35CF3355867E}" srcOrd="0" destOrd="0" presId="urn:microsoft.com/office/officeart/2005/8/layout/cycle2"/>
    <dgm:cxn modelId="{7283010C-F98E-4062-B417-1D2E1DDF02F7}" srcId="{334000E6-A711-4FEE-A014-8AB0B07E6696}" destId="{98BFE8A3-EBF7-45B2-9608-D0777FE2A76A}" srcOrd="0" destOrd="0" parTransId="{45499AB3-D390-453D-8815-AF0FD8F53DB9}" sibTransId="{BC8A4518-1BC8-4250-A16C-3089EA225CF5}"/>
    <dgm:cxn modelId="{3950CB7D-62F4-4139-A787-C13E59A6C35E}" type="presOf" srcId="{BC8A4518-1BC8-4250-A16C-3089EA225CF5}" destId="{6DE46C3D-520E-4A37-BB82-DA994970170F}" srcOrd="0" destOrd="0" presId="urn:microsoft.com/office/officeart/2005/8/layout/cycle2"/>
    <dgm:cxn modelId="{47537D9D-4226-4C24-A47A-3F596EFA9804}" type="presOf" srcId="{96724531-D77C-4381-99E4-FC7FA3F39217}" destId="{59FCFBCD-069C-4CA6-87D2-233759AE5FED}" srcOrd="0" destOrd="0" presId="urn:microsoft.com/office/officeart/2005/8/layout/cycle2"/>
    <dgm:cxn modelId="{A5A7EF47-3895-42C0-9C75-26416556B7A5}" srcId="{334000E6-A711-4FEE-A014-8AB0B07E6696}" destId="{0612D9C8-48E9-4989-BB21-3A85CFBAA397}" srcOrd="2" destOrd="0" parTransId="{43EA6F05-16B5-4F7E-A6BF-1AF757883A96}" sibTransId="{6A790C4C-529C-4BBF-B7D8-1C8D4469ADE2}"/>
    <dgm:cxn modelId="{306A4C58-BAD4-4544-8368-DAC3FB59C805}" type="presOf" srcId="{96724531-D77C-4381-99E4-FC7FA3F39217}" destId="{3515CFC1-9A2F-4E04-9B76-FC4092A13750}" srcOrd="1" destOrd="0" presId="urn:microsoft.com/office/officeart/2005/8/layout/cycle2"/>
    <dgm:cxn modelId="{3637586B-C9EA-495B-AD78-237BB25F7488}" srcId="{334000E6-A711-4FEE-A014-8AB0B07E6696}" destId="{F0633457-8938-433B-8132-DBF43F24B466}" srcOrd="1" destOrd="0" parTransId="{865C79A7-4F35-438A-8499-F05DAB1417FC}" sibTransId="{68AE2A8E-BCB5-4D0D-AFBB-9045BA5B1E22}"/>
    <dgm:cxn modelId="{9CCE3147-B9D3-4484-9DED-A802F013B0B8}" type="presOf" srcId="{3CE875F5-0405-48AA-8864-186ECD52EF30}" destId="{930466B1-403A-4B65-8CF9-81257E82F4C3}" srcOrd="0" destOrd="0" presId="urn:microsoft.com/office/officeart/2005/8/layout/cycle2"/>
    <dgm:cxn modelId="{E2C2464D-AAEF-49AC-94E4-496587FFB665}" type="presOf" srcId="{60EFBEC2-FE26-4EC7-A83C-9CFF7CE62FE0}" destId="{D10A4888-09F0-4988-B358-1515F7D66DA9}" srcOrd="0" destOrd="0" presId="urn:microsoft.com/office/officeart/2005/8/layout/cycle2"/>
    <dgm:cxn modelId="{3FA12401-C918-4D4A-A518-4E8FF0E62C76}" type="presOf" srcId="{536F2B91-63AC-4722-A655-0C34637A8B44}" destId="{3195BA44-03AA-4F08-81DF-281002BD65E4}" srcOrd="0" destOrd="0" presId="urn:microsoft.com/office/officeart/2005/8/layout/cycle2"/>
    <dgm:cxn modelId="{A722B6D8-DFE7-456C-AA7A-07272DCDB7CE}" type="presOf" srcId="{334000E6-A711-4FEE-A014-8AB0B07E6696}" destId="{C2E02C35-A6D9-4989-AEAF-E82AE071C011}" srcOrd="0" destOrd="0" presId="urn:microsoft.com/office/officeart/2005/8/layout/cycle2"/>
    <dgm:cxn modelId="{EA841701-1B6B-4EB5-9875-3BA4138024C5}" type="presOf" srcId="{6A790C4C-529C-4BBF-B7D8-1C8D4469ADE2}" destId="{912FE905-0152-4FB3-B509-E3E8A1AB702A}" srcOrd="0" destOrd="0" presId="urn:microsoft.com/office/officeart/2005/8/layout/cycle2"/>
    <dgm:cxn modelId="{C1175290-9812-47FF-ADA5-AD49C9485503}" type="presOf" srcId="{6A790C4C-529C-4BBF-B7D8-1C8D4469ADE2}" destId="{5EAFA3C5-4D5E-41E8-B135-165D9BBF7C9E}" srcOrd="1" destOrd="0" presId="urn:microsoft.com/office/officeart/2005/8/layout/cycle2"/>
    <dgm:cxn modelId="{E81E3E02-F804-4FD0-AACE-D0A727FDCD5D}" type="presOf" srcId="{3CE875F5-0405-48AA-8864-186ECD52EF30}" destId="{FB96F91C-A1BD-470C-9D0C-7C63463D655D}" srcOrd="1" destOrd="0" presId="urn:microsoft.com/office/officeart/2005/8/layout/cycle2"/>
    <dgm:cxn modelId="{43C57236-7FCB-4BA0-A114-9B314FDE89FD}" srcId="{334000E6-A711-4FEE-A014-8AB0B07E6696}" destId="{536F2B91-63AC-4722-A655-0C34637A8B44}" srcOrd="3" destOrd="0" parTransId="{3D140D26-6D9D-43A1-A79C-F2A1EF0CA880}" sibTransId="{96724531-D77C-4381-99E4-FC7FA3F39217}"/>
    <dgm:cxn modelId="{5E66939E-6E43-4AAC-8896-B3B62E7F8BE7}" type="presOf" srcId="{BC8A4518-1BC8-4250-A16C-3089EA225CF5}" destId="{092B229E-3DBC-40DB-99C2-396D0E4AE2B3}" srcOrd="1" destOrd="0" presId="urn:microsoft.com/office/officeart/2005/8/layout/cycle2"/>
    <dgm:cxn modelId="{F8A7B82C-A39A-46F5-B16C-15C7DB09D360}" type="presOf" srcId="{68AE2A8E-BCB5-4D0D-AFBB-9045BA5B1E22}" destId="{D14CACA4-F6AD-445F-AAC5-0A2EEC940842}" srcOrd="1" destOrd="0" presId="urn:microsoft.com/office/officeart/2005/8/layout/cycle2"/>
    <dgm:cxn modelId="{67598A34-BF06-425F-B492-DD2C210D1823}" type="presOf" srcId="{68AE2A8E-BCB5-4D0D-AFBB-9045BA5B1E22}" destId="{B72E39B4-A0D0-4282-869A-9AB2D0FCAC8F}" srcOrd="0" destOrd="0" presId="urn:microsoft.com/office/officeart/2005/8/layout/cycle2"/>
    <dgm:cxn modelId="{BC234627-011D-42B3-A958-843820C0A143}" type="presOf" srcId="{F0633457-8938-433B-8132-DBF43F24B466}" destId="{E43BE14A-7DFB-4D58-9A2C-D5807327E923}" srcOrd="0" destOrd="0" presId="urn:microsoft.com/office/officeart/2005/8/layout/cycle2"/>
    <dgm:cxn modelId="{3C7165E3-0AC7-4827-9126-353D56BF78B9}" srcId="{334000E6-A711-4FEE-A014-8AB0B07E6696}" destId="{60EFBEC2-FE26-4EC7-A83C-9CFF7CE62FE0}" srcOrd="4" destOrd="0" parTransId="{BCBDEAA3-3BFB-45FB-848B-9BC7C6603C84}" sibTransId="{3CE875F5-0405-48AA-8864-186ECD52EF30}"/>
    <dgm:cxn modelId="{677943AA-EA2D-4968-9E18-34C6689E166B}" type="presOf" srcId="{98BFE8A3-EBF7-45B2-9608-D0777FE2A76A}" destId="{48733ED2-C426-4DEE-AAC3-7E4B655EB3A5}" srcOrd="0" destOrd="0" presId="urn:microsoft.com/office/officeart/2005/8/layout/cycle2"/>
    <dgm:cxn modelId="{3307FF2D-8FB7-445E-8262-A26F5AAB9BC2}" type="presParOf" srcId="{C2E02C35-A6D9-4989-AEAF-E82AE071C011}" destId="{48733ED2-C426-4DEE-AAC3-7E4B655EB3A5}" srcOrd="0" destOrd="0" presId="urn:microsoft.com/office/officeart/2005/8/layout/cycle2"/>
    <dgm:cxn modelId="{AD640898-0D20-4F42-A44B-3EAE2F43E5F3}" type="presParOf" srcId="{C2E02C35-A6D9-4989-AEAF-E82AE071C011}" destId="{6DE46C3D-520E-4A37-BB82-DA994970170F}" srcOrd="1" destOrd="0" presId="urn:microsoft.com/office/officeart/2005/8/layout/cycle2"/>
    <dgm:cxn modelId="{49FEB444-DA72-407B-B8C7-2A230486ABA1}" type="presParOf" srcId="{6DE46C3D-520E-4A37-BB82-DA994970170F}" destId="{092B229E-3DBC-40DB-99C2-396D0E4AE2B3}" srcOrd="0" destOrd="0" presId="urn:microsoft.com/office/officeart/2005/8/layout/cycle2"/>
    <dgm:cxn modelId="{FB2A65E7-5297-4B28-A8DA-4AA20AABC506}" type="presParOf" srcId="{C2E02C35-A6D9-4989-AEAF-E82AE071C011}" destId="{E43BE14A-7DFB-4D58-9A2C-D5807327E923}" srcOrd="2" destOrd="0" presId="urn:microsoft.com/office/officeart/2005/8/layout/cycle2"/>
    <dgm:cxn modelId="{0A485F84-E7B4-442E-93E4-FB3B93FDD0E1}" type="presParOf" srcId="{C2E02C35-A6D9-4989-AEAF-E82AE071C011}" destId="{B72E39B4-A0D0-4282-869A-9AB2D0FCAC8F}" srcOrd="3" destOrd="0" presId="urn:microsoft.com/office/officeart/2005/8/layout/cycle2"/>
    <dgm:cxn modelId="{CF9E5988-DE06-4573-B1E9-240C86282C78}" type="presParOf" srcId="{B72E39B4-A0D0-4282-869A-9AB2D0FCAC8F}" destId="{D14CACA4-F6AD-445F-AAC5-0A2EEC940842}" srcOrd="0" destOrd="0" presId="urn:microsoft.com/office/officeart/2005/8/layout/cycle2"/>
    <dgm:cxn modelId="{CA99F487-5EA9-4B49-B76D-C6C7E7443529}" type="presParOf" srcId="{C2E02C35-A6D9-4989-AEAF-E82AE071C011}" destId="{44200923-3759-4CBE-A6BF-35CF3355867E}" srcOrd="4" destOrd="0" presId="urn:microsoft.com/office/officeart/2005/8/layout/cycle2"/>
    <dgm:cxn modelId="{11DB6CB1-71F4-40A9-9890-50CEEDC7B254}" type="presParOf" srcId="{C2E02C35-A6D9-4989-AEAF-E82AE071C011}" destId="{912FE905-0152-4FB3-B509-E3E8A1AB702A}" srcOrd="5" destOrd="0" presId="urn:microsoft.com/office/officeart/2005/8/layout/cycle2"/>
    <dgm:cxn modelId="{5EF7AC28-4760-4105-8ED2-E07785778F40}" type="presParOf" srcId="{912FE905-0152-4FB3-B509-E3E8A1AB702A}" destId="{5EAFA3C5-4D5E-41E8-B135-165D9BBF7C9E}" srcOrd="0" destOrd="0" presId="urn:microsoft.com/office/officeart/2005/8/layout/cycle2"/>
    <dgm:cxn modelId="{DA686A28-CF10-424B-A939-A537459189C0}" type="presParOf" srcId="{C2E02C35-A6D9-4989-AEAF-E82AE071C011}" destId="{3195BA44-03AA-4F08-81DF-281002BD65E4}" srcOrd="6" destOrd="0" presId="urn:microsoft.com/office/officeart/2005/8/layout/cycle2"/>
    <dgm:cxn modelId="{A25FE8ED-2D1D-4CAC-8A75-CCDFCDEDA9EE}" type="presParOf" srcId="{C2E02C35-A6D9-4989-AEAF-E82AE071C011}" destId="{59FCFBCD-069C-4CA6-87D2-233759AE5FED}" srcOrd="7" destOrd="0" presId="urn:microsoft.com/office/officeart/2005/8/layout/cycle2"/>
    <dgm:cxn modelId="{10166D01-A84A-4414-894D-DA3B97FD7F23}" type="presParOf" srcId="{59FCFBCD-069C-4CA6-87D2-233759AE5FED}" destId="{3515CFC1-9A2F-4E04-9B76-FC4092A13750}" srcOrd="0" destOrd="0" presId="urn:microsoft.com/office/officeart/2005/8/layout/cycle2"/>
    <dgm:cxn modelId="{553E7E64-D446-4ABD-B0CB-53CE96797D37}" type="presParOf" srcId="{C2E02C35-A6D9-4989-AEAF-E82AE071C011}" destId="{D10A4888-09F0-4988-B358-1515F7D66DA9}" srcOrd="8" destOrd="0" presId="urn:microsoft.com/office/officeart/2005/8/layout/cycle2"/>
    <dgm:cxn modelId="{E0ABF6E3-2171-4E0D-9CE2-C9FD720D7141}" type="presParOf" srcId="{C2E02C35-A6D9-4989-AEAF-E82AE071C011}" destId="{930466B1-403A-4B65-8CF9-81257E82F4C3}" srcOrd="9" destOrd="0" presId="urn:microsoft.com/office/officeart/2005/8/layout/cycle2"/>
    <dgm:cxn modelId="{AF2A012A-6BBA-476B-B332-B1AB1FDAA81E}" type="presParOf" srcId="{930466B1-403A-4B65-8CF9-81257E82F4C3}" destId="{FB96F91C-A1BD-470C-9D0C-7C63463D655D}" srcOrd="0" destOrd="0" presId="urn:microsoft.com/office/officeart/2005/8/layout/cycle2"/>
  </dgm:cxnLst>
  <dgm:bg/>
  <dgm:whole>
    <a:ln w="25400">
      <a:solidFill>
        <a:srgbClr val="FF0000"/>
      </a:solidFill>
      <a:prstDash val="dash"/>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195AF0-2927-413E-9BB8-11C3F80C0C42}" type="doc">
      <dgm:prSet loTypeId="urn:microsoft.com/office/officeart/2008/layout/PictureStrips" loCatId="list" qsTypeId="urn:microsoft.com/office/officeart/2005/8/quickstyle/simple1" qsCatId="simple" csTypeId="urn:microsoft.com/office/officeart/2005/8/colors/accent2_1" csCatId="accent2" phldr="1"/>
      <dgm:spPr/>
      <dgm:t>
        <a:bodyPr/>
        <a:lstStyle/>
        <a:p>
          <a:endParaRPr lang="zh-CN" altLang="en-US"/>
        </a:p>
      </dgm:t>
    </dgm:pt>
    <dgm:pt modelId="{092B3C86-3CB6-4CC7-875D-BCD15FB89D10}">
      <dgm:prSet phldrT="[文本]"/>
      <dgm:spPr/>
      <dgm:t>
        <a:bodyPr/>
        <a:lstStyle/>
        <a:p>
          <a:r>
            <a:rPr lang="zh-CN" altLang="en-US" dirty="0" smtClean="0"/>
            <a:t>知识点</a:t>
          </a:r>
          <a:r>
            <a:rPr lang="en-US" altLang="zh-CN" dirty="0" smtClean="0"/>
            <a:t>1 - 95</a:t>
          </a:r>
          <a:endParaRPr lang="zh-CN" altLang="en-US" dirty="0"/>
        </a:p>
      </dgm:t>
    </dgm:pt>
    <dgm:pt modelId="{3A6E47C8-735F-4F83-97B2-1834E5CAE2A4}" type="parTrans" cxnId="{E23D5BF5-3A58-4C66-976E-F0EB02CEBE5A}">
      <dgm:prSet/>
      <dgm:spPr/>
      <dgm:t>
        <a:bodyPr/>
        <a:lstStyle/>
        <a:p>
          <a:endParaRPr lang="zh-CN" altLang="en-US"/>
        </a:p>
      </dgm:t>
    </dgm:pt>
    <dgm:pt modelId="{8B44363A-A3E0-4CAC-8A01-D5681CCBD75F}" type="sibTrans" cxnId="{E23D5BF5-3A58-4C66-976E-F0EB02CEBE5A}">
      <dgm:prSet/>
      <dgm:spPr/>
      <dgm:t>
        <a:bodyPr/>
        <a:lstStyle/>
        <a:p>
          <a:endParaRPr lang="zh-CN" altLang="en-US"/>
        </a:p>
      </dgm:t>
    </dgm:pt>
    <dgm:pt modelId="{0D07D17E-7270-4987-8D88-6631A5E87B31}">
      <dgm:prSet phldrT="[文本]"/>
      <dgm:spPr/>
      <dgm:t>
        <a:bodyPr/>
        <a:lstStyle/>
        <a:p>
          <a:r>
            <a:rPr lang="zh-CN" altLang="en-US" dirty="0" smtClean="0"/>
            <a:t>知识点</a:t>
          </a:r>
          <a:r>
            <a:rPr lang="en-US" altLang="zh-CN" dirty="0" smtClean="0"/>
            <a:t>2 - 60</a:t>
          </a:r>
          <a:endParaRPr lang="zh-CN" altLang="en-US" dirty="0"/>
        </a:p>
      </dgm:t>
    </dgm:pt>
    <dgm:pt modelId="{0FE0AABD-7128-4006-93B2-554B0E847D61}" type="parTrans" cxnId="{08FD0EE7-5E22-4D17-91F0-1AC180E1FD46}">
      <dgm:prSet/>
      <dgm:spPr/>
      <dgm:t>
        <a:bodyPr/>
        <a:lstStyle/>
        <a:p>
          <a:endParaRPr lang="zh-CN" altLang="en-US"/>
        </a:p>
      </dgm:t>
    </dgm:pt>
    <dgm:pt modelId="{3458CD4B-3D02-4FFA-AC1F-52B604C5C8EB}" type="sibTrans" cxnId="{08FD0EE7-5E22-4D17-91F0-1AC180E1FD46}">
      <dgm:prSet/>
      <dgm:spPr/>
      <dgm:t>
        <a:bodyPr/>
        <a:lstStyle/>
        <a:p>
          <a:endParaRPr lang="zh-CN" altLang="en-US"/>
        </a:p>
      </dgm:t>
    </dgm:pt>
    <dgm:pt modelId="{83B97FA2-6F1F-46F4-8EE5-E435A904D757}">
      <dgm:prSet phldrT="[文本]"/>
      <dgm:spPr/>
      <dgm:t>
        <a:bodyPr/>
        <a:lstStyle/>
        <a:p>
          <a:r>
            <a:rPr lang="zh-CN" altLang="en-US" dirty="0" smtClean="0"/>
            <a:t>知识点</a:t>
          </a:r>
          <a:r>
            <a:rPr lang="en-US" altLang="zh-CN" dirty="0" smtClean="0"/>
            <a:t>3 - 30</a:t>
          </a:r>
          <a:endParaRPr lang="zh-CN" altLang="en-US" dirty="0"/>
        </a:p>
      </dgm:t>
    </dgm:pt>
    <dgm:pt modelId="{6811AE6F-59B7-4EEA-B575-D47185CBEFF7}" type="parTrans" cxnId="{0BBD786B-5C3C-47CA-B2F5-C6F9C9E31CFB}">
      <dgm:prSet/>
      <dgm:spPr/>
      <dgm:t>
        <a:bodyPr/>
        <a:lstStyle/>
        <a:p>
          <a:endParaRPr lang="zh-CN" altLang="en-US"/>
        </a:p>
      </dgm:t>
    </dgm:pt>
    <dgm:pt modelId="{854F5A96-DA1B-48D9-BB91-58FC3B5BA135}" type="sibTrans" cxnId="{0BBD786B-5C3C-47CA-B2F5-C6F9C9E31CFB}">
      <dgm:prSet/>
      <dgm:spPr/>
      <dgm:t>
        <a:bodyPr/>
        <a:lstStyle/>
        <a:p>
          <a:endParaRPr lang="zh-CN" altLang="en-US"/>
        </a:p>
      </dgm:t>
    </dgm:pt>
    <dgm:pt modelId="{0E64EA71-7599-4E5C-BB4D-342B830D744B}" type="pres">
      <dgm:prSet presAssocID="{FE195AF0-2927-413E-9BB8-11C3F80C0C42}" presName="Name0" presStyleCnt="0">
        <dgm:presLayoutVars>
          <dgm:dir/>
          <dgm:resizeHandles val="exact"/>
        </dgm:presLayoutVars>
      </dgm:prSet>
      <dgm:spPr/>
      <dgm:t>
        <a:bodyPr/>
        <a:lstStyle/>
        <a:p>
          <a:endParaRPr lang="zh-CN" altLang="en-US"/>
        </a:p>
      </dgm:t>
    </dgm:pt>
    <dgm:pt modelId="{CD76A88F-5100-4EDF-8799-3701DAEA9969}" type="pres">
      <dgm:prSet presAssocID="{092B3C86-3CB6-4CC7-875D-BCD15FB89D10}" presName="composite" presStyleCnt="0"/>
      <dgm:spPr/>
    </dgm:pt>
    <dgm:pt modelId="{8CAB7B19-4FC6-4DE3-9A2C-EA45509F9831}" type="pres">
      <dgm:prSet presAssocID="{092B3C86-3CB6-4CC7-875D-BCD15FB89D10}" presName="rect1" presStyleLbl="trAlignAcc1" presStyleIdx="0" presStyleCnt="3">
        <dgm:presLayoutVars>
          <dgm:bulletEnabled val="1"/>
        </dgm:presLayoutVars>
      </dgm:prSet>
      <dgm:spPr/>
      <dgm:t>
        <a:bodyPr/>
        <a:lstStyle/>
        <a:p>
          <a:endParaRPr lang="zh-CN" altLang="en-US"/>
        </a:p>
      </dgm:t>
    </dgm:pt>
    <dgm:pt modelId="{B0B2FB03-6E09-4F0D-BEE7-F28F6FBD366D}" type="pres">
      <dgm:prSet presAssocID="{092B3C86-3CB6-4CC7-875D-BCD15FB89D10}" presName="rect2" presStyleLbl="fgImgPlace1" presStyleIdx="0" presStyleCnt="3"/>
      <dgm:spPr/>
    </dgm:pt>
    <dgm:pt modelId="{51FF793E-FA3B-4A1B-A399-BC3B7C911D19}" type="pres">
      <dgm:prSet presAssocID="{8B44363A-A3E0-4CAC-8A01-D5681CCBD75F}" presName="sibTrans" presStyleCnt="0"/>
      <dgm:spPr/>
    </dgm:pt>
    <dgm:pt modelId="{D2DDA583-5D53-49B0-9FF2-7C1FF387112B}" type="pres">
      <dgm:prSet presAssocID="{0D07D17E-7270-4987-8D88-6631A5E87B31}" presName="composite" presStyleCnt="0"/>
      <dgm:spPr/>
    </dgm:pt>
    <dgm:pt modelId="{B8226F49-8ED1-4F44-B667-2A008A5EFA7C}" type="pres">
      <dgm:prSet presAssocID="{0D07D17E-7270-4987-8D88-6631A5E87B31}" presName="rect1" presStyleLbl="trAlignAcc1" presStyleIdx="1" presStyleCnt="3">
        <dgm:presLayoutVars>
          <dgm:bulletEnabled val="1"/>
        </dgm:presLayoutVars>
      </dgm:prSet>
      <dgm:spPr/>
      <dgm:t>
        <a:bodyPr/>
        <a:lstStyle/>
        <a:p>
          <a:endParaRPr lang="zh-CN" altLang="en-US"/>
        </a:p>
      </dgm:t>
    </dgm:pt>
    <dgm:pt modelId="{571C48FE-8491-4775-AA21-379F262B1627}" type="pres">
      <dgm:prSet presAssocID="{0D07D17E-7270-4987-8D88-6631A5E87B31}" presName="rect2" presStyleLbl="fgImgPlace1" presStyleIdx="1" presStyleCnt="3"/>
      <dgm:spPr/>
    </dgm:pt>
    <dgm:pt modelId="{A3A496A2-53A7-42F8-97F7-A186DF884870}" type="pres">
      <dgm:prSet presAssocID="{3458CD4B-3D02-4FFA-AC1F-52B604C5C8EB}" presName="sibTrans" presStyleCnt="0"/>
      <dgm:spPr/>
    </dgm:pt>
    <dgm:pt modelId="{06480799-0513-4CA1-909B-57BA922DBEB4}" type="pres">
      <dgm:prSet presAssocID="{83B97FA2-6F1F-46F4-8EE5-E435A904D757}" presName="composite" presStyleCnt="0"/>
      <dgm:spPr/>
    </dgm:pt>
    <dgm:pt modelId="{0879B48F-3669-4579-B4D0-69C6516A88DB}" type="pres">
      <dgm:prSet presAssocID="{83B97FA2-6F1F-46F4-8EE5-E435A904D757}" presName="rect1" presStyleLbl="trAlignAcc1" presStyleIdx="2" presStyleCnt="3">
        <dgm:presLayoutVars>
          <dgm:bulletEnabled val="1"/>
        </dgm:presLayoutVars>
      </dgm:prSet>
      <dgm:spPr/>
      <dgm:t>
        <a:bodyPr/>
        <a:lstStyle/>
        <a:p>
          <a:endParaRPr lang="zh-CN" altLang="en-US"/>
        </a:p>
      </dgm:t>
    </dgm:pt>
    <dgm:pt modelId="{B80ED3CC-577A-47D5-BF27-50ED49BD78D3}" type="pres">
      <dgm:prSet presAssocID="{83B97FA2-6F1F-46F4-8EE5-E435A904D757}" presName="rect2" presStyleLbl="fgImgPlace1" presStyleIdx="2" presStyleCnt="3"/>
      <dgm:spPr/>
    </dgm:pt>
  </dgm:ptLst>
  <dgm:cxnLst>
    <dgm:cxn modelId="{F0434364-9369-43AC-B63E-AF27A2E61531}" type="presOf" srcId="{83B97FA2-6F1F-46F4-8EE5-E435A904D757}" destId="{0879B48F-3669-4579-B4D0-69C6516A88DB}" srcOrd="0" destOrd="0" presId="urn:microsoft.com/office/officeart/2008/layout/PictureStrips"/>
    <dgm:cxn modelId="{08FD0EE7-5E22-4D17-91F0-1AC180E1FD46}" srcId="{FE195AF0-2927-413E-9BB8-11C3F80C0C42}" destId="{0D07D17E-7270-4987-8D88-6631A5E87B31}" srcOrd="1" destOrd="0" parTransId="{0FE0AABD-7128-4006-93B2-554B0E847D61}" sibTransId="{3458CD4B-3D02-4FFA-AC1F-52B604C5C8EB}"/>
    <dgm:cxn modelId="{E23D5BF5-3A58-4C66-976E-F0EB02CEBE5A}" srcId="{FE195AF0-2927-413E-9BB8-11C3F80C0C42}" destId="{092B3C86-3CB6-4CC7-875D-BCD15FB89D10}" srcOrd="0" destOrd="0" parTransId="{3A6E47C8-735F-4F83-97B2-1834E5CAE2A4}" sibTransId="{8B44363A-A3E0-4CAC-8A01-D5681CCBD75F}"/>
    <dgm:cxn modelId="{53644D59-587A-4C05-ACC5-700422F1CC17}" type="presOf" srcId="{FE195AF0-2927-413E-9BB8-11C3F80C0C42}" destId="{0E64EA71-7599-4E5C-BB4D-342B830D744B}" srcOrd="0" destOrd="0" presId="urn:microsoft.com/office/officeart/2008/layout/PictureStrips"/>
    <dgm:cxn modelId="{0BBD786B-5C3C-47CA-B2F5-C6F9C9E31CFB}" srcId="{FE195AF0-2927-413E-9BB8-11C3F80C0C42}" destId="{83B97FA2-6F1F-46F4-8EE5-E435A904D757}" srcOrd="2" destOrd="0" parTransId="{6811AE6F-59B7-4EEA-B575-D47185CBEFF7}" sibTransId="{854F5A96-DA1B-48D9-BB91-58FC3B5BA135}"/>
    <dgm:cxn modelId="{3AB3AFD8-09DE-49C4-9C77-A7806FBCC08C}" type="presOf" srcId="{092B3C86-3CB6-4CC7-875D-BCD15FB89D10}" destId="{8CAB7B19-4FC6-4DE3-9A2C-EA45509F9831}" srcOrd="0" destOrd="0" presId="urn:microsoft.com/office/officeart/2008/layout/PictureStrips"/>
    <dgm:cxn modelId="{6CC7ACA2-21F7-4EFA-B5F3-2AF751D2BFA3}" type="presOf" srcId="{0D07D17E-7270-4987-8D88-6631A5E87B31}" destId="{B8226F49-8ED1-4F44-B667-2A008A5EFA7C}" srcOrd="0" destOrd="0" presId="urn:microsoft.com/office/officeart/2008/layout/PictureStrips"/>
    <dgm:cxn modelId="{53269214-48B0-4DBD-AB11-AF01125751FB}" type="presParOf" srcId="{0E64EA71-7599-4E5C-BB4D-342B830D744B}" destId="{CD76A88F-5100-4EDF-8799-3701DAEA9969}" srcOrd="0" destOrd="0" presId="urn:microsoft.com/office/officeart/2008/layout/PictureStrips"/>
    <dgm:cxn modelId="{DDB0DC8F-7859-498C-9E42-F58E995F9CB1}" type="presParOf" srcId="{CD76A88F-5100-4EDF-8799-3701DAEA9969}" destId="{8CAB7B19-4FC6-4DE3-9A2C-EA45509F9831}" srcOrd="0" destOrd="0" presId="urn:microsoft.com/office/officeart/2008/layout/PictureStrips"/>
    <dgm:cxn modelId="{5CE32176-462C-4226-A111-775541065F5A}" type="presParOf" srcId="{CD76A88F-5100-4EDF-8799-3701DAEA9969}" destId="{B0B2FB03-6E09-4F0D-BEE7-F28F6FBD366D}" srcOrd="1" destOrd="0" presId="urn:microsoft.com/office/officeart/2008/layout/PictureStrips"/>
    <dgm:cxn modelId="{2938B3CC-9CFB-416B-BB65-E53F9A1C40DB}" type="presParOf" srcId="{0E64EA71-7599-4E5C-BB4D-342B830D744B}" destId="{51FF793E-FA3B-4A1B-A399-BC3B7C911D19}" srcOrd="1" destOrd="0" presId="urn:microsoft.com/office/officeart/2008/layout/PictureStrips"/>
    <dgm:cxn modelId="{488E79C9-604E-4058-8725-AFBD9D008477}" type="presParOf" srcId="{0E64EA71-7599-4E5C-BB4D-342B830D744B}" destId="{D2DDA583-5D53-49B0-9FF2-7C1FF387112B}" srcOrd="2" destOrd="0" presId="urn:microsoft.com/office/officeart/2008/layout/PictureStrips"/>
    <dgm:cxn modelId="{E8A31489-2852-4C4C-9515-1A7108E70165}" type="presParOf" srcId="{D2DDA583-5D53-49B0-9FF2-7C1FF387112B}" destId="{B8226F49-8ED1-4F44-B667-2A008A5EFA7C}" srcOrd="0" destOrd="0" presId="urn:microsoft.com/office/officeart/2008/layout/PictureStrips"/>
    <dgm:cxn modelId="{B8B6ADB5-4E76-45E9-B504-FF5A02854489}" type="presParOf" srcId="{D2DDA583-5D53-49B0-9FF2-7C1FF387112B}" destId="{571C48FE-8491-4775-AA21-379F262B1627}" srcOrd="1" destOrd="0" presId="urn:microsoft.com/office/officeart/2008/layout/PictureStrips"/>
    <dgm:cxn modelId="{8B2C1A98-B4A3-423D-ADB3-B9C32F6D9610}" type="presParOf" srcId="{0E64EA71-7599-4E5C-BB4D-342B830D744B}" destId="{A3A496A2-53A7-42F8-97F7-A186DF884870}" srcOrd="3" destOrd="0" presId="urn:microsoft.com/office/officeart/2008/layout/PictureStrips"/>
    <dgm:cxn modelId="{5A84FA54-1137-4BFA-A43F-FA83C6B4733B}" type="presParOf" srcId="{0E64EA71-7599-4E5C-BB4D-342B830D744B}" destId="{06480799-0513-4CA1-909B-57BA922DBEB4}" srcOrd="4" destOrd="0" presId="urn:microsoft.com/office/officeart/2008/layout/PictureStrips"/>
    <dgm:cxn modelId="{9B462821-B50A-4F98-9826-529F89C2E4CE}" type="presParOf" srcId="{06480799-0513-4CA1-909B-57BA922DBEB4}" destId="{0879B48F-3669-4579-B4D0-69C6516A88DB}" srcOrd="0" destOrd="0" presId="urn:microsoft.com/office/officeart/2008/layout/PictureStrips"/>
    <dgm:cxn modelId="{31B659BF-9987-478D-BE6A-14CD83550185}" type="presParOf" srcId="{06480799-0513-4CA1-909B-57BA922DBEB4}" destId="{B80ED3CC-577A-47D5-BF27-50ED49BD78D3}" srcOrd="1" destOrd="0" presId="urn:microsoft.com/office/officeart/2008/layout/PictureStrips"/>
  </dgm:cxnLst>
  <dgm:bg/>
  <dgm:whole>
    <a:ln w="31750">
      <a:solidFill>
        <a:srgbClr val="FF0000"/>
      </a:solidFill>
      <a:prstDash val="dash"/>
    </a:ln>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6DCBAA-A2A0-441C-81B6-46D719992641}" type="doc">
      <dgm:prSet loTypeId="urn:microsoft.com/office/officeart/2005/8/layout/cycle1" loCatId="cycle" qsTypeId="urn:microsoft.com/office/officeart/2005/8/quickstyle/simple1" qsCatId="simple" csTypeId="urn:microsoft.com/office/officeart/2005/8/colors/accent2_1" csCatId="accent2" phldr="1"/>
      <dgm:spPr/>
      <dgm:t>
        <a:bodyPr/>
        <a:lstStyle/>
        <a:p>
          <a:endParaRPr lang="zh-CN" altLang="en-US"/>
        </a:p>
      </dgm:t>
    </dgm:pt>
    <dgm:pt modelId="{69142847-E938-432E-B76C-4234995C4B5B}">
      <dgm:prSet phldrT="[文本]" phldr="1"/>
      <dgm:spPr/>
      <dgm:t>
        <a:bodyPr/>
        <a:lstStyle/>
        <a:p>
          <a:endParaRPr lang="zh-CN" altLang="en-US"/>
        </a:p>
      </dgm:t>
    </dgm:pt>
    <dgm:pt modelId="{79E0A067-8A8D-4C87-896E-F481C30EF8E4}" type="parTrans" cxnId="{DB3CC4AB-F611-4268-8AA8-C4849A38D5CD}">
      <dgm:prSet/>
      <dgm:spPr/>
      <dgm:t>
        <a:bodyPr/>
        <a:lstStyle/>
        <a:p>
          <a:endParaRPr lang="zh-CN" altLang="en-US"/>
        </a:p>
      </dgm:t>
    </dgm:pt>
    <dgm:pt modelId="{80BCEFEC-82C2-4344-9EFE-4190C9465935}" type="sibTrans" cxnId="{DB3CC4AB-F611-4268-8AA8-C4849A38D5CD}">
      <dgm:prSet/>
      <dgm:spPr/>
      <dgm:t>
        <a:bodyPr/>
        <a:lstStyle/>
        <a:p>
          <a:endParaRPr lang="zh-CN" altLang="en-US"/>
        </a:p>
      </dgm:t>
    </dgm:pt>
    <dgm:pt modelId="{6055AF66-F310-4129-A1D0-F73968BF428A}">
      <dgm:prSet phldrT="[文本]" phldr="1"/>
      <dgm:spPr/>
      <dgm:t>
        <a:bodyPr/>
        <a:lstStyle/>
        <a:p>
          <a:endParaRPr lang="zh-CN" altLang="en-US"/>
        </a:p>
      </dgm:t>
    </dgm:pt>
    <dgm:pt modelId="{F77F6EA9-998A-495D-A9F2-5C22C0DACB4B}" type="parTrans" cxnId="{57F46C85-69EF-4704-B52E-952E1F7AB906}">
      <dgm:prSet/>
      <dgm:spPr/>
      <dgm:t>
        <a:bodyPr/>
        <a:lstStyle/>
        <a:p>
          <a:endParaRPr lang="zh-CN" altLang="en-US"/>
        </a:p>
      </dgm:t>
    </dgm:pt>
    <dgm:pt modelId="{15D7548F-F7AF-4E6F-98FD-B21C9D6B61B2}" type="sibTrans" cxnId="{57F46C85-69EF-4704-B52E-952E1F7AB906}">
      <dgm:prSet/>
      <dgm:spPr/>
      <dgm:t>
        <a:bodyPr/>
        <a:lstStyle/>
        <a:p>
          <a:endParaRPr lang="zh-CN" altLang="en-US"/>
        </a:p>
      </dgm:t>
    </dgm:pt>
    <dgm:pt modelId="{473C6E0E-D9F4-4CD9-952B-29B2FBCFA806}">
      <dgm:prSet phldrT="[文本]" phldr="1"/>
      <dgm:spPr/>
      <dgm:t>
        <a:bodyPr/>
        <a:lstStyle/>
        <a:p>
          <a:endParaRPr lang="zh-CN" altLang="en-US" dirty="0"/>
        </a:p>
      </dgm:t>
    </dgm:pt>
    <dgm:pt modelId="{B21BA63A-D140-4DF2-9B20-E70B7213C5F2}" type="parTrans" cxnId="{0799F2C6-17B8-4096-B6E4-289EE224425A}">
      <dgm:prSet/>
      <dgm:spPr/>
      <dgm:t>
        <a:bodyPr/>
        <a:lstStyle/>
        <a:p>
          <a:endParaRPr lang="zh-CN" altLang="en-US"/>
        </a:p>
      </dgm:t>
    </dgm:pt>
    <dgm:pt modelId="{EA1ED75D-E144-494B-9DC4-E292346B506D}" type="sibTrans" cxnId="{0799F2C6-17B8-4096-B6E4-289EE224425A}">
      <dgm:prSet/>
      <dgm:spPr/>
      <dgm:t>
        <a:bodyPr/>
        <a:lstStyle/>
        <a:p>
          <a:endParaRPr lang="zh-CN" altLang="en-US"/>
        </a:p>
      </dgm:t>
    </dgm:pt>
    <dgm:pt modelId="{06F9347C-39B4-415C-BB8C-E45044008C34}">
      <dgm:prSet phldrT="[文本]" phldr="1"/>
      <dgm:spPr/>
      <dgm:t>
        <a:bodyPr/>
        <a:lstStyle/>
        <a:p>
          <a:endParaRPr lang="zh-CN" altLang="en-US"/>
        </a:p>
      </dgm:t>
    </dgm:pt>
    <dgm:pt modelId="{F616D314-6F65-4873-8794-7F0B82262C7E}" type="parTrans" cxnId="{19C3F8E7-66BA-40B7-A6FB-2A50D5581401}">
      <dgm:prSet/>
      <dgm:spPr/>
      <dgm:t>
        <a:bodyPr/>
        <a:lstStyle/>
        <a:p>
          <a:endParaRPr lang="zh-CN" altLang="en-US"/>
        </a:p>
      </dgm:t>
    </dgm:pt>
    <dgm:pt modelId="{345CFDBF-FBD0-4DF3-892B-1307051FE3A2}" type="sibTrans" cxnId="{19C3F8E7-66BA-40B7-A6FB-2A50D5581401}">
      <dgm:prSet/>
      <dgm:spPr/>
      <dgm:t>
        <a:bodyPr/>
        <a:lstStyle/>
        <a:p>
          <a:endParaRPr lang="zh-CN" altLang="en-US"/>
        </a:p>
      </dgm:t>
    </dgm:pt>
    <dgm:pt modelId="{930343FC-81B8-42A6-BBF9-7BBE3477D8C8}">
      <dgm:prSet phldrT="[文本]" phldr="1"/>
      <dgm:spPr/>
      <dgm:t>
        <a:bodyPr/>
        <a:lstStyle/>
        <a:p>
          <a:endParaRPr lang="zh-CN" altLang="en-US" dirty="0"/>
        </a:p>
      </dgm:t>
    </dgm:pt>
    <dgm:pt modelId="{0DBD49D2-4C54-4F81-981D-697CB6BD81C1}" type="parTrans" cxnId="{3277D9DE-4E5E-4CCC-84F0-FD9B23E209DE}">
      <dgm:prSet/>
      <dgm:spPr/>
      <dgm:t>
        <a:bodyPr/>
        <a:lstStyle/>
        <a:p>
          <a:endParaRPr lang="zh-CN" altLang="en-US"/>
        </a:p>
      </dgm:t>
    </dgm:pt>
    <dgm:pt modelId="{28C197F7-CF7E-43C1-B6D3-5F8842596922}" type="sibTrans" cxnId="{3277D9DE-4E5E-4CCC-84F0-FD9B23E209DE}">
      <dgm:prSet/>
      <dgm:spPr/>
      <dgm:t>
        <a:bodyPr/>
        <a:lstStyle/>
        <a:p>
          <a:endParaRPr lang="zh-CN" altLang="en-US"/>
        </a:p>
      </dgm:t>
    </dgm:pt>
    <dgm:pt modelId="{EB66BA14-1708-42F4-A3AF-3296891C384C}">
      <dgm:prSet phldrT="[文本]"/>
      <dgm:spPr/>
      <dgm:t>
        <a:bodyPr/>
        <a:lstStyle/>
        <a:p>
          <a:endParaRPr lang="zh-CN" altLang="en-US" dirty="0"/>
        </a:p>
      </dgm:t>
    </dgm:pt>
    <dgm:pt modelId="{AE8B9F7B-CEBA-403E-8F5D-208678218F7C}" type="parTrans" cxnId="{ED1A9CE0-8338-4FFB-8165-6F5508E2FC62}">
      <dgm:prSet/>
      <dgm:spPr/>
      <dgm:t>
        <a:bodyPr/>
        <a:lstStyle/>
        <a:p>
          <a:endParaRPr lang="zh-CN" altLang="en-US"/>
        </a:p>
      </dgm:t>
    </dgm:pt>
    <dgm:pt modelId="{92D4547C-7FC6-4439-9F07-7705A76E6468}" type="sibTrans" cxnId="{ED1A9CE0-8338-4FFB-8165-6F5508E2FC62}">
      <dgm:prSet/>
      <dgm:spPr/>
      <dgm:t>
        <a:bodyPr/>
        <a:lstStyle/>
        <a:p>
          <a:endParaRPr lang="zh-CN" altLang="en-US"/>
        </a:p>
      </dgm:t>
    </dgm:pt>
    <dgm:pt modelId="{F6A51A7A-B577-4843-8755-6A4C0733EF25}">
      <dgm:prSet phldrT="[文本]"/>
      <dgm:spPr/>
      <dgm:t>
        <a:bodyPr/>
        <a:lstStyle/>
        <a:p>
          <a:endParaRPr lang="zh-CN" altLang="en-US" dirty="0"/>
        </a:p>
      </dgm:t>
    </dgm:pt>
    <dgm:pt modelId="{4D83AF97-0EF7-4BCD-B814-42D764B39E2C}" type="parTrans" cxnId="{5069A388-4753-480A-A6AB-8CCB6DEC02AE}">
      <dgm:prSet/>
      <dgm:spPr/>
      <dgm:t>
        <a:bodyPr/>
        <a:lstStyle/>
        <a:p>
          <a:endParaRPr lang="zh-CN" altLang="en-US"/>
        </a:p>
      </dgm:t>
    </dgm:pt>
    <dgm:pt modelId="{14B14EE3-F805-4A80-865B-72E04FC86298}" type="sibTrans" cxnId="{5069A388-4753-480A-A6AB-8CCB6DEC02AE}">
      <dgm:prSet/>
      <dgm:spPr/>
      <dgm:t>
        <a:bodyPr/>
        <a:lstStyle/>
        <a:p>
          <a:endParaRPr lang="zh-CN" altLang="en-US"/>
        </a:p>
      </dgm:t>
    </dgm:pt>
    <dgm:pt modelId="{1D87FBA5-B69A-4D76-8880-07B11C8FF20C}">
      <dgm:prSet phldrT="[文本]"/>
      <dgm:spPr/>
      <dgm:t>
        <a:bodyPr/>
        <a:lstStyle/>
        <a:p>
          <a:endParaRPr lang="zh-CN" altLang="en-US" dirty="0"/>
        </a:p>
      </dgm:t>
    </dgm:pt>
    <dgm:pt modelId="{221BF34E-ED71-4190-95C3-AC37B17A2F0C}" type="parTrans" cxnId="{4C629AE9-35EC-491F-B0E9-98546F073FB2}">
      <dgm:prSet/>
      <dgm:spPr/>
      <dgm:t>
        <a:bodyPr/>
        <a:lstStyle/>
        <a:p>
          <a:endParaRPr lang="zh-CN" altLang="en-US"/>
        </a:p>
      </dgm:t>
    </dgm:pt>
    <dgm:pt modelId="{883757F7-C8E0-4B5E-86D5-292CC34F178D}" type="sibTrans" cxnId="{4C629AE9-35EC-491F-B0E9-98546F073FB2}">
      <dgm:prSet/>
      <dgm:spPr/>
      <dgm:t>
        <a:bodyPr/>
        <a:lstStyle/>
        <a:p>
          <a:endParaRPr lang="zh-CN" altLang="en-US"/>
        </a:p>
      </dgm:t>
    </dgm:pt>
    <dgm:pt modelId="{04A4FB5E-EFA2-416F-BFE4-61576C2524F0}" type="pres">
      <dgm:prSet presAssocID="{816DCBAA-A2A0-441C-81B6-46D719992641}" presName="cycle" presStyleCnt="0">
        <dgm:presLayoutVars>
          <dgm:dir/>
          <dgm:resizeHandles val="exact"/>
        </dgm:presLayoutVars>
      </dgm:prSet>
      <dgm:spPr/>
      <dgm:t>
        <a:bodyPr/>
        <a:lstStyle/>
        <a:p>
          <a:endParaRPr lang="zh-CN" altLang="en-US"/>
        </a:p>
      </dgm:t>
    </dgm:pt>
    <dgm:pt modelId="{00F1CA66-1BE9-412B-9C82-A5B4778A9B67}" type="pres">
      <dgm:prSet presAssocID="{69142847-E938-432E-B76C-4234995C4B5B}" presName="dummy" presStyleCnt="0"/>
      <dgm:spPr/>
    </dgm:pt>
    <dgm:pt modelId="{0AAB8E9E-DEE0-4BDB-B165-EFDFCFA4DAE2}" type="pres">
      <dgm:prSet presAssocID="{69142847-E938-432E-B76C-4234995C4B5B}" presName="node" presStyleLbl="revTx" presStyleIdx="0" presStyleCnt="8">
        <dgm:presLayoutVars>
          <dgm:bulletEnabled val="1"/>
        </dgm:presLayoutVars>
      </dgm:prSet>
      <dgm:spPr/>
      <dgm:t>
        <a:bodyPr/>
        <a:lstStyle/>
        <a:p>
          <a:endParaRPr lang="zh-CN" altLang="en-US"/>
        </a:p>
      </dgm:t>
    </dgm:pt>
    <dgm:pt modelId="{F3DF8645-EC3E-4536-8214-BDE744DF1FCD}" type="pres">
      <dgm:prSet presAssocID="{80BCEFEC-82C2-4344-9EFE-4190C9465935}" presName="sibTrans" presStyleLbl="node1" presStyleIdx="0" presStyleCnt="8"/>
      <dgm:spPr/>
      <dgm:t>
        <a:bodyPr/>
        <a:lstStyle/>
        <a:p>
          <a:endParaRPr lang="zh-CN" altLang="en-US"/>
        </a:p>
      </dgm:t>
    </dgm:pt>
    <dgm:pt modelId="{3C2ACF8A-E5E0-4A86-9E9D-86DDDAA32B94}" type="pres">
      <dgm:prSet presAssocID="{6055AF66-F310-4129-A1D0-F73968BF428A}" presName="dummy" presStyleCnt="0"/>
      <dgm:spPr/>
    </dgm:pt>
    <dgm:pt modelId="{7A408995-D25C-4239-8C11-0E08005591DE}" type="pres">
      <dgm:prSet presAssocID="{6055AF66-F310-4129-A1D0-F73968BF428A}" presName="node" presStyleLbl="revTx" presStyleIdx="1" presStyleCnt="8">
        <dgm:presLayoutVars>
          <dgm:bulletEnabled val="1"/>
        </dgm:presLayoutVars>
      </dgm:prSet>
      <dgm:spPr/>
      <dgm:t>
        <a:bodyPr/>
        <a:lstStyle/>
        <a:p>
          <a:endParaRPr lang="zh-CN" altLang="en-US"/>
        </a:p>
      </dgm:t>
    </dgm:pt>
    <dgm:pt modelId="{6C778B6D-115C-4513-9D03-86D8642525D2}" type="pres">
      <dgm:prSet presAssocID="{15D7548F-F7AF-4E6F-98FD-B21C9D6B61B2}" presName="sibTrans" presStyleLbl="node1" presStyleIdx="1" presStyleCnt="8"/>
      <dgm:spPr/>
      <dgm:t>
        <a:bodyPr/>
        <a:lstStyle/>
        <a:p>
          <a:endParaRPr lang="zh-CN" altLang="en-US"/>
        </a:p>
      </dgm:t>
    </dgm:pt>
    <dgm:pt modelId="{DC291648-551B-4F73-8D1D-25B7D5C7F5A8}" type="pres">
      <dgm:prSet presAssocID="{473C6E0E-D9F4-4CD9-952B-29B2FBCFA806}" presName="dummy" presStyleCnt="0"/>
      <dgm:spPr/>
    </dgm:pt>
    <dgm:pt modelId="{E273D3A0-6A3E-4614-A0CC-1677717FF46B}" type="pres">
      <dgm:prSet presAssocID="{473C6E0E-D9F4-4CD9-952B-29B2FBCFA806}" presName="node" presStyleLbl="revTx" presStyleIdx="2" presStyleCnt="8">
        <dgm:presLayoutVars>
          <dgm:bulletEnabled val="1"/>
        </dgm:presLayoutVars>
      </dgm:prSet>
      <dgm:spPr/>
      <dgm:t>
        <a:bodyPr/>
        <a:lstStyle/>
        <a:p>
          <a:endParaRPr lang="zh-CN" altLang="en-US"/>
        </a:p>
      </dgm:t>
    </dgm:pt>
    <dgm:pt modelId="{418EC334-730E-4B5A-B4E8-A96E091A5193}" type="pres">
      <dgm:prSet presAssocID="{EA1ED75D-E144-494B-9DC4-E292346B506D}" presName="sibTrans" presStyleLbl="node1" presStyleIdx="2" presStyleCnt="8"/>
      <dgm:spPr/>
      <dgm:t>
        <a:bodyPr/>
        <a:lstStyle/>
        <a:p>
          <a:endParaRPr lang="zh-CN" altLang="en-US"/>
        </a:p>
      </dgm:t>
    </dgm:pt>
    <dgm:pt modelId="{0CC91406-9FC4-44DA-BD4B-405F35E7734F}" type="pres">
      <dgm:prSet presAssocID="{06F9347C-39B4-415C-BB8C-E45044008C34}" presName="dummy" presStyleCnt="0"/>
      <dgm:spPr/>
    </dgm:pt>
    <dgm:pt modelId="{2FA38DB1-F90A-4FCC-B676-7DE9AE8D0250}" type="pres">
      <dgm:prSet presAssocID="{06F9347C-39B4-415C-BB8C-E45044008C34}" presName="node" presStyleLbl="revTx" presStyleIdx="3" presStyleCnt="8">
        <dgm:presLayoutVars>
          <dgm:bulletEnabled val="1"/>
        </dgm:presLayoutVars>
      </dgm:prSet>
      <dgm:spPr/>
      <dgm:t>
        <a:bodyPr/>
        <a:lstStyle/>
        <a:p>
          <a:endParaRPr lang="zh-CN" altLang="en-US"/>
        </a:p>
      </dgm:t>
    </dgm:pt>
    <dgm:pt modelId="{8EB5EF8F-08C2-4367-8A55-73029209218D}" type="pres">
      <dgm:prSet presAssocID="{345CFDBF-FBD0-4DF3-892B-1307051FE3A2}" presName="sibTrans" presStyleLbl="node1" presStyleIdx="3" presStyleCnt="8" custLinFactNeighborX="1491" custLinFactNeighborY="-3866" custRadScaleRad="282831" custRadScaleInc="-2147483648"/>
      <dgm:spPr/>
      <dgm:t>
        <a:bodyPr/>
        <a:lstStyle/>
        <a:p>
          <a:endParaRPr lang="zh-CN" altLang="en-US"/>
        </a:p>
      </dgm:t>
    </dgm:pt>
    <dgm:pt modelId="{4B78E6CD-199D-4072-9B64-F69D4F205EA9}" type="pres">
      <dgm:prSet presAssocID="{930343FC-81B8-42A6-BBF9-7BBE3477D8C8}" presName="dummy" presStyleCnt="0"/>
      <dgm:spPr/>
    </dgm:pt>
    <dgm:pt modelId="{BFDB3F13-B35F-462D-BDBA-C428CF5447BC}" type="pres">
      <dgm:prSet presAssocID="{930343FC-81B8-42A6-BBF9-7BBE3477D8C8}" presName="node" presStyleLbl="revTx" presStyleIdx="4" presStyleCnt="8">
        <dgm:presLayoutVars>
          <dgm:bulletEnabled val="1"/>
        </dgm:presLayoutVars>
      </dgm:prSet>
      <dgm:spPr/>
      <dgm:t>
        <a:bodyPr/>
        <a:lstStyle/>
        <a:p>
          <a:endParaRPr lang="zh-CN" altLang="en-US"/>
        </a:p>
      </dgm:t>
    </dgm:pt>
    <dgm:pt modelId="{FF708E75-B5D5-40FE-9859-B8E0D745C9A3}" type="pres">
      <dgm:prSet presAssocID="{28C197F7-CF7E-43C1-B6D3-5F8842596922}" presName="sibTrans" presStyleLbl="node1" presStyleIdx="4" presStyleCnt="8"/>
      <dgm:spPr/>
      <dgm:t>
        <a:bodyPr/>
        <a:lstStyle/>
        <a:p>
          <a:endParaRPr lang="zh-CN" altLang="en-US"/>
        </a:p>
      </dgm:t>
    </dgm:pt>
    <dgm:pt modelId="{89EA481E-804D-4ACB-82C2-60049EB009B9}" type="pres">
      <dgm:prSet presAssocID="{F6A51A7A-B577-4843-8755-6A4C0733EF25}" presName="dummy" presStyleCnt="0"/>
      <dgm:spPr/>
    </dgm:pt>
    <dgm:pt modelId="{CC7D7FB3-BA83-472E-BEC7-A1ED60BA9375}" type="pres">
      <dgm:prSet presAssocID="{F6A51A7A-B577-4843-8755-6A4C0733EF25}" presName="node" presStyleLbl="revTx" presStyleIdx="5" presStyleCnt="8">
        <dgm:presLayoutVars>
          <dgm:bulletEnabled val="1"/>
        </dgm:presLayoutVars>
      </dgm:prSet>
      <dgm:spPr/>
      <dgm:t>
        <a:bodyPr/>
        <a:lstStyle/>
        <a:p>
          <a:endParaRPr lang="zh-CN" altLang="en-US"/>
        </a:p>
      </dgm:t>
    </dgm:pt>
    <dgm:pt modelId="{352BD6BD-5F67-4451-A722-A80ACE507735}" type="pres">
      <dgm:prSet presAssocID="{14B14EE3-F805-4A80-865B-72E04FC86298}" presName="sibTrans" presStyleLbl="node1" presStyleIdx="5" presStyleCnt="8"/>
      <dgm:spPr/>
      <dgm:t>
        <a:bodyPr/>
        <a:lstStyle/>
        <a:p>
          <a:endParaRPr lang="zh-CN" altLang="en-US"/>
        </a:p>
      </dgm:t>
    </dgm:pt>
    <dgm:pt modelId="{F65C1F27-2633-4A77-A8B8-CDC9C0775D24}" type="pres">
      <dgm:prSet presAssocID="{1D87FBA5-B69A-4D76-8880-07B11C8FF20C}" presName="dummy" presStyleCnt="0"/>
      <dgm:spPr/>
    </dgm:pt>
    <dgm:pt modelId="{FB419472-0A34-4289-BF08-1C9B600C7742}" type="pres">
      <dgm:prSet presAssocID="{1D87FBA5-B69A-4D76-8880-07B11C8FF20C}" presName="node" presStyleLbl="revTx" presStyleIdx="6" presStyleCnt="8">
        <dgm:presLayoutVars>
          <dgm:bulletEnabled val="1"/>
        </dgm:presLayoutVars>
      </dgm:prSet>
      <dgm:spPr/>
      <dgm:t>
        <a:bodyPr/>
        <a:lstStyle/>
        <a:p>
          <a:endParaRPr lang="zh-CN" altLang="en-US"/>
        </a:p>
      </dgm:t>
    </dgm:pt>
    <dgm:pt modelId="{A705FDF5-AE60-415F-84BE-A556629AE036}" type="pres">
      <dgm:prSet presAssocID="{883757F7-C8E0-4B5E-86D5-292CC34F178D}" presName="sibTrans" presStyleLbl="node1" presStyleIdx="6" presStyleCnt="8"/>
      <dgm:spPr/>
      <dgm:t>
        <a:bodyPr/>
        <a:lstStyle/>
        <a:p>
          <a:endParaRPr lang="zh-CN" altLang="en-US"/>
        </a:p>
      </dgm:t>
    </dgm:pt>
    <dgm:pt modelId="{31BF7C4E-4BCF-4DB3-BFE1-A9EE2A97595A}" type="pres">
      <dgm:prSet presAssocID="{EB66BA14-1708-42F4-A3AF-3296891C384C}" presName="dummy" presStyleCnt="0"/>
      <dgm:spPr/>
    </dgm:pt>
    <dgm:pt modelId="{91D4C3A3-167C-45D1-880D-910B23CBD506}" type="pres">
      <dgm:prSet presAssocID="{EB66BA14-1708-42F4-A3AF-3296891C384C}" presName="node" presStyleLbl="revTx" presStyleIdx="7" presStyleCnt="8">
        <dgm:presLayoutVars>
          <dgm:bulletEnabled val="1"/>
        </dgm:presLayoutVars>
      </dgm:prSet>
      <dgm:spPr/>
      <dgm:t>
        <a:bodyPr/>
        <a:lstStyle/>
        <a:p>
          <a:endParaRPr lang="zh-CN" altLang="en-US"/>
        </a:p>
      </dgm:t>
    </dgm:pt>
    <dgm:pt modelId="{46336856-2A1E-4ECC-88F9-1E1AC2F9FF5D}" type="pres">
      <dgm:prSet presAssocID="{92D4547C-7FC6-4439-9F07-7705A76E6468}" presName="sibTrans" presStyleLbl="node1" presStyleIdx="7" presStyleCnt="8"/>
      <dgm:spPr/>
      <dgm:t>
        <a:bodyPr/>
        <a:lstStyle/>
        <a:p>
          <a:endParaRPr lang="zh-CN" altLang="en-US"/>
        </a:p>
      </dgm:t>
    </dgm:pt>
  </dgm:ptLst>
  <dgm:cxnLst>
    <dgm:cxn modelId="{B5C499A0-9FD8-4FD7-B259-DFE4C255A6CD}" type="presOf" srcId="{92D4547C-7FC6-4439-9F07-7705A76E6468}" destId="{46336856-2A1E-4ECC-88F9-1E1AC2F9FF5D}" srcOrd="0" destOrd="0" presId="urn:microsoft.com/office/officeart/2005/8/layout/cycle1"/>
    <dgm:cxn modelId="{611DEB5C-F82C-47EE-AD28-72E7CD3D33A9}" type="presOf" srcId="{1D87FBA5-B69A-4D76-8880-07B11C8FF20C}" destId="{FB419472-0A34-4289-BF08-1C9B600C7742}" srcOrd="0" destOrd="0" presId="urn:microsoft.com/office/officeart/2005/8/layout/cycle1"/>
    <dgm:cxn modelId="{19C3F8E7-66BA-40B7-A6FB-2A50D5581401}" srcId="{816DCBAA-A2A0-441C-81B6-46D719992641}" destId="{06F9347C-39B4-415C-BB8C-E45044008C34}" srcOrd="3" destOrd="0" parTransId="{F616D314-6F65-4873-8794-7F0B82262C7E}" sibTransId="{345CFDBF-FBD0-4DF3-892B-1307051FE3A2}"/>
    <dgm:cxn modelId="{52480099-5BBD-445B-B17B-688A851C60AC}" type="presOf" srcId="{15D7548F-F7AF-4E6F-98FD-B21C9D6B61B2}" destId="{6C778B6D-115C-4513-9D03-86D8642525D2}" srcOrd="0" destOrd="0" presId="urn:microsoft.com/office/officeart/2005/8/layout/cycle1"/>
    <dgm:cxn modelId="{CA81B052-5C94-4B0F-A29B-A8A45DF24D86}" type="presOf" srcId="{EB66BA14-1708-42F4-A3AF-3296891C384C}" destId="{91D4C3A3-167C-45D1-880D-910B23CBD506}" srcOrd="0" destOrd="0" presId="urn:microsoft.com/office/officeart/2005/8/layout/cycle1"/>
    <dgm:cxn modelId="{83A39594-71C9-4D08-B336-9D2432822A75}" type="presOf" srcId="{14B14EE3-F805-4A80-865B-72E04FC86298}" destId="{352BD6BD-5F67-4451-A722-A80ACE507735}" srcOrd="0" destOrd="0" presId="urn:microsoft.com/office/officeart/2005/8/layout/cycle1"/>
    <dgm:cxn modelId="{ED1A9CE0-8338-4FFB-8165-6F5508E2FC62}" srcId="{816DCBAA-A2A0-441C-81B6-46D719992641}" destId="{EB66BA14-1708-42F4-A3AF-3296891C384C}" srcOrd="7" destOrd="0" parTransId="{AE8B9F7B-CEBA-403E-8F5D-208678218F7C}" sibTransId="{92D4547C-7FC6-4439-9F07-7705A76E6468}"/>
    <dgm:cxn modelId="{57B65788-12A5-4FBB-8D92-8741AF919CB8}" type="presOf" srcId="{883757F7-C8E0-4B5E-86D5-292CC34F178D}" destId="{A705FDF5-AE60-415F-84BE-A556629AE036}" srcOrd="0" destOrd="0" presId="urn:microsoft.com/office/officeart/2005/8/layout/cycle1"/>
    <dgm:cxn modelId="{5069A388-4753-480A-A6AB-8CCB6DEC02AE}" srcId="{816DCBAA-A2A0-441C-81B6-46D719992641}" destId="{F6A51A7A-B577-4843-8755-6A4C0733EF25}" srcOrd="5" destOrd="0" parTransId="{4D83AF97-0EF7-4BCD-B814-42D764B39E2C}" sibTransId="{14B14EE3-F805-4A80-865B-72E04FC86298}"/>
    <dgm:cxn modelId="{3277D9DE-4E5E-4CCC-84F0-FD9B23E209DE}" srcId="{816DCBAA-A2A0-441C-81B6-46D719992641}" destId="{930343FC-81B8-42A6-BBF9-7BBE3477D8C8}" srcOrd="4" destOrd="0" parTransId="{0DBD49D2-4C54-4F81-981D-697CB6BD81C1}" sibTransId="{28C197F7-CF7E-43C1-B6D3-5F8842596922}"/>
    <dgm:cxn modelId="{BC7A0E9E-4E92-47DE-AB25-485D9B2AE036}" type="presOf" srcId="{28C197F7-CF7E-43C1-B6D3-5F8842596922}" destId="{FF708E75-B5D5-40FE-9859-B8E0D745C9A3}" srcOrd="0" destOrd="0" presId="urn:microsoft.com/office/officeart/2005/8/layout/cycle1"/>
    <dgm:cxn modelId="{A242B345-50E5-4645-AF76-ED65F26E8A33}" type="presOf" srcId="{473C6E0E-D9F4-4CD9-952B-29B2FBCFA806}" destId="{E273D3A0-6A3E-4614-A0CC-1677717FF46B}" srcOrd="0" destOrd="0" presId="urn:microsoft.com/office/officeart/2005/8/layout/cycle1"/>
    <dgm:cxn modelId="{EA31B386-8240-4356-8815-C9EB58A13241}" type="presOf" srcId="{345CFDBF-FBD0-4DF3-892B-1307051FE3A2}" destId="{8EB5EF8F-08C2-4367-8A55-73029209218D}" srcOrd="0" destOrd="0" presId="urn:microsoft.com/office/officeart/2005/8/layout/cycle1"/>
    <dgm:cxn modelId="{0799F2C6-17B8-4096-B6E4-289EE224425A}" srcId="{816DCBAA-A2A0-441C-81B6-46D719992641}" destId="{473C6E0E-D9F4-4CD9-952B-29B2FBCFA806}" srcOrd="2" destOrd="0" parTransId="{B21BA63A-D140-4DF2-9B20-E70B7213C5F2}" sibTransId="{EA1ED75D-E144-494B-9DC4-E292346B506D}"/>
    <dgm:cxn modelId="{DB3CC4AB-F611-4268-8AA8-C4849A38D5CD}" srcId="{816DCBAA-A2A0-441C-81B6-46D719992641}" destId="{69142847-E938-432E-B76C-4234995C4B5B}" srcOrd="0" destOrd="0" parTransId="{79E0A067-8A8D-4C87-896E-F481C30EF8E4}" sibTransId="{80BCEFEC-82C2-4344-9EFE-4190C9465935}"/>
    <dgm:cxn modelId="{9F8873A5-0A61-4A26-BB68-81D5B83701D9}" type="presOf" srcId="{816DCBAA-A2A0-441C-81B6-46D719992641}" destId="{04A4FB5E-EFA2-416F-BFE4-61576C2524F0}" srcOrd="0" destOrd="0" presId="urn:microsoft.com/office/officeart/2005/8/layout/cycle1"/>
    <dgm:cxn modelId="{9D9AEA9A-1ECF-47C4-A1F5-543228E8BC44}" type="presOf" srcId="{930343FC-81B8-42A6-BBF9-7BBE3477D8C8}" destId="{BFDB3F13-B35F-462D-BDBA-C428CF5447BC}" srcOrd="0" destOrd="0" presId="urn:microsoft.com/office/officeart/2005/8/layout/cycle1"/>
    <dgm:cxn modelId="{57F46C85-69EF-4704-B52E-952E1F7AB906}" srcId="{816DCBAA-A2A0-441C-81B6-46D719992641}" destId="{6055AF66-F310-4129-A1D0-F73968BF428A}" srcOrd="1" destOrd="0" parTransId="{F77F6EA9-998A-495D-A9F2-5C22C0DACB4B}" sibTransId="{15D7548F-F7AF-4E6F-98FD-B21C9D6B61B2}"/>
    <dgm:cxn modelId="{4C629AE9-35EC-491F-B0E9-98546F073FB2}" srcId="{816DCBAA-A2A0-441C-81B6-46D719992641}" destId="{1D87FBA5-B69A-4D76-8880-07B11C8FF20C}" srcOrd="6" destOrd="0" parTransId="{221BF34E-ED71-4190-95C3-AC37B17A2F0C}" sibTransId="{883757F7-C8E0-4B5E-86D5-292CC34F178D}"/>
    <dgm:cxn modelId="{8CC91A9B-1EDD-492B-BBB4-18055FD99497}" type="presOf" srcId="{F6A51A7A-B577-4843-8755-6A4C0733EF25}" destId="{CC7D7FB3-BA83-472E-BEC7-A1ED60BA9375}" srcOrd="0" destOrd="0" presId="urn:microsoft.com/office/officeart/2005/8/layout/cycle1"/>
    <dgm:cxn modelId="{60EFEC5F-93FE-46A0-B982-ACB6555C626E}" type="presOf" srcId="{EA1ED75D-E144-494B-9DC4-E292346B506D}" destId="{418EC334-730E-4B5A-B4E8-A96E091A5193}" srcOrd="0" destOrd="0" presId="urn:microsoft.com/office/officeart/2005/8/layout/cycle1"/>
    <dgm:cxn modelId="{FCBB0097-A4FA-4A3D-82E0-4A01A029E594}" type="presOf" srcId="{06F9347C-39B4-415C-BB8C-E45044008C34}" destId="{2FA38DB1-F90A-4FCC-B676-7DE9AE8D0250}" srcOrd="0" destOrd="0" presId="urn:microsoft.com/office/officeart/2005/8/layout/cycle1"/>
    <dgm:cxn modelId="{CB6A0BCF-9123-42FC-9349-DC1CC9DB52BC}" type="presOf" srcId="{80BCEFEC-82C2-4344-9EFE-4190C9465935}" destId="{F3DF8645-EC3E-4536-8214-BDE744DF1FCD}" srcOrd="0" destOrd="0" presId="urn:microsoft.com/office/officeart/2005/8/layout/cycle1"/>
    <dgm:cxn modelId="{149684A7-7974-4AD3-9C75-D06C86A940C8}" type="presOf" srcId="{69142847-E938-432E-B76C-4234995C4B5B}" destId="{0AAB8E9E-DEE0-4BDB-B165-EFDFCFA4DAE2}" srcOrd="0" destOrd="0" presId="urn:microsoft.com/office/officeart/2005/8/layout/cycle1"/>
    <dgm:cxn modelId="{BA8FC26B-39A7-4BEB-9E45-6A2B3196548A}" type="presOf" srcId="{6055AF66-F310-4129-A1D0-F73968BF428A}" destId="{7A408995-D25C-4239-8C11-0E08005591DE}" srcOrd="0" destOrd="0" presId="urn:microsoft.com/office/officeart/2005/8/layout/cycle1"/>
    <dgm:cxn modelId="{20206956-2AC7-4950-A643-755271A09084}" type="presParOf" srcId="{04A4FB5E-EFA2-416F-BFE4-61576C2524F0}" destId="{00F1CA66-1BE9-412B-9C82-A5B4778A9B67}" srcOrd="0" destOrd="0" presId="urn:microsoft.com/office/officeart/2005/8/layout/cycle1"/>
    <dgm:cxn modelId="{B8FD07AD-A416-4718-861D-16CE7E1C3C80}" type="presParOf" srcId="{04A4FB5E-EFA2-416F-BFE4-61576C2524F0}" destId="{0AAB8E9E-DEE0-4BDB-B165-EFDFCFA4DAE2}" srcOrd="1" destOrd="0" presId="urn:microsoft.com/office/officeart/2005/8/layout/cycle1"/>
    <dgm:cxn modelId="{C6F9DD7D-F6C3-4EAD-AB02-106FB54A507D}" type="presParOf" srcId="{04A4FB5E-EFA2-416F-BFE4-61576C2524F0}" destId="{F3DF8645-EC3E-4536-8214-BDE744DF1FCD}" srcOrd="2" destOrd="0" presId="urn:microsoft.com/office/officeart/2005/8/layout/cycle1"/>
    <dgm:cxn modelId="{B82701D6-4B33-4D56-9830-E674BFD2C8A0}" type="presParOf" srcId="{04A4FB5E-EFA2-416F-BFE4-61576C2524F0}" destId="{3C2ACF8A-E5E0-4A86-9E9D-86DDDAA32B94}" srcOrd="3" destOrd="0" presId="urn:microsoft.com/office/officeart/2005/8/layout/cycle1"/>
    <dgm:cxn modelId="{2AB96B8D-7CF6-4E66-A534-120CBE8A1DC3}" type="presParOf" srcId="{04A4FB5E-EFA2-416F-BFE4-61576C2524F0}" destId="{7A408995-D25C-4239-8C11-0E08005591DE}" srcOrd="4" destOrd="0" presId="urn:microsoft.com/office/officeart/2005/8/layout/cycle1"/>
    <dgm:cxn modelId="{6406016B-FFAA-4638-AA03-19F7B91C1355}" type="presParOf" srcId="{04A4FB5E-EFA2-416F-BFE4-61576C2524F0}" destId="{6C778B6D-115C-4513-9D03-86D8642525D2}" srcOrd="5" destOrd="0" presId="urn:microsoft.com/office/officeart/2005/8/layout/cycle1"/>
    <dgm:cxn modelId="{618FCDF6-5130-4EF9-9AB1-8BEA2634B589}" type="presParOf" srcId="{04A4FB5E-EFA2-416F-BFE4-61576C2524F0}" destId="{DC291648-551B-4F73-8D1D-25B7D5C7F5A8}" srcOrd="6" destOrd="0" presId="urn:microsoft.com/office/officeart/2005/8/layout/cycle1"/>
    <dgm:cxn modelId="{32CC1E5B-E831-40A1-9B69-44727F7A9734}" type="presParOf" srcId="{04A4FB5E-EFA2-416F-BFE4-61576C2524F0}" destId="{E273D3A0-6A3E-4614-A0CC-1677717FF46B}" srcOrd="7" destOrd="0" presId="urn:microsoft.com/office/officeart/2005/8/layout/cycle1"/>
    <dgm:cxn modelId="{777D9B6A-52A8-4BCC-B935-8DBCC51188DD}" type="presParOf" srcId="{04A4FB5E-EFA2-416F-BFE4-61576C2524F0}" destId="{418EC334-730E-4B5A-B4E8-A96E091A5193}" srcOrd="8" destOrd="0" presId="urn:microsoft.com/office/officeart/2005/8/layout/cycle1"/>
    <dgm:cxn modelId="{AAD083A1-F231-448D-835D-27370CA8D73F}" type="presParOf" srcId="{04A4FB5E-EFA2-416F-BFE4-61576C2524F0}" destId="{0CC91406-9FC4-44DA-BD4B-405F35E7734F}" srcOrd="9" destOrd="0" presId="urn:microsoft.com/office/officeart/2005/8/layout/cycle1"/>
    <dgm:cxn modelId="{FAD1B069-0AA6-463D-8EC2-D851AE150A28}" type="presParOf" srcId="{04A4FB5E-EFA2-416F-BFE4-61576C2524F0}" destId="{2FA38DB1-F90A-4FCC-B676-7DE9AE8D0250}" srcOrd="10" destOrd="0" presId="urn:microsoft.com/office/officeart/2005/8/layout/cycle1"/>
    <dgm:cxn modelId="{EEE4EC88-0B09-41D2-99ED-ADBF5E27DFF1}" type="presParOf" srcId="{04A4FB5E-EFA2-416F-BFE4-61576C2524F0}" destId="{8EB5EF8F-08C2-4367-8A55-73029209218D}" srcOrd="11" destOrd="0" presId="urn:microsoft.com/office/officeart/2005/8/layout/cycle1"/>
    <dgm:cxn modelId="{581ADEB2-E394-4B32-BFA2-D517B8AEE12B}" type="presParOf" srcId="{04A4FB5E-EFA2-416F-BFE4-61576C2524F0}" destId="{4B78E6CD-199D-4072-9B64-F69D4F205EA9}" srcOrd="12" destOrd="0" presId="urn:microsoft.com/office/officeart/2005/8/layout/cycle1"/>
    <dgm:cxn modelId="{A6594F19-7033-4E46-A829-7CA2F96F99DE}" type="presParOf" srcId="{04A4FB5E-EFA2-416F-BFE4-61576C2524F0}" destId="{BFDB3F13-B35F-462D-BDBA-C428CF5447BC}" srcOrd="13" destOrd="0" presId="urn:microsoft.com/office/officeart/2005/8/layout/cycle1"/>
    <dgm:cxn modelId="{DE717E1F-5788-45EB-BF2C-28CB324518E0}" type="presParOf" srcId="{04A4FB5E-EFA2-416F-BFE4-61576C2524F0}" destId="{FF708E75-B5D5-40FE-9859-B8E0D745C9A3}" srcOrd="14" destOrd="0" presId="urn:microsoft.com/office/officeart/2005/8/layout/cycle1"/>
    <dgm:cxn modelId="{68266D50-A6CC-4116-9B7D-6DF6E44A00AE}" type="presParOf" srcId="{04A4FB5E-EFA2-416F-BFE4-61576C2524F0}" destId="{89EA481E-804D-4ACB-82C2-60049EB009B9}" srcOrd="15" destOrd="0" presId="urn:microsoft.com/office/officeart/2005/8/layout/cycle1"/>
    <dgm:cxn modelId="{BC4425C1-F73F-4A2A-8EE8-47D6A9678AD8}" type="presParOf" srcId="{04A4FB5E-EFA2-416F-BFE4-61576C2524F0}" destId="{CC7D7FB3-BA83-472E-BEC7-A1ED60BA9375}" srcOrd="16" destOrd="0" presId="urn:microsoft.com/office/officeart/2005/8/layout/cycle1"/>
    <dgm:cxn modelId="{C05D86FF-7404-49A1-840E-5F1A272C342E}" type="presParOf" srcId="{04A4FB5E-EFA2-416F-BFE4-61576C2524F0}" destId="{352BD6BD-5F67-4451-A722-A80ACE507735}" srcOrd="17" destOrd="0" presId="urn:microsoft.com/office/officeart/2005/8/layout/cycle1"/>
    <dgm:cxn modelId="{21EF7EC0-8325-4875-97A0-B662C17FB6C5}" type="presParOf" srcId="{04A4FB5E-EFA2-416F-BFE4-61576C2524F0}" destId="{F65C1F27-2633-4A77-A8B8-CDC9C0775D24}" srcOrd="18" destOrd="0" presId="urn:microsoft.com/office/officeart/2005/8/layout/cycle1"/>
    <dgm:cxn modelId="{899CC7A6-3527-4D9D-81C1-9C680DEE8E90}" type="presParOf" srcId="{04A4FB5E-EFA2-416F-BFE4-61576C2524F0}" destId="{FB419472-0A34-4289-BF08-1C9B600C7742}" srcOrd="19" destOrd="0" presId="urn:microsoft.com/office/officeart/2005/8/layout/cycle1"/>
    <dgm:cxn modelId="{05BDDB7E-ABA1-42BA-97AC-9C1AFBA58066}" type="presParOf" srcId="{04A4FB5E-EFA2-416F-BFE4-61576C2524F0}" destId="{A705FDF5-AE60-415F-84BE-A556629AE036}" srcOrd="20" destOrd="0" presId="urn:microsoft.com/office/officeart/2005/8/layout/cycle1"/>
    <dgm:cxn modelId="{81DE0BC2-ABA4-4D72-A640-3DF22D248C59}" type="presParOf" srcId="{04A4FB5E-EFA2-416F-BFE4-61576C2524F0}" destId="{31BF7C4E-4BCF-4DB3-BFE1-A9EE2A97595A}" srcOrd="21" destOrd="0" presId="urn:microsoft.com/office/officeart/2005/8/layout/cycle1"/>
    <dgm:cxn modelId="{A2985604-2EFC-42E0-B78C-E306A42B7738}" type="presParOf" srcId="{04A4FB5E-EFA2-416F-BFE4-61576C2524F0}" destId="{91D4C3A3-167C-45D1-880D-910B23CBD506}" srcOrd="22" destOrd="0" presId="urn:microsoft.com/office/officeart/2005/8/layout/cycle1"/>
    <dgm:cxn modelId="{EEAEF89A-6232-41D1-A874-9C3F794812A6}" type="presParOf" srcId="{04A4FB5E-EFA2-416F-BFE4-61576C2524F0}" destId="{46336856-2A1E-4ECC-88F9-1E1AC2F9FF5D}" srcOrd="23" destOrd="0" presId="urn:microsoft.com/office/officeart/2005/8/layout/cycle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4000E6-A711-4FEE-A014-8AB0B07E6696}" type="doc">
      <dgm:prSet loTypeId="urn:microsoft.com/office/officeart/2005/8/layout/cycle2" loCatId="cycle" qsTypeId="urn:microsoft.com/office/officeart/2005/8/quickstyle/simple1" qsCatId="simple" csTypeId="urn:microsoft.com/office/officeart/2005/8/colors/accent2_1" csCatId="accent2" phldr="1"/>
      <dgm:spPr/>
      <dgm:t>
        <a:bodyPr/>
        <a:lstStyle/>
        <a:p>
          <a:endParaRPr lang="zh-CN" altLang="en-US"/>
        </a:p>
      </dgm:t>
    </dgm:pt>
    <dgm:pt modelId="{98BFE8A3-EBF7-45B2-9608-D0777FE2A76A}">
      <dgm:prSet phldrT="[文本]"/>
      <dgm:spPr/>
      <dgm:t>
        <a:bodyPr/>
        <a:lstStyle/>
        <a:p>
          <a:r>
            <a:rPr lang="zh-CN" altLang="en-US" dirty="0" smtClean="0"/>
            <a:t>学习资源</a:t>
          </a:r>
          <a:r>
            <a:rPr lang="en-US" altLang="zh-CN" dirty="0" smtClean="0"/>
            <a:t>1</a:t>
          </a:r>
          <a:endParaRPr lang="zh-CN" altLang="en-US" dirty="0"/>
        </a:p>
      </dgm:t>
    </dgm:pt>
    <dgm:pt modelId="{45499AB3-D390-453D-8815-AF0FD8F53DB9}" type="parTrans" cxnId="{7283010C-F98E-4062-B417-1D2E1DDF02F7}">
      <dgm:prSet/>
      <dgm:spPr/>
      <dgm:t>
        <a:bodyPr/>
        <a:lstStyle/>
        <a:p>
          <a:endParaRPr lang="zh-CN" altLang="en-US"/>
        </a:p>
      </dgm:t>
    </dgm:pt>
    <dgm:pt modelId="{BC8A4518-1BC8-4250-A16C-3089EA225CF5}" type="sibTrans" cxnId="{7283010C-F98E-4062-B417-1D2E1DDF02F7}">
      <dgm:prSet/>
      <dgm:spPr/>
      <dgm:t>
        <a:bodyPr/>
        <a:lstStyle/>
        <a:p>
          <a:endParaRPr lang="zh-CN" altLang="en-US"/>
        </a:p>
      </dgm:t>
    </dgm:pt>
    <dgm:pt modelId="{F0633457-8938-433B-8132-DBF43F24B466}">
      <dgm:prSet phldrT="[文本]"/>
      <dgm:spPr/>
      <dgm:t>
        <a:bodyPr/>
        <a:lstStyle/>
        <a:p>
          <a:r>
            <a:rPr lang="zh-CN" altLang="en-US" dirty="0" smtClean="0"/>
            <a:t>学习资源</a:t>
          </a:r>
          <a:r>
            <a:rPr lang="en-US" altLang="zh-CN" dirty="0" smtClean="0"/>
            <a:t>2</a:t>
          </a:r>
          <a:endParaRPr lang="zh-CN" altLang="en-US" dirty="0"/>
        </a:p>
      </dgm:t>
    </dgm:pt>
    <dgm:pt modelId="{865C79A7-4F35-438A-8499-F05DAB1417FC}" type="parTrans" cxnId="{3637586B-C9EA-495B-AD78-237BB25F7488}">
      <dgm:prSet/>
      <dgm:spPr/>
      <dgm:t>
        <a:bodyPr/>
        <a:lstStyle/>
        <a:p>
          <a:endParaRPr lang="zh-CN" altLang="en-US"/>
        </a:p>
      </dgm:t>
    </dgm:pt>
    <dgm:pt modelId="{68AE2A8E-BCB5-4D0D-AFBB-9045BA5B1E22}" type="sibTrans" cxnId="{3637586B-C9EA-495B-AD78-237BB25F7488}">
      <dgm:prSet/>
      <dgm:spPr/>
      <dgm:t>
        <a:bodyPr/>
        <a:lstStyle/>
        <a:p>
          <a:endParaRPr lang="zh-CN" altLang="en-US"/>
        </a:p>
      </dgm:t>
    </dgm:pt>
    <dgm:pt modelId="{0612D9C8-48E9-4989-BB21-3A85CFBAA397}">
      <dgm:prSet phldrT="[文本]"/>
      <dgm:spPr/>
      <dgm:t>
        <a:bodyPr/>
        <a:lstStyle/>
        <a:p>
          <a:r>
            <a:rPr lang="zh-CN" altLang="en-US" dirty="0" smtClean="0"/>
            <a:t>学习资源</a:t>
          </a:r>
          <a:r>
            <a:rPr lang="en-US" altLang="zh-CN" dirty="0" smtClean="0"/>
            <a:t>3</a:t>
          </a:r>
          <a:endParaRPr lang="zh-CN" altLang="en-US" dirty="0"/>
        </a:p>
      </dgm:t>
    </dgm:pt>
    <dgm:pt modelId="{43EA6F05-16B5-4F7E-A6BF-1AF757883A96}" type="parTrans" cxnId="{A5A7EF47-3895-42C0-9C75-26416556B7A5}">
      <dgm:prSet/>
      <dgm:spPr/>
      <dgm:t>
        <a:bodyPr/>
        <a:lstStyle/>
        <a:p>
          <a:endParaRPr lang="zh-CN" altLang="en-US"/>
        </a:p>
      </dgm:t>
    </dgm:pt>
    <dgm:pt modelId="{6A790C4C-529C-4BBF-B7D8-1C8D4469ADE2}" type="sibTrans" cxnId="{A5A7EF47-3895-42C0-9C75-26416556B7A5}">
      <dgm:prSet/>
      <dgm:spPr/>
      <dgm:t>
        <a:bodyPr/>
        <a:lstStyle/>
        <a:p>
          <a:endParaRPr lang="zh-CN" altLang="en-US"/>
        </a:p>
      </dgm:t>
    </dgm:pt>
    <dgm:pt modelId="{536F2B91-63AC-4722-A655-0C34637A8B44}">
      <dgm:prSet phldrT="[文本]"/>
      <dgm:spPr/>
      <dgm:t>
        <a:bodyPr/>
        <a:lstStyle/>
        <a:p>
          <a:r>
            <a:rPr lang="zh-CN" altLang="en-US" dirty="0" smtClean="0"/>
            <a:t>学习资源</a:t>
          </a:r>
          <a:r>
            <a:rPr lang="en-US" altLang="zh-CN" dirty="0" smtClean="0"/>
            <a:t>4</a:t>
          </a:r>
          <a:endParaRPr lang="zh-CN" altLang="en-US" dirty="0"/>
        </a:p>
      </dgm:t>
    </dgm:pt>
    <dgm:pt modelId="{3D140D26-6D9D-43A1-A79C-F2A1EF0CA880}" type="parTrans" cxnId="{43C57236-7FCB-4BA0-A114-9B314FDE89FD}">
      <dgm:prSet/>
      <dgm:spPr/>
      <dgm:t>
        <a:bodyPr/>
        <a:lstStyle/>
        <a:p>
          <a:endParaRPr lang="zh-CN" altLang="en-US"/>
        </a:p>
      </dgm:t>
    </dgm:pt>
    <dgm:pt modelId="{96724531-D77C-4381-99E4-FC7FA3F39217}" type="sibTrans" cxnId="{43C57236-7FCB-4BA0-A114-9B314FDE89FD}">
      <dgm:prSet/>
      <dgm:spPr/>
      <dgm:t>
        <a:bodyPr/>
        <a:lstStyle/>
        <a:p>
          <a:endParaRPr lang="zh-CN" altLang="en-US"/>
        </a:p>
      </dgm:t>
    </dgm:pt>
    <dgm:pt modelId="{60EFBEC2-FE26-4EC7-A83C-9CFF7CE62FE0}">
      <dgm:prSet phldrT="[文本]"/>
      <dgm:spPr/>
      <dgm:t>
        <a:bodyPr/>
        <a:lstStyle/>
        <a:p>
          <a:r>
            <a:rPr lang="zh-CN" altLang="en-US" dirty="0" smtClean="0"/>
            <a:t>学习资源</a:t>
          </a:r>
          <a:r>
            <a:rPr lang="en-US" altLang="zh-CN" dirty="0" smtClean="0"/>
            <a:t>5</a:t>
          </a:r>
          <a:endParaRPr lang="zh-CN" altLang="en-US" dirty="0"/>
        </a:p>
      </dgm:t>
    </dgm:pt>
    <dgm:pt modelId="{BCBDEAA3-3BFB-45FB-848B-9BC7C6603C84}" type="parTrans" cxnId="{3C7165E3-0AC7-4827-9126-353D56BF78B9}">
      <dgm:prSet/>
      <dgm:spPr/>
      <dgm:t>
        <a:bodyPr/>
        <a:lstStyle/>
        <a:p>
          <a:endParaRPr lang="zh-CN" altLang="en-US"/>
        </a:p>
      </dgm:t>
    </dgm:pt>
    <dgm:pt modelId="{3CE875F5-0405-48AA-8864-186ECD52EF30}" type="sibTrans" cxnId="{3C7165E3-0AC7-4827-9126-353D56BF78B9}">
      <dgm:prSet/>
      <dgm:spPr/>
      <dgm:t>
        <a:bodyPr/>
        <a:lstStyle/>
        <a:p>
          <a:endParaRPr lang="zh-CN" altLang="en-US"/>
        </a:p>
      </dgm:t>
    </dgm:pt>
    <dgm:pt modelId="{C2E02C35-A6D9-4989-AEAF-E82AE071C011}" type="pres">
      <dgm:prSet presAssocID="{334000E6-A711-4FEE-A014-8AB0B07E6696}" presName="cycle" presStyleCnt="0">
        <dgm:presLayoutVars>
          <dgm:dir/>
          <dgm:resizeHandles val="exact"/>
        </dgm:presLayoutVars>
      </dgm:prSet>
      <dgm:spPr/>
      <dgm:t>
        <a:bodyPr/>
        <a:lstStyle/>
        <a:p>
          <a:endParaRPr lang="zh-CN" altLang="en-US"/>
        </a:p>
      </dgm:t>
    </dgm:pt>
    <dgm:pt modelId="{48733ED2-C426-4DEE-AAC3-7E4B655EB3A5}" type="pres">
      <dgm:prSet presAssocID="{98BFE8A3-EBF7-45B2-9608-D0777FE2A76A}" presName="node" presStyleLbl="node1" presStyleIdx="0" presStyleCnt="5">
        <dgm:presLayoutVars>
          <dgm:bulletEnabled val="1"/>
        </dgm:presLayoutVars>
      </dgm:prSet>
      <dgm:spPr/>
      <dgm:t>
        <a:bodyPr/>
        <a:lstStyle/>
        <a:p>
          <a:endParaRPr lang="zh-CN" altLang="en-US"/>
        </a:p>
      </dgm:t>
    </dgm:pt>
    <dgm:pt modelId="{6DE46C3D-520E-4A37-BB82-DA994970170F}" type="pres">
      <dgm:prSet presAssocID="{BC8A4518-1BC8-4250-A16C-3089EA225CF5}" presName="sibTrans" presStyleLbl="sibTrans2D1" presStyleIdx="0" presStyleCnt="5"/>
      <dgm:spPr/>
      <dgm:t>
        <a:bodyPr/>
        <a:lstStyle/>
        <a:p>
          <a:endParaRPr lang="zh-CN" altLang="en-US"/>
        </a:p>
      </dgm:t>
    </dgm:pt>
    <dgm:pt modelId="{092B229E-3DBC-40DB-99C2-396D0E4AE2B3}" type="pres">
      <dgm:prSet presAssocID="{BC8A4518-1BC8-4250-A16C-3089EA225CF5}" presName="connectorText" presStyleLbl="sibTrans2D1" presStyleIdx="0" presStyleCnt="5"/>
      <dgm:spPr/>
      <dgm:t>
        <a:bodyPr/>
        <a:lstStyle/>
        <a:p>
          <a:endParaRPr lang="zh-CN" altLang="en-US"/>
        </a:p>
      </dgm:t>
    </dgm:pt>
    <dgm:pt modelId="{E43BE14A-7DFB-4D58-9A2C-D5807327E923}" type="pres">
      <dgm:prSet presAssocID="{F0633457-8938-433B-8132-DBF43F24B466}" presName="node" presStyleLbl="node1" presStyleIdx="1" presStyleCnt="5">
        <dgm:presLayoutVars>
          <dgm:bulletEnabled val="1"/>
        </dgm:presLayoutVars>
      </dgm:prSet>
      <dgm:spPr/>
      <dgm:t>
        <a:bodyPr/>
        <a:lstStyle/>
        <a:p>
          <a:endParaRPr lang="zh-CN" altLang="en-US"/>
        </a:p>
      </dgm:t>
    </dgm:pt>
    <dgm:pt modelId="{B72E39B4-A0D0-4282-869A-9AB2D0FCAC8F}" type="pres">
      <dgm:prSet presAssocID="{68AE2A8E-BCB5-4D0D-AFBB-9045BA5B1E22}" presName="sibTrans" presStyleLbl="sibTrans2D1" presStyleIdx="1" presStyleCnt="5"/>
      <dgm:spPr/>
      <dgm:t>
        <a:bodyPr/>
        <a:lstStyle/>
        <a:p>
          <a:endParaRPr lang="zh-CN" altLang="en-US"/>
        </a:p>
      </dgm:t>
    </dgm:pt>
    <dgm:pt modelId="{D14CACA4-F6AD-445F-AAC5-0A2EEC940842}" type="pres">
      <dgm:prSet presAssocID="{68AE2A8E-BCB5-4D0D-AFBB-9045BA5B1E22}" presName="connectorText" presStyleLbl="sibTrans2D1" presStyleIdx="1" presStyleCnt="5"/>
      <dgm:spPr/>
      <dgm:t>
        <a:bodyPr/>
        <a:lstStyle/>
        <a:p>
          <a:endParaRPr lang="zh-CN" altLang="en-US"/>
        </a:p>
      </dgm:t>
    </dgm:pt>
    <dgm:pt modelId="{44200923-3759-4CBE-A6BF-35CF3355867E}" type="pres">
      <dgm:prSet presAssocID="{0612D9C8-48E9-4989-BB21-3A85CFBAA397}" presName="node" presStyleLbl="node1" presStyleIdx="2" presStyleCnt="5">
        <dgm:presLayoutVars>
          <dgm:bulletEnabled val="1"/>
        </dgm:presLayoutVars>
      </dgm:prSet>
      <dgm:spPr/>
      <dgm:t>
        <a:bodyPr/>
        <a:lstStyle/>
        <a:p>
          <a:endParaRPr lang="zh-CN" altLang="en-US"/>
        </a:p>
      </dgm:t>
    </dgm:pt>
    <dgm:pt modelId="{912FE905-0152-4FB3-B509-E3E8A1AB702A}" type="pres">
      <dgm:prSet presAssocID="{6A790C4C-529C-4BBF-B7D8-1C8D4469ADE2}" presName="sibTrans" presStyleLbl="sibTrans2D1" presStyleIdx="2" presStyleCnt="5"/>
      <dgm:spPr/>
      <dgm:t>
        <a:bodyPr/>
        <a:lstStyle/>
        <a:p>
          <a:endParaRPr lang="zh-CN" altLang="en-US"/>
        </a:p>
      </dgm:t>
    </dgm:pt>
    <dgm:pt modelId="{5EAFA3C5-4D5E-41E8-B135-165D9BBF7C9E}" type="pres">
      <dgm:prSet presAssocID="{6A790C4C-529C-4BBF-B7D8-1C8D4469ADE2}" presName="connectorText" presStyleLbl="sibTrans2D1" presStyleIdx="2" presStyleCnt="5"/>
      <dgm:spPr/>
      <dgm:t>
        <a:bodyPr/>
        <a:lstStyle/>
        <a:p>
          <a:endParaRPr lang="zh-CN" altLang="en-US"/>
        </a:p>
      </dgm:t>
    </dgm:pt>
    <dgm:pt modelId="{3195BA44-03AA-4F08-81DF-281002BD65E4}" type="pres">
      <dgm:prSet presAssocID="{536F2B91-63AC-4722-A655-0C34637A8B44}" presName="node" presStyleLbl="node1" presStyleIdx="3" presStyleCnt="5">
        <dgm:presLayoutVars>
          <dgm:bulletEnabled val="1"/>
        </dgm:presLayoutVars>
      </dgm:prSet>
      <dgm:spPr/>
      <dgm:t>
        <a:bodyPr/>
        <a:lstStyle/>
        <a:p>
          <a:endParaRPr lang="zh-CN" altLang="en-US"/>
        </a:p>
      </dgm:t>
    </dgm:pt>
    <dgm:pt modelId="{59FCFBCD-069C-4CA6-87D2-233759AE5FED}" type="pres">
      <dgm:prSet presAssocID="{96724531-D77C-4381-99E4-FC7FA3F39217}" presName="sibTrans" presStyleLbl="sibTrans2D1" presStyleIdx="3" presStyleCnt="5"/>
      <dgm:spPr/>
      <dgm:t>
        <a:bodyPr/>
        <a:lstStyle/>
        <a:p>
          <a:endParaRPr lang="zh-CN" altLang="en-US"/>
        </a:p>
      </dgm:t>
    </dgm:pt>
    <dgm:pt modelId="{3515CFC1-9A2F-4E04-9B76-FC4092A13750}" type="pres">
      <dgm:prSet presAssocID="{96724531-D77C-4381-99E4-FC7FA3F39217}" presName="connectorText" presStyleLbl="sibTrans2D1" presStyleIdx="3" presStyleCnt="5"/>
      <dgm:spPr/>
      <dgm:t>
        <a:bodyPr/>
        <a:lstStyle/>
        <a:p>
          <a:endParaRPr lang="zh-CN" altLang="en-US"/>
        </a:p>
      </dgm:t>
    </dgm:pt>
    <dgm:pt modelId="{D10A4888-09F0-4988-B358-1515F7D66DA9}" type="pres">
      <dgm:prSet presAssocID="{60EFBEC2-FE26-4EC7-A83C-9CFF7CE62FE0}" presName="node" presStyleLbl="node1" presStyleIdx="4" presStyleCnt="5">
        <dgm:presLayoutVars>
          <dgm:bulletEnabled val="1"/>
        </dgm:presLayoutVars>
      </dgm:prSet>
      <dgm:spPr/>
      <dgm:t>
        <a:bodyPr/>
        <a:lstStyle/>
        <a:p>
          <a:endParaRPr lang="zh-CN" altLang="en-US"/>
        </a:p>
      </dgm:t>
    </dgm:pt>
    <dgm:pt modelId="{930466B1-403A-4B65-8CF9-81257E82F4C3}" type="pres">
      <dgm:prSet presAssocID="{3CE875F5-0405-48AA-8864-186ECD52EF30}" presName="sibTrans" presStyleLbl="sibTrans2D1" presStyleIdx="4" presStyleCnt="5"/>
      <dgm:spPr/>
      <dgm:t>
        <a:bodyPr/>
        <a:lstStyle/>
        <a:p>
          <a:endParaRPr lang="zh-CN" altLang="en-US"/>
        </a:p>
      </dgm:t>
    </dgm:pt>
    <dgm:pt modelId="{FB96F91C-A1BD-470C-9D0C-7C63463D655D}" type="pres">
      <dgm:prSet presAssocID="{3CE875F5-0405-48AA-8864-186ECD52EF30}" presName="connectorText" presStyleLbl="sibTrans2D1" presStyleIdx="4" presStyleCnt="5"/>
      <dgm:spPr/>
      <dgm:t>
        <a:bodyPr/>
        <a:lstStyle/>
        <a:p>
          <a:endParaRPr lang="zh-CN" altLang="en-US"/>
        </a:p>
      </dgm:t>
    </dgm:pt>
  </dgm:ptLst>
  <dgm:cxnLst>
    <dgm:cxn modelId="{F36D1F16-5D8A-4C53-9A74-DD3F1DFE1740}" type="presOf" srcId="{3CE875F5-0405-48AA-8864-186ECD52EF30}" destId="{FB96F91C-A1BD-470C-9D0C-7C63463D655D}" srcOrd="1" destOrd="0" presId="urn:microsoft.com/office/officeart/2005/8/layout/cycle2"/>
    <dgm:cxn modelId="{7283010C-F98E-4062-B417-1D2E1DDF02F7}" srcId="{334000E6-A711-4FEE-A014-8AB0B07E6696}" destId="{98BFE8A3-EBF7-45B2-9608-D0777FE2A76A}" srcOrd="0" destOrd="0" parTransId="{45499AB3-D390-453D-8815-AF0FD8F53DB9}" sibTransId="{BC8A4518-1BC8-4250-A16C-3089EA225CF5}"/>
    <dgm:cxn modelId="{3FD4993B-763B-4097-9D36-4650F8DCF34B}" type="presOf" srcId="{334000E6-A711-4FEE-A014-8AB0B07E6696}" destId="{C2E02C35-A6D9-4989-AEAF-E82AE071C011}" srcOrd="0" destOrd="0" presId="urn:microsoft.com/office/officeart/2005/8/layout/cycle2"/>
    <dgm:cxn modelId="{3A3A9F03-2F74-4344-8CAC-0D5F003159ED}" type="presOf" srcId="{536F2B91-63AC-4722-A655-0C34637A8B44}" destId="{3195BA44-03AA-4F08-81DF-281002BD65E4}" srcOrd="0" destOrd="0" presId="urn:microsoft.com/office/officeart/2005/8/layout/cycle2"/>
    <dgm:cxn modelId="{3F9C108B-D450-4E10-9C57-6D48B6A33475}" type="presOf" srcId="{6A790C4C-529C-4BBF-B7D8-1C8D4469ADE2}" destId="{5EAFA3C5-4D5E-41E8-B135-165D9BBF7C9E}" srcOrd="1" destOrd="0" presId="urn:microsoft.com/office/officeart/2005/8/layout/cycle2"/>
    <dgm:cxn modelId="{4DE3100D-1DAE-41C1-8E38-0BCE04E34366}" type="presOf" srcId="{6A790C4C-529C-4BBF-B7D8-1C8D4469ADE2}" destId="{912FE905-0152-4FB3-B509-E3E8A1AB702A}" srcOrd="0" destOrd="0" presId="urn:microsoft.com/office/officeart/2005/8/layout/cycle2"/>
    <dgm:cxn modelId="{A5A7EF47-3895-42C0-9C75-26416556B7A5}" srcId="{334000E6-A711-4FEE-A014-8AB0B07E6696}" destId="{0612D9C8-48E9-4989-BB21-3A85CFBAA397}" srcOrd="2" destOrd="0" parTransId="{43EA6F05-16B5-4F7E-A6BF-1AF757883A96}" sibTransId="{6A790C4C-529C-4BBF-B7D8-1C8D4469ADE2}"/>
    <dgm:cxn modelId="{1A0ADE45-3D0F-4433-91B8-D2B336D621D8}" type="presOf" srcId="{98BFE8A3-EBF7-45B2-9608-D0777FE2A76A}" destId="{48733ED2-C426-4DEE-AAC3-7E4B655EB3A5}" srcOrd="0" destOrd="0" presId="urn:microsoft.com/office/officeart/2005/8/layout/cycle2"/>
    <dgm:cxn modelId="{DBD5FFB6-D304-4624-BBAA-2653DD00AC55}" type="presOf" srcId="{68AE2A8E-BCB5-4D0D-AFBB-9045BA5B1E22}" destId="{B72E39B4-A0D0-4282-869A-9AB2D0FCAC8F}" srcOrd="0" destOrd="0" presId="urn:microsoft.com/office/officeart/2005/8/layout/cycle2"/>
    <dgm:cxn modelId="{3637586B-C9EA-495B-AD78-237BB25F7488}" srcId="{334000E6-A711-4FEE-A014-8AB0B07E6696}" destId="{F0633457-8938-433B-8132-DBF43F24B466}" srcOrd="1" destOrd="0" parTransId="{865C79A7-4F35-438A-8499-F05DAB1417FC}" sibTransId="{68AE2A8E-BCB5-4D0D-AFBB-9045BA5B1E22}"/>
    <dgm:cxn modelId="{21C61F49-F4F2-48DF-89D3-D46524AAB71D}" type="presOf" srcId="{96724531-D77C-4381-99E4-FC7FA3F39217}" destId="{3515CFC1-9A2F-4E04-9B76-FC4092A13750}" srcOrd="1" destOrd="0" presId="urn:microsoft.com/office/officeart/2005/8/layout/cycle2"/>
    <dgm:cxn modelId="{7FC7DCFF-7550-46BA-A18C-394B38CB1A04}" type="presOf" srcId="{BC8A4518-1BC8-4250-A16C-3089EA225CF5}" destId="{6DE46C3D-520E-4A37-BB82-DA994970170F}" srcOrd="0" destOrd="0" presId="urn:microsoft.com/office/officeart/2005/8/layout/cycle2"/>
    <dgm:cxn modelId="{19B5D5B9-4B99-4049-92BB-FE2FCB45E649}" type="presOf" srcId="{96724531-D77C-4381-99E4-FC7FA3F39217}" destId="{59FCFBCD-069C-4CA6-87D2-233759AE5FED}" srcOrd="0" destOrd="0" presId="urn:microsoft.com/office/officeart/2005/8/layout/cycle2"/>
    <dgm:cxn modelId="{B35614FB-7A19-4184-A8FB-C51A6B1F7D98}" type="presOf" srcId="{BC8A4518-1BC8-4250-A16C-3089EA225CF5}" destId="{092B229E-3DBC-40DB-99C2-396D0E4AE2B3}" srcOrd="1" destOrd="0" presId="urn:microsoft.com/office/officeart/2005/8/layout/cycle2"/>
    <dgm:cxn modelId="{47992B74-C016-408D-A372-6677BCEDA661}" type="presOf" srcId="{60EFBEC2-FE26-4EC7-A83C-9CFF7CE62FE0}" destId="{D10A4888-09F0-4988-B358-1515F7D66DA9}" srcOrd="0" destOrd="0" presId="urn:microsoft.com/office/officeart/2005/8/layout/cycle2"/>
    <dgm:cxn modelId="{513F8761-D102-4E21-BC6C-59B70FECCFD7}" type="presOf" srcId="{F0633457-8938-433B-8132-DBF43F24B466}" destId="{E43BE14A-7DFB-4D58-9A2C-D5807327E923}" srcOrd="0" destOrd="0" presId="urn:microsoft.com/office/officeart/2005/8/layout/cycle2"/>
    <dgm:cxn modelId="{43C57236-7FCB-4BA0-A114-9B314FDE89FD}" srcId="{334000E6-A711-4FEE-A014-8AB0B07E6696}" destId="{536F2B91-63AC-4722-A655-0C34637A8B44}" srcOrd="3" destOrd="0" parTransId="{3D140D26-6D9D-43A1-A79C-F2A1EF0CA880}" sibTransId="{96724531-D77C-4381-99E4-FC7FA3F39217}"/>
    <dgm:cxn modelId="{57B343EC-F818-452D-A427-3F710FA115F4}" type="presOf" srcId="{3CE875F5-0405-48AA-8864-186ECD52EF30}" destId="{930466B1-403A-4B65-8CF9-81257E82F4C3}" srcOrd="0" destOrd="0" presId="urn:microsoft.com/office/officeart/2005/8/layout/cycle2"/>
    <dgm:cxn modelId="{922221E8-53C1-4820-88BE-C20B91796BFB}" type="presOf" srcId="{0612D9C8-48E9-4989-BB21-3A85CFBAA397}" destId="{44200923-3759-4CBE-A6BF-35CF3355867E}" srcOrd="0" destOrd="0" presId="urn:microsoft.com/office/officeart/2005/8/layout/cycle2"/>
    <dgm:cxn modelId="{3C7165E3-0AC7-4827-9126-353D56BF78B9}" srcId="{334000E6-A711-4FEE-A014-8AB0B07E6696}" destId="{60EFBEC2-FE26-4EC7-A83C-9CFF7CE62FE0}" srcOrd="4" destOrd="0" parTransId="{BCBDEAA3-3BFB-45FB-848B-9BC7C6603C84}" sibTransId="{3CE875F5-0405-48AA-8864-186ECD52EF30}"/>
    <dgm:cxn modelId="{F0BE5ADD-F53B-45A2-BC13-5A475CF8D8F6}" type="presOf" srcId="{68AE2A8E-BCB5-4D0D-AFBB-9045BA5B1E22}" destId="{D14CACA4-F6AD-445F-AAC5-0A2EEC940842}" srcOrd="1" destOrd="0" presId="urn:microsoft.com/office/officeart/2005/8/layout/cycle2"/>
    <dgm:cxn modelId="{36E26729-7781-4A4F-8723-F71182E6492E}" type="presParOf" srcId="{C2E02C35-A6D9-4989-AEAF-E82AE071C011}" destId="{48733ED2-C426-4DEE-AAC3-7E4B655EB3A5}" srcOrd="0" destOrd="0" presId="urn:microsoft.com/office/officeart/2005/8/layout/cycle2"/>
    <dgm:cxn modelId="{FE105399-87BF-4371-88A5-FB171E664FFF}" type="presParOf" srcId="{C2E02C35-A6D9-4989-AEAF-E82AE071C011}" destId="{6DE46C3D-520E-4A37-BB82-DA994970170F}" srcOrd="1" destOrd="0" presId="urn:microsoft.com/office/officeart/2005/8/layout/cycle2"/>
    <dgm:cxn modelId="{0B736F26-499E-4F1F-B9BC-77D63B2C1A99}" type="presParOf" srcId="{6DE46C3D-520E-4A37-BB82-DA994970170F}" destId="{092B229E-3DBC-40DB-99C2-396D0E4AE2B3}" srcOrd="0" destOrd="0" presId="urn:microsoft.com/office/officeart/2005/8/layout/cycle2"/>
    <dgm:cxn modelId="{E592CF53-E7DB-4E34-A0B6-7DC6F1F4A102}" type="presParOf" srcId="{C2E02C35-A6D9-4989-AEAF-E82AE071C011}" destId="{E43BE14A-7DFB-4D58-9A2C-D5807327E923}" srcOrd="2" destOrd="0" presId="urn:microsoft.com/office/officeart/2005/8/layout/cycle2"/>
    <dgm:cxn modelId="{69BCB5A8-7016-4C85-A9D0-0ED64E7EE00D}" type="presParOf" srcId="{C2E02C35-A6D9-4989-AEAF-E82AE071C011}" destId="{B72E39B4-A0D0-4282-869A-9AB2D0FCAC8F}" srcOrd="3" destOrd="0" presId="urn:microsoft.com/office/officeart/2005/8/layout/cycle2"/>
    <dgm:cxn modelId="{74FE56EE-3959-4FA9-A5C9-3FA118A4D815}" type="presParOf" srcId="{B72E39B4-A0D0-4282-869A-9AB2D0FCAC8F}" destId="{D14CACA4-F6AD-445F-AAC5-0A2EEC940842}" srcOrd="0" destOrd="0" presId="urn:microsoft.com/office/officeart/2005/8/layout/cycle2"/>
    <dgm:cxn modelId="{001B764F-D87F-48AA-AA3C-BA30F22AB377}" type="presParOf" srcId="{C2E02C35-A6D9-4989-AEAF-E82AE071C011}" destId="{44200923-3759-4CBE-A6BF-35CF3355867E}" srcOrd="4" destOrd="0" presId="urn:microsoft.com/office/officeart/2005/8/layout/cycle2"/>
    <dgm:cxn modelId="{4B361539-2E07-46D8-8ED2-344DEA58579F}" type="presParOf" srcId="{C2E02C35-A6D9-4989-AEAF-E82AE071C011}" destId="{912FE905-0152-4FB3-B509-E3E8A1AB702A}" srcOrd="5" destOrd="0" presId="urn:microsoft.com/office/officeart/2005/8/layout/cycle2"/>
    <dgm:cxn modelId="{B79C90E2-9137-4B15-80B1-A4EA02CBCCD1}" type="presParOf" srcId="{912FE905-0152-4FB3-B509-E3E8A1AB702A}" destId="{5EAFA3C5-4D5E-41E8-B135-165D9BBF7C9E}" srcOrd="0" destOrd="0" presId="urn:microsoft.com/office/officeart/2005/8/layout/cycle2"/>
    <dgm:cxn modelId="{0816A578-F2B5-4372-9234-81269EDB4C93}" type="presParOf" srcId="{C2E02C35-A6D9-4989-AEAF-E82AE071C011}" destId="{3195BA44-03AA-4F08-81DF-281002BD65E4}" srcOrd="6" destOrd="0" presId="urn:microsoft.com/office/officeart/2005/8/layout/cycle2"/>
    <dgm:cxn modelId="{9FBBD074-A090-4653-AC17-2E11C2BFE45C}" type="presParOf" srcId="{C2E02C35-A6D9-4989-AEAF-E82AE071C011}" destId="{59FCFBCD-069C-4CA6-87D2-233759AE5FED}" srcOrd="7" destOrd="0" presId="urn:microsoft.com/office/officeart/2005/8/layout/cycle2"/>
    <dgm:cxn modelId="{9F2F7873-022F-491E-BD56-7AF1289910AB}" type="presParOf" srcId="{59FCFBCD-069C-4CA6-87D2-233759AE5FED}" destId="{3515CFC1-9A2F-4E04-9B76-FC4092A13750}" srcOrd="0" destOrd="0" presId="urn:microsoft.com/office/officeart/2005/8/layout/cycle2"/>
    <dgm:cxn modelId="{B34572B1-EE7B-4C9D-BE16-E9BF0F358649}" type="presParOf" srcId="{C2E02C35-A6D9-4989-AEAF-E82AE071C011}" destId="{D10A4888-09F0-4988-B358-1515F7D66DA9}" srcOrd="8" destOrd="0" presId="urn:microsoft.com/office/officeart/2005/8/layout/cycle2"/>
    <dgm:cxn modelId="{C91FB581-1284-414E-8E4A-05FF93957BBC}" type="presParOf" srcId="{C2E02C35-A6D9-4989-AEAF-E82AE071C011}" destId="{930466B1-403A-4B65-8CF9-81257E82F4C3}" srcOrd="9" destOrd="0" presId="urn:microsoft.com/office/officeart/2005/8/layout/cycle2"/>
    <dgm:cxn modelId="{5BD9DC00-F120-4756-ADF7-599E9ED4A292}" type="presParOf" srcId="{930466B1-403A-4B65-8CF9-81257E82F4C3}" destId="{FB96F91C-A1BD-470C-9D0C-7C63463D655D}" srcOrd="0" destOrd="0" presId="urn:microsoft.com/office/officeart/2005/8/layout/cycle2"/>
  </dgm:cxnLst>
  <dgm:bg/>
  <dgm:whole>
    <a:ln w="25400">
      <a:solidFill>
        <a:srgbClr val="FF0000"/>
      </a:solidFill>
      <a:prstDash val="dash"/>
    </a:ln>
  </dgm:whole>
  <dgm:extLst>
    <a:ext uri="http://schemas.microsoft.com/office/drawing/2008/diagram">
      <dsp:dataModelExt xmlns:dsp="http://schemas.microsoft.com/office/drawing/2008/diagram" relId="rId2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33ED2-C426-4DEE-AAC3-7E4B655EB3A5}">
      <dsp:nvSpPr>
        <dsp:cNvPr id="0" name=""/>
        <dsp:cNvSpPr/>
      </dsp:nvSpPr>
      <dsp:spPr>
        <a:xfrm>
          <a:off x="1369558" y="199"/>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试题组</a:t>
          </a:r>
          <a:r>
            <a:rPr lang="en-US" altLang="zh-CN" sz="1500" kern="1200" dirty="0" smtClean="0"/>
            <a:t>1</a:t>
          </a:r>
          <a:endParaRPr lang="zh-CN" altLang="en-US" sz="1500" kern="1200" dirty="0"/>
        </a:p>
      </dsp:txBody>
      <dsp:txXfrm>
        <a:off x="1474599" y="105240"/>
        <a:ext cx="507185" cy="507185"/>
      </dsp:txXfrm>
    </dsp:sp>
    <dsp:sp modelId="{6DE46C3D-520E-4A37-BB82-DA994970170F}">
      <dsp:nvSpPr>
        <dsp:cNvPr id="0" name=""/>
        <dsp:cNvSpPr/>
      </dsp:nvSpPr>
      <dsp:spPr>
        <a:xfrm rot="2160000">
          <a:off x="2064257" y="551379"/>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2069731" y="582946"/>
        <a:ext cx="133765" cy="145247"/>
      </dsp:txXfrm>
    </dsp:sp>
    <dsp:sp modelId="{E43BE14A-7DFB-4D58-9A2C-D5807327E923}">
      <dsp:nvSpPr>
        <dsp:cNvPr id="0" name=""/>
        <dsp:cNvSpPr/>
      </dsp:nvSpPr>
      <dsp:spPr>
        <a:xfrm>
          <a:off x="2241534" y="63372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试题组</a:t>
          </a:r>
          <a:r>
            <a:rPr lang="en-US" altLang="zh-CN" sz="1500" kern="1200" dirty="0" smtClean="0"/>
            <a:t>2</a:t>
          </a:r>
          <a:endParaRPr lang="zh-CN" altLang="en-US" sz="1500" kern="1200" dirty="0"/>
        </a:p>
      </dsp:txBody>
      <dsp:txXfrm>
        <a:off x="2346575" y="738768"/>
        <a:ext cx="507185" cy="507185"/>
      </dsp:txXfrm>
    </dsp:sp>
    <dsp:sp modelId="{B72E39B4-A0D0-4282-869A-9AB2D0FCAC8F}">
      <dsp:nvSpPr>
        <dsp:cNvPr id="0" name=""/>
        <dsp:cNvSpPr/>
      </dsp:nvSpPr>
      <dsp:spPr>
        <a:xfrm rot="6480000">
          <a:off x="2339759" y="1378713"/>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rot="10800000">
        <a:off x="2377281" y="1399867"/>
        <a:ext cx="133765" cy="145247"/>
      </dsp:txXfrm>
    </dsp:sp>
    <dsp:sp modelId="{44200923-3759-4CBE-A6BF-35CF3355867E}">
      <dsp:nvSpPr>
        <dsp:cNvPr id="0" name=""/>
        <dsp:cNvSpPr/>
      </dsp:nvSpPr>
      <dsp:spPr>
        <a:xfrm>
          <a:off x="1908469" y="165879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试题组</a:t>
          </a:r>
          <a:r>
            <a:rPr lang="en-US" altLang="zh-CN" sz="1500" kern="1200" dirty="0" smtClean="0"/>
            <a:t>3</a:t>
          </a:r>
          <a:endParaRPr lang="zh-CN" altLang="en-US" sz="1500" kern="1200" dirty="0"/>
        </a:p>
      </dsp:txBody>
      <dsp:txXfrm>
        <a:off x="2013510" y="1763838"/>
        <a:ext cx="507185" cy="507185"/>
      </dsp:txXfrm>
    </dsp:sp>
    <dsp:sp modelId="{912FE905-0152-4FB3-B509-E3E8A1AB702A}">
      <dsp:nvSpPr>
        <dsp:cNvPr id="0" name=""/>
        <dsp:cNvSpPr/>
      </dsp:nvSpPr>
      <dsp:spPr>
        <a:xfrm rot="10800000">
          <a:off x="1638053" y="1896391"/>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rot="10800000">
        <a:off x="1695381" y="1944806"/>
        <a:ext cx="133765" cy="145247"/>
      </dsp:txXfrm>
    </dsp:sp>
    <dsp:sp modelId="{3195BA44-03AA-4F08-81DF-281002BD65E4}">
      <dsp:nvSpPr>
        <dsp:cNvPr id="0" name=""/>
        <dsp:cNvSpPr/>
      </dsp:nvSpPr>
      <dsp:spPr>
        <a:xfrm>
          <a:off x="830647" y="165879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试题组</a:t>
          </a:r>
          <a:r>
            <a:rPr lang="en-US" altLang="zh-CN" sz="1500" kern="1200" dirty="0" smtClean="0"/>
            <a:t>4</a:t>
          </a:r>
          <a:endParaRPr lang="zh-CN" altLang="en-US" sz="1500" kern="1200" dirty="0"/>
        </a:p>
      </dsp:txBody>
      <dsp:txXfrm>
        <a:off x="935688" y="1763838"/>
        <a:ext cx="507185" cy="507185"/>
      </dsp:txXfrm>
    </dsp:sp>
    <dsp:sp modelId="{59FCFBCD-069C-4CA6-87D2-233759AE5FED}">
      <dsp:nvSpPr>
        <dsp:cNvPr id="0" name=""/>
        <dsp:cNvSpPr/>
      </dsp:nvSpPr>
      <dsp:spPr>
        <a:xfrm rot="15120000">
          <a:off x="928872" y="1389000"/>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rot="10800000">
        <a:off x="966394" y="1464676"/>
        <a:ext cx="133765" cy="145247"/>
      </dsp:txXfrm>
    </dsp:sp>
    <dsp:sp modelId="{D10A4888-09F0-4988-B358-1515F7D66DA9}">
      <dsp:nvSpPr>
        <dsp:cNvPr id="0" name=""/>
        <dsp:cNvSpPr/>
      </dsp:nvSpPr>
      <dsp:spPr>
        <a:xfrm>
          <a:off x="497582" y="63372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试题组</a:t>
          </a:r>
          <a:r>
            <a:rPr lang="en-US" altLang="zh-CN" sz="1500" kern="1200" dirty="0" smtClean="0"/>
            <a:t>5</a:t>
          </a:r>
          <a:endParaRPr lang="zh-CN" altLang="en-US" sz="1500" kern="1200" dirty="0"/>
        </a:p>
      </dsp:txBody>
      <dsp:txXfrm>
        <a:off x="602623" y="738768"/>
        <a:ext cx="507185" cy="507185"/>
      </dsp:txXfrm>
    </dsp:sp>
    <dsp:sp modelId="{930466B1-403A-4B65-8CF9-81257E82F4C3}">
      <dsp:nvSpPr>
        <dsp:cNvPr id="0" name=""/>
        <dsp:cNvSpPr/>
      </dsp:nvSpPr>
      <dsp:spPr>
        <a:xfrm rot="19440000">
          <a:off x="1192281" y="557737"/>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1197755" y="623000"/>
        <a:ext cx="133765" cy="1452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B7B19-4FC6-4DE3-9A2C-EA45509F9831}">
      <dsp:nvSpPr>
        <dsp:cNvPr id="0" name=""/>
        <dsp:cNvSpPr/>
      </dsp:nvSpPr>
      <dsp:spPr>
        <a:xfrm>
          <a:off x="502087" y="192255"/>
          <a:ext cx="1957717" cy="611786"/>
        </a:xfrm>
        <a:prstGeom prst="rect">
          <a:avLst/>
        </a:prstGeom>
        <a:solidFill>
          <a:schemeClr val="accent2">
            <a:alpha val="40000"/>
            <a:tint val="4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4384" tIns="76200" rIns="76200" bIns="76200" numCol="1" spcCol="1270" anchor="ctr" anchorCtr="0">
          <a:noAutofit/>
        </a:bodyPr>
        <a:lstStyle/>
        <a:p>
          <a:pPr lvl="0" algn="l" defTabSz="889000">
            <a:lnSpc>
              <a:spcPct val="90000"/>
            </a:lnSpc>
            <a:spcBef>
              <a:spcPct val="0"/>
            </a:spcBef>
            <a:spcAft>
              <a:spcPct val="35000"/>
            </a:spcAft>
          </a:pPr>
          <a:r>
            <a:rPr lang="zh-CN" altLang="en-US" sz="2000" kern="1200" dirty="0" smtClean="0"/>
            <a:t>知识点</a:t>
          </a:r>
          <a:r>
            <a:rPr lang="en-US" altLang="zh-CN" sz="2000" kern="1200" dirty="0" smtClean="0"/>
            <a:t>1 - 95</a:t>
          </a:r>
          <a:endParaRPr lang="zh-CN" altLang="en-US" sz="2000" kern="1200" dirty="0"/>
        </a:p>
      </dsp:txBody>
      <dsp:txXfrm>
        <a:off x="502087" y="192255"/>
        <a:ext cx="1957717" cy="611786"/>
      </dsp:txXfrm>
    </dsp:sp>
    <dsp:sp modelId="{B0B2FB03-6E09-4F0D-BEE7-F28F6FBD366D}">
      <dsp:nvSpPr>
        <dsp:cNvPr id="0" name=""/>
        <dsp:cNvSpPr/>
      </dsp:nvSpPr>
      <dsp:spPr>
        <a:xfrm>
          <a:off x="420515" y="103886"/>
          <a:ext cx="428250" cy="642376"/>
        </a:xfrm>
        <a:prstGeom prst="rect">
          <a:avLst/>
        </a:prstGeom>
        <a:solidFill>
          <a:schemeClr val="accent2">
            <a:tint val="4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226F49-8ED1-4F44-B667-2A008A5EFA7C}">
      <dsp:nvSpPr>
        <dsp:cNvPr id="0" name=""/>
        <dsp:cNvSpPr/>
      </dsp:nvSpPr>
      <dsp:spPr>
        <a:xfrm>
          <a:off x="502087" y="962427"/>
          <a:ext cx="1957717" cy="611786"/>
        </a:xfrm>
        <a:prstGeom prst="rect">
          <a:avLst/>
        </a:prstGeom>
        <a:solidFill>
          <a:schemeClr val="accent2">
            <a:alpha val="40000"/>
            <a:tint val="4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4384" tIns="76200" rIns="76200" bIns="76200" numCol="1" spcCol="1270" anchor="ctr" anchorCtr="0">
          <a:noAutofit/>
        </a:bodyPr>
        <a:lstStyle/>
        <a:p>
          <a:pPr lvl="0" algn="l" defTabSz="889000">
            <a:lnSpc>
              <a:spcPct val="90000"/>
            </a:lnSpc>
            <a:spcBef>
              <a:spcPct val="0"/>
            </a:spcBef>
            <a:spcAft>
              <a:spcPct val="35000"/>
            </a:spcAft>
          </a:pPr>
          <a:r>
            <a:rPr lang="zh-CN" altLang="en-US" sz="2000" kern="1200" dirty="0" smtClean="0"/>
            <a:t>知识点</a:t>
          </a:r>
          <a:r>
            <a:rPr lang="en-US" altLang="zh-CN" sz="2000" kern="1200" dirty="0" smtClean="0"/>
            <a:t>2 - 60</a:t>
          </a:r>
          <a:endParaRPr lang="zh-CN" altLang="en-US" sz="2000" kern="1200" dirty="0"/>
        </a:p>
      </dsp:txBody>
      <dsp:txXfrm>
        <a:off x="502087" y="962427"/>
        <a:ext cx="1957717" cy="611786"/>
      </dsp:txXfrm>
    </dsp:sp>
    <dsp:sp modelId="{571C48FE-8491-4775-AA21-379F262B1627}">
      <dsp:nvSpPr>
        <dsp:cNvPr id="0" name=""/>
        <dsp:cNvSpPr/>
      </dsp:nvSpPr>
      <dsp:spPr>
        <a:xfrm>
          <a:off x="420515" y="874058"/>
          <a:ext cx="428250" cy="642376"/>
        </a:xfrm>
        <a:prstGeom prst="rect">
          <a:avLst/>
        </a:prstGeom>
        <a:solidFill>
          <a:schemeClr val="accent2">
            <a:tint val="4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79B48F-3669-4579-B4D0-69C6516A88DB}">
      <dsp:nvSpPr>
        <dsp:cNvPr id="0" name=""/>
        <dsp:cNvSpPr/>
      </dsp:nvSpPr>
      <dsp:spPr>
        <a:xfrm>
          <a:off x="502087" y="1732598"/>
          <a:ext cx="1957717" cy="611786"/>
        </a:xfrm>
        <a:prstGeom prst="rect">
          <a:avLst/>
        </a:prstGeom>
        <a:solidFill>
          <a:schemeClr val="accent2">
            <a:alpha val="40000"/>
            <a:tint val="4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4384" tIns="76200" rIns="76200" bIns="76200" numCol="1" spcCol="1270" anchor="ctr" anchorCtr="0">
          <a:noAutofit/>
        </a:bodyPr>
        <a:lstStyle/>
        <a:p>
          <a:pPr lvl="0" algn="l" defTabSz="889000">
            <a:lnSpc>
              <a:spcPct val="90000"/>
            </a:lnSpc>
            <a:spcBef>
              <a:spcPct val="0"/>
            </a:spcBef>
            <a:spcAft>
              <a:spcPct val="35000"/>
            </a:spcAft>
          </a:pPr>
          <a:r>
            <a:rPr lang="zh-CN" altLang="en-US" sz="2000" kern="1200" dirty="0" smtClean="0"/>
            <a:t>知识点</a:t>
          </a:r>
          <a:r>
            <a:rPr lang="en-US" altLang="zh-CN" sz="2000" kern="1200" dirty="0" smtClean="0"/>
            <a:t>3 - 30</a:t>
          </a:r>
          <a:endParaRPr lang="zh-CN" altLang="en-US" sz="2000" kern="1200" dirty="0"/>
        </a:p>
      </dsp:txBody>
      <dsp:txXfrm>
        <a:off x="502087" y="1732598"/>
        <a:ext cx="1957717" cy="611786"/>
      </dsp:txXfrm>
    </dsp:sp>
    <dsp:sp modelId="{B80ED3CC-577A-47D5-BF27-50ED49BD78D3}">
      <dsp:nvSpPr>
        <dsp:cNvPr id="0" name=""/>
        <dsp:cNvSpPr/>
      </dsp:nvSpPr>
      <dsp:spPr>
        <a:xfrm>
          <a:off x="420515" y="1644229"/>
          <a:ext cx="428250" cy="642376"/>
        </a:xfrm>
        <a:prstGeom prst="rect">
          <a:avLst/>
        </a:prstGeom>
        <a:solidFill>
          <a:schemeClr val="accent2">
            <a:tint val="4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B8E9E-DEE0-4BDB-B165-EFDFCFA4DAE2}">
      <dsp:nvSpPr>
        <dsp:cNvPr id="0" name=""/>
        <dsp:cNvSpPr/>
      </dsp:nvSpPr>
      <dsp:spPr>
        <a:xfrm>
          <a:off x="1609365" y="797"/>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zh-CN" altLang="en-US" sz="1400" kern="1200"/>
        </a:p>
      </dsp:txBody>
      <dsp:txXfrm>
        <a:off x="1609365" y="797"/>
        <a:ext cx="458892" cy="458892"/>
      </dsp:txXfrm>
    </dsp:sp>
    <dsp:sp modelId="{F3DF8645-EC3E-4536-8214-BDE744DF1FCD}">
      <dsp:nvSpPr>
        <dsp:cNvPr id="0" name=""/>
        <dsp:cNvSpPr/>
      </dsp:nvSpPr>
      <dsp:spPr>
        <a:xfrm>
          <a:off x="106361" y="43263"/>
          <a:ext cx="2559584" cy="2559584"/>
        </a:xfrm>
        <a:prstGeom prst="circularArrow">
          <a:avLst>
            <a:gd name="adj1" fmla="val 3496"/>
            <a:gd name="adj2" fmla="val 216761"/>
            <a:gd name="adj3" fmla="val 19270278"/>
            <a:gd name="adj4" fmla="val 18312962"/>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408995-D25C-4239-8C11-0E08005591DE}">
      <dsp:nvSpPr>
        <dsp:cNvPr id="0" name=""/>
        <dsp:cNvSpPr/>
      </dsp:nvSpPr>
      <dsp:spPr>
        <a:xfrm>
          <a:off x="2249519" y="640951"/>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zh-CN" altLang="en-US" sz="1400" kern="1200"/>
        </a:p>
      </dsp:txBody>
      <dsp:txXfrm>
        <a:off x="2249519" y="640951"/>
        <a:ext cx="458892" cy="458892"/>
      </dsp:txXfrm>
    </dsp:sp>
    <dsp:sp modelId="{6C778B6D-115C-4513-9D03-86D8642525D2}">
      <dsp:nvSpPr>
        <dsp:cNvPr id="0" name=""/>
        <dsp:cNvSpPr/>
      </dsp:nvSpPr>
      <dsp:spPr>
        <a:xfrm>
          <a:off x="106361" y="43263"/>
          <a:ext cx="2559584" cy="2559584"/>
        </a:xfrm>
        <a:prstGeom prst="circularArrow">
          <a:avLst>
            <a:gd name="adj1" fmla="val 3496"/>
            <a:gd name="adj2" fmla="val 216761"/>
            <a:gd name="adj3" fmla="val 435876"/>
            <a:gd name="adj4" fmla="val 20947363"/>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73D3A0-6A3E-4614-A0CC-1677717FF46B}">
      <dsp:nvSpPr>
        <dsp:cNvPr id="0" name=""/>
        <dsp:cNvSpPr/>
      </dsp:nvSpPr>
      <dsp:spPr>
        <a:xfrm>
          <a:off x="2249519" y="1546266"/>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zh-CN" altLang="en-US" sz="1400" kern="1200" dirty="0"/>
        </a:p>
      </dsp:txBody>
      <dsp:txXfrm>
        <a:off x="2249519" y="1546266"/>
        <a:ext cx="458892" cy="458892"/>
      </dsp:txXfrm>
    </dsp:sp>
    <dsp:sp modelId="{418EC334-730E-4B5A-B4E8-A96E091A5193}">
      <dsp:nvSpPr>
        <dsp:cNvPr id="0" name=""/>
        <dsp:cNvSpPr/>
      </dsp:nvSpPr>
      <dsp:spPr>
        <a:xfrm>
          <a:off x="106361" y="43263"/>
          <a:ext cx="2559584" cy="2559584"/>
        </a:xfrm>
        <a:prstGeom prst="circularArrow">
          <a:avLst>
            <a:gd name="adj1" fmla="val 3496"/>
            <a:gd name="adj2" fmla="val 216761"/>
            <a:gd name="adj3" fmla="val 3070278"/>
            <a:gd name="adj4" fmla="val 2112962"/>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A38DB1-F90A-4FCC-B676-7DE9AE8D0250}">
      <dsp:nvSpPr>
        <dsp:cNvPr id="0" name=""/>
        <dsp:cNvSpPr/>
      </dsp:nvSpPr>
      <dsp:spPr>
        <a:xfrm>
          <a:off x="1609365" y="2186420"/>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zh-CN" altLang="en-US" sz="1400" kern="1200"/>
        </a:p>
      </dsp:txBody>
      <dsp:txXfrm>
        <a:off x="1609365" y="2186420"/>
        <a:ext cx="458892" cy="458892"/>
      </dsp:txXfrm>
    </dsp:sp>
    <dsp:sp modelId="{8EB5EF8F-08C2-4367-8A55-73029209218D}">
      <dsp:nvSpPr>
        <dsp:cNvPr id="0" name=""/>
        <dsp:cNvSpPr/>
      </dsp:nvSpPr>
      <dsp:spPr>
        <a:xfrm>
          <a:off x="144525" y="-55690"/>
          <a:ext cx="2559584" cy="2559584"/>
        </a:xfrm>
        <a:prstGeom prst="circularArrow">
          <a:avLst>
            <a:gd name="adj1" fmla="val 3496"/>
            <a:gd name="adj2" fmla="val 216761"/>
            <a:gd name="adj3" fmla="val 5835876"/>
            <a:gd name="adj4" fmla="val 4747363"/>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DB3F13-B35F-462D-BDBA-C428CF5447BC}">
      <dsp:nvSpPr>
        <dsp:cNvPr id="0" name=""/>
        <dsp:cNvSpPr/>
      </dsp:nvSpPr>
      <dsp:spPr>
        <a:xfrm>
          <a:off x="704050" y="2186420"/>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zh-CN" altLang="en-US" sz="1400" kern="1200" dirty="0"/>
        </a:p>
      </dsp:txBody>
      <dsp:txXfrm>
        <a:off x="704050" y="2186420"/>
        <a:ext cx="458892" cy="458892"/>
      </dsp:txXfrm>
    </dsp:sp>
    <dsp:sp modelId="{FF708E75-B5D5-40FE-9859-B8E0D745C9A3}">
      <dsp:nvSpPr>
        <dsp:cNvPr id="0" name=""/>
        <dsp:cNvSpPr/>
      </dsp:nvSpPr>
      <dsp:spPr>
        <a:xfrm>
          <a:off x="106361" y="43263"/>
          <a:ext cx="2559584" cy="2559584"/>
        </a:xfrm>
        <a:prstGeom prst="circularArrow">
          <a:avLst>
            <a:gd name="adj1" fmla="val 3496"/>
            <a:gd name="adj2" fmla="val 216761"/>
            <a:gd name="adj3" fmla="val 8470278"/>
            <a:gd name="adj4" fmla="val 7512962"/>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7D7FB3-BA83-472E-BEC7-A1ED60BA9375}">
      <dsp:nvSpPr>
        <dsp:cNvPr id="0" name=""/>
        <dsp:cNvSpPr/>
      </dsp:nvSpPr>
      <dsp:spPr>
        <a:xfrm>
          <a:off x="63895" y="1546266"/>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zh-CN" altLang="en-US" sz="2900" kern="1200" dirty="0"/>
        </a:p>
      </dsp:txBody>
      <dsp:txXfrm>
        <a:off x="63895" y="1546266"/>
        <a:ext cx="458892" cy="458892"/>
      </dsp:txXfrm>
    </dsp:sp>
    <dsp:sp modelId="{352BD6BD-5F67-4451-A722-A80ACE507735}">
      <dsp:nvSpPr>
        <dsp:cNvPr id="0" name=""/>
        <dsp:cNvSpPr/>
      </dsp:nvSpPr>
      <dsp:spPr>
        <a:xfrm>
          <a:off x="106361" y="43263"/>
          <a:ext cx="2559584" cy="2559584"/>
        </a:xfrm>
        <a:prstGeom prst="circularArrow">
          <a:avLst>
            <a:gd name="adj1" fmla="val 3496"/>
            <a:gd name="adj2" fmla="val 216761"/>
            <a:gd name="adj3" fmla="val 11235876"/>
            <a:gd name="adj4" fmla="val 10147363"/>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419472-0A34-4289-BF08-1C9B600C7742}">
      <dsp:nvSpPr>
        <dsp:cNvPr id="0" name=""/>
        <dsp:cNvSpPr/>
      </dsp:nvSpPr>
      <dsp:spPr>
        <a:xfrm>
          <a:off x="63895" y="640951"/>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zh-CN" altLang="en-US" sz="2900" kern="1200" dirty="0"/>
        </a:p>
      </dsp:txBody>
      <dsp:txXfrm>
        <a:off x="63895" y="640951"/>
        <a:ext cx="458892" cy="458892"/>
      </dsp:txXfrm>
    </dsp:sp>
    <dsp:sp modelId="{A705FDF5-AE60-415F-84BE-A556629AE036}">
      <dsp:nvSpPr>
        <dsp:cNvPr id="0" name=""/>
        <dsp:cNvSpPr/>
      </dsp:nvSpPr>
      <dsp:spPr>
        <a:xfrm>
          <a:off x="106361" y="43263"/>
          <a:ext cx="2559584" cy="2559584"/>
        </a:xfrm>
        <a:prstGeom prst="circularArrow">
          <a:avLst>
            <a:gd name="adj1" fmla="val 3496"/>
            <a:gd name="adj2" fmla="val 216761"/>
            <a:gd name="adj3" fmla="val 13870278"/>
            <a:gd name="adj4" fmla="val 12912962"/>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D4C3A3-167C-45D1-880D-910B23CBD506}">
      <dsp:nvSpPr>
        <dsp:cNvPr id="0" name=""/>
        <dsp:cNvSpPr/>
      </dsp:nvSpPr>
      <dsp:spPr>
        <a:xfrm>
          <a:off x="704050" y="797"/>
          <a:ext cx="458892" cy="458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zh-CN" altLang="en-US" sz="2900" kern="1200" dirty="0"/>
        </a:p>
      </dsp:txBody>
      <dsp:txXfrm>
        <a:off x="704050" y="797"/>
        <a:ext cx="458892" cy="458892"/>
      </dsp:txXfrm>
    </dsp:sp>
    <dsp:sp modelId="{46336856-2A1E-4ECC-88F9-1E1AC2F9FF5D}">
      <dsp:nvSpPr>
        <dsp:cNvPr id="0" name=""/>
        <dsp:cNvSpPr/>
      </dsp:nvSpPr>
      <dsp:spPr>
        <a:xfrm>
          <a:off x="106361" y="43263"/>
          <a:ext cx="2559584" cy="2559584"/>
        </a:xfrm>
        <a:prstGeom prst="circularArrow">
          <a:avLst>
            <a:gd name="adj1" fmla="val 3496"/>
            <a:gd name="adj2" fmla="val 216761"/>
            <a:gd name="adj3" fmla="val 16635876"/>
            <a:gd name="adj4" fmla="val 15547363"/>
            <a:gd name="adj5" fmla="val 4079"/>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33ED2-C426-4DEE-AAC3-7E4B655EB3A5}">
      <dsp:nvSpPr>
        <dsp:cNvPr id="0" name=""/>
        <dsp:cNvSpPr/>
      </dsp:nvSpPr>
      <dsp:spPr>
        <a:xfrm>
          <a:off x="1369558" y="199"/>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学习资源</a:t>
          </a:r>
          <a:r>
            <a:rPr lang="en-US" altLang="zh-CN" sz="1400" kern="1200" dirty="0" smtClean="0"/>
            <a:t>1</a:t>
          </a:r>
          <a:endParaRPr lang="zh-CN" altLang="en-US" sz="1400" kern="1200" dirty="0"/>
        </a:p>
      </dsp:txBody>
      <dsp:txXfrm>
        <a:off x="1474599" y="105240"/>
        <a:ext cx="507185" cy="507185"/>
      </dsp:txXfrm>
    </dsp:sp>
    <dsp:sp modelId="{6DE46C3D-520E-4A37-BB82-DA994970170F}">
      <dsp:nvSpPr>
        <dsp:cNvPr id="0" name=""/>
        <dsp:cNvSpPr/>
      </dsp:nvSpPr>
      <dsp:spPr>
        <a:xfrm rot="2160000">
          <a:off x="2064257" y="551379"/>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2069731" y="582946"/>
        <a:ext cx="133765" cy="145247"/>
      </dsp:txXfrm>
    </dsp:sp>
    <dsp:sp modelId="{E43BE14A-7DFB-4D58-9A2C-D5807327E923}">
      <dsp:nvSpPr>
        <dsp:cNvPr id="0" name=""/>
        <dsp:cNvSpPr/>
      </dsp:nvSpPr>
      <dsp:spPr>
        <a:xfrm>
          <a:off x="2241534" y="63372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学习资源</a:t>
          </a:r>
          <a:r>
            <a:rPr lang="en-US" altLang="zh-CN" sz="1400" kern="1200" dirty="0" smtClean="0"/>
            <a:t>2</a:t>
          </a:r>
          <a:endParaRPr lang="zh-CN" altLang="en-US" sz="1400" kern="1200" dirty="0"/>
        </a:p>
      </dsp:txBody>
      <dsp:txXfrm>
        <a:off x="2346575" y="738768"/>
        <a:ext cx="507185" cy="507185"/>
      </dsp:txXfrm>
    </dsp:sp>
    <dsp:sp modelId="{B72E39B4-A0D0-4282-869A-9AB2D0FCAC8F}">
      <dsp:nvSpPr>
        <dsp:cNvPr id="0" name=""/>
        <dsp:cNvSpPr/>
      </dsp:nvSpPr>
      <dsp:spPr>
        <a:xfrm rot="6480000">
          <a:off x="2339759" y="1378713"/>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rot="10800000">
        <a:off x="2377281" y="1399867"/>
        <a:ext cx="133765" cy="145247"/>
      </dsp:txXfrm>
    </dsp:sp>
    <dsp:sp modelId="{44200923-3759-4CBE-A6BF-35CF3355867E}">
      <dsp:nvSpPr>
        <dsp:cNvPr id="0" name=""/>
        <dsp:cNvSpPr/>
      </dsp:nvSpPr>
      <dsp:spPr>
        <a:xfrm>
          <a:off x="1908469" y="165879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学习资源</a:t>
          </a:r>
          <a:r>
            <a:rPr lang="en-US" altLang="zh-CN" sz="1400" kern="1200" dirty="0" smtClean="0"/>
            <a:t>3</a:t>
          </a:r>
          <a:endParaRPr lang="zh-CN" altLang="en-US" sz="1400" kern="1200" dirty="0"/>
        </a:p>
      </dsp:txBody>
      <dsp:txXfrm>
        <a:off x="2013510" y="1763838"/>
        <a:ext cx="507185" cy="507185"/>
      </dsp:txXfrm>
    </dsp:sp>
    <dsp:sp modelId="{912FE905-0152-4FB3-B509-E3E8A1AB702A}">
      <dsp:nvSpPr>
        <dsp:cNvPr id="0" name=""/>
        <dsp:cNvSpPr/>
      </dsp:nvSpPr>
      <dsp:spPr>
        <a:xfrm rot="10800000">
          <a:off x="1638053" y="1896391"/>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rot="10800000">
        <a:off x="1695381" y="1944806"/>
        <a:ext cx="133765" cy="145247"/>
      </dsp:txXfrm>
    </dsp:sp>
    <dsp:sp modelId="{3195BA44-03AA-4F08-81DF-281002BD65E4}">
      <dsp:nvSpPr>
        <dsp:cNvPr id="0" name=""/>
        <dsp:cNvSpPr/>
      </dsp:nvSpPr>
      <dsp:spPr>
        <a:xfrm>
          <a:off x="830647" y="165879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学习资源</a:t>
          </a:r>
          <a:r>
            <a:rPr lang="en-US" altLang="zh-CN" sz="1400" kern="1200" dirty="0" smtClean="0"/>
            <a:t>4</a:t>
          </a:r>
          <a:endParaRPr lang="zh-CN" altLang="en-US" sz="1400" kern="1200" dirty="0"/>
        </a:p>
      </dsp:txBody>
      <dsp:txXfrm>
        <a:off x="935688" y="1763838"/>
        <a:ext cx="507185" cy="507185"/>
      </dsp:txXfrm>
    </dsp:sp>
    <dsp:sp modelId="{59FCFBCD-069C-4CA6-87D2-233759AE5FED}">
      <dsp:nvSpPr>
        <dsp:cNvPr id="0" name=""/>
        <dsp:cNvSpPr/>
      </dsp:nvSpPr>
      <dsp:spPr>
        <a:xfrm rot="15120000">
          <a:off x="928872" y="1389000"/>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rot="10800000">
        <a:off x="966394" y="1464676"/>
        <a:ext cx="133765" cy="145247"/>
      </dsp:txXfrm>
    </dsp:sp>
    <dsp:sp modelId="{D10A4888-09F0-4988-B358-1515F7D66DA9}">
      <dsp:nvSpPr>
        <dsp:cNvPr id="0" name=""/>
        <dsp:cNvSpPr/>
      </dsp:nvSpPr>
      <dsp:spPr>
        <a:xfrm>
          <a:off x="497582" y="633727"/>
          <a:ext cx="717267" cy="717267"/>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学习资源</a:t>
          </a:r>
          <a:r>
            <a:rPr lang="en-US" altLang="zh-CN" sz="1400" kern="1200" dirty="0" smtClean="0"/>
            <a:t>5</a:t>
          </a:r>
          <a:endParaRPr lang="zh-CN" altLang="en-US" sz="1400" kern="1200" dirty="0"/>
        </a:p>
      </dsp:txBody>
      <dsp:txXfrm>
        <a:off x="602623" y="738768"/>
        <a:ext cx="507185" cy="507185"/>
      </dsp:txXfrm>
    </dsp:sp>
    <dsp:sp modelId="{930466B1-403A-4B65-8CF9-81257E82F4C3}">
      <dsp:nvSpPr>
        <dsp:cNvPr id="0" name=""/>
        <dsp:cNvSpPr/>
      </dsp:nvSpPr>
      <dsp:spPr>
        <a:xfrm rot="19440000">
          <a:off x="1192281" y="557737"/>
          <a:ext cx="191093" cy="24207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1197755" y="623000"/>
        <a:ext cx="133765" cy="14524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3234" name="矩形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kumimoji="1" sz="1200" b="0">
                <a:latin typeface="Times New Roman" pitchFamily="18" charset="0"/>
                <a:ea typeface="宋体" pitchFamily="2" charset="-122"/>
              </a:defRPr>
            </a:lvl1pPr>
          </a:lstStyle>
          <a:p>
            <a:pPr>
              <a:defRPr/>
            </a:pPr>
            <a:endParaRPr lang="en-US" altLang="zh-CN"/>
          </a:p>
        </p:txBody>
      </p:sp>
      <p:sp>
        <p:nvSpPr>
          <p:cNvPr id="223235" name="矩形 3"/>
          <p:cNvSpPr>
            <a:spLocks noGrp="1" noChangeArrowheads="1"/>
          </p:cNvSpPr>
          <p:nvPr>
            <p:ph type="dt" sz="quarter"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kumimoji="1" sz="1200" b="0">
                <a:latin typeface="Times New Roman" pitchFamily="18" charset="0"/>
                <a:ea typeface="宋体" pitchFamily="2" charset="-122"/>
              </a:defRPr>
            </a:lvl1pPr>
          </a:lstStyle>
          <a:p>
            <a:pPr>
              <a:defRPr/>
            </a:pPr>
            <a:endParaRPr lang="en-US" altLang="zh-CN"/>
          </a:p>
        </p:txBody>
      </p:sp>
      <p:sp>
        <p:nvSpPr>
          <p:cNvPr id="223236" name="矩形 4"/>
          <p:cNvSpPr>
            <a:spLocks noGrp="1" noChangeArrowheads="1"/>
          </p:cNvSpPr>
          <p:nvPr>
            <p:ph type="ftr" sz="quarter" idx="2"/>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kumimoji="1" sz="1200" b="0">
                <a:latin typeface="Times New Roman" pitchFamily="18" charset="0"/>
                <a:ea typeface="宋体" pitchFamily="2" charset="-122"/>
              </a:defRPr>
            </a:lvl1pPr>
          </a:lstStyle>
          <a:p>
            <a:pPr>
              <a:defRPr/>
            </a:pPr>
            <a:endParaRPr lang="en-US" altLang="zh-CN"/>
          </a:p>
        </p:txBody>
      </p:sp>
      <p:sp>
        <p:nvSpPr>
          <p:cNvPr id="223237" name="矩形 5"/>
          <p:cNvSpPr>
            <a:spLocks noGrp="1" noChangeArrowheads="1"/>
          </p:cNvSpPr>
          <p:nvPr>
            <p:ph type="sldNum" sz="quarter" idx="3"/>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kumimoji="1" sz="1200" b="0">
                <a:latin typeface="Times New Roman" panose="02020603050405020304" pitchFamily="18" charset="0"/>
                <a:ea typeface="宋体" panose="02010600030101010101" pitchFamily="2" charset="-122"/>
              </a:defRPr>
            </a:lvl1pPr>
          </a:lstStyle>
          <a:p>
            <a:pPr>
              <a:defRPr/>
            </a:pPr>
            <a:fld id="{1EF99D79-75DE-49ED-8806-60820F95F58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矩形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kumimoji="1" sz="1200" b="0">
                <a:latin typeface="Verdana" pitchFamily="34" charset="0"/>
                <a:ea typeface="宋体" pitchFamily="2" charset="-122"/>
              </a:defRPr>
            </a:lvl1pPr>
          </a:lstStyle>
          <a:p>
            <a:pPr>
              <a:defRPr/>
            </a:pPr>
            <a:endParaRPr lang="en-US" altLang="zh-CN"/>
          </a:p>
        </p:txBody>
      </p:sp>
      <p:sp>
        <p:nvSpPr>
          <p:cNvPr id="28675" name="矩形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kumimoji="1" sz="1200" b="0">
                <a:latin typeface="Verdana" pitchFamily="34" charset="0"/>
                <a:ea typeface="宋体" pitchFamily="2" charset="-122"/>
              </a:defRPr>
            </a:lvl1pPr>
          </a:lstStyle>
          <a:p>
            <a:pPr>
              <a:defRPr/>
            </a:pPr>
            <a:endParaRPr lang="en-US" altLang="zh-CN"/>
          </a:p>
        </p:txBody>
      </p:sp>
      <p:sp>
        <p:nvSpPr>
          <p:cNvPr id="4100" name="矩形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矩形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8678" name="矩形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kumimoji="1" sz="1200" b="0">
                <a:latin typeface="Verdana" pitchFamily="34" charset="0"/>
                <a:ea typeface="宋体" pitchFamily="2" charset="-122"/>
              </a:defRPr>
            </a:lvl1pPr>
          </a:lstStyle>
          <a:p>
            <a:pPr>
              <a:defRPr/>
            </a:pPr>
            <a:endParaRPr lang="en-US" altLang="zh-CN"/>
          </a:p>
        </p:txBody>
      </p:sp>
      <p:sp>
        <p:nvSpPr>
          <p:cNvPr id="28679" name="矩形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kumimoji="1" sz="1200" b="0">
                <a:latin typeface="Verdana" panose="020B0604030504040204" pitchFamily="34" charset="0"/>
                <a:ea typeface="宋体" panose="02010600030101010101" pitchFamily="2" charset="-122"/>
              </a:defRPr>
            </a:lvl1pPr>
          </a:lstStyle>
          <a:p>
            <a:pPr>
              <a:defRPr/>
            </a:pPr>
            <a:fld id="{5ED3B4BA-DCD8-4F6D-A0E0-FDE7D729BE4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12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B88314F-8330-4E4D-8D15-53C958A252E6}" type="slidenum">
              <a:rPr lang="zh-CN" altLang="en-US" smtClean="0"/>
              <a:pPr>
                <a:spcBef>
                  <a:spcPct val="0"/>
                </a:spcBef>
              </a:pPr>
              <a:t>1</a:t>
            </a:fld>
            <a:endParaRPr lang="en-US" altLang="zh-CN" smtClean="0"/>
          </a:p>
        </p:txBody>
      </p:sp>
    </p:spTree>
    <p:extLst>
      <p:ext uri="{BB962C8B-B14F-4D97-AF65-F5344CB8AC3E}">
        <p14:creationId xmlns:p14="http://schemas.microsoft.com/office/powerpoint/2010/main" val="4013009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2055"/>
          <p:cNvSpPr>
            <a:spLocks noGrp="1" noChangeArrowheads="1"/>
          </p:cNvSpPr>
          <p:nvPr>
            <p:ph type="sldNum" sz="quarter" idx="5"/>
          </p:nvPr>
        </p:nvSpPr>
        <p:spPr>
          <a:ln>
            <a:miter lim="800000"/>
            <a:headEnd/>
            <a:tailEnd/>
          </a:ln>
        </p:spPr>
        <p:txBody>
          <a:bodyPr/>
          <a:lstStyle/>
          <a:p>
            <a:pPr>
              <a:defRPr/>
            </a:pPr>
            <a:fld id="{24EFD759-5355-4FBD-A81F-ED2B960A4B19}" type="slidenum">
              <a:rPr lang="en-GB" altLang="zh-CN" smtClean="0"/>
              <a:pPr>
                <a:defRPr/>
              </a:pPr>
              <a:t>5</a:t>
            </a:fld>
            <a:endParaRPr lang="en-GB" altLang="zh-CN" smtClean="0"/>
          </a:p>
        </p:txBody>
      </p:sp>
      <p:sp>
        <p:nvSpPr>
          <p:cNvPr id="233475" name="矩形 2"/>
          <p:cNvSpPr>
            <a:spLocks noGrp="1" noRot="1" noChangeAspect="1" noChangeArrowheads="1" noTextEdit="1"/>
          </p:cNvSpPr>
          <p:nvPr>
            <p:ph type="sldImg"/>
          </p:nvPr>
        </p:nvSpPr>
        <p:spPr>
          <a:xfrm>
            <a:off x="993775" y="768350"/>
            <a:ext cx="5113338" cy="3836988"/>
          </a:xfrm>
          <a:ln/>
        </p:spPr>
      </p:sp>
      <p:sp>
        <p:nvSpPr>
          <p:cNvPr id="233476" name="矩形 3"/>
          <p:cNvSpPr>
            <a:spLocks noGrp="1" noChangeArrowheads="1"/>
          </p:cNvSpPr>
          <p:nvPr>
            <p:ph type="body" idx="1"/>
          </p:nvPr>
        </p:nvSpPr>
        <p:spPr>
          <a:xfrm>
            <a:off x="946150" y="4859338"/>
            <a:ext cx="5207000" cy="4606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t>Here I want to give you an overview of the related work to this research. In online situations, there are a lot of things to be searched, according to the risk involved and the item complexity. </a:t>
            </a:r>
          </a:p>
        </p:txBody>
      </p:sp>
    </p:spTree>
    <p:extLst>
      <p:ext uri="{BB962C8B-B14F-4D97-AF65-F5344CB8AC3E}">
        <p14:creationId xmlns:p14="http://schemas.microsoft.com/office/powerpoint/2010/main" val="3526134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用户画像</a:t>
            </a:r>
            <a:endParaRPr lang="zh-CN" altLang="en-US" dirty="0"/>
          </a:p>
        </p:txBody>
      </p:sp>
      <p:sp>
        <p:nvSpPr>
          <p:cNvPr id="4" name="灯片编号占位符 3"/>
          <p:cNvSpPr>
            <a:spLocks noGrp="1"/>
          </p:cNvSpPr>
          <p:nvPr>
            <p:ph type="sldNum" sz="quarter" idx="10"/>
          </p:nvPr>
        </p:nvSpPr>
        <p:spPr/>
        <p:txBody>
          <a:bodyPr/>
          <a:lstStyle/>
          <a:p>
            <a:pPr>
              <a:defRPr/>
            </a:pPr>
            <a:fld id="{5ED3B4BA-DCD8-4F6D-A0E0-FDE7D729BE48}" type="slidenum">
              <a:rPr lang="en-US" altLang="zh-CN" smtClean="0"/>
              <a:pPr>
                <a:defRPr/>
              </a:pPr>
              <a:t>9</a:t>
            </a:fld>
            <a:endParaRPr lang="en-US" altLang="zh-CN"/>
          </a:p>
        </p:txBody>
      </p:sp>
    </p:spTree>
    <p:extLst>
      <p:ext uri="{BB962C8B-B14F-4D97-AF65-F5344CB8AC3E}">
        <p14:creationId xmlns:p14="http://schemas.microsoft.com/office/powerpoint/2010/main" val="552784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804838" indent="-309553" eaLnBrk="0" hangingPunct="0">
              <a:defRPr>
                <a:solidFill>
                  <a:schemeClr val="tx1"/>
                </a:solidFill>
                <a:latin typeface="Arial" pitchFamily="34" charset="0"/>
                <a:ea typeface="宋体" pitchFamily="2" charset="-122"/>
              </a:defRPr>
            </a:lvl2pPr>
            <a:lvl3pPr marL="1238212" indent="-247642" eaLnBrk="0" hangingPunct="0">
              <a:defRPr>
                <a:solidFill>
                  <a:schemeClr val="tx1"/>
                </a:solidFill>
                <a:latin typeface="Arial" pitchFamily="34" charset="0"/>
                <a:ea typeface="宋体" pitchFamily="2" charset="-122"/>
              </a:defRPr>
            </a:lvl3pPr>
            <a:lvl4pPr marL="1733497" indent="-247642" eaLnBrk="0" hangingPunct="0">
              <a:defRPr>
                <a:solidFill>
                  <a:schemeClr val="tx1"/>
                </a:solidFill>
                <a:latin typeface="Arial" pitchFamily="34" charset="0"/>
                <a:ea typeface="宋体" pitchFamily="2" charset="-122"/>
              </a:defRPr>
            </a:lvl4pPr>
            <a:lvl5pPr marL="2228781" indent="-247642" eaLnBrk="0" hangingPunct="0">
              <a:defRPr>
                <a:solidFill>
                  <a:schemeClr val="tx1"/>
                </a:solidFill>
                <a:latin typeface="Arial" pitchFamily="34" charset="0"/>
                <a:ea typeface="宋体" pitchFamily="2" charset="-122"/>
              </a:defRPr>
            </a:lvl5pPr>
            <a:lvl6pPr marL="2724066" indent="-247642" eaLnBrk="0" fontAlgn="base" hangingPunct="0">
              <a:spcBef>
                <a:spcPct val="0"/>
              </a:spcBef>
              <a:spcAft>
                <a:spcPct val="0"/>
              </a:spcAft>
              <a:defRPr>
                <a:solidFill>
                  <a:schemeClr val="tx1"/>
                </a:solidFill>
                <a:latin typeface="Arial" pitchFamily="34" charset="0"/>
                <a:ea typeface="宋体" pitchFamily="2" charset="-122"/>
              </a:defRPr>
            </a:lvl6pPr>
            <a:lvl7pPr marL="3219351" indent="-247642" eaLnBrk="0" fontAlgn="base" hangingPunct="0">
              <a:spcBef>
                <a:spcPct val="0"/>
              </a:spcBef>
              <a:spcAft>
                <a:spcPct val="0"/>
              </a:spcAft>
              <a:defRPr>
                <a:solidFill>
                  <a:schemeClr val="tx1"/>
                </a:solidFill>
                <a:latin typeface="Arial" pitchFamily="34" charset="0"/>
                <a:ea typeface="宋体" pitchFamily="2" charset="-122"/>
              </a:defRPr>
            </a:lvl7pPr>
            <a:lvl8pPr marL="3714636" indent="-247642" eaLnBrk="0" fontAlgn="base" hangingPunct="0">
              <a:spcBef>
                <a:spcPct val="0"/>
              </a:spcBef>
              <a:spcAft>
                <a:spcPct val="0"/>
              </a:spcAft>
              <a:defRPr>
                <a:solidFill>
                  <a:schemeClr val="tx1"/>
                </a:solidFill>
                <a:latin typeface="Arial" pitchFamily="34" charset="0"/>
                <a:ea typeface="宋体" pitchFamily="2" charset="-122"/>
              </a:defRPr>
            </a:lvl8pPr>
            <a:lvl9pPr marL="4209920" indent="-247642"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23BBAA4-CAE0-4059-8EE1-862013C0CE47}" type="slidenum">
              <a:rPr lang="en-US" altLang="zh-CN" smtClean="0"/>
              <a:pPr eaLnBrk="1" hangingPunct="1"/>
              <a:t>11</a:t>
            </a:fld>
            <a:endParaRPr lang="en-US" altLang="zh-CN" smtClean="0"/>
          </a:p>
        </p:txBody>
      </p:sp>
      <p:sp>
        <p:nvSpPr>
          <p:cNvPr id="437251" name="Rectangle 7"/>
          <p:cNvSpPr txBox="1">
            <a:spLocks noGrp="1" noChangeArrowheads="1"/>
          </p:cNvSpPr>
          <p:nvPr/>
        </p:nvSpPr>
        <p:spPr bwMode="auto">
          <a:xfrm>
            <a:off x="4023092" y="9719598"/>
            <a:ext cx="3077739" cy="511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57" tIns="49528" rIns="99057" bIns="49528" anchor="b"/>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r" eaLnBrk="1" hangingPunct="1"/>
            <a:fld id="{16C8B9A6-873B-447A-9002-438A789AE455}" type="slidenum">
              <a:rPr lang="en-US" altLang="zh-CN" sz="1300"/>
              <a:pPr algn="r" eaLnBrk="1" hangingPunct="1"/>
              <a:t>11</a:t>
            </a:fld>
            <a:endParaRPr lang="en-US" altLang="zh-CN" sz="1300"/>
          </a:p>
        </p:txBody>
      </p:sp>
      <p:sp>
        <p:nvSpPr>
          <p:cNvPr id="437252" name="Rectangle 2"/>
          <p:cNvSpPr>
            <a:spLocks noGrp="1" noRot="1" noChangeAspect="1" noChangeArrowheads="1" noTextEdit="1"/>
          </p:cNvSpPr>
          <p:nvPr>
            <p:ph type="sldImg"/>
          </p:nvPr>
        </p:nvSpPr>
        <p:spPr>
          <a:ln/>
        </p:spPr>
      </p:sp>
      <p:sp>
        <p:nvSpPr>
          <p:cNvPr id="437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itchFamily="34" charset="0"/>
            </a:endParaRPr>
          </a:p>
        </p:txBody>
      </p:sp>
    </p:spTree>
    <p:extLst>
      <p:ext uri="{BB962C8B-B14F-4D97-AF65-F5344CB8AC3E}">
        <p14:creationId xmlns:p14="http://schemas.microsoft.com/office/powerpoint/2010/main" val="304500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smtClean="0">
                <a:solidFill>
                  <a:schemeClr val="tx1"/>
                </a:solidFill>
                <a:effectLst/>
                <a:latin typeface="Times New Roman" pitchFamily="18" charset="0"/>
                <a:ea typeface="宋体" pitchFamily="2" charset="-122"/>
                <a:cs typeface="+mn-cs"/>
              </a:rPr>
              <a:t>我们举个例子来理解下上面的定义：</a:t>
            </a:r>
          </a:p>
          <a:p>
            <a:r>
              <a:rPr kumimoji="1" lang="zh-CN" altLang="en-US" sz="1200" b="0" i="0" kern="1200" dirty="0" smtClean="0">
                <a:solidFill>
                  <a:schemeClr val="tx1"/>
                </a:solidFill>
                <a:effectLst/>
                <a:latin typeface="Times New Roman" pitchFamily="18" charset="0"/>
                <a:ea typeface="宋体" pitchFamily="2" charset="-122"/>
                <a:cs typeface="+mn-cs"/>
              </a:rPr>
              <a:t>在商品推荐的场景下，样本有两个特征，分别是类品和品牌。某个训练样本的特征组合是（足球，阿迪达斯）。在</a:t>
            </a:r>
            <a:r>
              <a:rPr kumimoji="1" lang="en-US" altLang="zh-CN" sz="1200" b="0" i="0" kern="1200" dirty="0" smtClean="0">
                <a:solidFill>
                  <a:schemeClr val="tx1"/>
                </a:solidFill>
                <a:effectLst/>
                <a:latin typeface="Times New Roman" pitchFamily="18" charset="0"/>
                <a:ea typeface="宋体" pitchFamily="2" charset="-122"/>
                <a:cs typeface="+mn-cs"/>
              </a:rPr>
              <a:t>POLY2</a:t>
            </a:r>
            <a:r>
              <a:rPr kumimoji="1" lang="zh-CN" altLang="en-US" sz="1200" b="0" i="0" kern="1200" dirty="0" smtClean="0">
                <a:solidFill>
                  <a:schemeClr val="tx1"/>
                </a:solidFill>
                <a:effectLst/>
                <a:latin typeface="Times New Roman" pitchFamily="18" charset="0"/>
                <a:ea typeface="宋体" pitchFamily="2" charset="-122"/>
                <a:cs typeface="+mn-cs"/>
              </a:rPr>
              <a:t>模型中，只有当“足球”和“阿迪达斯”同时出现在一个训练样本中时，模型才能够学到这个组合特征对应的权重。而在因子分解机</a:t>
            </a:r>
            <a:r>
              <a:rPr kumimoji="1" lang="en-US" altLang="zh-CN" sz="1200" b="0" i="0" kern="1200" dirty="0" smtClean="0">
                <a:solidFill>
                  <a:schemeClr val="tx1"/>
                </a:solidFill>
                <a:effectLst/>
                <a:latin typeface="Times New Roman" pitchFamily="18" charset="0"/>
                <a:ea typeface="宋体" pitchFamily="2" charset="-122"/>
                <a:cs typeface="+mn-cs"/>
              </a:rPr>
              <a:t>FM</a:t>
            </a:r>
            <a:r>
              <a:rPr kumimoji="1" lang="zh-CN" altLang="en-US" sz="1200" b="0" i="0" kern="1200" dirty="0" smtClean="0">
                <a:solidFill>
                  <a:schemeClr val="tx1"/>
                </a:solidFill>
                <a:effectLst/>
                <a:latin typeface="Times New Roman" pitchFamily="18" charset="0"/>
                <a:ea typeface="宋体" pitchFamily="2" charset="-122"/>
                <a:cs typeface="+mn-cs"/>
              </a:rPr>
              <a:t>中，“足球”的的隐向量也可以根据（足球，耐克）进行更新。“阿迪达斯”的隐向量也可以根据（篮球，阿迪达斯）更新，由此一来，就大幅度的降低了模型对稀疏性的要求。</a:t>
            </a:r>
          </a:p>
          <a:p>
            <a:r>
              <a:rPr lang="en-US" altLang="zh-CN" dirty="0" smtClean="0"/>
              <a:t>https://zhuanlan.zhihu.com/p/153500425?from_voters_page=true</a:t>
            </a:r>
          </a:p>
          <a:p>
            <a:endParaRPr lang="en-US" altLang="zh-CN" dirty="0" smtClean="0"/>
          </a:p>
          <a:p>
            <a:r>
              <a:rPr lang="en-US" altLang="zh-CN" dirty="0" smtClean="0"/>
              <a:t>[SIGIR2011]_Fast Context-aware Recommendations with Factorization Machines</a:t>
            </a:r>
            <a:endParaRPr lang="zh-CN" altLang="en-US" dirty="0"/>
          </a:p>
        </p:txBody>
      </p:sp>
      <p:sp>
        <p:nvSpPr>
          <p:cNvPr id="4" name="灯片编号占位符 3"/>
          <p:cNvSpPr>
            <a:spLocks noGrp="1"/>
          </p:cNvSpPr>
          <p:nvPr>
            <p:ph type="sldNum" sz="quarter" idx="10"/>
          </p:nvPr>
        </p:nvSpPr>
        <p:spPr/>
        <p:txBody>
          <a:bodyPr/>
          <a:lstStyle/>
          <a:p>
            <a:pPr>
              <a:defRPr/>
            </a:pPr>
            <a:fld id="{5ED3B4BA-DCD8-4F6D-A0E0-FDE7D729BE48}" type="slidenum">
              <a:rPr lang="en-US" altLang="zh-CN" smtClean="0"/>
              <a:pPr>
                <a:defRPr/>
              </a:pPr>
              <a:t>24</a:t>
            </a:fld>
            <a:endParaRPr lang="en-US" altLang="zh-CN"/>
          </a:p>
        </p:txBody>
      </p:sp>
    </p:spTree>
    <p:extLst>
      <p:ext uri="{BB962C8B-B14F-4D97-AF65-F5344CB8AC3E}">
        <p14:creationId xmlns:p14="http://schemas.microsoft.com/office/powerpoint/2010/main" val="2101067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50000"/>
              </a:lnSpc>
            </a:pPr>
            <a:r>
              <a:rPr lang="zh-CN" altLang="zh-CN" sz="1200" b="0" dirty="0" smtClean="0">
                <a:latin typeface="微软雅黑" pitchFamily="34" charset="-122"/>
                <a:ea typeface="微软雅黑" pitchFamily="34" charset="-122"/>
              </a:rPr>
              <a:t>能够直接从内容中提取特征，表征能力强</a:t>
            </a:r>
          </a:p>
          <a:p>
            <a:pPr lvl="0">
              <a:lnSpc>
                <a:spcPct val="150000"/>
              </a:lnSpc>
            </a:pPr>
            <a:r>
              <a:rPr lang="zh-CN" altLang="zh-CN" sz="1200" b="0" dirty="0" smtClean="0">
                <a:latin typeface="微软雅黑" pitchFamily="34" charset="-122"/>
                <a:ea typeface="微软雅黑" pitchFamily="34" charset="-122"/>
              </a:rPr>
              <a:t>容易对噪声数据进行处理，抗噪能量强</a:t>
            </a:r>
          </a:p>
          <a:p>
            <a:pPr lvl="0">
              <a:lnSpc>
                <a:spcPct val="150000"/>
              </a:lnSpc>
            </a:pPr>
            <a:r>
              <a:rPr lang="zh-CN" altLang="zh-CN" sz="1200" b="0" dirty="0" smtClean="0">
                <a:latin typeface="微软雅黑" pitchFamily="34" charset="-122"/>
                <a:ea typeface="微软雅黑" pitchFamily="34" charset="-122"/>
              </a:rPr>
              <a:t>可以使用</a:t>
            </a:r>
            <a:r>
              <a:rPr lang="en-US" altLang="zh-CN" sz="1200" b="0" dirty="0" smtClean="0">
                <a:latin typeface="微软雅黑" pitchFamily="34" charset="-122"/>
                <a:ea typeface="微软雅黑" pitchFamily="34" charset="-122"/>
              </a:rPr>
              <a:t>RNN</a:t>
            </a:r>
            <a:r>
              <a:rPr lang="zh-CN" altLang="zh-CN" sz="1200" b="0" dirty="0" smtClean="0">
                <a:latin typeface="微软雅黑" pitchFamily="34" charset="-122"/>
                <a:ea typeface="微软雅黑" pitchFamily="34" charset="-122"/>
              </a:rPr>
              <a:t>循环神经网络对动态或者序列数据进行建模</a:t>
            </a:r>
          </a:p>
          <a:p>
            <a:pPr lvl="0">
              <a:lnSpc>
                <a:spcPct val="150000"/>
              </a:lnSpc>
            </a:pPr>
            <a:r>
              <a:rPr lang="zh-CN" altLang="zh-CN" sz="1200" b="0" dirty="0" smtClean="0">
                <a:latin typeface="微软雅黑" pitchFamily="34" charset="-122"/>
                <a:ea typeface="微软雅黑" pitchFamily="34" charset="-122"/>
              </a:rPr>
              <a:t>可以更加准确的学习</a:t>
            </a:r>
            <a:r>
              <a:rPr lang="en-US" altLang="zh-CN" sz="1200" b="0" dirty="0" smtClean="0">
                <a:latin typeface="微软雅黑" pitchFamily="34" charset="-122"/>
                <a:ea typeface="微软雅黑" pitchFamily="34" charset="-122"/>
              </a:rPr>
              <a:t>user</a:t>
            </a:r>
            <a:r>
              <a:rPr lang="zh-CN" altLang="zh-CN" sz="1200" b="0" dirty="0" smtClean="0">
                <a:latin typeface="微软雅黑" pitchFamily="34" charset="-122"/>
                <a:ea typeface="微软雅黑" pitchFamily="34" charset="-122"/>
              </a:rPr>
              <a:t>和</a:t>
            </a:r>
            <a:r>
              <a:rPr lang="en-US" altLang="zh-CN" sz="1200" b="0" dirty="0" smtClean="0">
                <a:latin typeface="微软雅黑" pitchFamily="34" charset="-122"/>
                <a:ea typeface="微软雅黑" pitchFamily="34" charset="-122"/>
              </a:rPr>
              <a:t>item</a:t>
            </a:r>
            <a:r>
              <a:rPr lang="zh-CN" altLang="zh-CN" sz="1200" b="0" dirty="0" smtClean="0">
                <a:latin typeface="微软雅黑" pitchFamily="34" charset="-122"/>
                <a:ea typeface="微软雅黑" pitchFamily="34" charset="-122"/>
              </a:rPr>
              <a:t>的特征</a:t>
            </a:r>
          </a:p>
          <a:p>
            <a:pPr lvl="0">
              <a:lnSpc>
                <a:spcPct val="150000"/>
              </a:lnSpc>
            </a:pPr>
            <a:r>
              <a:rPr lang="zh-CN" altLang="zh-CN" sz="1200" b="0" dirty="0" smtClean="0">
                <a:latin typeface="微软雅黑" pitchFamily="34" charset="-122"/>
                <a:ea typeface="微软雅黑" pitchFamily="34" charset="-122"/>
              </a:rPr>
              <a:t>深度学习便于对负责数据进行统一处理</a:t>
            </a:r>
          </a:p>
          <a:p>
            <a:pPr indent="304800" algn="just">
              <a:lnSpc>
                <a:spcPct val="150000"/>
              </a:lnSpc>
              <a:spcAft>
                <a:spcPts val="0"/>
              </a:spcAft>
            </a:pPr>
            <a:endParaRPr lang="en-US" altLang="zh-CN" sz="1200" dirty="0" smtClean="0">
              <a:effectLst/>
              <a:latin typeface="宋体"/>
              <a:ea typeface="微软雅黑"/>
              <a:cs typeface="宋体"/>
            </a:endParaRPr>
          </a:p>
          <a:p>
            <a:pPr indent="304800" algn="just">
              <a:lnSpc>
                <a:spcPct val="150000"/>
              </a:lnSpc>
              <a:spcAft>
                <a:spcPts val="0"/>
              </a:spcAft>
            </a:pPr>
            <a:endParaRPr lang="en-US" altLang="zh-CN" sz="1200" dirty="0" smtClean="0">
              <a:effectLst/>
              <a:latin typeface="宋体"/>
              <a:ea typeface="微软雅黑"/>
              <a:cs typeface="宋体"/>
            </a:endParaRPr>
          </a:p>
          <a:p>
            <a:pPr indent="304800" algn="just">
              <a:lnSpc>
                <a:spcPct val="150000"/>
              </a:lnSpc>
              <a:spcAft>
                <a:spcPts val="0"/>
              </a:spcAft>
            </a:pPr>
            <a:r>
              <a:rPr lang="zh-CN" altLang="zh-CN" sz="1200" dirty="0" smtClean="0">
                <a:effectLst/>
                <a:latin typeface="宋体"/>
                <a:ea typeface="微软雅黑"/>
                <a:cs typeface="宋体"/>
              </a:rPr>
              <a:t>（</a:t>
            </a:r>
            <a:r>
              <a:rPr lang="en-US" altLang="zh-CN" sz="1200" dirty="0" smtClean="0">
                <a:effectLst/>
                <a:latin typeface="宋体"/>
                <a:ea typeface="微软雅黑"/>
                <a:cs typeface="宋体"/>
              </a:rPr>
              <a:t>1</a:t>
            </a:r>
            <a:r>
              <a:rPr lang="zh-CN" altLang="zh-CN" sz="1200" dirty="0" smtClean="0">
                <a:effectLst/>
                <a:latin typeface="宋体"/>
                <a:ea typeface="微软雅黑"/>
                <a:cs typeface="宋体"/>
              </a:rPr>
              <a:t>）深度神经网络能够通过大规模数据来</a:t>
            </a:r>
            <a:r>
              <a:rPr lang="zh-CN" altLang="zh-CN" sz="1200" b="1" dirty="0" smtClean="0">
                <a:solidFill>
                  <a:srgbClr val="FF0000"/>
                </a:solidFill>
                <a:effectLst/>
                <a:latin typeface="宋体"/>
                <a:ea typeface="微软雅黑"/>
                <a:cs typeface="宋体"/>
              </a:rPr>
              <a:t>学习有效的特征表示</a:t>
            </a:r>
            <a:r>
              <a:rPr lang="zh-CN" altLang="zh-CN" sz="1200" dirty="0" smtClean="0">
                <a:effectLst/>
                <a:latin typeface="宋体"/>
                <a:ea typeface="微软雅黑"/>
                <a:cs typeface="宋体"/>
              </a:rPr>
              <a:t>以及</a:t>
            </a:r>
            <a:r>
              <a:rPr lang="zh-CN" altLang="zh-CN" sz="1200" b="1" dirty="0" smtClean="0">
                <a:solidFill>
                  <a:srgbClr val="FF0000"/>
                </a:solidFill>
                <a:effectLst/>
                <a:latin typeface="宋体"/>
                <a:ea typeface="微软雅黑"/>
                <a:cs typeface="宋体"/>
              </a:rPr>
              <a:t>复杂非线性映射机制</a:t>
            </a:r>
            <a:r>
              <a:rPr lang="zh-CN" altLang="zh-CN" sz="1200" dirty="0" smtClean="0">
                <a:effectLst/>
                <a:latin typeface="宋体"/>
                <a:ea typeface="微软雅黑"/>
                <a:cs typeface="宋体"/>
              </a:rPr>
              <a:t>。这使得</a:t>
            </a:r>
            <a:r>
              <a:rPr lang="zh-CN" altLang="zh-CN" sz="1200" b="1" dirty="0" smtClean="0">
                <a:solidFill>
                  <a:srgbClr val="FF0000"/>
                </a:solidFill>
                <a:effectLst/>
                <a:latin typeface="宋体"/>
                <a:ea typeface="微软雅黑"/>
                <a:cs typeface="宋体"/>
              </a:rPr>
              <a:t>建模用户偏好的特征提取工作可以交给神经网络去完成</a:t>
            </a:r>
            <a:r>
              <a:rPr lang="zh-CN" altLang="zh-CN" sz="1200" dirty="0" smtClean="0">
                <a:effectLst/>
                <a:latin typeface="宋体"/>
                <a:ea typeface="微软雅黑"/>
                <a:cs typeface="宋体"/>
              </a:rPr>
              <a:t>，而不需要去理解用户的购买模式。传统的机器学习方法非常依赖特征工程的工作。针对不同的数据，需要设计非常复杂的特征表征用户和物品。</a:t>
            </a:r>
            <a:endParaRPr lang="zh-CN" altLang="zh-CN" sz="1600" dirty="0" smtClean="0">
              <a:effectLst/>
              <a:latin typeface="宋体"/>
              <a:cs typeface="宋体"/>
            </a:endParaRPr>
          </a:p>
          <a:p>
            <a:pPr indent="228600" algn="just">
              <a:lnSpc>
                <a:spcPct val="150000"/>
              </a:lnSpc>
              <a:spcAft>
                <a:spcPts val="0"/>
              </a:spcAft>
            </a:pPr>
            <a:r>
              <a:rPr lang="zh-CN" altLang="zh-CN" sz="1200" dirty="0" smtClean="0">
                <a:effectLst/>
                <a:latin typeface="宋体"/>
                <a:ea typeface="微软雅黑"/>
                <a:cs typeface="宋体"/>
              </a:rPr>
              <a:t>（</a:t>
            </a:r>
            <a:r>
              <a:rPr lang="en-US" altLang="zh-CN" sz="1200" dirty="0" smtClean="0">
                <a:effectLst/>
                <a:latin typeface="宋体"/>
                <a:ea typeface="微软雅黑"/>
                <a:cs typeface="宋体"/>
              </a:rPr>
              <a:t>2</a:t>
            </a:r>
            <a:r>
              <a:rPr lang="zh-CN" altLang="zh-CN" sz="1200" dirty="0" smtClean="0">
                <a:effectLst/>
                <a:latin typeface="宋体"/>
                <a:ea typeface="微软雅黑"/>
                <a:cs typeface="宋体"/>
              </a:rPr>
              <a:t>）深度学习可以</a:t>
            </a:r>
            <a:r>
              <a:rPr lang="zh-CN" altLang="zh-CN" sz="1200" b="1" dirty="0" smtClean="0">
                <a:solidFill>
                  <a:srgbClr val="FF0000"/>
                </a:solidFill>
                <a:effectLst/>
                <a:latin typeface="宋体"/>
                <a:cs typeface="宋体"/>
              </a:rPr>
              <a:t>集成各种数据源（文本，图片，视频，音频等）通过提取更高质量的特征表示来丰富推荐算法的用户的偏好建模</a:t>
            </a:r>
            <a:r>
              <a:rPr lang="zh-CN" altLang="zh-CN" sz="1200" dirty="0" smtClean="0">
                <a:effectLst/>
                <a:latin typeface="宋体"/>
                <a:ea typeface="微软雅黑"/>
                <a:cs typeface="宋体"/>
              </a:rPr>
              <a:t>。之前的推荐系统更关注于利用事务型数据（用户在网站上的浏览记录）。然而用户看到的图片信息（产品图片）对于用户做决定（是否购买或点击）起到了非常关键的作用。深度学习可以充分地利用物品的各种内容信息如图片、文字描述等对物品进行更好和更准确的建模。</a:t>
            </a:r>
            <a:endParaRPr lang="zh-CN" altLang="zh-CN" sz="1600" dirty="0" smtClean="0">
              <a:effectLst/>
              <a:latin typeface="宋体"/>
              <a:cs typeface="宋体"/>
            </a:endParaRPr>
          </a:p>
          <a:p>
            <a:pPr indent="304800" algn="just">
              <a:lnSpc>
                <a:spcPct val="150000"/>
              </a:lnSpc>
              <a:spcAft>
                <a:spcPts val="0"/>
              </a:spcAft>
            </a:pPr>
            <a:r>
              <a:rPr lang="zh-CN" altLang="zh-CN" sz="1200" dirty="0" smtClean="0">
                <a:effectLst/>
                <a:latin typeface="宋体"/>
                <a:ea typeface="微软雅黑"/>
                <a:cs typeface="宋体"/>
              </a:rPr>
              <a:t>（</a:t>
            </a:r>
            <a:r>
              <a:rPr lang="en-US" altLang="zh-CN" sz="1200" dirty="0" smtClean="0">
                <a:effectLst/>
                <a:latin typeface="宋体"/>
                <a:ea typeface="微软雅黑"/>
                <a:cs typeface="宋体"/>
              </a:rPr>
              <a:t>3</a:t>
            </a:r>
            <a:r>
              <a:rPr lang="zh-CN" altLang="zh-CN" sz="1200" dirty="0" smtClean="0">
                <a:effectLst/>
                <a:latin typeface="宋体"/>
                <a:ea typeface="微软雅黑"/>
                <a:cs typeface="宋体"/>
              </a:rPr>
              <a:t>）深度学习</a:t>
            </a:r>
            <a:r>
              <a:rPr lang="zh-CN" altLang="zh-CN" sz="1200" b="1" dirty="0" smtClean="0">
                <a:solidFill>
                  <a:srgbClr val="FF0000"/>
                </a:solidFill>
                <a:effectLst/>
                <a:latin typeface="宋体"/>
                <a:cs typeface="宋体"/>
              </a:rPr>
              <a:t>有可能对用户偏好进行直接建模</a:t>
            </a:r>
            <a:r>
              <a:rPr lang="zh-CN" altLang="zh-CN" sz="1200" dirty="0" smtClean="0">
                <a:effectLst/>
                <a:latin typeface="宋体"/>
                <a:ea typeface="微软雅黑"/>
                <a:cs typeface="宋体"/>
              </a:rPr>
              <a:t>。在足够充分的用户偏好数据的加持下，模型可以根据用户偏好的内容特征识别出用户的偏好模式。这将使得用户偏好的建模不再依赖于协同过滤，新用户的冷启动问题得到了解决。</a:t>
            </a:r>
            <a:endParaRPr lang="zh-CN" altLang="zh-CN" sz="1600" dirty="0" smtClean="0">
              <a:effectLst/>
              <a:latin typeface="宋体"/>
              <a:cs typeface="宋体"/>
            </a:endParaRPr>
          </a:p>
          <a:p>
            <a:pPr indent="228600" algn="just">
              <a:lnSpc>
                <a:spcPct val="150000"/>
              </a:lnSpc>
              <a:spcAft>
                <a:spcPts val="0"/>
              </a:spcAft>
            </a:pPr>
            <a:r>
              <a:rPr lang="zh-CN" altLang="zh-CN" sz="1200" dirty="0" smtClean="0">
                <a:effectLst/>
                <a:latin typeface="宋体"/>
                <a:ea typeface="微软雅黑"/>
                <a:cs typeface="宋体"/>
              </a:rPr>
              <a:t>（</a:t>
            </a:r>
            <a:r>
              <a:rPr lang="en-US" altLang="zh-CN" sz="1200" dirty="0" smtClean="0">
                <a:effectLst/>
                <a:latin typeface="宋体"/>
                <a:ea typeface="微软雅黑"/>
                <a:cs typeface="宋体"/>
              </a:rPr>
              <a:t>4</a:t>
            </a:r>
            <a:r>
              <a:rPr lang="zh-CN" altLang="zh-CN" sz="1200" dirty="0" smtClean="0">
                <a:effectLst/>
                <a:latin typeface="宋体"/>
                <a:ea typeface="微软雅黑"/>
                <a:cs typeface="宋体"/>
              </a:rPr>
              <a:t>）深度学习</a:t>
            </a:r>
            <a:r>
              <a:rPr lang="zh-CN" altLang="zh-CN" sz="1200" b="1" dirty="0" smtClean="0">
                <a:solidFill>
                  <a:srgbClr val="FF0000"/>
                </a:solidFill>
                <a:effectLst/>
                <a:latin typeface="宋体"/>
                <a:cs typeface="宋体"/>
              </a:rPr>
              <a:t>为推荐系统中的关键问题提供了丰富的解决方案</a:t>
            </a:r>
            <a:r>
              <a:rPr lang="zh-CN" altLang="zh-CN" sz="1200" dirty="0" smtClean="0">
                <a:effectLst/>
                <a:latin typeface="宋体"/>
                <a:ea typeface="微软雅黑"/>
                <a:cs typeface="宋体"/>
              </a:rPr>
              <a:t>。例如，基于会话的循环神经网络推荐系统。传统的机器学习方法应用在推荐系统中的方法限制在了矩阵分解</a:t>
            </a:r>
            <a:r>
              <a:rPr lang="en-US" altLang="zh-CN" sz="1200" dirty="0" smtClean="0">
                <a:effectLst/>
                <a:latin typeface="宋体"/>
                <a:ea typeface="微软雅黑"/>
                <a:cs typeface="宋体"/>
              </a:rPr>
              <a:t>(Matrix Factorization, MF)</a:t>
            </a:r>
            <a:r>
              <a:rPr lang="zh-CN" altLang="zh-CN" sz="1200" dirty="0" smtClean="0">
                <a:effectLst/>
                <a:latin typeface="宋体"/>
                <a:ea typeface="微软雅黑"/>
                <a:cs typeface="宋体"/>
              </a:rPr>
              <a:t>，线性判别分析</a:t>
            </a:r>
            <a:r>
              <a:rPr lang="en-US" altLang="zh-CN" sz="1200" dirty="0" smtClean="0">
                <a:effectLst/>
                <a:latin typeface="宋体"/>
                <a:ea typeface="微软雅黑"/>
                <a:cs typeface="宋体"/>
              </a:rPr>
              <a:t>(Linear </a:t>
            </a:r>
            <a:r>
              <a:rPr lang="en-US" altLang="zh-CN" sz="1200" dirty="0" err="1" smtClean="0">
                <a:effectLst/>
                <a:latin typeface="宋体"/>
                <a:ea typeface="微软雅黑"/>
                <a:cs typeface="宋体"/>
              </a:rPr>
              <a:t>DiscriminantAnalysis</a:t>
            </a:r>
            <a:r>
              <a:rPr lang="en-US" altLang="zh-CN" sz="1200" dirty="0" smtClean="0">
                <a:effectLst/>
                <a:latin typeface="宋体"/>
                <a:ea typeface="微软雅黑"/>
                <a:cs typeface="宋体"/>
              </a:rPr>
              <a:t>, LDA)</a:t>
            </a:r>
            <a:r>
              <a:rPr lang="zh-CN" altLang="zh-CN" sz="1200" dirty="0" smtClean="0">
                <a:effectLst/>
                <a:latin typeface="宋体"/>
                <a:ea typeface="微软雅黑"/>
                <a:cs typeface="宋体"/>
              </a:rPr>
              <a:t>中。深度学习的方法已经被应用在了协同过滤模型中，例如，去噪自编码器</a:t>
            </a:r>
            <a:r>
              <a:rPr lang="en-US" altLang="zh-CN" sz="1200" dirty="0" smtClean="0">
                <a:effectLst/>
                <a:latin typeface="宋体"/>
                <a:ea typeface="微软雅黑"/>
                <a:cs typeface="宋体"/>
              </a:rPr>
              <a:t>(</a:t>
            </a:r>
            <a:r>
              <a:rPr lang="en-US" altLang="zh-CN" sz="1200" dirty="0" err="1" smtClean="0">
                <a:effectLst/>
                <a:latin typeface="宋体"/>
                <a:ea typeface="微软雅黑"/>
                <a:cs typeface="宋体"/>
              </a:rPr>
              <a:t>DenoisingAutoencoders</a:t>
            </a:r>
            <a:r>
              <a:rPr lang="en-US" altLang="zh-CN" sz="1200" dirty="0" smtClean="0">
                <a:effectLst/>
                <a:latin typeface="宋体"/>
                <a:ea typeface="微软雅黑"/>
                <a:cs typeface="宋体"/>
              </a:rPr>
              <a:t>, </a:t>
            </a:r>
            <a:r>
              <a:rPr lang="en-US" altLang="zh-CN" sz="1200" dirty="0" err="1" smtClean="0">
                <a:effectLst/>
                <a:latin typeface="宋体"/>
                <a:ea typeface="微软雅黑"/>
                <a:cs typeface="宋体"/>
              </a:rPr>
              <a:t>dA</a:t>
            </a:r>
            <a:r>
              <a:rPr lang="en-US" altLang="zh-CN" sz="1200" dirty="0" smtClean="0">
                <a:effectLst/>
                <a:latin typeface="宋体"/>
                <a:ea typeface="微软雅黑"/>
                <a:cs typeface="宋体"/>
              </a:rPr>
              <a:t>)</a:t>
            </a:r>
            <a:r>
              <a:rPr lang="zh-CN" altLang="zh-CN" sz="1200" dirty="0" smtClean="0">
                <a:effectLst/>
                <a:latin typeface="宋体"/>
                <a:ea typeface="微软雅黑"/>
                <a:cs typeface="宋体"/>
              </a:rPr>
              <a:t>、受限波尔茨曼机</a:t>
            </a:r>
            <a:r>
              <a:rPr lang="en-US" altLang="zh-CN" sz="1200" dirty="0" smtClean="0">
                <a:effectLst/>
                <a:latin typeface="宋体"/>
                <a:ea typeface="微软雅黑"/>
                <a:cs typeface="宋体"/>
              </a:rPr>
              <a:t>(Restricted Boltzmann </a:t>
            </a:r>
            <a:r>
              <a:rPr lang="en-US" altLang="zh-CN" sz="1200" dirty="0" err="1" smtClean="0">
                <a:effectLst/>
                <a:latin typeface="宋体"/>
                <a:ea typeface="微软雅黑"/>
                <a:cs typeface="宋体"/>
              </a:rPr>
              <a:t>Machines,RBM</a:t>
            </a:r>
            <a:r>
              <a:rPr lang="en-US" altLang="zh-CN" sz="1200" dirty="0" smtClean="0">
                <a:effectLst/>
                <a:latin typeface="宋体"/>
                <a:ea typeface="微软雅黑"/>
                <a:cs typeface="宋体"/>
              </a:rPr>
              <a:t>)</a:t>
            </a:r>
            <a:r>
              <a:rPr lang="zh-CN" altLang="zh-CN" sz="1200" dirty="0" smtClean="0">
                <a:effectLst/>
                <a:latin typeface="宋体"/>
                <a:ea typeface="微软雅黑"/>
                <a:cs typeface="宋体"/>
              </a:rPr>
              <a:t>等。</a:t>
            </a:r>
            <a:endParaRPr lang="zh-CN" altLang="zh-CN" sz="1600" dirty="0" smtClean="0">
              <a:effectLst/>
              <a:latin typeface="宋体"/>
              <a:cs typeface="宋体"/>
            </a:endParaRPr>
          </a:p>
          <a:p>
            <a:endParaRPr lang="zh-CN" altLang="en-US" dirty="0"/>
          </a:p>
        </p:txBody>
      </p:sp>
      <p:sp>
        <p:nvSpPr>
          <p:cNvPr id="4" name="灯片编号占位符 3"/>
          <p:cNvSpPr>
            <a:spLocks noGrp="1"/>
          </p:cNvSpPr>
          <p:nvPr>
            <p:ph type="sldNum" sz="quarter" idx="10"/>
          </p:nvPr>
        </p:nvSpPr>
        <p:spPr/>
        <p:txBody>
          <a:bodyPr/>
          <a:lstStyle/>
          <a:p>
            <a:pPr>
              <a:defRPr/>
            </a:pPr>
            <a:fld id="{DCCD4B15-A56A-44FA-9B73-183178B7B7E2}" type="slidenum">
              <a:rPr lang="en-GB" altLang="zh-CN" smtClean="0"/>
              <a:pPr>
                <a:defRPr/>
              </a:pPr>
              <a:t>27</a:t>
            </a:fld>
            <a:endParaRPr lang="en-GB" altLang="zh-CN"/>
          </a:p>
        </p:txBody>
      </p:sp>
    </p:spTree>
    <p:extLst>
      <p:ext uri="{BB962C8B-B14F-4D97-AF65-F5344CB8AC3E}">
        <p14:creationId xmlns:p14="http://schemas.microsoft.com/office/powerpoint/2010/main" val="733102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err="1" smtClean="0">
                <a:latin typeface="Times New Roman" pitchFamily="18" charset="0"/>
                <a:cs typeface="Times New Roman" pitchFamily="18" charset="0"/>
              </a:rPr>
              <a:t>Shuai</a:t>
            </a:r>
            <a:r>
              <a:rPr lang="en-US" altLang="zh-CN" sz="1200" dirty="0" smtClean="0">
                <a:latin typeface="Times New Roman" pitchFamily="18" charset="0"/>
                <a:cs typeface="Times New Roman" pitchFamily="18" charset="0"/>
              </a:rPr>
              <a:t> Zhang, </a:t>
            </a:r>
            <a:r>
              <a:rPr lang="en-US" altLang="zh-CN" sz="1200" dirty="0" err="1" smtClean="0">
                <a:latin typeface="Times New Roman" pitchFamily="18" charset="0"/>
                <a:cs typeface="Times New Roman" pitchFamily="18" charset="0"/>
              </a:rPr>
              <a:t>Lina</a:t>
            </a:r>
            <a:r>
              <a:rPr lang="en-US" altLang="zh-CN" sz="1200" dirty="0" smtClean="0">
                <a:latin typeface="Times New Roman" pitchFamily="18" charset="0"/>
                <a:cs typeface="Times New Roman" pitchFamily="18" charset="0"/>
              </a:rPr>
              <a:t> Yao, and </a:t>
            </a:r>
            <a:r>
              <a:rPr lang="en-US" altLang="zh-CN" sz="1200" dirty="0" err="1" smtClean="0">
                <a:latin typeface="Times New Roman" pitchFamily="18" charset="0"/>
                <a:cs typeface="Times New Roman" pitchFamily="18" charset="0"/>
              </a:rPr>
              <a:t>Aixin</a:t>
            </a:r>
            <a:r>
              <a:rPr lang="en-US" altLang="zh-CN" sz="1200" dirty="0" smtClean="0">
                <a:latin typeface="Times New Roman" pitchFamily="18" charset="0"/>
                <a:cs typeface="Times New Roman" pitchFamily="18" charset="0"/>
              </a:rPr>
              <a:t> Sun. 2017. Deep Learning based Recommender System: A Survey and New Perspectives. ACM J. </a:t>
            </a:r>
            <a:r>
              <a:rPr lang="en-US" altLang="zh-CN" sz="1200" dirty="0" err="1" smtClean="0">
                <a:latin typeface="Times New Roman" pitchFamily="18" charset="0"/>
                <a:cs typeface="Times New Roman" pitchFamily="18" charset="0"/>
              </a:rPr>
              <a:t>Comput</a:t>
            </a:r>
            <a:r>
              <a:rPr lang="en-US" altLang="zh-CN" sz="1200" dirty="0" smtClean="0">
                <a:latin typeface="Times New Roman" pitchFamily="18" charset="0"/>
                <a:cs typeface="Times New Roman" pitchFamily="18" charset="0"/>
              </a:rPr>
              <a:t>. Cult. </a:t>
            </a:r>
            <a:r>
              <a:rPr lang="en-US" altLang="zh-CN" sz="1200" dirty="0" err="1" smtClean="0">
                <a:latin typeface="Times New Roman" pitchFamily="18" charset="0"/>
                <a:cs typeface="Times New Roman" pitchFamily="18" charset="0"/>
              </a:rPr>
              <a:t>Herit</a:t>
            </a:r>
            <a:r>
              <a:rPr lang="en-US" altLang="zh-CN" sz="1200" dirty="0" smtClean="0">
                <a:latin typeface="Times New Roman" pitchFamily="18" charset="0"/>
                <a:cs typeface="Times New Roman" pitchFamily="18" charset="0"/>
              </a:rPr>
              <a:t>. 1, 1, Article 35 (July 2017), 35 pages.</a:t>
            </a:r>
            <a:endParaRPr lang="zh-CN" altLang="zh-CN" sz="1200" dirty="0" smtClean="0">
              <a:latin typeface="Times New Roman" pitchFamily="18" charset="0"/>
              <a:cs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pPr>
              <a:defRPr/>
            </a:pPr>
            <a:fld id="{DCCD4B15-A56A-44FA-9B73-183178B7B7E2}" type="slidenum">
              <a:rPr lang="en-GB" altLang="zh-CN" smtClean="0"/>
              <a:pPr>
                <a:defRPr/>
              </a:pPr>
              <a:t>28</a:t>
            </a:fld>
            <a:endParaRPr lang="en-GB" altLang="zh-CN"/>
          </a:p>
        </p:txBody>
      </p:sp>
    </p:spTree>
    <p:extLst>
      <p:ext uri="{BB962C8B-B14F-4D97-AF65-F5344CB8AC3E}">
        <p14:creationId xmlns:p14="http://schemas.microsoft.com/office/powerpoint/2010/main" val="3390366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fr-FR" altLang="zh-CN" sz="1200" b="0" i="0" kern="1200" dirty="0" smtClean="0">
                <a:solidFill>
                  <a:schemeClr val="tx1"/>
                </a:solidFill>
                <a:effectLst/>
                <a:latin typeface="Arial" charset="0"/>
                <a:ea typeface="+mn-ea"/>
                <a:cs typeface="+mn-cs"/>
              </a:rPr>
              <a:t>Neural Autoregressive Distribution Estimation (NADE)</a:t>
            </a:r>
            <a:r>
              <a:rPr lang="fr-FR" altLang="zh-CN" dirty="0" smtClean="0"/>
              <a:t> </a:t>
            </a:r>
            <a:br>
              <a:rPr lang="fr-FR" altLang="zh-CN" dirty="0" smtClean="0"/>
            </a:br>
            <a:endParaRPr lang="zh-CN" altLang="en-US" dirty="0"/>
          </a:p>
        </p:txBody>
      </p:sp>
      <p:sp>
        <p:nvSpPr>
          <p:cNvPr id="4" name="灯片编号占位符 3"/>
          <p:cNvSpPr>
            <a:spLocks noGrp="1"/>
          </p:cNvSpPr>
          <p:nvPr>
            <p:ph type="sldNum" sz="quarter" idx="10"/>
          </p:nvPr>
        </p:nvSpPr>
        <p:spPr/>
        <p:txBody>
          <a:bodyPr/>
          <a:lstStyle/>
          <a:p>
            <a:pPr>
              <a:defRPr/>
            </a:pPr>
            <a:fld id="{DCCD4B15-A56A-44FA-9B73-183178B7B7E2}" type="slidenum">
              <a:rPr lang="en-GB" altLang="zh-CN" smtClean="0"/>
              <a:pPr>
                <a:defRPr/>
              </a:pPr>
              <a:t>29</a:t>
            </a:fld>
            <a:endParaRPr lang="en-GB" altLang="zh-CN"/>
          </a:p>
        </p:txBody>
      </p:sp>
    </p:spTree>
    <p:extLst>
      <p:ext uri="{BB962C8B-B14F-4D97-AF65-F5344CB8AC3E}">
        <p14:creationId xmlns:p14="http://schemas.microsoft.com/office/powerpoint/2010/main" val="3077745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smtClean="0">
                <a:solidFill>
                  <a:srgbClr val="000000"/>
                </a:solidFill>
                <a:effectLst/>
                <a:ea typeface="微软雅黑"/>
                <a:cs typeface="Times New Roman"/>
              </a:rPr>
              <a:t>作者通过</a:t>
            </a:r>
            <a:r>
              <a:rPr lang="zh-CN" altLang="zh-CN" sz="1200" b="1" dirty="0" smtClean="0">
                <a:solidFill>
                  <a:srgbClr val="FF0000"/>
                </a:solidFill>
                <a:effectLst/>
                <a:ea typeface="微软雅黑"/>
                <a:cs typeface="Times New Roman"/>
              </a:rPr>
              <a:t>结合显式反馈和隐式反馈这两种输入</a:t>
            </a:r>
            <a:r>
              <a:rPr lang="zh-CN" altLang="zh-CN" sz="1200" dirty="0" smtClean="0">
                <a:solidFill>
                  <a:srgbClr val="000000"/>
                </a:solidFill>
                <a:effectLst/>
                <a:ea typeface="微软雅黑"/>
                <a:cs typeface="Times New Roman"/>
              </a:rPr>
              <a:t>，有效的</a:t>
            </a:r>
            <a:r>
              <a:rPr lang="zh-CN" altLang="zh-CN" sz="1200" b="1" dirty="0" smtClean="0">
                <a:solidFill>
                  <a:srgbClr val="FF0000"/>
                </a:solidFill>
                <a:effectLst/>
                <a:ea typeface="微软雅黑"/>
                <a:cs typeface="Times New Roman"/>
              </a:rPr>
              <a:t>解决了信息丢失的问题</a:t>
            </a:r>
            <a:r>
              <a:rPr lang="zh-CN" altLang="zh-CN" sz="1200" dirty="0" smtClean="0">
                <a:solidFill>
                  <a:srgbClr val="000000"/>
                </a:solidFill>
                <a:effectLst/>
                <a:ea typeface="微软雅黑"/>
                <a:cs typeface="Times New Roman"/>
              </a:rPr>
              <a:t>。</a:t>
            </a:r>
            <a:endParaRPr lang="en-US" altLang="zh-CN" sz="1200" dirty="0" smtClean="0">
              <a:solidFill>
                <a:srgbClr val="000000"/>
              </a:solidFill>
              <a:effectLst/>
              <a:ea typeface="微软雅黑"/>
              <a:cs typeface="Times New Roman"/>
            </a:endParaRPr>
          </a:p>
          <a:p>
            <a:endParaRPr lang="en-US" altLang="zh-CN" sz="1200" dirty="0" smtClean="0">
              <a:solidFill>
                <a:srgbClr val="000000"/>
              </a:solidFill>
              <a:effectLst/>
              <a:ea typeface="微软雅黑"/>
              <a:cs typeface="Times New Roman"/>
            </a:endParaRPr>
          </a:p>
          <a:p>
            <a:r>
              <a:rPr lang="zh-CN" altLang="zh-CN" sz="1200" b="1" u="sng" dirty="0" smtClean="0">
                <a:solidFill>
                  <a:srgbClr val="000000"/>
                </a:solidFill>
                <a:effectLst/>
                <a:ea typeface="微软雅黑"/>
                <a:cs typeface="Times New Roman"/>
              </a:rPr>
              <a:t>作者通过结合深度学习和矩阵分解模型的方式，提出了一种称为</a:t>
            </a:r>
            <a:r>
              <a:rPr lang="zh-CN" altLang="zh-CN" sz="1200" b="1" u="sng" dirty="0" smtClean="0">
                <a:solidFill>
                  <a:srgbClr val="FF0000"/>
                </a:solidFill>
                <a:effectLst/>
                <a:ea typeface="微软雅黑"/>
                <a:cs typeface="Times New Roman"/>
              </a:rPr>
              <a:t>深度矩阵分解</a:t>
            </a:r>
            <a:r>
              <a:rPr lang="en-US" altLang="zh-CN" sz="1200" b="1" u="sng" dirty="0" smtClean="0">
                <a:solidFill>
                  <a:srgbClr val="FF0000"/>
                </a:solidFill>
                <a:effectLst/>
                <a:latin typeface="微软雅黑"/>
                <a:cs typeface="Times New Roman"/>
              </a:rPr>
              <a:t>(DMF)</a:t>
            </a:r>
            <a:r>
              <a:rPr lang="zh-CN" altLang="zh-CN" sz="1200" b="1" u="sng" dirty="0" smtClean="0">
                <a:solidFill>
                  <a:srgbClr val="000000"/>
                </a:solidFill>
                <a:effectLst/>
                <a:ea typeface="微软雅黑"/>
                <a:cs typeface="Times New Roman"/>
              </a:rPr>
              <a:t>的模型</a:t>
            </a:r>
            <a:endParaRPr lang="en-US" altLang="zh-CN" sz="1200" b="1" u="sng" dirty="0" smtClean="0">
              <a:solidFill>
                <a:srgbClr val="000000"/>
              </a:solidFill>
              <a:effectLst/>
              <a:ea typeface="微软雅黑"/>
              <a:cs typeface="Times New Roman"/>
            </a:endParaRPr>
          </a:p>
          <a:p>
            <a:endParaRPr lang="en-US" altLang="zh-CN" sz="1200" b="1" u="sng" dirty="0" smtClean="0">
              <a:solidFill>
                <a:srgbClr val="000000"/>
              </a:solidFill>
              <a:effectLst/>
              <a:ea typeface="微软雅黑"/>
              <a:cs typeface="Times New Roman"/>
            </a:endParaRPr>
          </a:p>
          <a:p>
            <a:pPr marL="342900" lvl="0" indent="-342900" algn="l">
              <a:lnSpc>
                <a:spcPct val="150000"/>
              </a:lnSpc>
              <a:spcAft>
                <a:spcPts val="0"/>
              </a:spcAft>
              <a:tabLst>
                <a:tab pos="457200" algn="l"/>
              </a:tabLst>
            </a:pPr>
            <a:r>
              <a:rPr lang="zh-CN" altLang="zh-CN" sz="1200" kern="100" dirty="0" smtClean="0">
                <a:solidFill>
                  <a:srgbClr val="000000"/>
                </a:solidFill>
                <a:effectLst/>
                <a:latin typeface="Calibri"/>
                <a:ea typeface="微软雅黑"/>
                <a:cs typeface="Times New Roman"/>
              </a:rPr>
              <a:t>利用</a:t>
            </a:r>
            <a:r>
              <a:rPr lang="en-US" altLang="zh-CN" sz="1200" kern="100" dirty="0" smtClean="0">
                <a:solidFill>
                  <a:srgbClr val="000000"/>
                </a:solidFill>
                <a:effectLst/>
                <a:latin typeface="微软雅黑"/>
                <a:ea typeface="微软雅黑"/>
                <a:cs typeface="Times New Roman"/>
              </a:rPr>
              <a:t>DMF</a:t>
            </a:r>
            <a:r>
              <a:rPr lang="zh-CN" altLang="zh-CN" sz="1200" b="1" kern="100" dirty="0" smtClean="0">
                <a:solidFill>
                  <a:srgbClr val="000000"/>
                </a:solidFill>
                <a:effectLst/>
                <a:latin typeface="Calibri"/>
                <a:ea typeface="微软雅黑"/>
                <a:cs typeface="Times New Roman"/>
              </a:rPr>
              <a:t>将显示反馈输入中包含的用户和物品信息非线性地映射到了一个低维空间</a:t>
            </a:r>
            <a:endParaRPr lang="zh-CN" altLang="zh-CN" sz="1400" kern="100" dirty="0" smtClean="0">
              <a:effectLst/>
              <a:latin typeface="Calibri"/>
              <a:ea typeface="微软雅黑"/>
              <a:cs typeface="Times New Roman"/>
            </a:endParaRPr>
          </a:p>
          <a:p>
            <a:pPr marL="342900" lvl="0" indent="-342900" algn="l">
              <a:lnSpc>
                <a:spcPct val="150000"/>
              </a:lnSpc>
              <a:spcAft>
                <a:spcPts val="0"/>
              </a:spcAft>
              <a:tabLst>
                <a:tab pos="457200" algn="l"/>
              </a:tabLst>
            </a:pPr>
            <a:r>
              <a:rPr lang="zh-CN" altLang="zh-CN" sz="1200" kern="100" dirty="0" smtClean="0">
                <a:solidFill>
                  <a:srgbClr val="000000"/>
                </a:solidFill>
                <a:effectLst/>
                <a:latin typeface="Calibri"/>
                <a:ea typeface="微软雅黑"/>
                <a:cs typeface="Times New Roman"/>
              </a:rPr>
              <a:t>提出一种既包含显式反馈又包含隐式反馈的损失函数</a:t>
            </a:r>
            <a:endParaRPr lang="zh-CN" altLang="zh-CN" sz="1400" kern="100" dirty="0" smtClean="0">
              <a:effectLst/>
              <a:latin typeface="Calibri"/>
              <a:ea typeface="微软雅黑"/>
              <a:cs typeface="Times New Roman"/>
            </a:endParaRPr>
          </a:p>
          <a:p>
            <a:pPr marL="342900" lvl="0" indent="-342900" algn="l">
              <a:lnSpc>
                <a:spcPct val="150000"/>
              </a:lnSpc>
              <a:spcAft>
                <a:spcPts val="0"/>
              </a:spcAft>
              <a:tabLst>
                <a:tab pos="457200" algn="l"/>
              </a:tabLst>
            </a:pPr>
            <a:r>
              <a:rPr lang="zh-CN" altLang="zh-CN" sz="1200" kern="100" dirty="0" smtClean="0">
                <a:solidFill>
                  <a:srgbClr val="000000"/>
                </a:solidFill>
                <a:effectLst/>
                <a:latin typeface="Calibri"/>
                <a:ea typeface="微软雅黑"/>
                <a:cs typeface="Times New Roman"/>
              </a:rPr>
              <a:t>在多个数据集上跑出来的效果都非常可观</a:t>
            </a:r>
            <a:endParaRPr lang="en-US" altLang="zh-CN" sz="1200" kern="100" dirty="0" smtClean="0">
              <a:solidFill>
                <a:srgbClr val="000000"/>
              </a:solidFill>
              <a:effectLst/>
              <a:latin typeface="Calibri"/>
              <a:ea typeface="微软雅黑"/>
              <a:cs typeface="Times New Roman"/>
            </a:endParaRPr>
          </a:p>
          <a:p>
            <a:pPr marL="342900" lvl="0" indent="-342900" algn="l">
              <a:lnSpc>
                <a:spcPct val="150000"/>
              </a:lnSpc>
              <a:spcAft>
                <a:spcPts val="0"/>
              </a:spcAft>
              <a:tabLst>
                <a:tab pos="457200" algn="l"/>
              </a:tabLst>
            </a:pPr>
            <a:endParaRPr lang="en-US" altLang="zh-CN" sz="1200" kern="100" dirty="0" smtClean="0">
              <a:solidFill>
                <a:srgbClr val="000000"/>
              </a:solidFill>
              <a:effectLst/>
              <a:latin typeface="Calibri"/>
              <a:ea typeface="微软雅黑"/>
              <a:cs typeface="Times New Roman"/>
            </a:endParaRPr>
          </a:p>
          <a:p>
            <a:pPr indent="254000">
              <a:lnSpc>
                <a:spcPct val="150000"/>
              </a:lnSpc>
              <a:spcAft>
                <a:spcPts val="0"/>
              </a:spcAft>
            </a:pPr>
            <a:r>
              <a:rPr lang="zh-CN" altLang="zh-CN" sz="1400" dirty="0" smtClean="0">
                <a:solidFill>
                  <a:srgbClr val="000000"/>
                </a:solidFill>
                <a:effectLst/>
                <a:latin typeface="宋体"/>
                <a:ea typeface="微软雅黑"/>
                <a:cs typeface="宋体"/>
              </a:rPr>
              <a:t>和绝大多数的深度学习</a:t>
            </a:r>
            <a:r>
              <a:rPr lang="en-US" altLang="zh-CN" sz="1400" dirty="0" smtClean="0">
                <a:solidFill>
                  <a:srgbClr val="000000"/>
                </a:solidFill>
                <a:effectLst/>
                <a:latin typeface="微软雅黑"/>
                <a:cs typeface="宋体"/>
              </a:rPr>
              <a:t>+</a:t>
            </a:r>
            <a:r>
              <a:rPr lang="zh-CN" altLang="zh-CN" sz="1400" dirty="0" smtClean="0">
                <a:solidFill>
                  <a:srgbClr val="000000"/>
                </a:solidFill>
                <a:effectLst/>
                <a:latin typeface="宋体"/>
                <a:ea typeface="微软雅黑"/>
                <a:cs typeface="宋体"/>
              </a:rPr>
              <a:t>矩阵分解的方法不同，</a:t>
            </a:r>
            <a:r>
              <a:rPr lang="zh-CN" altLang="zh-CN" sz="1400" b="1" dirty="0" smtClean="0">
                <a:solidFill>
                  <a:srgbClr val="000000"/>
                </a:solidFill>
                <a:effectLst/>
                <a:latin typeface="宋体"/>
                <a:ea typeface="微软雅黑"/>
                <a:cs typeface="宋体"/>
              </a:rPr>
              <a:t>该模型并没有引入其他信息</a:t>
            </a:r>
            <a:r>
              <a:rPr lang="en-US" altLang="zh-CN" sz="1400" b="1" dirty="0" smtClean="0">
                <a:solidFill>
                  <a:srgbClr val="000000"/>
                </a:solidFill>
                <a:effectLst/>
                <a:latin typeface="微软雅黑"/>
                <a:cs typeface="宋体"/>
              </a:rPr>
              <a:t>(side information)</a:t>
            </a:r>
            <a:r>
              <a:rPr lang="zh-CN" altLang="zh-CN" sz="1400" b="1" dirty="0" smtClean="0">
                <a:solidFill>
                  <a:srgbClr val="000000"/>
                </a:solidFill>
                <a:effectLst/>
                <a:latin typeface="宋体"/>
                <a:ea typeface="微软雅黑"/>
                <a:cs typeface="宋体"/>
              </a:rPr>
              <a:t>来辅助描述用户和物品</a:t>
            </a:r>
            <a:r>
              <a:rPr lang="zh-CN" altLang="zh-CN" sz="1400" dirty="0" smtClean="0">
                <a:solidFill>
                  <a:srgbClr val="000000"/>
                </a:solidFill>
                <a:effectLst/>
                <a:latin typeface="宋体"/>
                <a:ea typeface="微软雅黑"/>
                <a:cs typeface="宋体"/>
              </a:rPr>
              <a:t>。作者巧妙地利用</a:t>
            </a:r>
            <a:r>
              <a:rPr lang="zh-CN" altLang="zh-CN" sz="1400" b="1" u="sng" dirty="0" smtClean="0">
                <a:solidFill>
                  <a:srgbClr val="FF0000"/>
                </a:solidFill>
                <a:effectLst/>
                <a:latin typeface="宋体"/>
                <a:ea typeface="微软雅黑"/>
                <a:cs typeface="宋体"/>
              </a:rPr>
              <a:t>评分矩阵的行向量作为用户信息，列向量作为物品信息</a:t>
            </a:r>
            <a:r>
              <a:rPr lang="zh-CN" altLang="zh-CN" sz="1400" dirty="0" smtClean="0">
                <a:solidFill>
                  <a:srgbClr val="000000"/>
                </a:solidFill>
                <a:effectLst/>
                <a:latin typeface="宋体"/>
                <a:ea typeface="微软雅黑"/>
                <a:cs typeface="宋体"/>
              </a:rPr>
              <a:t>，分别输入到两个多层神经网络中，进行特征提取，大致步骤如下：</a:t>
            </a:r>
            <a:endParaRPr lang="zh-CN" altLang="zh-CN" sz="1600" dirty="0" smtClean="0">
              <a:effectLst/>
              <a:latin typeface="宋体"/>
              <a:cs typeface="宋体"/>
            </a:endParaRPr>
          </a:p>
          <a:p>
            <a:pPr marL="342900" lvl="0" indent="-342900" algn="l">
              <a:lnSpc>
                <a:spcPct val="150000"/>
              </a:lnSpc>
              <a:spcAft>
                <a:spcPts val="0"/>
              </a:spcAft>
              <a:tabLst>
                <a:tab pos="457200" algn="l"/>
              </a:tabLst>
            </a:pPr>
            <a:r>
              <a:rPr lang="zh-CN" altLang="zh-CN" sz="1400" kern="100" dirty="0" smtClean="0">
                <a:solidFill>
                  <a:srgbClr val="000000"/>
                </a:solidFill>
                <a:effectLst/>
                <a:latin typeface="Calibri"/>
                <a:ea typeface="微软雅黑"/>
                <a:cs typeface="Times New Roman"/>
              </a:rPr>
              <a:t>初始化两个神经网络</a:t>
            </a:r>
            <a:endParaRPr lang="zh-CN" altLang="zh-CN" sz="1600" kern="100" dirty="0" smtClean="0">
              <a:effectLst/>
              <a:latin typeface="Calibri"/>
              <a:ea typeface="微软雅黑"/>
              <a:cs typeface="Times New Roman"/>
            </a:endParaRPr>
          </a:p>
          <a:p>
            <a:pPr marL="342900" lvl="0" indent="-342900" algn="l">
              <a:lnSpc>
                <a:spcPct val="150000"/>
              </a:lnSpc>
              <a:spcAft>
                <a:spcPts val="0"/>
              </a:spcAft>
              <a:tabLst>
                <a:tab pos="457200" algn="l"/>
              </a:tabLst>
            </a:pPr>
            <a:r>
              <a:rPr lang="zh-CN" altLang="zh-CN" sz="1400" kern="100" dirty="0" smtClean="0">
                <a:solidFill>
                  <a:srgbClr val="000000"/>
                </a:solidFill>
                <a:effectLst/>
                <a:latin typeface="Calibri"/>
                <a:ea typeface="微软雅黑"/>
                <a:cs typeface="Times New Roman"/>
              </a:rPr>
              <a:t>将行、列向量</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分别输入到两个神经网络中，一层层进行特征提取，并且</a:t>
            </a:r>
            <a:r>
              <a:rPr lang="zh-CN" altLang="zh-CN" sz="1400" kern="100" dirty="0" smtClean="0">
                <a:solidFill>
                  <a:srgbClr val="FF0000"/>
                </a:solidFill>
                <a:effectLst/>
                <a:latin typeface="Calibri"/>
                <a:ea typeface="微软雅黑"/>
                <a:cs typeface="Times New Roman"/>
              </a:rPr>
              <a:t>确保两个神经网络输出特征的维度一样</a:t>
            </a:r>
            <a:r>
              <a:rPr lang="zh-CN" altLang="zh-CN" sz="1400" kern="100" dirty="0" smtClean="0">
                <a:solidFill>
                  <a:srgbClr val="000000"/>
                </a:solidFill>
                <a:effectLst/>
                <a:latin typeface="Calibri"/>
                <a:ea typeface="微软雅黑"/>
                <a:cs typeface="Times New Roman"/>
              </a:rPr>
              <a:t>，此时输出的就是用户特征</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和物品特征</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a:t>
            </a:r>
            <a:endParaRPr lang="zh-CN" altLang="zh-CN" sz="1600" kern="100" dirty="0" smtClean="0">
              <a:effectLst/>
              <a:latin typeface="Calibri"/>
              <a:ea typeface="微软雅黑"/>
              <a:cs typeface="Times New Roman"/>
            </a:endParaRPr>
          </a:p>
          <a:p>
            <a:r>
              <a:rPr lang="zh-CN" altLang="zh-CN" sz="1400" dirty="0" smtClean="0">
                <a:solidFill>
                  <a:srgbClr val="000000"/>
                </a:solidFill>
                <a:effectLst/>
                <a:ea typeface="微软雅黑"/>
                <a:cs typeface="Times New Roman"/>
              </a:rPr>
              <a:t>计算两个特征的相似度，相似度越高，那么用户</a:t>
            </a:r>
            <a:r>
              <a:rPr lang="en-US" altLang="zh-CN" sz="1400" dirty="0" smtClean="0">
                <a:solidFill>
                  <a:srgbClr val="000000"/>
                </a:solidFill>
                <a:effectLst/>
                <a:latin typeface="微软雅黑"/>
                <a:cs typeface="Times New Roman"/>
              </a:rPr>
              <a:t>i</a:t>
            </a:r>
            <a:r>
              <a:rPr lang="zh-CN" altLang="zh-CN" sz="1400" dirty="0" smtClean="0">
                <a:solidFill>
                  <a:srgbClr val="000000"/>
                </a:solidFill>
                <a:effectLst/>
                <a:ea typeface="微软雅黑"/>
                <a:cs typeface="Times New Roman"/>
              </a:rPr>
              <a:t>越有可能对物品</a:t>
            </a:r>
            <a:r>
              <a:rPr lang="en-US" altLang="zh-CN" sz="1400" dirty="0" smtClean="0">
                <a:solidFill>
                  <a:srgbClr val="000000"/>
                </a:solidFill>
                <a:effectLst/>
                <a:latin typeface="微软雅黑"/>
                <a:cs typeface="Times New Roman"/>
              </a:rPr>
              <a:t>j</a:t>
            </a:r>
            <a:r>
              <a:rPr lang="zh-CN" altLang="zh-CN" sz="1400" dirty="0" smtClean="0">
                <a:solidFill>
                  <a:srgbClr val="000000"/>
                </a:solidFill>
                <a:effectLst/>
                <a:ea typeface="微软雅黑"/>
                <a:cs typeface="Times New Roman"/>
              </a:rPr>
              <a:t>感兴趣，作者选用余弦相似度描述两者的相似程度：</a:t>
            </a:r>
            <a:endParaRPr lang="zh-CN" altLang="zh-CN" sz="1400" kern="100" dirty="0" smtClean="0">
              <a:effectLst/>
              <a:latin typeface="Calibri"/>
              <a:ea typeface="微软雅黑"/>
              <a:cs typeface="Times New Roman"/>
            </a:endParaRPr>
          </a:p>
          <a:p>
            <a:endParaRPr lang="zh-CN" altLang="en-US" dirty="0"/>
          </a:p>
        </p:txBody>
      </p:sp>
      <p:sp>
        <p:nvSpPr>
          <p:cNvPr id="4" name="灯片编号占位符 3"/>
          <p:cNvSpPr>
            <a:spLocks noGrp="1"/>
          </p:cNvSpPr>
          <p:nvPr>
            <p:ph type="sldNum" sz="quarter" idx="10"/>
          </p:nvPr>
        </p:nvSpPr>
        <p:spPr/>
        <p:txBody>
          <a:bodyPr/>
          <a:lstStyle/>
          <a:p>
            <a:pPr>
              <a:defRPr/>
            </a:pPr>
            <a:fld id="{DCCD4B15-A56A-44FA-9B73-183178B7B7E2}" type="slidenum">
              <a:rPr lang="en-GB" altLang="zh-CN" smtClean="0"/>
              <a:pPr>
                <a:defRPr/>
              </a:pPr>
              <a:t>30</a:t>
            </a:fld>
            <a:endParaRPr lang="en-GB" altLang="zh-CN"/>
          </a:p>
        </p:txBody>
      </p:sp>
    </p:spTree>
    <p:extLst>
      <p:ext uri="{BB962C8B-B14F-4D97-AF65-F5344CB8AC3E}">
        <p14:creationId xmlns:p14="http://schemas.microsoft.com/office/powerpoint/2010/main" val="1308328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50000"/>
              </a:lnSpc>
              <a:spcAft>
                <a:spcPts val="0"/>
              </a:spcAft>
            </a:pPr>
            <a:r>
              <a:rPr lang="zh-CN" altLang="zh-CN" sz="1200" kern="100" dirty="0" smtClean="0">
                <a:effectLst/>
                <a:latin typeface="Calibri"/>
                <a:ea typeface="微软雅黑"/>
                <a:cs typeface="Times New Roman"/>
              </a:rPr>
              <a:t>本文提出一种</a:t>
            </a:r>
            <a:r>
              <a:rPr lang="en-US" altLang="zh-CN" sz="1200" kern="100" dirty="0" smtClean="0">
                <a:solidFill>
                  <a:srgbClr val="FF0000"/>
                </a:solidFill>
                <a:effectLst/>
                <a:latin typeface="Calibri"/>
                <a:ea typeface="微软雅黑"/>
                <a:cs typeface="Times New Roman"/>
              </a:rPr>
              <a:t>PACE</a:t>
            </a:r>
            <a:r>
              <a:rPr lang="zh-CN" altLang="zh-CN" sz="1200" kern="100" dirty="0" smtClean="0">
                <a:solidFill>
                  <a:srgbClr val="FF0000"/>
                </a:solidFill>
                <a:effectLst/>
                <a:latin typeface="Calibri"/>
                <a:ea typeface="微软雅黑"/>
                <a:cs typeface="Times New Roman"/>
              </a:rPr>
              <a:t>（</a:t>
            </a:r>
            <a:r>
              <a:rPr lang="en-US" altLang="zh-CN" sz="1200" kern="100" dirty="0" smtClean="0">
                <a:solidFill>
                  <a:srgbClr val="FF0000"/>
                </a:solidFill>
                <a:effectLst/>
                <a:latin typeface="Calibri"/>
                <a:ea typeface="微软雅黑"/>
                <a:cs typeface="Times New Roman"/>
              </a:rPr>
              <a:t>Preference and Context Embedding</a:t>
            </a:r>
            <a:r>
              <a:rPr lang="zh-CN" altLang="zh-CN" sz="1200" kern="100" dirty="0" smtClean="0">
                <a:solidFill>
                  <a:srgbClr val="FF0000"/>
                </a:solidFill>
                <a:effectLst/>
                <a:latin typeface="Calibri"/>
                <a:ea typeface="微软雅黑"/>
                <a:cs typeface="Times New Roman"/>
              </a:rPr>
              <a:t>）</a:t>
            </a:r>
            <a:r>
              <a:rPr lang="zh-CN" altLang="zh-CN" sz="1200" kern="100" dirty="0" smtClean="0">
                <a:effectLst/>
                <a:latin typeface="Calibri"/>
                <a:ea typeface="微软雅黑"/>
                <a:cs typeface="Times New Roman"/>
              </a:rPr>
              <a:t>框架，</a:t>
            </a:r>
            <a:r>
              <a:rPr lang="zh-CN" altLang="zh-CN" sz="1200" b="1" kern="100" dirty="0" smtClean="0">
                <a:effectLst/>
                <a:latin typeface="Calibri"/>
                <a:ea typeface="微软雅黑"/>
                <a:cs typeface="Times New Roman"/>
              </a:rPr>
              <a:t>用神经网络模型结合了协同过滤</a:t>
            </a:r>
            <a:r>
              <a:rPr lang="en-US" altLang="zh-CN" sz="1200" b="1" kern="100" dirty="0" smtClean="0">
                <a:effectLst/>
                <a:latin typeface="Calibri"/>
                <a:ea typeface="微软雅黑"/>
                <a:cs typeface="Times New Roman"/>
              </a:rPr>
              <a:t>(CF)</a:t>
            </a:r>
            <a:r>
              <a:rPr lang="zh-CN" altLang="zh-CN" sz="1200" b="1" kern="100" dirty="0" smtClean="0">
                <a:effectLst/>
                <a:latin typeface="Calibri"/>
                <a:ea typeface="微软雅黑"/>
                <a:cs typeface="Times New Roman"/>
              </a:rPr>
              <a:t>和半监督学习</a:t>
            </a:r>
            <a:r>
              <a:rPr lang="en-US" altLang="zh-CN" sz="1200" b="1" kern="100" dirty="0" smtClean="0">
                <a:effectLst/>
                <a:latin typeface="Calibri"/>
                <a:ea typeface="微软雅黑"/>
                <a:cs typeface="Times New Roman"/>
              </a:rPr>
              <a:t>(SSL)</a:t>
            </a:r>
            <a:r>
              <a:rPr lang="zh-CN" altLang="zh-CN" sz="1200" b="1" kern="100" dirty="0" smtClean="0">
                <a:effectLst/>
                <a:latin typeface="Calibri"/>
                <a:ea typeface="微软雅黑"/>
                <a:cs typeface="Times New Roman"/>
              </a:rPr>
              <a:t>的方法，进行兴趣点推荐</a:t>
            </a:r>
            <a:r>
              <a:rPr lang="en-US" altLang="zh-CN" sz="1200" b="1" kern="100" dirty="0" smtClean="0">
                <a:effectLst/>
                <a:latin typeface="Calibri"/>
                <a:ea typeface="微软雅黑"/>
                <a:cs typeface="Times New Roman"/>
              </a:rPr>
              <a:t>(POI)</a:t>
            </a:r>
            <a:r>
              <a:rPr lang="zh-CN" altLang="zh-CN" sz="1200" kern="100" dirty="0" smtClean="0">
                <a:effectLst/>
                <a:latin typeface="Calibri"/>
                <a:ea typeface="微软雅黑"/>
                <a:cs typeface="Times New Roman"/>
              </a:rPr>
              <a:t>。</a:t>
            </a:r>
            <a:r>
              <a:rPr lang="en-US" altLang="zh-CN" sz="1200" kern="100" dirty="0" smtClean="0">
                <a:effectLst/>
                <a:latin typeface="Calibri"/>
                <a:ea typeface="微软雅黑"/>
                <a:cs typeface="Times New Roman"/>
              </a:rPr>
              <a:t>PACE</a:t>
            </a:r>
            <a:r>
              <a:rPr lang="zh-CN" altLang="zh-CN" sz="1200" kern="100" dirty="0" smtClean="0">
                <a:effectLst/>
                <a:latin typeface="Calibri"/>
                <a:ea typeface="微软雅黑"/>
                <a:cs typeface="Times New Roman"/>
              </a:rPr>
              <a:t>的主体分为两部分：</a:t>
            </a:r>
            <a:r>
              <a:rPr lang="en-US" altLang="zh-CN" sz="1200" kern="100" dirty="0" smtClean="0">
                <a:effectLst/>
                <a:latin typeface="Calibri"/>
                <a:ea typeface="微软雅黑"/>
                <a:cs typeface="Times New Roman"/>
              </a:rPr>
              <a:t> CF</a:t>
            </a:r>
            <a:r>
              <a:rPr lang="zh-CN" altLang="zh-CN" sz="1200" kern="100" dirty="0" smtClean="0">
                <a:effectLst/>
                <a:latin typeface="Calibri"/>
                <a:ea typeface="微软雅黑"/>
                <a:cs typeface="Times New Roman"/>
              </a:rPr>
              <a:t>和</a:t>
            </a:r>
            <a:r>
              <a:rPr lang="en-US" altLang="zh-CN" sz="1200" kern="100" dirty="0" smtClean="0">
                <a:effectLst/>
                <a:latin typeface="Calibri"/>
                <a:ea typeface="微软雅黑"/>
                <a:cs typeface="Times New Roman"/>
              </a:rPr>
              <a:t>SSL</a:t>
            </a:r>
            <a:r>
              <a:rPr lang="zh-CN" altLang="zh-CN" sz="1200" kern="100" dirty="0" smtClean="0">
                <a:effectLst/>
                <a:latin typeface="Calibri"/>
                <a:ea typeface="微软雅黑"/>
                <a:cs typeface="Times New Roman"/>
              </a:rPr>
              <a:t>，</a:t>
            </a:r>
            <a:r>
              <a:rPr lang="en-US" altLang="zh-CN" sz="1200" kern="100" dirty="0" smtClean="0">
                <a:effectLst/>
                <a:latin typeface="Calibri"/>
                <a:ea typeface="微软雅黑"/>
                <a:cs typeface="Times New Roman"/>
              </a:rPr>
              <a:t>CF</a:t>
            </a:r>
            <a:r>
              <a:rPr lang="zh-CN" altLang="zh-CN" sz="1200" kern="100" dirty="0" smtClean="0">
                <a:effectLst/>
                <a:latin typeface="Calibri"/>
                <a:ea typeface="微软雅黑"/>
                <a:cs typeface="Times New Roman"/>
              </a:rPr>
              <a:t>用的是正负采样的方法， 而</a:t>
            </a:r>
            <a:r>
              <a:rPr lang="en-US" altLang="zh-CN" sz="1200" kern="100" dirty="0" smtClean="0">
                <a:effectLst/>
                <a:latin typeface="Calibri"/>
                <a:ea typeface="微软雅黑"/>
                <a:cs typeface="Times New Roman"/>
              </a:rPr>
              <a:t>SSL</a:t>
            </a:r>
            <a:r>
              <a:rPr lang="zh-CN" altLang="zh-CN" sz="1200" kern="100" dirty="0" smtClean="0">
                <a:effectLst/>
                <a:latin typeface="Calibri"/>
                <a:ea typeface="微软雅黑"/>
                <a:cs typeface="Times New Roman"/>
              </a:rPr>
              <a:t>用的是</a:t>
            </a:r>
            <a:r>
              <a:rPr lang="en-US" altLang="zh-CN" sz="1200" kern="100" dirty="0" err="1" smtClean="0">
                <a:effectLst/>
                <a:latin typeface="Calibri"/>
                <a:ea typeface="微软雅黑"/>
                <a:cs typeface="Times New Roman"/>
              </a:rPr>
              <a:t>skipgram</a:t>
            </a:r>
            <a:r>
              <a:rPr lang="zh-CN" altLang="zh-CN" sz="1200" kern="100" dirty="0" smtClean="0">
                <a:effectLst/>
                <a:latin typeface="Calibri"/>
                <a:ea typeface="微软雅黑"/>
                <a:cs typeface="Times New Roman"/>
              </a:rPr>
              <a:t>算法。</a:t>
            </a:r>
          </a:p>
          <a:p>
            <a:endParaRPr lang="zh-CN" altLang="en-US" dirty="0"/>
          </a:p>
        </p:txBody>
      </p:sp>
      <p:sp>
        <p:nvSpPr>
          <p:cNvPr id="4" name="灯片编号占位符 3"/>
          <p:cNvSpPr>
            <a:spLocks noGrp="1"/>
          </p:cNvSpPr>
          <p:nvPr>
            <p:ph type="sldNum" sz="quarter" idx="10"/>
          </p:nvPr>
        </p:nvSpPr>
        <p:spPr/>
        <p:txBody>
          <a:bodyPr/>
          <a:lstStyle/>
          <a:p>
            <a:pPr>
              <a:defRPr/>
            </a:pPr>
            <a:fld id="{DCCD4B15-A56A-44FA-9B73-183178B7B7E2}" type="slidenum">
              <a:rPr lang="en-GB" altLang="zh-CN" smtClean="0"/>
              <a:pPr>
                <a:defRPr/>
              </a:pPr>
              <a:t>31</a:t>
            </a:fld>
            <a:endParaRPr lang="en-GB" altLang="zh-CN"/>
          </a:p>
        </p:txBody>
      </p:sp>
    </p:spTree>
    <p:extLst>
      <p:ext uri="{BB962C8B-B14F-4D97-AF65-F5344CB8AC3E}">
        <p14:creationId xmlns:p14="http://schemas.microsoft.com/office/powerpoint/2010/main" val="2855910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smtClean="0">
                <a:solidFill>
                  <a:srgbClr val="000000"/>
                </a:solidFill>
                <a:effectLst/>
                <a:ea typeface="微软雅黑"/>
                <a:cs typeface="Times New Roman"/>
              </a:rPr>
              <a:t>作者通过</a:t>
            </a:r>
            <a:r>
              <a:rPr lang="zh-CN" altLang="zh-CN" sz="1200" b="1" dirty="0" smtClean="0">
                <a:solidFill>
                  <a:srgbClr val="FF0000"/>
                </a:solidFill>
                <a:effectLst/>
                <a:ea typeface="微软雅黑"/>
                <a:cs typeface="Times New Roman"/>
              </a:rPr>
              <a:t>结合显式反馈和隐式反馈这两种输入</a:t>
            </a:r>
            <a:r>
              <a:rPr lang="zh-CN" altLang="zh-CN" sz="1200" dirty="0" smtClean="0">
                <a:solidFill>
                  <a:srgbClr val="000000"/>
                </a:solidFill>
                <a:effectLst/>
                <a:ea typeface="微软雅黑"/>
                <a:cs typeface="Times New Roman"/>
              </a:rPr>
              <a:t>，有效的</a:t>
            </a:r>
            <a:r>
              <a:rPr lang="zh-CN" altLang="zh-CN" sz="1200" b="1" dirty="0" smtClean="0">
                <a:solidFill>
                  <a:srgbClr val="FF0000"/>
                </a:solidFill>
                <a:effectLst/>
                <a:ea typeface="微软雅黑"/>
                <a:cs typeface="Times New Roman"/>
              </a:rPr>
              <a:t>解决了信息丢失的问题</a:t>
            </a:r>
            <a:r>
              <a:rPr lang="zh-CN" altLang="zh-CN" sz="1200" dirty="0" smtClean="0">
                <a:solidFill>
                  <a:srgbClr val="000000"/>
                </a:solidFill>
                <a:effectLst/>
                <a:ea typeface="微软雅黑"/>
                <a:cs typeface="Times New Roman"/>
              </a:rPr>
              <a:t>。</a:t>
            </a:r>
            <a:endParaRPr lang="en-US" altLang="zh-CN" sz="1200" dirty="0" smtClean="0">
              <a:solidFill>
                <a:srgbClr val="000000"/>
              </a:solidFill>
              <a:effectLst/>
              <a:ea typeface="微软雅黑"/>
              <a:cs typeface="Times New Roman"/>
            </a:endParaRPr>
          </a:p>
          <a:p>
            <a:endParaRPr lang="en-US" altLang="zh-CN" sz="1200" dirty="0" smtClean="0">
              <a:solidFill>
                <a:srgbClr val="000000"/>
              </a:solidFill>
              <a:effectLst/>
              <a:ea typeface="微软雅黑"/>
              <a:cs typeface="Times New Roman"/>
            </a:endParaRPr>
          </a:p>
          <a:p>
            <a:r>
              <a:rPr lang="zh-CN" altLang="zh-CN" sz="1200" b="1" u="sng" dirty="0" smtClean="0">
                <a:solidFill>
                  <a:srgbClr val="000000"/>
                </a:solidFill>
                <a:effectLst/>
                <a:ea typeface="微软雅黑"/>
                <a:cs typeface="Times New Roman"/>
              </a:rPr>
              <a:t>作者通过结合深度学习和矩阵分解模型的方式，提出了一种称为</a:t>
            </a:r>
            <a:r>
              <a:rPr lang="zh-CN" altLang="zh-CN" sz="1200" b="1" u="sng" dirty="0" smtClean="0">
                <a:solidFill>
                  <a:srgbClr val="FF0000"/>
                </a:solidFill>
                <a:effectLst/>
                <a:ea typeface="微软雅黑"/>
                <a:cs typeface="Times New Roman"/>
              </a:rPr>
              <a:t>深度矩阵分解</a:t>
            </a:r>
            <a:r>
              <a:rPr lang="en-US" altLang="zh-CN" sz="1200" b="1" u="sng" dirty="0" smtClean="0">
                <a:solidFill>
                  <a:srgbClr val="FF0000"/>
                </a:solidFill>
                <a:effectLst/>
                <a:latin typeface="微软雅黑"/>
                <a:cs typeface="Times New Roman"/>
              </a:rPr>
              <a:t>(DMF)</a:t>
            </a:r>
            <a:r>
              <a:rPr lang="zh-CN" altLang="zh-CN" sz="1200" b="1" u="sng" dirty="0" smtClean="0">
                <a:solidFill>
                  <a:srgbClr val="000000"/>
                </a:solidFill>
                <a:effectLst/>
                <a:ea typeface="微软雅黑"/>
                <a:cs typeface="Times New Roman"/>
              </a:rPr>
              <a:t>的模型</a:t>
            </a:r>
            <a:endParaRPr lang="en-US" altLang="zh-CN" sz="1200" b="1" u="sng" dirty="0" smtClean="0">
              <a:solidFill>
                <a:srgbClr val="000000"/>
              </a:solidFill>
              <a:effectLst/>
              <a:ea typeface="微软雅黑"/>
              <a:cs typeface="Times New Roman"/>
            </a:endParaRPr>
          </a:p>
          <a:p>
            <a:endParaRPr lang="en-US" altLang="zh-CN" sz="1200" b="1" u="sng" dirty="0" smtClean="0">
              <a:solidFill>
                <a:srgbClr val="000000"/>
              </a:solidFill>
              <a:effectLst/>
              <a:ea typeface="微软雅黑"/>
              <a:cs typeface="Times New Roman"/>
            </a:endParaRPr>
          </a:p>
          <a:p>
            <a:pPr marL="342900" lvl="0" indent="-342900" algn="l">
              <a:lnSpc>
                <a:spcPct val="150000"/>
              </a:lnSpc>
              <a:spcAft>
                <a:spcPts val="0"/>
              </a:spcAft>
              <a:tabLst>
                <a:tab pos="457200" algn="l"/>
              </a:tabLst>
            </a:pPr>
            <a:r>
              <a:rPr lang="zh-CN" altLang="zh-CN" sz="1200" kern="100" dirty="0" smtClean="0">
                <a:solidFill>
                  <a:srgbClr val="000000"/>
                </a:solidFill>
                <a:effectLst/>
                <a:latin typeface="Calibri"/>
                <a:ea typeface="微软雅黑"/>
                <a:cs typeface="Times New Roman"/>
              </a:rPr>
              <a:t>利用</a:t>
            </a:r>
            <a:r>
              <a:rPr lang="en-US" altLang="zh-CN" sz="1200" kern="100" dirty="0" smtClean="0">
                <a:solidFill>
                  <a:srgbClr val="000000"/>
                </a:solidFill>
                <a:effectLst/>
                <a:latin typeface="微软雅黑"/>
                <a:ea typeface="微软雅黑"/>
                <a:cs typeface="Times New Roman"/>
              </a:rPr>
              <a:t>DMF</a:t>
            </a:r>
            <a:r>
              <a:rPr lang="zh-CN" altLang="zh-CN" sz="1200" b="1" kern="100" dirty="0" smtClean="0">
                <a:solidFill>
                  <a:srgbClr val="000000"/>
                </a:solidFill>
                <a:effectLst/>
                <a:latin typeface="Calibri"/>
                <a:ea typeface="微软雅黑"/>
                <a:cs typeface="Times New Roman"/>
              </a:rPr>
              <a:t>将显示反馈输入中包含的用户和物品信息非线性地映射到了一个低维空间</a:t>
            </a:r>
            <a:endParaRPr lang="zh-CN" altLang="zh-CN" sz="1400" kern="100" dirty="0" smtClean="0">
              <a:effectLst/>
              <a:latin typeface="Calibri"/>
              <a:ea typeface="微软雅黑"/>
              <a:cs typeface="Times New Roman"/>
            </a:endParaRPr>
          </a:p>
          <a:p>
            <a:pPr marL="342900" lvl="0" indent="-342900" algn="l">
              <a:lnSpc>
                <a:spcPct val="150000"/>
              </a:lnSpc>
              <a:spcAft>
                <a:spcPts val="0"/>
              </a:spcAft>
              <a:tabLst>
                <a:tab pos="457200" algn="l"/>
              </a:tabLst>
            </a:pPr>
            <a:r>
              <a:rPr lang="zh-CN" altLang="zh-CN" sz="1200" kern="100" dirty="0" smtClean="0">
                <a:solidFill>
                  <a:srgbClr val="000000"/>
                </a:solidFill>
                <a:effectLst/>
                <a:latin typeface="Calibri"/>
                <a:ea typeface="微软雅黑"/>
                <a:cs typeface="Times New Roman"/>
              </a:rPr>
              <a:t>提出一种既包含显式反馈又包含隐式反馈的损失函数</a:t>
            </a:r>
            <a:endParaRPr lang="zh-CN" altLang="zh-CN" sz="1400" kern="100" dirty="0" smtClean="0">
              <a:effectLst/>
              <a:latin typeface="Calibri"/>
              <a:ea typeface="微软雅黑"/>
              <a:cs typeface="Times New Roman"/>
            </a:endParaRPr>
          </a:p>
          <a:p>
            <a:pPr marL="342900" lvl="0" indent="-342900" algn="l">
              <a:lnSpc>
                <a:spcPct val="150000"/>
              </a:lnSpc>
              <a:spcAft>
                <a:spcPts val="0"/>
              </a:spcAft>
              <a:tabLst>
                <a:tab pos="457200" algn="l"/>
              </a:tabLst>
            </a:pPr>
            <a:r>
              <a:rPr lang="zh-CN" altLang="zh-CN" sz="1200" kern="100" dirty="0" smtClean="0">
                <a:solidFill>
                  <a:srgbClr val="000000"/>
                </a:solidFill>
                <a:effectLst/>
                <a:latin typeface="Calibri"/>
                <a:ea typeface="微软雅黑"/>
                <a:cs typeface="Times New Roman"/>
              </a:rPr>
              <a:t>在多个数据集上跑出来的效果都非常可观</a:t>
            </a:r>
            <a:endParaRPr lang="en-US" altLang="zh-CN" sz="1200" kern="100" dirty="0" smtClean="0">
              <a:solidFill>
                <a:srgbClr val="000000"/>
              </a:solidFill>
              <a:effectLst/>
              <a:latin typeface="Calibri"/>
              <a:ea typeface="微软雅黑"/>
              <a:cs typeface="Times New Roman"/>
            </a:endParaRPr>
          </a:p>
          <a:p>
            <a:pPr marL="342900" lvl="0" indent="-342900" algn="l">
              <a:lnSpc>
                <a:spcPct val="150000"/>
              </a:lnSpc>
              <a:spcAft>
                <a:spcPts val="0"/>
              </a:spcAft>
              <a:tabLst>
                <a:tab pos="457200" algn="l"/>
              </a:tabLst>
            </a:pPr>
            <a:endParaRPr lang="en-US" altLang="zh-CN" sz="1200" kern="100" dirty="0" smtClean="0">
              <a:solidFill>
                <a:srgbClr val="000000"/>
              </a:solidFill>
              <a:effectLst/>
              <a:latin typeface="Calibri"/>
              <a:ea typeface="微软雅黑"/>
              <a:cs typeface="Times New Roman"/>
            </a:endParaRPr>
          </a:p>
          <a:p>
            <a:pPr indent="254000">
              <a:lnSpc>
                <a:spcPct val="150000"/>
              </a:lnSpc>
              <a:spcAft>
                <a:spcPts val="0"/>
              </a:spcAft>
            </a:pPr>
            <a:r>
              <a:rPr lang="zh-CN" altLang="zh-CN" sz="1400" dirty="0" smtClean="0">
                <a:solidFill>
                  <a:srgbClr val="000000"/>
                </a:solidFill>
                <a:effectLst/>
                <a:latin typeface="宋体"/>
                <a:ea typeface="微软雅黑"/>
                <a:cs typeface="宋体"/>
              </a:rPr>
              <a:t>和绝大多数的深度学习</a:t>
            </a:r>
            <a:r>
              <a:rPr lang="en-US" altLang="zh-CN" sz="1400" dirty="0" smtClean="0">
                <a:solidFill>
                  <a:srgbClr val="000000"/>
                </a:solidFill>
                <a:effectLst/>
                <a:latin typeface="微软雅黑"/>
                <a:cs typeface="宋体"/>
              </a:rPr>
              <a:t>+</a:t>
            </a:r>
            <a:r>
              <a:rPr lang="zh-CN" altLang="zh-CN" sz="1400" dirty="0" smtClean="0">
                <a:solidFill>
                  <a:srgbClr val="000000"/>
                </a:solidFill>
                <a:effectLst/>
                <a:latin typeface="宋体"/>
                <a:ea typeface="微软雅黑"/>
                <a:cs typeface="宋体"/>
              </a:rPr>
              <a:t>矩阵分解的方法不同，</a:t>
            </a:r>
            <a:r>
              <a:rPr lang="zh-CN" altLang="zh-CN" sz="1400" b="1" dirty="0" smtClean="0">
                <a:solidFill>
                  <a:srgbClr val="000000"/>
                </a:solidFill>
                <a:effectLst/>
                <a:latin typeface="宋体"/>
                <a:ea typeface="微软雅黑"/>
                <a:cs typeface="宋体"/>
              </a:rPr>
              <a:t>该模型并没有引入其他信息</a:t>
            </a:r>
            <a:r>
              <a:rPr lang="en-US" altLang="zh-CN" sz="1400" b="1" dirty="0" smtClean="0">
                <a:solidFill>
                  <a:srgbClr val="000000"/>
                </a:solidFill>
                <a:effectLst/>
                <a:latin typeface="微软雅黑"/>
                <a:cs typeface="宋体"/>
              </a:rPr>
              <a:t>(side information)</a:t>
            </a:r>
            <a:r>
              <a:rPr lang="zh-CN" altLang="zh-CN" sz="1400" b="1" dirty="0" smtClean="0">
                <a:solidFill>
                  <a:srgbClr val="000000"/>
                </a:solidFill>
                <a:effectLst/>
                <a:latin typeface="宋体"/>
                <a:ea typeface="微软雅黑"/>
                <a:cs typeface="宋体"/>
              </a:rPr>
              <a:t>来辅助描述用户和物品</a:t>
            </a:r>
            <a:r>
              <a:rPr lang="zh-CN" altLang="zh-CN" sz="1400" dirty="0" smtClean="0">
                <a:solidFill>
                  <a:srgbClr val="000000"/>
                </a:solidFill>
                <a:effectLst/>
                <a:latin typeface="宋体"/>
                <a:ea typeface="微软雅黑"/>
                <a:cs typeface="宋体"/>
              </a:rPr>
              <a:t>。作者巧妙地利用</a:t>
            </a:r>
            <a:r>
              <a:rPr lang="zh-CN" altLang="zh-CN" sz="1400" b="1" u="sng" dirty="0" smtClean="0">
                <a:solidFill>
                  <a:srgbClr val="FF0000"/>
                </a:solidFill>
                <a:effectLst/>
                <a:latin typeface="宋体"/>
                <a:ea typeface="微软雅黑"/>
                <a:cs typeface="宋体"/>
              </a:rPr>
              <a:t>评分矩阵的行向量作为用户信息，列向量作为物品信息</a:t>
            </a:r>
            <a:r>
              <a:rPr lang="zh-CN" altLang="zh-CN" sz="1400" dirty="0" smtClean="0">
                <a:solidFill>
                  <a:srgbClr val="000000"/>
                </a:solidFill>
                <a:effectLst/>
                <a:latin typeface="宋体"/>
                <a:ea typeface="微软雅黑"/>
                <a:cs typeface="宋体"/>
              </a:rPr>
              <a:t>，分别输入到两个多层神经网络中，进行特征提取，大致步骤如下：</a:t>
            </a:r>
            <a:endParaRPr lang="zh-CN" altLang="zh-CN" sz="1600" dirty="0" smtClean="0">
              <a:effectLst/>
              <a:latin typeface="宋体"/>
              <a:cs typeface="宋体"/>
            </a:endParaRPr>
          </a:p>
          <a:p>
            <a:pPr marL="342900" lvl="0" indent="-342900" algn="l">
              <a:lnSpc>
                <a:spcPct val="150000"/>
              </a:lnSpc>
              <a:spcAft>
                <a:spcPts val="0"/>
              </a:spcAft>
              <a:tabLst>
                <a:tab pos="457200" algn="l"/>
              </a:tabLst>
            </a:pPr>
            <a:r>
              <a:rPr lang="zh-CN" altLang="zh-CN" sz="1400" kern="100" dirty="0" smtClean="0">
                <a:solidFill>
                  <a:srgbClr val="000000"/>
                </a:solidFill>
                <a:effectLst/>
                <a:latin typeface="Calibri"/>
                <a:ea typeface="微软雅黑"/>
                <a:cs typeface="Times New Roman"/>
              </a:rPr>
              <a:t>初始化两个神经网络</a:t>
            </a:r>
            <a:endParaRPr lang="zh-CN" altLang="zh-CN" sz="1600" kern="100" dirty="0" smtClean="0">
              <a:effectLst/>
              <a:latin typeface="Calibri"/>
              <a:ea typeface="微软雅黑"/>
              <a:cs typeface="Times New Roman"/>
            </a:endParaRPr>
          </a:p>
          <a:p>
            <a:pPr marL="342900" lvl="0" indent="-342900" algn="l">
              <a:lnSpc>
                <a:spcPct val="150000"/>
              </a:lnSpc>
              <a:spcAft>
                <a:spcPts val="0"/>
              </a:spcAft>
              <a:tabLst>
                <a:tab pos="457200" algn="l"/>
              </a:tabLst>
            </a:pPr>
            <a:r>
              <a:rPr lang="zh-CN" altLang="zh-CN" sz="1400" kern="100" dirty="0" smtClean="0">
                <a:solidFill>
                  <a:srgbClr val="000000"/>
                </a:solidFill>
                <a:effectLst/>
                <a:latin typeface="Calibri"/>
                <a:ea typeface="微软雅黑"/>
                <a:cs typeface="Times New Roman"/>
              </a:rPr>
              <a:t>将行、列向量</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分别输入到两个神经网络中，一层层进行特征提取，并且</a:t>
            </a:r>
            <a:r>
              <a:rPr lang="zh-CN" altLang="zh-CN" sz="1400" kern="100" dirty="0" smtClean="0">
                <a:solidFill>
                  <a:srgbClr val="FF0000"/>
                </a:solidFill>
                <a:effectLst/>
                <a:latin typeface="Calibri"/>
                <a:ea typeface="微软雅黑"/>
                <a:cs typeface="Times New Roman"/>
              </a:rPr>
              <a:t>确保两个神经网络输出特征的维度一样</a:t>
            </a:r>
            <a:r>
              <a:rPr lang="zh-CN" altLang="zh-CN" sz="1400" kern="100" dirty="0" smtClean="0">
                <a:solidFill>
                  <a:srgbClr val="000000"/>
                </a:solidFill>
                <a:effectLst/>
                <a:latin typeface="Calibri"/>
                <a:ea typeface="微软雅黑"/>
                <a:cs typeface="Times New Roman"/>
              </a:rPr>
              <a:t>，此时输出的就是用户特征</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和物品特征</a:t>
            </a:r>
            <a:r>
              <a:rPr lang="en-US" altLang="zh-CN" sz="1600" kern="100" dirty="0" smtClean="0">
                <a:effectLst/>
                <a:latin typeface="Calibri"/>
                <a:ea typeface="微软雅黑"/>
                <a:cs typeface="Times New Roman"/>
              </a:rPr>
              <a:t> </a:t>
            </a:r>
            <a:r>
              <a:rPr lang="zh-CN" altLang="zh-CN" sz="1400" kern="100" dirty="0" smtClean="0">
                <a:solidFill>
                  <a:srgbClr val="000000"/>
                </a:solidFill>
                <a:effectLst/>
                <a:latin typeface="Calibri"/>
                <a:ea typeface="微软雅黑"/>
                <a:cs typeface="Times New Roman"/>
              </a:rPr>
              <a:t>。</a:t>
            </a:r>
            <a:endParaRPr lang="zh-CN" altLang="zh-CN" sz="1600" kern="100" dirty="0" smtClean="0">
              <a:effectLst/>
              <a:latin typeface="Calibri"/>
              <a:ea typeface="微软雅黑"/>
              <a:cs typeface="Times New Roman"/>
            </a:endParaRPr>
          </a:p>
          <a:p>
            <a:r>
              <a:rPr lang="zh-CN" altLang="zh-CN" sz="1400" dirty="0" smtClean="0">
                <a:solidFill>
                  <a:srgbClr val="000000"/>
                </a:solidFill>
                <a:effectLst/>
                <a:ea typeface="微软雅黑"/>
                <a:cs typeface="Times New Roman"/>
              </a:rPr>
              <a:t>计算两个特征的相似度，相似度越高，那么用户</a:t>
            </a:r>
            <a:r>
              <a:rPr lang="en-US" altLang="zh-CN" sz="1400" dirty="0" smtClean="0">
                <a:solidFill>
                  <a:srgbClr val="000000"/>
                </a:solidFill>
                <a:effectLst/>
                <a:latin typeface="微软雅黑"/>
                <a:cs typeface="Times New Roman"/>
              </a:rPr>
              <a:t>i</a:t>
            </a:r>
            <a:r>
              <a:rPr lang="zh-CN" altLang="zh-CN" sz="1400" dirty="0" smtClean="0">
                <a:solidFill>
                  <a:srgbClr val="000000"/>
                </a:solidFill>
                <a:effectLst/>
                <a:ea typeface="微软雅黑"/>
                <a:cs typeface="Times New Roman"/>
              </a:rPr>
              <a:t>越有可能对物品</a:t>
            </a:r>
            <a:r>
              <a:rPr lang="en-US" altLang="zh-CN" sz="1400" dirty="0" smtClean="0">
                <a:solidFill>
                  <a:srgbClr val="000000"/>
                </a:solidFill>
                <a:effectLst/>
                <a:latin typeface="微软雅黑"/>
                <a:cs typeface="Times New Roman"/>
              </a:rPr>
              <a:t>j</a:t>
            </a:r>
            <a:r>
              <a:rPr lang="zh-CN" altLang="zh-CN" sz="1400" dirty="0" smtClean="0">
                <a:solidFill>
                  <a:srgbClr val="000000"/>
                </a:solidFill>
                <a:effectLst/>
                <a:ea typeface="微软雅黑"/>
                <a:cs typeface="Times New Roman"/>
              </a:rPr>
              <a:t>感兴趣，作者选用余弦相似度描述两者的相似程度：</a:t>
            </a:r>
            <a:endParaRPr lang="zh-CN" altLang="zh-CN" sz="1400" kern="100" dirty="0" smtClean="0">
              <a:effectLst/>
              <a:latin typeface="Calibri"/>
              <a:ea typeface="微软雅黑"/>
              <a:cs typeface="Times New Roman"/>
            </a:endParaRPr>
          </a:p>
          <a:p>
            <a:endParaRPr lang="zh-CN" altLang="en-US" dirty="0"/>
          </a:p>
        </p:txBody>
      </p:sp>
      <p:sp>
        <p:nvSpPr>
          <p:cNvPr id="4" name="灯片编号占位符 3"/>
          <p:cNvSpPr>
            <a:spLocks noGrp="1"/>
          </p:cNvSpPr>
          <p:nvPr>
            <p:ph type="sldNum" sz="quarter" idx="10"/>
          </p:nvPr>
        </p:nvSpPr>
        <p:spPr/>
        <p:txBody>
          <a:bodyPr/>
          <a:lstStyle/>
          <a:p>
            <a:pPr>
              <a:defRPr/>
            </a:pPr>
            <a:fld id="{DCCD4B15-A56A-44FA-9B73-183178B7B7E2}" type="slidenum">
              <a:rPr lang="en-GB" altLang="zh-CN" smtClean="0"/>
              <a:pPr>
                <a:defRPr/>
              </a:pPr>
              <a:t>32</a:t>
            </a:fld>
            <a:endParaRPr lang="en-GB" altLang="zh-CN"/>
          </a:p>
        </p:txBody>
      </p:sp>
    </p:spTree>
    <p:extLst>
      <p:ext uri="{BB962C8B-B14F-4D97-AF65-F5344CB8AC3E}">
        <p14:creationId xmlns:p14="http://schemas.microsoft.com/office/powerpoint/2010/main" val="2904371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矩形 2055"/>
          <p:cNvSpPr>
            <a:spLocks noGrp="1" noChangeArrowheads="1"/>
          </p:cNvSpPr>
          <p:nvPr>
            <p:ph type="sldNum" sz="quarter" idx="5"/>
          </p:nvPr>
        </p:nvSpPr>
        <p:spPr>
          <a:ln>
            <a:miter lim="800000"/>
            <a:headEnd/>
            <a:tailEnd/>
          </a:ln>
        </p:spPr>
        <p:txBody>
          <a:bodyPr/>
          <a:lstStyle/>
          <a:p>
            <a:pPr defTabSz="990600">
              <a:defRPr/>
            </a:pPr>
            <a:fld id="{A8E31F1A-C5CC-4CAD-866D-20204173C868}" type="slidenum">
              <a:rPr lang="en-GB" altLang="zh-CN" smtClean="0"/>
              <a:pPr defTabSz="990600">
                <a:defRPr/>
              </a:pPr>
              <a:t>37</a:t>
            </a:fld>
            <a:endParaRPr lang="en-GB" altLang="zh-CN" smtClean="0"/>
          </a:p>
        </p:txBody>
      </p:sp>
      <p:sp>
        <p:nvSpPr>
          <p:cNvPr id="321539"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179" tIns="50090" rIns="100179" bIns="50090" anchor="b"/>
          <a:lstStyle>
            <a:lvl1pPr defTabSz="1001713" eaLnBrk="0" hangingPunct="0">
              <a:defRPr sz="2400">
                <a:solidFill>
                  <a:schemeClr val="tx1"/>
                </a:solidFill>
                <a:latin typeface="Book Antiqua" pitchFamily="18" charset="0"/>
                <a:ea typeface="宋体" pitchFamily="2" charset="-122"/>
              </a:defRPr>
            </a:lvl1pPr>
            <a:lvl2pPr marL="742950" indent="-285750" defTabSz="1001713" eaLnBrk="0" hangingPunct="0">
              <a:defRPr sz="2400">
                <a:solidFill>
                  <a:schemeClr val="tx1"/>
                </a:solidFill>
                <a:latin typeface="Book Antiqua" pitchFamily="18" charset="0"/>
                <a:ea typeface="宋体" pitchFamily="2" charset="-122"/>
              </a:defRPr>
            </a:lvl2pPr>
            <a:lvl3pPr marL="1143000" indent="-228600" defTabSz="1001713" eaLnBrk="0" hangingPunct="0">
              <a:defRPr sz="2400">
                <a:solidFill>
                  <a:schemeClr val="tx1"/>
                </a:solidFill>
                <a:latin typeface="Book Antiqua" pitchFamily="18" charset="0"/>
                <a:ea typeface="宋体" pitchFamily="2" charset="-122"/>
              </a:defRPr>
            </a:lvl3pPr>
            <a:lvl4pPr marL="1600200" indent="-228600" defTabSz="1001713" eaLnBrk="0" hangingPunct="0">
              <a:defRPr sz="2400">
                <a:solidFill>
                  <a:schemeClr val="tx1"/>
                </a:solidFill>
                <a:latin typeface="Book Antiqua" pitchFamily="18" charset="0"/>
                <a:ea typeface="宋体" pitchFamily="2" charset="-122"/>
              </a:defRPr>
            </a:lvl4pPr>
            <a:lvl5pPr marL="2057400" indent="-228600" defTabSz="1001713" eaLnBrk="0" hangingPunct="0">
              <a:defRPr sz="2400">
                <a:solidFill>
                  <a:schemeClr val="tx1"/>
                </a:solidFill>
                <a:latin typeface="Book Antiqua" pitchFamily="18" charset="0"/>
                <a:ea typeface="宋体" pitchFamily="2" charset="-122"/>
              </a:defRPr>
            </a:lvl5pPr>
            <a:lvl6pPr marL="2514600" indent="-228600" defTabSz="1001713"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defTabSz="1001713"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defTabSz="1001713"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defTabSz="1001713"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r" eaLnBrk="1" hangingPunct="1"/>
            <a:fld id="{3EC8AF5E-1F97-4A2D-AF0E-3D729ACBD3B9}" type="slidenum">
              <a:rPr lang="zh-CN" altLang="en-US" sz="1300">
                <a:latin typeface="Arial" charset="0"/>
              </a:rPr>
              <a:pPr algn="r" eaLnBrk="1" hangingPunct="1"/>
              <a:t>37</a:t>
            </a:fld>
            <a:endParaRPr lang="en-US" altLang="zh-CN" sz="1300">
              <a:latin typeface="Arial" charset="0"/>
            </a:endParaRPr>
          </a:p>
        </p:txBody>
      </p:sp>
      <p:sp>
        <p:nvSpPr>
          <p:cNvPr id="321540" name="Rectangle 2"/>
          <p:cNvSpPr>
            <a:spLocks noGrp="1" noRot="1" noChangeAspect="1" noChangeArrowheads="1" noTextEdit="1"/>
          </p:cNvSpPr>
          <p:nvPr>
            <p:ph type="sldImg"/>
          </p:nvPr>
        </p:nvSpPr>
        <p:spPr>
          <a:xfrm>
            <a:off x="992188" y="768350"/>
            <a:ext cx="5114925" cy="3836988"/>
          </a:xfrm>
          <a:ln/>
        </p:spPr>
      </p:sp>
      <p:sp>
        <p:nvSpPr>
          <p:cNvPr id="321541" name="Rectangle 3"/>
          <p:cNvSpPr>
            <a:spLocks noGrp="1" noChangeArrowheads="1"/>
          </p:cNvSpPr>
          <p:nvPr>
            <p:ph type="body" idx="1"/>
          </p:nvPr>
        </p:nvSpPr>
        <p:spPr>
          <a:xfrm>
            <a:off x="708025" y="4859338"/>
            <a:ext cx="5683250" cy="4606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179" tIns="50090" rIns="100179" bIns="50090"/>
          <a:lstStyle/>
          <a:p>
            <a:pPr eaLnBrk="1" hangingPunct="1"/>
            <a:r>
              <a:rPr lang="en-US" altLang="zh-CN" smtClean="0"/>
              <a:t>Explain contexts here (e.g., temporal, purchasing, etc.).</a:t>
            </a:r>
          </a:p>
          <a:p>
            <a:pPr eaLnBrk="1" hangingPunct="1"/>
            <a:r>
              <a:rPr lang="en-US" altLang="zh-CN" smtClean="0"/>
              <a:t>Jack’s example of gift’s purchase and recommendations.</a:t>
            </a:r>
          </a:p>
          <a:p>
            <a:pPr eaLnBrk="1" hangingPunct="1"/>
            <a:r>
              <a:rPr lang="en-US" altLang="zh-CN" smtClean="0"/>
              <a:t>Example of a different context for a movie.</a:t>
            </a:r>
          </a:p>
        </p:txBody>
      </p:sp>
    </p:spTree>
    <p:extLst>
      <p:ext uri="{BB962C8B-B14F-4D97-AF65-F5344CB8AC3E}">
        <p14:creationId xmlns:p14="http://schemas.microsoft.com/office/powerpoint/2010/main" val="2168209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矩形 2055"/>
          <p:cNvSpPr>
            <a:spLocks noGrp="1" noChangeArrowheads="1"/>
          </p:cNvSpPr>
          <p:nvPr>
            <p:ph type="sldNum" sz="quarter" idx="5"/>
          </p:nvPr>
        </p:nvSpPr>
        <p:spPr>
          <a:ln>
            <a:miter lim="800000"/>
            <a:headEnd/>
            <a:tailEnd/>
          </a:ln>
        </p:spPr>
        <p:txBody>
          <a:bodyPr/>
          <a:lstStyle/>
          <a:p>
            <a:pPr defTabSz="990600">
              <a:defRPr/>
            </a:pPr>
            <a:fld id="{FB1C206F-7251-40ED-801B-800A173DB1AC}" type="slidenum">
              <a:rPr lang="en-GB" altLang="zh-CN" smtClean="0"/>
              <a:pPr defTabSz="990600">
                <a:defRPr/>
              </a:pPr>
              <a:t>38</a:t>
            </a:fld>
            <a:endParaRPr lang="en-GB" altLang="zh-CN" smtClean="0"/>
          </a:p>
        </p:txBody>
      </p:sp>
      <p:sp>
        <p:nvSpPr>
          <p:cNvPr id="322563" name="矩形 2"/>
          <p:cNvSpPr>
            <a:spLocks noGrp="1" noRot="1" noChangeAspect="1" noChangeArrowheads="1" noTextEdit="1"/>
          </p:cNvSpPr>
          <p:nvPr>
            <p:ph type="sldImg"/>
          </p:nvPr>
        </p:nvSpPr>
        <p:spPr>
          <a:xfrm>
            <a:off x="992188" y="768350"/>
            <a:ext cx="5114925" cy="3836988"/>
          </a:xfrm>
          <a:ln/>
        </p:spPr>
      </p:sp>
      <p:sp>
        <p:nvSpPr>
          <p:cNvPr id="322564" name="矩形 3"/>
          <p:cNvSpPr>
            <a:spLocks noGrp="1" noChangeArrowheads="1"/>
          </p:cNvSpPr>
          <p:nvPr>
            <p:ph type="body" idx="1"/>
          </p:nvPr>
        </p:nvSpPr>
        <p:spPr>
          <a:xfrm>
            <a:off x="709613" y="4860925"/>
            <a:ext cx="5680075"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Tx/>
              <a:buAutoNum type="arabicPeriod"/>
            </a:pPr>
            <a:r>
              <a:rPr lang="en-US" altLang="zh-CN" dirty="0" smtClean="0"/>
              <a:t>First explain the Data (across the three diagrams)</a:t>
            </a:r>
          </a:p>
          <a:p>
            <a:pPr marL="228600" indent="-228600" eaLnBrk="1" hangingPunct="1">
              <a:buFontTx/>
              <a:buAutoNum type="arabicPeriod"/>
            </a:pPr>
            <a:r>
              <a:rPr lang="en-US" altLang="zh-CN" dirty="0" smtClean="0"/>
              <a:t>Second, explain the Contextual Recommendations (across the three diagrams). *** Same inputs and outputs across the three ***</a:t>
            </a:r>
          </a:p>
          <a:p>
            <a:pPr marL="228600" indent="-228600" eaLnBrk="1" hangingPunct="1">
              <a:buFontTx/>
              <a:buAutoNum type="arabicPeriod"/>
            </a:pPr>
            <a:r>
              <a:rPr lang="en-US" altLang="zh-CN" dirty="0" smtClean="0"/>
              <a:t>Third, explain the</a:t>
            </a:r>
          </a:p>
          <a:p>
            <a:pPr marL="228600" indent="-228600" eaLnBrk="1" hangingPunct="1">
              <a:buFontTx/>
              <a:buAutoNum type="arabicPeriod"/>
            </a:pPr>
            <a:endParaRPr lang="en-US" altLang="zh-CN" dirty="0" smtClean="0"/>
          </a:p>
          <a:p>
            <a:r>
              <a:rPr lang="zh-CN" altLang="en-US" dirty="0" smtClean="0"/>
              <a:t>生产多维推荐器</a:t>
            </a:r>
          </a:p>
          <a:p>
            <a:r>
              <a:rPr lang="zh-CN" altLang="en-US" dirty="0" smtClean="0"/>
              <a:t>通过预测模型（回归，分类，决策树）等方法，</a:t>
            </a:r>
          </a:p>
          <a:p>
            <a:r>
              <a:rPr lang="zh-CN" altLang="en-US" dirty="0" smtClean="0"/>
              <a:t>将情景信息和用户物品信息融合 </a:t>
            </a:r>
            <a:br>
              <a:rPr lang="zh-CN" altLang="en-US" dirty="0" smtClean="0"/>
            </a:br>
            <a:r>
              <a:rPr lang="en-US" altLang="zh-CN" dirty="0" smtClean="0"/>
              <a:t>@@@Incorporating context into recommender systems suing multidimensional rating estimation methods</a:t>
            </a:r>
          </a:p>
          <a:p>
            <a:r>
              <a:rPr lang="zh-CN" altLang="en-US" b="1" dirty="0" smtClean="0"/>
              <a:t>启发式计算</a:t>
            </a:r>
          </a:p>
          <a:p>
            <a:r>
              <a:rPr lang="zh-CN" altLang="en-US" dirty="0" smtClean="0"/>
              <a:t>计算多维向量</a:t>
            </a:r>
            <a:r>
              <a:rPr lang="zh-CN" altLang="en-US" smtClean="0"/>
              <a:t>的相似度</a:t>
            </a:r>
            <a:endParaRPr lang="zh-CN" altLang="en-US" dirty="0" smtClean="0"/>
          </a:p>
        </p:txBody>
      </p:sp>
    </p:spTree>
    <p:extLst>
      <p:ext uri="{BB962C8B-B14F-4D97-AF65-F5344CB8AC3E}">
        <p14:creationId xmlns:p14="http://schemas.microsoft.com/office/powerpoint/2010/main" val="2767639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yu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277646" y="1085555"/>
            <a:ext cx="8627897" cy="5403216"/>
          </a:xfrm>
          <a:prstGeom prst="rect">
            <a:avLst/>
          </a:prstGeom>
        </p:spPr>
        <p:txBody>
          <a:bodyPr/>
          <a:lstStyle>
            <a:lvl1pPr>
              <a:lnSpc>
                <a:spcPct val="150000"/>
              </a:lnSpc>
              <a:spcBef>
                <a:spcPts val="0"/>
              </a:spcBef>
              <a:defRPr sz="2200" b="0">
                <a:latin typeface="微软雅黑" panose="020B0503020204020204" pitchFamily="34" charset="-122"/>
                <a:ea typeface="微软雅黑" panose="020B0503020204020204" pitchFamily="34" charset="-122"/>
              </a:defRPr>
            </a:lvl1pPr>
            <a:lvl2pPr>
              <a:lnSpc>
                <a:spcPct val="150000"/>
              </a:lnSpc>
              <a:spcBef>
                <a:spcPts val="0"/>
              </a:spcBef>
              <a:defRPr b="0">
                <a:latin typeface="微软雅黑" panose="020B0503020204020204" pitchFamily="34" charset="-122"/>
                <a:ea typeface="微软雅黑" panose="020B0503020204020204" pitchFamily="34" charset="-122"/>
              </a:defRPr>
            </a:lvl2pPr>
            <a:lvl3pPr>
              <a:lnSpc>
                <a:spcPct val="150000"/>
              </a:lnSpc>
              <a:spcBef>
                <a:spcPts val="0"/>
              </a:spcBef>
              <a:defRPr b="0">
                <a:latin typeface="微软雅黑" panose="020B0503020204020204" pitchFamily="34" charset="-122"/>
                <a:ea typeface="微软雅黑" panose="020B0503020204020204" pitchFamily="34" charset="-122"/>
              </a:defRPr>
            </a:lvl3pPr>
            <a:lvl4pPr>
              <a:lnSpc>
                <a:spcPct val="150000"/>
              </a:lnSpc>
              <a:spcBef>
                <a:spcPts val="0"/>
              </a:spcBef>
              <a:defRPr b="0">
                <a:latin typeface="微软雅黑" panose="020B0503020204020204" pitchFamily="34" charset="-122"/>
                <a:ea typeface="微软雅黑" panose="020B0503020204020204" pitchFamily="34" charset="-122"/>
              </a:defRPr>
            </a:lvl4pPr>
            <a:lvl5pPr>
              <a:lnSpc>
                <a:spcPct val="150000"/>
              </a:lnSpc>
              <a:spcBef>
                <a:spcPts val="0"/>
              </a:spcBef>
              <a:defRPr b="0">
                <a:latin typeface="微软雅黑" panose="020B0503020204020204" pitchFamily="34" charset="-122"/>
                <a:ea typeface="微软雅黑" panose="020B0503020204020204" pitchFamily="34" charset="-122"/>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2" name="标题 1"/>
          <p:cNvSpPr>
            <a:spLocks noGrp="1"/>
          </p:cNvSpPr>
          <p:nvPr>
            <p:ph type="title"/>
          </p:nvPr>
        </p:nvSpPr>
        <p:spPr>
          <a:xfrm>
            <a:off x="0" y="77443"/>
            <a:ext cx="9144000" cy="936104"/>
          </a:xfrm>
          <a:prstGeom prst="rect">
            <a:avLst/>
          </a:prstGeom>
        </p:spPr>
        <p:txBody>
          <a:bodyPr/>
          <a:lstStyle>
            <a:lvl1pPr>
              <a:lnSpc>
                <a:spcPct val="150000"/>
              </a:lnSpc>
              <a:defRPr sz="3200" b="0">
                <a:effectLst/>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3576459721"/>
      </p:ext>
    </p:extLst>
  </p:cSld>
  <p:clrMapOvr>
    <a:masterClrMapping/>
  </p:clrMapOvr>
  <p:transition spd="slow">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yu_仅标题">
    <p:spTree>
      <p:nvGrpSpPr>
        <p:cNvPr id="1" name=""/>
        <p:cNvGrpSpPr/>
        <p:nvPr/>
      </p:nvGrpSpPr>
      <p:grpSpPr>
        <a:xfrm>
          <a:off x="0" y="0"/>
          <a:ext cx="0" cy="0"/>
          <a:chOff x="0" y="0"/>
          <a:chExt cx="0" cy="0"/>
        </a:xfrm>
      </p:grpSpPr>
      <p:sp>
        <p:nvSpPr>
          <p:cNvPr id="3" name="标题 1"/>
          <p:cNvSpPr>
            <a:spLocks noGrp="1"/>
          </p:cNvSpPr>
          <p:nvPr>
            <p:ph type="title"/>
          </p:nvPr>
        </p:nvSpPr>
        <p:spPr>
          <a:xfrm>
            <a:off x="0" y="77443"/>
            <a:ext cx="9144000" cy="936104"/>
          </a:xfrm>
          <a:prstGeom prst="rect">
            <a:avLst/>
          </a:prstGeom>
        </p:spPr>
        <p:txBody>
          <a:bodyPr/>
          <a:lstStyle>
            <a:lvl1pPr>
              <a:lnSpc>
                <a:spcPct val="150000"/>
              </a:lnSpc>
              <a:defRPr sz="3200" b="0">
                <a:effectLst/>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dirty="0"/>
          </a:p>
        </p:txBody>
      </p:sp>
    </p:spTree>
    <p:extLst>
      <p:ext uri="{BB962C8B-B14F-4D97-AF65-F5344CB8AC3E}">
        <p14:creationId xmlns:p14="http://schemas.microsoft.com/office/powerpoint/2010/main" val="3576911087"/>
      </p:ext>
    </p:extLst>
  </p:cSld>
  <p:clrMapOvr>
    <a:masterClrMapping/>
  </p:clrMapOvr>
  <p:transition spd="slow">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yu_全无">
    <p:spTree>
      <p:nvGrpSpPr>
        <p:cNvPr id="1" name=""/>
        <p:cNvGrpSpPr/>
        <p:nvPr/>
      </p:nvGrpSpPr>
      <p:grpSpPr>
        <a:xfrm>
          <a:off x="0" y="0"/>
          <a:ext cx="0" cy="0"/>
          <a:chOff x="0" y="0"/>
          <a:chExt cx="0" cy="0"/>
        </a:xfrm>
      </p:grpSpPr>
      <p:sp>
        <p:nvSpPr>
          <p:cNvPr id="3"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4"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5"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6" name="矩形 6"/>
          <p:cNvSpPr>
            <a:spLocks noChangeArrowheads="1"/>
          </p:cNvSpPr>
          <p:nvPr userDrawn="1"/>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7" name="矩形 14"/>
          <p:cNvSpPr txBox="1">
            <a:spLocks noChangeArrowheads="1"/>
          </p:cNvSpPr>
          <p:nvPr userDrawn="1"/>
        </p:nvSpPr>
        <p:spPr bwMode="auto">
          <a:xfrm>
            <a:off x="7010400" y="6434062"/>
            <a:ext cx="2133600" cy="406400"/>
          </a:xfrm>
          <a:prstGeom prst="rect">
            <a:avLst/>
          </a:prstGeom>
          <a:noFill/>
          <a:ln>
            <a:noFill/>
          </a:ln>
          <a:effectLs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FC3A4C"/>
                </a:solidFill>
                <a:latin typeface="Book Antiqua" panose="02040602050305030304" pitchFamily="18" charset="0"/>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a:lstStyle>
          <a:p>
            <a:pPr>
              <a:defRPr/>
            </a:pPr>
            <a:fld id="{AA8CF565-2697-4D8A-9440-517CC2056E4B}" type="slidenum">
              <a:rPr lang="en-US" altLang="zh-CN" smtClean="0"/>
              <a:pPr>
                <a:defRPr/>
              </a:pPr>
              <a:t>‹#›</a:t>
            </a:fld>
            <a:endParaRPr lang="en-US" altLang="zh-CN" dirty="0"/>
          </a:p>
        </p:txBody>
      </p:sp>
    </p:spTree>
    <p:extLst>
      <p:ext uri="{BB962C8B-B14F-4D97-AF65-F5344CB8AC3E}">
        <p14:creationId xmlns:p14="http://schemas.microsoft.com/office/powerpoint/2010/main" val="3724900786"/>
      </p:ext>
    </p:extLst>
  </p:cSld>
  <p:clrMapOvr>
    <a:masterClrMapping/>
  </p:clrMapOvr>
  <p:transition spd="slow">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yu_封面">
    <p:spTree>
      <p:nvGrpSpPr>
        <p:cNvPr id="1" name=""/>
        <p:cNvGrpSpPr/>
        <p:nvPr/>
      </p:nvGrpSpPr>
      <p:grpSpPr>
        <a:xfrm>
          <a:off x="0" y="0"/>
          <a:ext cx="0" cy="0"/>
          <a:chOff x="0" y="0"/>
          <a:chExt cx="0" cy="0"/>
        </a:xfrm>
      </p:grpSpPr>
      <p:sp>
        <p:nvSpPr>
          <p:cNvPr id="3"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4"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5"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6" name="矩形 6"/>
          <p:cNvSpPr>
            <a:spLocks noChangeArrowheads="1"/>
          </p:cNvSpPr>
          <p:nvPr userDrawn="1"/>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8" name="标题 1"/>
          <p:cNvSpPr>
            <a:spLocks noGrp="1"/>
          </p:cNvSpPr>
          <p:nvPr>
            <p:ph type="title"/>
          </p:nvPr>
        </p:nvSpPr>
        <p:spPr>
          <a:xfrm>
            <a:off x="695325" y="1196752"/>
            <a:ext cx="7886700" cy="1325563"/>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266589061"/>
      </p:ext>
    </p:extLst>
  </p:cSld>
  <p:clrMapOvr>
    <a:masterClrMapping/>
  </p:clrMapOvr>
  <p:transition spd="slow">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4" name="矩形 2"/>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7"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1113094" name="矩形 6"/>
          <p:cNvSpPr>
            <a:spLocks noGrp="1" noChangeArrowheads="1"/>
          </p:cNvSpPr>
          <p:nvPr>
            <p:ph type="ctrTitle"/>
          </p:nvPr>
        </p:nvSpPr>
        <p:spPr>
          <a:xfrm>
            <a:off x="765175" y="1196975"/>
            <a:ext cx="7623175" cy="1752600"/>
          </a:xfrm>
        </p:spPr>
        <p:txBody>
          <a:bodyPr anchor="t"/>
          <a:lstStyle>
            <a:lvl1pPr>
              <a:defRPr sz="4200">
                <a:latin typeface="Arial" pitchFamily="34" charset="0"/>
              </a:defRPr>
            </a:lvl1pPr>
          </a:lstStyle>
          <a:p>
            <a:pPr lvl="0"/>
            <a:r>
              <a:rPr lang="zh-CN" altLang="en-US" noProof="0" smtClean="0"/>
              <a:t>单击此处编辑母版标题样式</a:t>
            </a:r>
            <a:endParaRPr lang="hu-HU" altLang="en-US" noProof="0" smtClean="0"/>
          </a:p>
        </p:txBody>
      </p:sp>
      <p:sp>
        <p:nvSpPr>
          <p:cNvPr id="1113095" name="矩形 7"/>
          <p:cNvSpPr>
            <a:spLocks noGrp="1" noChangeArrowheads="1"/>
          </p:cNvSpPr>
          <p:nvPr>
            <p:ph type="subTitle" idx="1"/>
          </p:nvPr>
        </p:nvSpPr>
        <p:spPr>
          <a:xfrm>
            <a:off x="1042988" y="3500438"/>
            <a:ext cx="6986587" cy="1752600"/>
          </a:xfrm>
        </p:spPr>
        <p:txBody>
          <a:bodyPr/>
          <a:lstStyle>
            <a:lvl1pPr marL="0" indent="0" algn="ctr">
              <a:buFont typeface="Wingdings" pitchFamily="2" charset="2"/>
              <a:buNone/>
              <a:defRPr/>
            </a:lvl1pPr>
          </a:lstStyle>
          <a:p>
            <a:pPr lvl="0"/>
            <a:r>
              <a:rPr lang="zh-CN" altLang="en-US" noProof="0" smtClean="0"/>
              <a:t>单击此处编辑母版副标题样式</a:t>
            </a:r>
            <a:endParaRPr lang="hu-HU" altLang="en-US" noProof="0" smtClean="0"/>
          </a:p>
        </p:txBody>
      </p:sp>
    </p:spTree>
    <p:extLst>
      <p:ext uri="{BB962C8B-B14F-4D97-AF65-F5344CB8AC3E}">
        <p14:creationId xmlns:p14="http://schemas.microsoft.com/office/powerpoint/2010/main" val="3096676355"/>
      </p:ext>
    </p:extLst>
  </p:cSld>
  <p:clrMapOvr>
    <a:masterClrMapping/>
  </p:clrMapOvr>
  <p:transition>
    <p:pull dir="r"/>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矩形 4"/>
          <p:cNvSpPr>
            <a:spLocks noGrp="1" noChangeArrowheads="1"/>
          </p:cNvSpPr>
          <p:nvPr>
            <p:ph type="ftr" sz="quarter" idx="10"/>
          </p:nvPr>
        </p:nvSpPr>
        <p:spPr>
          <a:ln/>
        </p:spPr>
        <p:txBody>
          <a:bodyPr/>
          <a:lstStyle>
            <a:lvl1pPr>
              <a:defRPr/>
            </a:lvl1pPr>
          </a:lstStyle>
          <a:p>
            <a:pPr>
              <a:defRPr/>
            </a:pPr>
            <a:endParaRPr lang="en-GB" altLang="zh-CN"/>
          </a:p>
        </p:txBody>
      </p:sp>
      <p:sp>
        <p:nvSpPr>
          <p:cNvPr id="4" name="矩形 5"/>
          <p:cNvSpPr>
            <a:spLocks noGrp="1" noChangeArrowheads="1"/>
          </p:cNvSpPr>
          <p:nvPr>
            <p:ph type="sldNum" sz="quarter" idx="11"/>
          </p:nvPr>
        </p:nvSpPr>
        <p:spPr>
          <a:ln/>
        </p:spPr>
        <p:txBody>
          <a:bodyPr/>
          <a:lstStyle>
            <a:lvl1pPr>
              <a:defRPr/>
            </a:lvl1pPr>
          </a:lstStyle>
          <a:p>
            <a:pPr>
              <a:defRPr/>
            </a:pPr>
            <a:fld id="{65EA4BA7-1D15-40CF-92C2-C02A87B794A7}" type="slidenum">
              <a:rPr lang="en-GB" altLang="zh-CN"/>
              <a:pPr>
                <a:defRPr/>
              </a:pPr>
              <a:t>‹#›</a:t>
            </a:fld>
            <a:endParaRPr lang="en-GB" altLang="zh-CN"/>
          </a:p>
        </p:txBody>
      </p:sp>
    </p:spTree>
    <p:extLst>
      <p:ext uri="{BB962C8B-B14F-4D97-AF65-F5344CB8AC3E}">
        <p14:creationId xmlns:p14="http://schemas.microsoft.com/office/powerpoint/2010/main" val="1987312778"/>
      </p:ext>
    </p:extLst>
  </p:cSld>
  <p:clrMapOvr>
    <a:masterClrMapping/>
  </p:clrMapOvr>
  <p:transition>
    <p:pull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矩形 4"/>
          <p:cNvSpPr>
            <a:spLocks noGrp="1" noChangeArrowheads="1"/>
          </p:cNvSpPr>
          <p:nvPr>
            <p:ph type="ftr" sz="quarter" idx="10"/>
          </p:nvPr>
        </p:nvSpPr>
        <p:spPr>
          <a:ln/>
        </p:spPr>
        <p:txBody>
          <a:bodyPr/>
          <a:lstStyle>
            <a:lvl1pPr>
              <a:defRPr/>
            </a:lvl1pPr>
          </a:lstStyle>
          <a:p>
            <a:pPr>
              <a:defRPr/>
            </a:pPr>
            <a:endParaRPr lang="en-GB" altLang="zh-CN"/>
          </a:p>
        </p:txBody>
      </p:sp>
      <p:sp>
        <p:nvSpPr>
          <p:cNvPr id="3" name="矩形 5"/>
          <p:cNvSpPr>
            <a:spLocks noGrp="1" noChangeArrowheads="1"/>
          </p:cNvSpPr>
          <p:nvPr>
            <p:ph type="sldNum" sz="quarter" idx="11"/>
          </p:nvPr>
        </p:nvSpPr>
        <p:spPr>
          <a:ln/>
        </p:spPr>
        <p:txBody>
          <a:bodyPr/>
          <a:lstStyle>
            <a:lvl1pPr>
              <a:defRPr/>
            </a:lvl1pPr>
          </a:lstStyle>
          <a:p>
            <a:pPr>
              <a:defRPr/>
            </a:pPr>
            <a:fld id="{DB226352-3821-45C0-90AD-981D1E760032}" type="slidenum">
              <a:rPr lang="en-GB" altLang="zh-CN"/>
              <a:pPr>
                <a:defRPr/>
              </a:pPr>
              <a:t>‹#›</a:t>
            </a:fld>
            <a:endParaRPr lang="en-GB" altLang="zh-CN"/>
          </a:p>
        </p:txBody>
      </p:sp>
    </p:spTree>
    <p:extLst>
      <p:ext uri="{BB962C8B-B14F-4D97-AF65-F5344CB8AC3E}">
        <p14:creationId xmlns:p14="http://schemas.microsoft.com/office/powerpoint/2010/main" val="2595514012"/>
      </p:ext>
    </p:extLst>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115888"/>
            <a:ext cx="7654925" cy="7207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196975"/>
            <a:ext cx="4038600" cy="50403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196975"/>
            <a:ext cx="4038600" cy="50403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a:xfrm>
            <a:off x="7010400" y="6381750"/>
            <a:ext cx="2133600" cy="406400"/>
          </a:xfrm>
        </p:spPr>
        <p:txBody>
          <a:bodyPr/>
          <a:lstStyle>
            <a:lvl1pPr>
              <a:defRPr/>
            </a:lvl1pPr>
          </a:lstStyle>
          <a:p>
            <a:pPr>
              <a:defRPr/>
            </a:pPr>
            <a:fld id="{18D9C74E-4C72-47AA-9927-07183CE6729C}" type="slidenum">
              <a:rPr lang="en-GB" altLang="zh-CN"/>
              <a:pPr>
                <a:defRPr/>
              </a:pPr>
              <a:t>‹#›</a:t>
            </a:fld>
            <a:endParaRPr lang="en-GB" altLang="zh-CN"/>
          </a:p>
        </p:txBody>
      </p:sp>
    </p:spTree>
    <p:extLst>
      <p:ext uri="{BB962C8B-B14F-4D97-AF65-F5344CB8AC3E}">
        <p14:creationId xmlns:p14="http://schemas.microsoft.com/office/powerpoint/2010/main" val="3252576774"/>
      </p:ext>
    </p:extLst>
  </p:cSld>
  <p:clrMapOvr>
    <a:masterClrMapping/>
  </p:clrMapOvr>
  <p:transition>
    <p:pull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cSld name="2_标题幻灯片">
    <p:spTree>
      <p:nvGrpSpPr>
        <p:cNvPr id="1" name=""/>
        <p:cNvGrpSpPr/>
        <p:nvPr/>
      </p:nvGrpSpPr>
      <p:grpSpPr>
        <a:xfrm>
          <a:off x="0" y="0"/>
          <a:ext cx="0" cy="0"/>
          <a:chOff x="0" y="0"/>
          <a:chExt cx="0" cy="0"/>
        </a:xfrm>
      </p:grpSpPr>
      <p:sp>
        <p:nvSpPr>
          <p:cNvPr id="3"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4"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 name="矩形 6"/>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81986" name="矩形 2"/>
          <p:cNvSpPr>
            <a:spLocks noGrp="1" noChangeArrowheads="1"/>
          </p:cNvSpPr>
          <p:nvPr>
            <p:ph type="ctrTitle"/>
          </p:nvPr>
        </p:nvSpPr>
        <p:spPr>
          <a:xfrm>
            <a:off x="684213" y="1166813"/>
            <a:ext cx="7772400" cy="1470025"/>
          </a:xfrm>
          <a:extLst/>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861443300"/>
      </p:ext>
    </p:extLst>
  </p:cSld>
  <p:clrMapOvr>
    <a:masterClrMapping/>
  </p:clrMapOvr>
  <p:transition spd="med">
    <p:pull/>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矩形 6"/>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1" name="矩形 7"/>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2" name="矩形 8"/>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3" name="矩形 9"/>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smtClean="0"/>
          </a:p>
        </p:txBody>
      </p:sp>
      <p:sp>
        <p:nvSpPr>
          <p:cNvPr id="1034" name="矩形 10"/>
          <p:cNvSpPr>
            <a:spLocks noChangeArrowheads="1"/>
          </p:cNvSpPr>
          <p:nvPr/>
        </p:nvSpPr>
        <p:spPr bwMode="gray">
          <a:xfrm>
            <a:off x="304800" y="980728"/>
            <a:ext cx="8410575" cy="46037"/>
          </a:xfrm>
          <a:prstGeom prst="rect">
            <a:avLst/>
          </a:prstGeom>
          <a:gradFill rotWithShape="1">
            <a:gsLst>
              <a:gs pos="0">
                <a:srgbClr val="800000">
                  <a:alpha val="50000"/>
                </a:srgbClr>
              </a:gs>
              <a:gs pos="100000">
                <a:srgbClr val="FAE2F6">
                  <a:alpha val="50000"/>
                </a:srgb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ctr" eaLnBrk="1" hangingPunct="1">
              <a:defRPr/>
            </a:pPr>
            <a:endParaRPr kumimoji="1" lang="zh-CN" altLang="en-US" sz="2400" smtClean="0">
              <a:latin typeface="Book Antiqua" panose="02040602050305030304" pitchFamily="18" charset="0"/>
              <a:ea typeface="宋体" panose="02010600030101010101" pitchFamily="2" charset="-122"/>
            </a:endParaRPr>
          </a:p>
        </p:txBody>
      </p:sp>
      <p:pic>
        <p:nvPicPr>
          <p:cNvPr id="1035" name="图片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52950" y="3414713"/>
            <a:ext cx="38100"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p:cNvSpPr txBox="1">
            <a:spLocks noChangeArrowheads="1"/>
          </p:cNvSpPr>
          <p:nvPr userDrawn="1"/>
        </p:nvSpPr>
        <p:spPr bwMode="auto">
          <a:xfrm>
            <a:off x="7010400" y="6434062"/>
            <a:ext cx="2133600" cy="406400"/>
          </a:xfrm>
          <a:prstGeom prst="rect">
            <a:avLst/>
          </a:prstGeom>
          <a:noFill/>
          <a:ln>
            <a:noFill/>
          </a:ln>
          <a:effectLs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FC3A4C"/>
                </a:solidFill>
                <a:latin typeface="Book Antiqua" panose="02040602050305030304" pitchFamily="18" charset="0"/>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a:lstStyle>
          <a:p>
            <a:pPr>
              <a:defRPr/>
            </a:pPr>
            <a:fld id="{AA8CF565-2697-4D8A-9440-517CC2056E4B}"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4563" r:id="rId1"/>
    <p:sldLayoutId id="2147484566" r:id="rId2"/>
    <p:sldLayoutId id="2147484567" r:id="rId3"/>
    <p:sldLayoutId id="2147484565" r:id="rId4"/>
    <p:sldLayoutId id="2147484569" r:id="rId5"/>
    <p:sldLayoutId id="2147484573" r:id="rId6"/>
    <p:sldLayoutId id="2147484574" r:id="rId7"/>
    <p:sldLayoutId id="2147484575" r:id="rId8"/>
    <p:sldLayoutId id="2147484576" r:id="rId9"/>
  </p:sldLayoutIdLst>
  <p:transition spd="slow">
    <p:circle/>
  </p:transition>
  <p:timing>
    <p:tnLst>
      <p:par>
        <p:cTn id="1" dur="indefinite" restart="never" nodeType="tmRoot"/>
      </p:par>
    </p:tnLst>
  </p:timing>
  <p:hf hdr="0" ftr="0" dt="0"/>
  <p:txStyles>
    <p:titleStyle>
      <a:lvl1pPr algn="ctr" rtl="0" eaLnBrk="1" fontAlgn="base" hangingPunct="1">
        <a:spcBef>
          <a:spcPct val="0"/>
        </a:spcBef>
        <a:spcAft>
          <a:spcPct val="0"/>
        </a:spcAft>
        <a:defRPr sz="3200" b="0">
          <a:solidFill>
            <a:srgbClr val="FF0000"/>
          </a:solidFill>
          <a:effectLst/>
          <a:latin typeface="微软雅黑" panose="020B0503020204020204" pitchFamily="34" charset="-122"/>
          <a:ea typeface="微软雅黑" panose="020B0503020204020204" pitchFamily="34" charset="-122"/>
          <a:cs typeface="+mj-cs"/>
        </a:defRPr>
      </a:lvl1pPr>
      <a:lvl2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2pPr>
      <a:lvl3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3pPr>
      <a:lvl4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4pPr>
      <a:lvl5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5pPr>
      <a:lvl6pPr marL="4572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6pPr>
      <a:lvl7pPr marL="9144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7pPr>
      <a:lvl8pPr marL="13716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8pPr>
      <a:lvl9pPr marL="18288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9pPr>
    </p:titleStyle>
    <p:bodyStyle>
      <a:lvl1pPr marL="342900" indent="-342900" algn="l" rtl="0" eaLnBrk="1" fontAlgn="base" hangingPunct="1">
        <a:lnSpc>
          <a:spcPct val="150000"/>
        </a:lnSpc>
        <a:spcBef>
          <a:spcPct val="20000"/>
        </a:spcBef>
        <a:spcAft>
          <a:spcPct val="0"/>
        </a:spcAft>
        <a:buClr>
          <a:srgbClr val="2D7693"/>
        </a:buClr>
        <a:buSzPct val="70000"/>
        <a:buFont typeface="Wingdings" panose="05000000000000000000" pitchFamily="2" charset="2"/>
        <a:buChar char="n"/>
        <a:defRPr sz="2400" b="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rgbClr val="FC3A4C"/>
        </a:buClr>
        <a:buSzPct val="70000"/>
        <a:buFont typeface="Wingdings" panose="05000000000000000000" pitchFamily="2" charset="2"/>
        <a:buChar char="Ø"/>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rgbClr val="0000FF"/>
        </a:buClr>
        <a:buSzPct val="70000"/>
        <a:buFont typeface="Wingdings" panose="05000000000000000000" pitchFamily="2" charset="2"/>
        <a:buChar char="l"/>
        <a:defRPr sz="20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4pPr>
      <a:lvl5pPr marL="20574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6pPr>
      <a:lvl7pPr marL="29718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7pPr>
      <a:lvl8pPr marL="34290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8pPr>
      <a:lvl9pPr marL="38862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9.wmf"/><Relationship Id="rId5" Type="http://schemas.openxmlformats.org/officeDocument/2006/relationships/oleObject" Target="../embeddings/oleObject2.bin"/><Relationship Id="rId4" Type="http://schemas.openxmlformats.org/officeDocument/2006/relationships/image" Target="../media/image28.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1.wmf"/><Relationship Id="rId5" Type="http://schemas.openxmlformats.org/officeDocument/2006/relationships/oleObject" Target="../embeddings/oleObject4.bin"/><Relationship Id="rId4" Type="http://schemas.openxmlformats.org/officeDocument/2006/relationships/image" Target="../media/image30.wmf"/></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8.jpeg"/><Relationship Id="rId7" Type="http://schemas.openxmlformats.org/officeDocument/2006/relationships/image" Target="../media/image42.jpeg"/><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hyperlink" Target="http://static.oschina.net/uploads/space/2016/0321/174616_J20X_1451225.png" TargetMode="External"/><Relationship Id="rId7" Type="http://schemas.openxmlformats.org/officeDocument/2006/relationships/hyperlink" Target="http://static.oschina.net/uploads/space/2016/0321/181438_doxS_1451225.p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hyperlink" Target="http://static.oschina.net/uploads/space/2016/0321/180538_euof_1451225.png" TargetMode="External"/><Relationship Id="rId10" Type="http://schemas.openxmlformats.org/officeDocument/2006/relationships/image" Target="../media/image47.png"/><Relationship Id="rId4" Type="http://schemas.openxmlformats.org/officeDocument/2006/relationships/image" Target="../media/image43.png"/><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59.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image" Target="../media/image60.jpeg"/><Relationship Id="rId7"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image" Target="../media/image60.jpeg"/><Relationship Id="rId7"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72.jpeg"/><Relationship Id="rId18" Type="http://schemas.microsoft.com/office/2007/relationships/diagramDrawing" Target="../diagrams/drawing3.xml"/><Relationship Id="rId3" Type="http://schemas.openxmlformats.org/officeDocument/2006/relationships/diagramLayout" Target="../diagrams/layout1.xml"/><Relationship Id="rId21" Type="http://schemas.openxmlformats.org/officeDocument/2006/relationships/diagramQuickStyle" Target="../diagrams/quickStyle4.xml"/><Relationship Id="rId7" Type="http://schemas.openxmlformats.org/officeDocument/2006/relationships/diagramData" Target="../diagrams/data2.xml"/><Relationship Id="rId12" Type="http://schemas.openxmlformats.org/officeDocument/2006/relationships/image" Target="../media/image71.jpeg"/><Relationship Id="rId17" Type="http://schemas.openxmlformats.org/officeDocument/2006/relationships/diagramColors" Target="../diagrams/colors3.xml"/><Relationship Id="rId2" Type="http://schemas.openxmlformats.org/officeDocument/2006/relationships/diagramData" Target="../diagrams/data1.xml"/><Relationship Id="rId16" Type="http://schemas.openxmlformats.org/officeDocument/2006/relationships/diagramQuickStyle" Target="../diagrams/quickStyle3.xml"/><Relationship Id="rId20" Type="http://schemas.openxmlformats.org/officeDocument/2006/relationships/diagramLayout" Target="../diagrams/layout4.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Layout" Target="../diagrams/layout3.xml"/><Relationship Id="rId23" Type="http://schemas.microsoft.com/office/2007/relationships/diagramDrawing" Target="../diagrams/drawing4.xml"/><Relationship Id="rId10" Type="http://schemas.openxmlformats.org/officeDocument/2006/relationships/diagramColors" Target="../diagrams/colors2.xml"/><Relationship Id="rId19" Type="http://schemas.openxmlformats.org/officeDocument/2006/relationships/diagramData" Target="../diagrams/data4.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Data" Target="../diagrams/data3.xml"/><Relationship Id="rId22" Type="http://schemas.openxmlformats.org/officeDocument/2006/relationships/diagramColors" Target="../diagrams/colors4.xml"/></Relationships>
</file>

<file path=ppt/slides/_rels/slide3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Box 3"/>
          <p:cNvSpPr txBox="1">
            <a:spLocks noChangeArrowheads="1"/>
          </p:cNvSpPr>
          <p:nvPr/>
        </p:nvSpPr>
        <p:spPr bwMode="auto">
          <a:xfrm>
            <a:off x="367867" y="1729092"/>
            <a:ext cx="84249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None/>
            </a:pPr>
            <a:r>
              <a:rPr lang="zh-CN" altLang="en-US" sz="5400" dirty="0" smtClean="0">
                <a:solidFill>
                  <a:srgbClr val="FF0000"/>
                </a:solidFill>
                <a:latin typeface="华文中宋" panose="02010600040101010101" pitchFamily="2" charset="-122"/>
              </a:rPr>
              <a:t>第</a:t>
            </a:r>
            <a:r>
              <a:rPr lang="en-US" altLang="zh-CN" sz="5400" dirty="0" smtClean="0">
                <a:solidFill>
                  <a:srgbClr val="FF0000"/>
                </a:solidFill>
                <a:latin typeface="华文中宋" panose="02010600040101010101" pitchFamily="2" charset="-122"/>
              </a:rPr>
              <a:t>1</a:t>
            </a:r>
            <a:r>
              <a:rPr lang="zh-CN" altLang="en-US" sz="5400" dirty="0" smtClean="0">
                <a:solidFill>
                  <a:srgbClr val="FF0000"/>
                </a:solidFill>
                <a:latin typeface="华文中宋" panose="02010600040101010101" pitchFamily="2" charset="-122"/>
              </a:rPr>
              <a:t>讲 个性化推荐</a:t>
            </a:r>
            <a:endParaRPr lang="zh-CN" altLang="en-US" sz="5400" dirty="0">
              <a:solidFill>
                <a:srgbClr val="FF0000"/>
              </a:solidFill>
              <a:latin typeface="华文中宋" panose="02010600040101010101" pitchFamily="2" charset="-122"/>
            </a:endParaRPr>
          </a:p>
        </p:txBody>
      </p:sp>
      <p:sp>
        <p:nvSpPr>
          <p:cNvPr id="6" name="矩形 5"/>
          <p:cNvSpPr/>
          <p:nvPr/>
        </p:nvSpPr>
        <p:spPr>
          <a:xfrm>
            <a:off x="179512" y="337201"/>
            <a:ext cx="4896544" cy="461665"/>
          </a:xfrm>
          <a:prstGeom prst="rect">
            <a:avLst/>
          </a:prstGeom>
        </p:spPr>
        <p:txBody>
          <a:bodyPr wrap="square">
            <a:spAutoFit/>
          </a:bodyPr>
          <a:lstStyle/>
          <a:p>
            <a:pPr eaLnBrk="1" hangingPunct="1">
              <a:spcAft>
                <a:spcPts val="1800"/>
              </a:spcAft>
            </a:pPr>
            <a:r>
              <a:rPr lang="zh-CN" altLang="en-US" sz="2400" dirty="0" smtClean="0">
                <a:solidFill>
                  <a:srgbClr val="FF0000"/>
                </a:solidFill>
                <a:latin typeface="幼圆" panose="02010509060101010101" pitchFamily="49" charset="-122"/>
                <a:ea typeface="幼圆" panose="02010509060101010101" pitchFamily="49" charset="-122"/>
              </a:rPr>
              <a:t>大数据推荐与决策 </a:t>
            </a:r>
            <a:r>
              <a:rPr lang="en-US" altLang="zh-CN" sz="2400" dirty="0" smtClean="0">
                <a:solidFill>
                  <a:srgbClr val="FF0000"/>
                </a:solidFill>
                <a:latin typeface="幼圆" panose="02010509060101010101" pitchFamily="49" charset="-122"/>
                <a:ea typeface="幼圆" panose="02010509060101010101" pitchFamily="49" charset="-122"/>
              </a:rPr>
              <a:t> (</a:t>
            </a:r>
            <a:r>
              <a:rPr lang="zh-CN" altLang="en-US" sz="2400" dirty="0" smtClean="0">
                <a:solidFill>
                  <a:srgbClr val="FF0000"/>
                </a:solidFill>
                <a:latin typeface="幼圆" panose="02010509060101010101" pitchFamily="49" charset="-122"/>
                <a:ea typeface="幼圆" panose="02010509060101010101" pitchFamily="49" charset="-122"/>
              </a:rPr>
              <a:t>三</a:t>
            </a:r>
            <a:r>
              <a:rPr lang="en-US" altLang="zh-CN" sz="2400" dirty="0" smtClean="0">
                <a:solidFill>
                  <a:srgbClr val="FF0000"/>
                </a:solidFill>
                <a:latin typeface="幼圆" panose="02010509060101010101" pitchFamily="49" charset="-122"/>
                <a:ea typeface="幼圆" panose="02010509060101010101" pitchFamily="49" charset="-122"/>
              </a:rPr>
              <a:t>) </a:t>
            </a:r>
            <a:r>
              <a:rPr lang="zh-CN" altLang="en-US" sz="2400" dirty="0" smtClean="0">
                <a:solidFill>
                  <a:srgbClr val="FF0000"/>
                </a:solidFill>
                <a:latin typeface="幼圆" panose="02010509060101010101" pitchFamily="49" charset="-122"/>
                <a:ea typeface="幼圆" panose="02010509060101010101" pitchFamily="49" charset="-122"/>
              </a:rPr>
              <a:t>应用篇</a:t>
            </a:r>
            <a:endParaRPr lang="en-US" altLang="zh-CN" sz="2400" dirty="0">
              <a:solidFill>
                <a:srgbClr val="FF0000"/>
              </a:solidFill>
              <a:latin typeface="幼圆" panose="02010509060101010101" pitchFamily="49" charset="-122"/>
              <a:ea typeface="幼圆" panose="02010509060101010101" pitchFamily="49" charset="-122"/>
            </a:endParaRPr>
          </a:p>
        </p:txBody>
      </p:sp>
      <p:pic>
        <p:nvPicPr>
          <p:cNvPr id="7" name="图片 6"/>
          <p:cNvPicPr>
            <a:picLocks noChangeAspect="1"/>
          </p:cNvPicPr>
          <p:nvPr/>
        </p:nvPicPr>
        <p:blipFill>
          <a:blip r:embed="rId3"/>
          <a:stretch>
            <a:fillRect/>
          </a:stretch>
        </p:blipFill>
        <p:spPr>
          <a:xfrm>
            <a:off x="6228184" y="260648"/>
            <a:ext cx="2660986" cy="610982"/>
          </a:xfrm>
          <a:prstGeom prst="rect">
            <a:avLst/>
          </a:prstGeom>
        </p:spPr>
      </p:pic>
      <p:sp>
        <p:nvSpPr>
          <p:cNvPr id="8" name="TextBox 3"/>
          <p:cNvSpPr txBox="1">
            <a:spLocks noChangeArrowheads="1"/>
          </p:cNvSpPr>
          <p:nvPr/>
        </p:nvSpPr>
        <p:spPr bwMode="auto">
          <a:xfrm>
            <a:off x="539552" y="3298626"/>
            <a:ext cx="8001223" cy="315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FontTx/>
              <a:buNone/>
            </a:pPr>
            <a:r>
              <a:rPr lang="zh-CN" altLang="en-US" sz="5400" dirty="0" smtClean="0">
                <a:latin typeface="华文中宋" panose="02010600040101010101" pitchFamily="2" charset="-122"/>
              </a:rPr>
              <a:t>余力 </a:t>
            </a:r>
            <a:r>
              <a:rPr lang="zh-CN" altLang="en-US" sz="4000" dirty="0" smtClean="0">
                <a:latin typeface="华文中宋" panose="02010600040101010101" pitchFamily="2" charset="-122"/>
              </a:rPr>
              <a:t>博士</a:t>
            </a:r>
            <a:endParaRPr lang="en-US" altLang="zh-CN" sz="4000" dirty="0" smtClean="0">
              <a:latin typeface="华文中宋" panose="02010600040101010101" pitchFamily="2" charset="-122"/>
            </a:endParaRPr>
          </a:p>
          <a:p>
            <a:pPr algn="ctr" eaLnBrk="1" hangingPunct="1">
              <a:spcBef>
                <a:spcPct val="0"/>
              </a:spcBef>
              <a:spcAft>
                <a:spcPts val="1800"/>
              </a:spcAft>
              <a:buClrTx/>
              <a:buSzTx/>
              <a:buFontTx/>
              <a:buNone/>
            </a:pPr>
            <a:r>
              <a:rPr lang="zh-CN" altLang="en-US" dirty="0" smtClean="0">
                <a:latin typeface="仿宋" panose="02010609060101010101" pitchFamily="49" charset="-122"/>
                <a:ea typeface="仿宋" panose="02010609060101010101" pitchFamily="49" charset="-122"/>
              </a:rPr>
              <a:t>教授、博士生导师</a:t>
            </a:r>
            <a:endParaRPr lang="en-US" altLang="zh-CN" dirty="0" smtClean="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zh-CN" altLang="en-US" dirty="0">
                <a:latin typeface="仿宋" panose="02010609060101010101" pitchFamily="49" charset="-122"/>
                <a:ea typeface="仿宋" panose="02010609060101010101" pitchFamily="49" charset="-122"/>
              </a:rPr>
              <a:t>大数据分析与智能决策实验室  </a:t>
            </a:r>
            <a:endParaRPr lang="en-US" altLang="zh-CN" dirty="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en-US" altLang="zh-CN" sz="3600" b="0" dirty="0" smtClean="0">
                <a:latin typeface="+mn-lt"/>
              </a:rPr>
              <a:t>buaayuli@ruc.edu.cn</a:t>
            </a:r>
          </a:p>
        </p:txBody>
      </p:sp>
    </p:spTree>
    <p:extLst>
      <p:ext uri="{BB962C8B-B14F-4D97-AF65-F5344CB8AC3E}">
        <p14:creationId xmlns:p14="http://schemas.microsoft.com/office/powerpoint/2010/main" val="3403417097"/>
      </p:ext>
    </p:extLst>
  </p:cSld>
  <p:clrMapOvr>
    <a:masterClrMapping/>
  </p:clrMapOvr>
  <p:transition spd="slow">
    <p:circl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b="0" dirty="0" smtClean="0">
                <a:latin typeface="微软雅黑" pitchFamily="34" charset="-122"/>
                <a:ea typeface="微软雅黑" pitchFamily="34" charset="-122"/>
              </a:rPr>
              <a:t>目录</a:t>
            </a:r>
            <a:endParaRPr lang="zh-CN" altLang="en-US" b="0" dirty="0">
              <a:latin typeface="微软雅黑" pitchFamily="34" charset="-122"/>
              <a:ea typeface="微软雅黑" pitchFamily="34" charset="-122"/>
            </a:endParaRPr>
          </a:p>
        </p:txBody>
      </p:sp>
      <p:sp>
        <p:nvSpPr>
          <p:cNvPr id="3" name="内容占位符 2"/>
          <p:cNvSpPr>
            <a:spLocks noGrp="1"/>
          </p:cNvSpPr>
          <p:nvPr>
            <p:ph idx="1"/>
          </p:nvPr>
        </p:nvSpPr>
        <p:spPr>
          <a:xfrm>
            <a:off x="2932498" y="1628800"/>
            <a:ext cx="4537075" cy="4752528"/>
          </a:xfrm>
        </p:spPr>
        <p:txBody>
          <a:bodyPr/>
          <a:lstStyle/>
          <a:p>
            <a:pPr marL="571500" indent="-571500" eaLnBrk="1" hangingPunct="1">
              <a:lnSpc>
                <a:spcPct val="200000"/>
              </a:lnSpc>
              <a:buClr>
                <a:schemeClr val="tx1"/>
              </a:buClr>
              <a:buSzPct val="100000"/>
              <a:buFont typeface="+mj-lt"/>
              <a:buAutoNum type="arabicPeriod"/>
              <a:defRPr/>
            </a:pPr>
            <a:r>
              <a:rPr lang="zh-CN" altLang="en-US" sz="3200" dirty="0" smtClean="0"/>
              <a:t>个性化推荐概述</a:t>
            </a:r>
            <a:endParaRPr lang="en-US" altLang="zh-CN" sz="3200" b="0" dirty="0" smtClean="0"/>
          </a:p>
          <a:p>
            <a:pPr marL="571500" indent="-571500" eaLnBrk="1" hangingPunct="1">
              <a:lnSpc>
                <a:spcPct val="200000"/>
              </a:lnSpc>
              <a:buClr>
                <a:schemeClr val="tx1"/>
              </a:buClr>
              <a:buSzPct val="100000"/>
              <a:buFont typeface="+mj-lt"/>
              <a:buAutoNum type="arabicPeriod"/>
              <a:defRPr/>
            </a:pPr>
            <a:r>
              <a:rPr lang="zh-CN" altLang="en-US" sz="3200" b="0" dirty="0" smtClean="0"/>
              <a:t>经典推荐方法</a:t>
            </a:r>
            <a:endParaRPr lang="en-US" altLang="zh-CN" sz="3200" b="0" dirty="0" smtClean="0"/>
          </a:p>
          <a:p>
            <a:pPr marL="571500" indent="-571500" eaLnBrk="1" hangingPunct="1">
              <a:lnSpc>
                <a:spcPct val="200000"/>
              </a:lnSpc>
              <a:buClr>
                <a:schemeClr val="tx1"/>
              </a:buClr>
              <a:buSzPct val="100000"/>
              <a:buFont typeface="+mj-lt"/>
              <a:buAutoNum type="arabicPeriod"/>
              <a:defRPr/>
            </a:pPr>
            <a:r>
              <a:rPr lang="zh-CN" altLang="en-US" sz="3200" dirty="0" smtClean="0"/>
              <a:t>深度学习推荐</a:t>
            </a:r>
            <a:endParaRPr lang="en-US" altLang="zh-CN" sz="3200" dirty="0" smtClean="0"/>
          </a:p>
          <a:p>
            <a:pPr marL="571500" indent="-571500">
              <a:lnSpc>
                <a:spcPct val="200000"/>
              </a:lnSpc>
              <a:buClr>
                <a:schemeClr val="tx1"/>
              </a:buClr>
              <a:buSzPct val="100000"/>
              <a:buFont typeface="+mj-lt"/>
              <a:buAutoNum type="arabicPeriod"/>
              <a:defRPr/>
            </a:pPr>
            <a:r>
              <a:rPr lang="zh-CN" altLang="en-US" sz="3200" dirty="0"/>
              <a:t>高级推荐方法</a:t>
            </a:r>
            <a:endParaRPr lang="en-US" altLang="zh-CN" sz="3200" dirty="0"/>
          </a:p>
          <a:p>
            <a:pPr marL="571500" indent="-571500" eaLnBrk="1" hangingPunct="1">
              <a:lnSpc>
                <a:spcPct val="200000"/>
              </a:lnSpc>
              <a:buClr>
                <a:schemeClr val="tx1"/>
              </a:buClr>
              <a:buSzPct val="100000"/>
              <a:buFont typeface="+mj-lt"/>
              <a:buAutoNum type="arabicPeriod"/>
              <a:defRPr/>
            </a:pPr>
            <a:endParaRPr lang="en-US" altLang="zh-CN" sz="3200" b="0" dirty="0" smtClean="0"/>
          </a:p>
        </p:txBody>
      </p:sp>
    </p:spTree>
    <p:extLst>
      <p:ext uri="{BB962C8B-B14F-4D97-AF65-F5344CB8AC3E}">
        <p14:creationId xmlns:p14="http://schemas.microsoft.com/office/powerpoint/2010/main" val="2556424465"/>
      </p:ext>
    </p:extLst>
  </p:cSld>
  <p:clrMapOvr>
    <a:masterClrMapping/>
  </p:clrMapOvr>
  <p:transition spd="slow">
    <p:circl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p>
            <a:pPr algn="ctr"/>
            <a:r>
              <a:rPr lang="en-US" altLang="zh-CN" sz="5400" b="0" dirty="0" smtClean="0">
                <a:solidFill>
                  <a:srgbClr val="FF0000"/>
                </a:solidFill>
                <a:latin typeface="微软雅黑" panose="020B0503020204020204" pitchFamily="34" charset="-122"/>
                <a:ea typeface="微软雅黑" panose="020B0503020204020204" pitchFamily="34" charset="-122"/>
              </a:rPr>
              <a:t>1. </a:t>
            </a:r>
            <a:r>
              <a:rPr lang="zh-CN" altLang="en-US" sz="5400" b="0" dirty="0" smtClean="0">
                <a:solidFill>
                  <a:srgbClr val="FF0000"/>
                </a:solidFill>
                <a:latin typeface="微软雅黑" panose="020B0503020204020204" pitchFamily="34" charset="-122"/>
                <a:ea typeface="微软雅黑" panose="020B0503020204020204" pitchFamily="34" charset="-122"/>
              </a:rPr>
              <a:t>概述</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314259825"/>
      </p:ext>
    </p:extLst>
  </p:cSld>
  <p:clrMapOvr>
    <a:masterClrMapping/>
  </p:clrMapOvr>
  <p:transition spd="slow">
    <p:circl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69969" y="1219201"/>
            <a:ext cx="2550502" cy="5526088"/>
          </a:xfrm>
          <a:prstGeom prst="rect">
            <a:avLst/>
          </a:prstGeom>
          <a:ln>
            <a:solidFill>
              <a:srgbClr val="FF0000"/>
            </a:solidFill>
          </a:ln>
        </p:spPr>
      </p:pic>
      <p:sp>
        <p:nvSpPr>
          <p:cNvPr id="14338" name="标题 1"/>
          <p:cNvSpPr>
            <a:spLocks noGrp="1"/>
          </p:cNvSpPr>
          <p:nvPr>
            <p:ph type="title"/>
          </p:nvPr>
        </p:nvSpPr>
        <p:spPr>
          <a:xfrm>
            <a:off x="179388" y="95250"/>
            <a:ext cx="8964612" cy="936625"/>
          </a:xfrm>
        </p:spPr>
        <p:txBody>
          <a:bodyPr/>
          <a:lstStyle/>
          <a:p>
            <a:r>
              <a:rPr lang="zh-CN" altLang="en-US" b="0" dirty="0" smtClean="0">
                <a:effectLst/>
                <a:latin typeface="微软雅黑" panose="020B0503020204020204" pitchFamily="34" charset="-122"/>
                <a:ea typeface="微软雅黑" panose="020B0503020204020204" pitchFamily="34" charset="-122"/>
              </a:rPr>
              <a:t>个性化推荐</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164" y="1242117"/>
            <a:ext cx="2518719" cy="5457224"/>
          </a:xfrm>
          <a:prstGeom prst="rect">
            <a:avLst/>
          </a:prstGeom>
          <a:ln>
            <a:solidFill>
              <a:srgbClr val="FF0000"/>
            </a:solidFill>
          </a:ln>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00736" y="1242116"/>
            <a:ext cx="2518719" cy="5457224"/>
          </a:xfrm>
          <a:prstGeom prst="rect">
            <a:avLst/>
          </a:prstGeom>
          <a:ln>
            <a:solidFill>
              <a:srgbClr val="FF0000"/>
            </a:solidFill>
          </a:ln>
        </p:spPr>
      </p:pic>
      <p:sp>
        <p:nvSpPr>
          <p:cNvPr id="6" name="椭圆 5"/>
          <p:cNvSpPr/>
          <p:nvPr/>
        </p:nvSpPr>
        <p:spPr bwMode="auto">
          <a:xfrm>
            <a:off x="539552" y="1700808"/>
            <a:ext cx="648072" cy="432048"/>
          </a:xfrm>
          <a:prstGeom prst="ellipse">
            <a:avLst/>
          </a:prstGeom>
          <a:noFill/>
          <a:ln w="9525">
            <a:solidFill>
              <a:srgbClr val="00CC00"/>
            </a:solidFill>
            <a:prstDash val="sysDash"/>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ndParaRPr>
          </a:p>
        </p:txBody>
      </p:sp>
      <p:sp>
        <p:nvSpPr>
          <p:cNvPr id="15" name="椭圆 14"/>
          <p:cNvSpPr/>
          <p:nvPr/>
        </p:nvSpPr>
        <p:spPr bwMode="auto">
          <a:xfrm>
            <a:off x="4644761" y="1484040"/>
            <a:ext cx="648072" cy="432048"/>
          </a:xfrm>
          <a:prstGeom prst="ellipse">
            <a:avLst/>
          </a:prstGeom>
          <a:noFill/>
          <a:ln w="9525">
            <a:solidFill>
              <a:srgbClr val="FF0000"/>
            </a:solidFill>
            <a:prstDash val="sysDash"/>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ndParaRPr>
          </a:p>
        </p:txBody>
      </p:sp>
      <p:sp>
        <p:nvSpPr>
          <p:cNvPr id="16" name="椭圆 15"/>
          <p:cNvSpPr/>
          <p:nvPr/>
        </p:nvSpPr>
        <p:spPr bwMode="auto">
          <a:xfrm>
            <a:off x="6236103" y="1899155"/>
            <a:ext cx="648072" cy="432048"/>
          </a:xfrm>
          <a:prstGeom prst="ellipse">
            <a:avLst/>
          </a:prstGeom>
          <a:noFill/>
          <a:ln w="9525">
            <a:solidFill>
              <a:srgbClr val="0000FF"/>
            </a:solidFill>
            <a:prstDash val="sysDash"/>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ndParaRPr>
          </a:p>
        </p:txBody>
      </p:sp>
    </p:spTree>
    <p:extLst>
      <p:ext uri="{BB962C8B-B14F-4D97-AF65-F5344CB8AC3E}">
        <p14:creationId xmlns:p14="http://schemas.microsoft.com/office/powerpoint/2010/main" val="3369441625"/>
      </p:ext>
    </p:extLst>
  </p:cSld>
  <p:clrMapOvr>
    <a:masterClrMapping/>
  </p:clrMapOvr>
  <p:transition spd="slow">
    <p:circl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矩形 2"/>
          <p:cNvSpPr>
            <a:spLocks noGrp="1" noChangeArrowheads="1"/>
          </p:cNvSpPr>
          <p:nvPr>
            <p:ph type="title"/>
          </p:nvPr>
        </p:nvSpPr>
        <p:spPr/>
        <p:txBody>
          <a:bodyPr/>
          <a:lstStyle/>
          <a:p>
            <a:pPr eaLnBrk="1" hangingPunct="1">
              <a:defRPr/>
            </a:pPr>
            <a:r>
              <a:rPr lang="zh-CN" altLang="en-US" dirty="0" smtClean="0"/>
              <a:t>相关方法</a:t>
            </a:r>
            <a:endParaRPr lang="zh-CN" altLang="zh-CN" dirty="0" smtClean="0"/>
          </a:p>
        </p:txBody>
      </p:sp>
      <p:sp>
        <p:nvSpPr>
          <p:cNvPr id="16388" name="直线 3"/>
          <p:cNvSpPr>
            <a:spLocks noChangeShapeType="1"/>
          </p:cNvSpPr>
          <p:nvPr/>
        </p:nvSpPr>
        <p:spPr bwMode="auto">
          <a:xfrm>
            <a:off x="1365250" y="2262188"/>
            <a:ext cx="0" cy="3886200"/>
          </a:xfrm>
          <a:prstGeom prst="line">
            <a:avLst/>
          </a:prstGeom>
          <a:noFill/>
          <a:ln w="38100">
            <a:solidFill>
              <a:srgbClr val="FFB95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1" name="直线 4"/>
          <p:cNvSpPr>
            <a:spLocks noChangeShapeType="1"/>
          </p:cNvSpPr>
          <p:nvPr/>
        </p:nvSpPr>
        <p:spPr bwMode="auto">
          <a:xfrm flipH="1">
            <a:off x="1365250" y="6148388"/>
            <a:ext cx="5486400" cy="0"/>
          </a:xfrm>
          <a:prstGeom prst="line">
            <a:avLst/>
          </a:prstGeom>
          <a:noFill/>
          <a:ln w="38100">
            <a:solidFill>
              <a:schemeClr val="accent6">
                <a:lumMod val="75000"/>
              </a:schemeClr>
            </a:solidFill>
            <a:round/>
            <a:headEnd type="triangle" w="med" len="med"/>
            <a:tailEnd/>
          </a:ln>
        </p:spPr>
        <p:txBody>
          <a:bodyPr wrap="none" anchor="ctr"/>
          <a:lstStyle/>
          <a:p>
            <a:pPr>
              <a:defRPr/>
            </a:pPr>
            <a:endParaRPr lang="zh-CN" altLang="en-US">
              <a:solidFill>
                <a:srgbClr val="7030A0"/>
              </a:solidFill>
              <a:ea typeface="+mn-ea"/>
            </a:endParaRPr>
          </a:p>
        </p:txBody>
      </p:sp>
      <p:grpSp>
        <p:nvGrpSpPr>
          <p:cNvPr id="2" name="组合 5"/>
          <p:cNvGrpSpPr>
            <a:grpSpLocks/>
          </p:cNvGrpSpPr>
          <p:nvPr/>
        </p:nvGrpSpPr>
        <p:grpSpPr bwMode="auto">
          <a:xfrm>
            <a:off x="1536700" y="1917700"/>
            <a:ext cx="5638800" cy="3810000"/>
            <a:chOff x="1344" y="960"/>
            <a:chExt cx="3552" cy="2400"/>
          </a:xfrm>
        </p:grpSpPr>
        <p:sp>
          <p:nvSpPr>
            <p:cNvPr id="16418" name="椭圆 6"/>
            <p:cNvSpPr>
              <a:spLocks noChangeArrowheads="1"/>
            </p:cNvSpPr>
            <p:nvPr/>
          </p:nvSpPr>
          <p:spPr bwMode="auto">
            <a:xfrm>
              <a:off x="1344" y="2256"/>
              <a:ext cx="1152" cy="1104"/>
            </a:xfrm>
            <a:prstGeom prst="ellipse">
              <a:avLst/>
            </a:prstGeom>
            <a:solidFill>
              <a:schemeClr val="accent1">
                <a:alpha val="50195"/>
              </a:schemeClr>
            </a:solidFill>
            <a:ln w="12700">
              <a:solidFill>
                <a:schemeClr val="tx1"/>
              </a:solidFill>
              <a:prstDash val="lgDash"/>
              <a:round/>
              <a:headEnd/>
              <a:tailEnd/>
            </a:ln>
          </p:spPr>
          <p:txBody>
            <a:bodyPr wrap="none" anchor="ctr"/>
            <a:lstStyle/>
            <a:p>
              <a:pPr algn="ctr" eaLnBrk="0" hangingPunct="0"/>
              <a:r>
                <a:rPr lang="en-US" altLang="zh-CN" sz="1600" b="1" dirty="0">
                  <a:solidFill>
                    <a:srgbClr val="FFB229"/>
                  </a:solidFill>
                  <a:latin typeface="Arial" charset="0"/>
                  <a:ea typeface="MS PGothic" pitchFamily="34" charset="-128"/>
                </a:rPr>
                <a:t>Information</a:t>
              </a:r>
            </a:p>
            <a:p>
              <a:pPr algn="ctr" eaLnBrk="0" hangingPunct="0"/>
              <a:r>
                <a:rPr lang="en-US" altLang="zh-CN" sz="1600" b="1" dirty="0">
                  <a:solidFill>
                    <a:srgbClr val="FFB229"/>
                  </a:solidFill>
                  <a:latin typeface="Arial" charset="0"/>
                  <a:ea typeface="MS PGothic" pitchFamily="34" charset="-128"/>
                </a:rPr>
                <a:t>Retrieval</a:t>
              </a:r>
            </a:p>
          </p:txBody>
        </p:sp>
        <p:sp>
          <p:nvSpPr>
            <p:cNvPr id="16419" name="椭圆 7"/>
            <p:cNvSpPr>
              <a:spLocks noChangeArrowheads="1"/>
            </p:cNvSpPr>
            <p:nvPr/>
          </p:nvSpPr>
          <p:spPr bwMode="auto">
            <a:xfrm>
              <a:off x="2160" y="1824"/>
              <a:ext cx="1152" cy="1104"/>
            </a:xfrm>
            <a:prstGeom prst="ellipse">
              <a:avLst/>
            </a:prstGeom>
            <a:solidFill>
              <a:schemeClr val="accent1">
                <a:alpha val="50195"/>
              </a:schemeClr>
            </a:solidFill>
            <a:ln w="12700">
              <a:solidFill>
                <a:schemeClr val="tx1"/>
              </a:solidFill>
              <a:prstDash val="lgDash"/>
              <a:round/>
              <a:headEnd/>
              <a:tailEnd/>
            </a:ln>
          </p:spPr>
          <p:txBody>
            <a:bodyPr wrap="none" anchor="ctr"/>
            <a:lstStyle/>
            <a:p>
              <a:pPr algn="ctr" eaLnBrk="0" hangingPunct="0"/>
              <a:r>
                <a:rPr lang="zh-CN" altLang="zh-CN" sz="1600" b="1" dirty="0">
                  <a:solidFill>
                    <a:srgbClr val="FFB229"/>
                  </a:solidFill>
                  <a:latin typeface="Arial" charset="0"/>
                  <a:ea typeface="MS PGothic" pitchFamily="34" charset="-128"/>
                </a:rPr>
                <a:t>Recommender</a:t>
              </a:r>
              <a:endParaRPr lang="en-US" altLang="zh-CN" sz="1600" b="1" dirty="0">
                <a:solidFill>
                  <a:srgbClr val="FFB229"/>
                </a:solidFill>
                <a:latin typeface="Arial" charset="0"/>
                <a:ea typeface="MS PGothic" pitchFamily="34" charset="-128"/>
              </a:endParaRPr>
            </a:p>
            <a:p>
              <a:pPr algn="ctr" eaLnBrk="0" hangingPunct="0"/>
              <a:r>
                <a:rPr lang="zh-CN" altLang="zh-CN" sz="1600" b="1" dirty="0">
                  <a:solidFill>
                    <a:srgbClr val="FFB229"/>
                  </a:solidFill>
                  <a:latin typeface="Arial" charset="0"/>
                  <a:ea typeface="MS PGothic" pitchFamily="34" charset="-128"/>
                </a:rPr>
                <a:t>System</a:t>
              </a:r>
              <a:endParaRPr lang="en-US" altLang="zh-CN" sz="1600" b="1" dirty="0">
                <a:solidFill>
                  <a:srgbClr val="FFB229"/>
                </a:solidFill>
                <a:latin typeface="Arial" charset="0"/>
                <a:ea typeface="MS PGothic" pitchFamily="34" charset="-128"/>
              </a:endParaRPr>
            </a:p>
          </p:txBody>
        </p:sp>
        <p:sp>
          <p:nvSpPr>
            <p:cNvPr id="16420" name="椭圆 8"/>
            <p:cNvSpPr>
              <a:spLocks noChangeArrowheads="1"/>
            </p:cNvSpPr>
            <p:nvPr/>
          </p:nvSpPr>
          <p:spPr bwMode="auto">
            <a:xfrm>
              <a:off x="2976" y="1392"/>
              <a:ext cx="1152" cy="1104"/>
            </a:xfrm>
            <a:prstGeom prst="ellipse">
              <a:avLst/>
            </a:prstGeom>
            <a:solidFill>
              <a:schemeClr val="accent1">
                <a:alpha val="50195"/>
              </a:schemeClr>
            </a:solidFill>
            <a:ln w="12700">
              <a:solidFill>
                <a:schemeClr val="tx1"/>
              </a:solidFill>
              <a:prstDash val="lgDash"/>
              <a:round/>
              <a:headEnd/>
              <a:tailEnd/>
            </a:ln>
          </p:spPr>
          <p:txBody>
            <a:bodyPr wrap="none" anchor="ctr"/>
            <a:lstStyle/>
            <a:p>
              <a:pPr algn="ctr" eaLnBrk="0" hangingPunct="0"/>
              <a:r>
                <a:rPr lang="zh-CN" altLang="zh-CN" sz="1600" b="1">
                  <a:solidFill>
                    <a:srgbClr val="FFB229"/>
                  </a:solidFill>
                  <a:latin typeface="Arial" charset="0"/>
                  <a:ea typeface="MS PGothic" pitchFamily="34" charset="-128"/>
                </a:rPr>
                <a:t>P</a:t>
              </a:r>
              <a:r>
                <a:rPr lang="zh-CN" altLang="zh-CN" sz="1600" b="1">
                  <a:solidFill>
                    <a:srgbClr val="FFB229"/>
                  </a:solidFill>
                  <a:latin typeface="Arial" charset="0"/>
                </a:rPr>
                <a:t>roduct</a:t>
              </a:r>
              <a:br>
                <a:rPr lang="zh-CN" altLang="zh-CN" sz="1600" b="1">
                  <a:solidFill>
                    <a:srgbClr val="FFB229"/>
                  </a:solidFill>
                  <a:latin typeface="Arial" charset="0"/>
                </a:rPr>
              </a:br>
              <a:r>
                <a:rPr lang="zh-CN" altLang="zh-CN" sz="1600" b="1">
                  <a:solidFill>
                    <a:srgbClr val="FFB229"/>
                  </a:solidFill>
                  <a:latin typeface="Arial" charset="0"/>
                </a:rPr>
                <a:t>Search</a:t>
              </a:r>
              <a:endParaRPr lang="en-US" altLang="zh-CN" sz="1600" b="1">
                <a:solidFill>
                  <a:srgbClr val="FFB229"/>
                </a:solidFill>
                <a:latin typeface="Arial" charset="0"/>
                <a:ea typeface="MS PGothic" pitchFamily="34" charset="-128"/>
              </a:endParaRPr>
            </a:p>
          </p:txBody>
        </p:sp>
        <p:sp>
          <p:nvSpPr>
            <p:cNvPr id="16421" name="椭圆 9"/>
            <p:cNvSpPr>
              <a:spLocks noChangeArrowheads="1"/>
            </p:cNvSpPr>
            <p:nvPr/>
          </p:nvSpPr>
          <p:spPr bwMode="auto">
            <a:xfrm>
              <a:off x="3744" y="960"/>
              <a:ext cx="1152" cy="1104"/>
            </a:xfrm>
            <a:prstGeom prst="ellipse">
              <a:avLst/>
            </a:prstGeom>
            <a:solidFill>
              <a:schemeClr val="accent1">
                <a:alpha val="50195"/>
              </a:schemeClr>
            </a:solidFill>
            <a:ln w="12700">
              <a:solidFill>
                <a:schemeClr val="tx1"/>
              </a:solidFill>
              <a:prstDash val="lgDash"/>
              <a:round/>
              <a:headEnd/>
              <a:tailEnd/>
            </a:ln>
          </p:spPr>
          <p:txBody>
            <a:bodyPr wrap="none" anchor="ctr"/>
            <a:lstStyle/>
            <a:p>
              <a:pPr algn="ctr" eaLnBrk="0" hangingPunct="0"/>
              <a:r>
                <a:rPr lang="zh-CN" altLang="zh-CN" sz="1600" b="1">
                  <a:solidFill>
                    <a:srgbClr val="FFB229"/>
                  </a:solidFill>
                  <a:latin typeface="Arial" charset="0"/>
                  <a:ea typeface="MS PGothic" pitchFamily="34" charset="-128"/>
                </a:rPr>
                <a:t>Decision </a:t>
              </a:r>
              <a:br>
                <a:rPr lang="zh-CN" altLang="zh-CN" sz="1600" b="1">
                  <a:solidFill>
                    <a:srgbClr val="FFB229"/>
                  </a:solidFill>
                  <a:latin typeface="Arial" charset="0"/>
                  <a:ea typeface="MS PGothic" pitchFamily="34" charset="-128"/>
                </a:rPr>
              </a:br>
              <a:r>
                <a:rPr lang="zh-CN" altLang="zh-CN" sz="1600" b="1">
                  <a:solidFill>
                    <a:srgbClr val="FFB229"/>
                  </a:solidFill>
                  <a:latin typeface="Arial" charset="0"/>
                  <a:ea typeface="MS PGothic" pitchFamily="34" charset="-128"/>
                </a:rPr>
                <a:t>Support</a:t>
              </a:r>
              <a:endParaRPr lang="en-US" altLang="zh-CN" sz="1600" b="1">
                <a:solidFill>
                  <a:srgbClr val="FFB229"/>
                </a:solidFill>
                <a:latin typeface="Arial" charset="0"/>
                <a:ea typeface="MS PGothic" pitchFamily="34" charset="-128"/>
              </a:endParaRPr>
            </a:p>
          </p:txBody>
        </p:sp>
      </p:grpSp>
      <p:sp>
        <p:nvSpPr>
          <p:cNvPr id="16391" name="矩形 10"/>
          <p:cNvSpPr>
            <a:spLocks noChangeArrowheads="1"/>
          </p:cNvSpPr>
          <p:nvPr/>
        </p:nvSpPr>
        <p:spPr bwMode="auto">
          <a:xfrm>
            <a:off x="763588" y="1476375"/>
            <a:ext cx="14541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dirty="0">
                <a:solidFill>
                  <a:srgbClr val="0070C0"/>
                </a:solidFill>
                <a:latin typeface="Arial" charset="0"/>
                <a:ea typeface="MS PGothic" pitchFamily="34" charset="-128"/>
              </a:rPr>
              <a:t>Item</a:t>
            </a:r>
            <a:br>
              <a:rPr lang="en-US" altLang="zh-CN" sz="2000" dirty="0">
                <a:solidFill>
                  <a:srgbClr val="0070C0"/>
                </a:solidFill>
                <a:latin typeface="Arial" charset="0"/>
                <a:ea typeface="MS PGothic" pitchFamily="34" charset="-128"/>
              </a:rPr>
            </a:br>
            <a:r>
              <a:rPr lang="en-US" altLang="zh-CN" sz="2000" dirty="0">
                <a:solidFill>
                  <a:srgbClr val="0070C0"/>
                </a:solidFill>
                <a:latin typeface="Arial" charset="0"/>
                <a:ea typeface="MS PGothic" pitchFamily="34" charset="-128"/>
              </a:rPr>
              <a:t>Complexity</a:t>
            </a:r>
          </a:p>
        </p:txBody>
      </p:sp>
      <p:sp>
        <p:nvSpPr>
          <p:cNvPr id="16392" name="矩形 11"/>
          <p:cNvSpPr>
            <a:spLocks noChangeArrowheads="1"/>
          </p:cNvSpPr>
          <p:nvPr/>
        </p:nvSpPr>
        <p:spPr bwMode="auto">
          <a:xfrm>
            <a:off x="6699250" y="6272213"/>
            <a:ext cx="1497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a:solidFill>
                  <a:srgbClr val="0070C0"/>
                </a:solidFill>
                <a:latin typeface="Arial" charset="0"/>
                <a:ea typeface="MS PGothic" pitchFamily="34" charset="-128"/>
              </a:rPr>
              <a:t>Risk (Price)</a:t>
            </a:r>
          </a:p>
        </p:txBody>
      </p:sp>
      <p:sp>
        <p:nvSpPr>
          <p:cNvPr id="16393" name="矩形 12"/>
          <p:cNvSpPr>
            <a:spLocks noChangeArrowheads="1"/>
          </p:cNvSpPr>
          <p:nvPr/>
        </p:nvSpPr>
        <p:spPr bwMode="auto">
          <a:xfrm>
            <a:off x="1517650" y="6224588"/>
            <a:ext cx="527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800" i="1">
                <a:solidFill>
                  <a:srgbClr val="7030A0"/>
                </a:solidFill>
                <a:latin typeface="Arial" charset="0"/>
                <a:ea typeface="MS PGothic" pitchFamily="34" charset="-128"/>
              </a:rPr>
              <a:t>low</a:t>
            </a:r>
          </a:p>
        </p:txBody>
      </p:sp>
      <p:sp>
        <p:nvSpPr>
          <p:cNvPr id="16394" name="矩形 13"/>
          <p:cNvSpPr>
            <a:spLocks noChangeArrowheads="1"/>
          </p:cNvSpPr>
          <p:nvPr/>
        </p:nvSpPr>
        <p:spPr bwMode="auto">
          <a:xfrm>
            <a:off x="6013450" y="6300788"/>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800" i="1">
                <a:solidFill>
                  <a:srgbClr val="7030A0"/>
                </a:solidFill>
                <a:latin typeface="Arial" charset="0"/>
                <a:ea typeface="MS PGothic" pitchFamily="34" charset="-128"/>
              </a:rPr>
              <a:t>high</a:t>
            </a:r>
          </a:p>
        </p:txBody>
      </p:sp>
      <p:sp>
        <p:nvSpPr>
          <p:cNvPr id="16395" name="矩形 14"/>
          <p:cNvSpPr>
            <a:spLocks noChangeArrowheads="1"/>
          </p:cNvSpPr>
          <p:nvPr/>
        </p:nvSpPr>
        <p:spPr bwMode="auto">
          <a:xfrm>
            <a:off x="755650" y="5767388"/>
            <a:ext cx="527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800" i="1">
                <a:solidFill>
                  <a:srgbClr val="7030A0"/>
                </a:solidFill>
                <a:latin typeface="Arial" charset="0"/>
                <a:ea typeface="MS PGothic" pitchFamily="34" charset="-128"/>
              </a:rPr>
              <a:t>low</a:t>
            </a:r>
          </a:p>
        </p:txBody>
      </p:sp>
      <p:sp>
        <p:nvSpPr>
          <p:cNvPr id="16396" name="矩形 15"/>
          <p:cNvSpPr>
            <a:spLocks noChangeArrowheads="1"/>
          </p:cNvSpPr>
          <p:nvPr/>
        </p:nvSpPr>
        <p:spPr bwMode="auto">
          <a:xfrm>
            <a:off x="755650" y="2490788"/>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800" i="1">
                <a:solidFill>
                  <a:srgbClr val="7030A0"/>
                </a:solidFill>
                <a:latin typeface="Arial" charset="0"/>
                <a:ea typeface="MS PGothic" pitchFamily="34" charset="-128"/>
              </a:rPr>
              <a:t>high</a:t>
            </a:r>
          </a:p>
        </p:txBody>
      </p:sp>
      <p:grpSp>
        <p:nvGrpSpPr>
          <p:cNvPr id="3" name="组合 16"/>
          <p:cNvGrpSpPr>
            <a:grpSpLocks/>
          </p:cNvGrpSpPr>
          <p:nvPr/>
        </p:nvGrpSpPr>
        <p:grpSpPr bwMode="auto">
          <a:xfrm>
            <a:off x="1365250" y="1119188"/>
            <a:ext cx="5257800" cy="3352800"/>
            <a:chOff x="1248" y="432"/>
            <a:chExt cx="3312" cy="2112"/>
          </a:xfrm>
        </p:grpSpPr>
        <p:sp>
          <p:nvSpPr>
            <p:cNvPr id="16413" name="直线 17"/>
            <p:cNvSpPr>
              <a:spLocks noChangeShapeType="1"/>
            </p:cNvSpPr>
            <p:nvPr/>
          </p:nvSpPr>
          <p:spPr bwMode="auto">
            <a:xfrm flipV="1">
              <a:off x="1248" y="720"/>
              <a:ext cx="3312" cy="1824"/>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4" name="矩形 18"/>
            <p:cNvSpPr>
              <a:spLocks noChangeArrowheads="1"/>
            </p:cNvSpPr>
            <p:nvPr/>
          </p:nvSpPr>
          <p:spPr bwMode="auto">
            <a:xfrm>
              <a:off x="1436" y="1744"/>
              <a:ext cx="598"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1400" b="1" dirty="0">
                  <a:solidFill>
                    <a:srgbClr val="7030A0"/>
                  </a:solidFill>
                  <a:latin typeface="Arial" charset="0"/>
                  <a:ea typeface="MS PGothic" pitchFamily="34" charset="-128"/>
                </a:rPr>
                <a:t>News,</a:t>
              </a:r>
            </a:p>
            <a:p>
              <a:pPr algn="ctr" eaLnBrk="0" hangingPunct="0"/>
              <a:r>
                <a:rPr lang="en-US" altLang="zh-CN" sz="1400" b="1" dirty="0">
                  <a:solidFill>
                    <a:srgbClr val="7030A0"/>
                  </a:solidFill>
                  <a:latin typeface="Arial" charset="0"/>
                  <a:ea typeface="MS PGothic" pitchFamily="34" charset="-128"/>
                </a:rPr>
                <a:t>Article,</a:t>
              </a:r>
            </a:p>
            <a:p>
              <a:pPr algn="ctr" eaLnBrk="0" hangingPunct="0"/>
              <a:r>
                <a:rPr lang="en-US" altLang="zh-CN" sz="1400" b="1" dirty="0">
                  <a:solidFill>
                    <a:srgbClr val="7030A0"/>
                  </a:solidFill>
                  <a:latin typeface="Arial" charset="0"/>
                  <a:ea typeface="MS PGothic" pitchFamily="34" charset="-128"/>
                </a:rPr>
                <a:t>webpage</a:t>
              </a:r>
            </a:p>
          </p:txBody>
        </p:sp>
        <p:sp>
          <p:nvSpPr>
            <p:cNvPr id="16415" name="矩形 19"/>
            <p:cNvSpPr>
              <a:spLocks noChangeArrowheads="1"/>
            </p:cNvSpPr>
            <p:nvPr/>
          </p:nvSpPr>
          <p:spPr bwMode="auto">
            <a:xfrm>
              <a:off x="2255" y="1296"/>
              <a:ext cx="467"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1400" b="1">
                  <a:solidFill>
                    <a:srgbClr val="7030A0"/>
                  </a:solidFill>
                  <a:latin typeface="Arial" charset="0"/>
                  <a:ea typeface="MS PGothic" pitchFamily="34" charset="-128"/>
                </a:rPr>
                <a:t>Music,</a:t>
              </a:r>
              <a:br>
                <a:rPr lang="en-US" altLang="zh-CN" sz="1400" b="1">
                  <a:solidFill>
                    <a:srgbClr val="7030A0"/>
                  </a:solidFill>
                  <a:latin typeface="Arial" charset="0"/>
                  <a:ea typeface="MS PGothic" pitchFamily="34" charset="-128"/>
                </a:rPr>
              </a:br>
              <a:r>
                <a:rPr lang="en-US" altLang="zh-CN" sz="1400" b="1">
                  <a:solidFill>
                    <a:srgbClr val="7030A0"/>
                  </a:solidFill>
                  <a:latin typeface="Arial" charset="0"/>
                  <a:ea typeface="MS PGothic" pitchFamily="34" charset="-128"/>
                </a:rPr>
                <a:t>DVD,</a:t>
              </a:r>
              <a:br>
                <a:rPr lang="en-US" altLang="zh-CN" sz="1400" b="1">
                  <a:solidFill>
                    <a:srgbClr val="7030A0"/>
                  </a:solidFill>
                  <a:latin typeface="Arial" charset="0"/>
                  <a:ea typeface="MS PGothic" pitchFamily="34" charset="-128"/>
                </a:rPr>
              </a:br>
              <a:r>
                <a:rPr lang="en-US" altLang="zh-CN" sz="1400" b="1">
                  <a:solidFill>
                    <a:srgbClr val="7030A0"/>
                  </a:solidFill>
                  <a:latin typeface="Arial" charset="0"/>
                  <a:ea typeface="MS PGothic" pitchFamily="34" charset="-128"/>
                </a:rPr>
                <a:t>Book</a:t>
              </a:r>
            </a:p>
          </p:txBody>
        </p:sp>
        <p:sp>
          <p:nvSpPr>
            <p:cNvPr id="16416" name="矩形 20"/>
            <p:cNvSpPr>
              <a:spLocks noChangeArrowheads="1"/>
            </p:cNvSpPr>
            <p:nvPr/>
          </p:nvSpPr>
          <p:spPr bwMode="auto">
            <a:xfrm>
              <a:off x="3022" y="864"/>
              <a:ext cx="563"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1400" b="1">
                  <a:solidFill>
                    <a:srgbClr val="7030A0"/>
                  </a:solidFill>
                  <a:latin typeface="Arial" charset="0"/>
                  <a:ea typeface="MS PGothic" pitchFamily="34" charset="-128"/>
                </a:rPr>
                <a:t>Laptop,</a:t>
              </a:r>
              <a:br>
                <a:rPr lang="en-US" altLang="zh-CN" sz="1400" b="1">
                  <a:solidFill>
                    <a:srgbClr val="7030A0"/>
                  </a:solidFill>
                  <a:latin typeface="Arial" charset="0"/>
                  <a:ea typeface="MS PGothic" pitchFamily="34" charset="-128"/>
                </a:rPr>
              </a:br>
              <a:r>
                <a:rPr lang="en-US" altLang="zh-CN" sz="1400" b="1">
                  <a:solidFill>
                    <a:srgbClr val="7030A0"/>
                  </a:solidFill>
                  <a:latin typeface="Arial" charset="0"/>
                  <a:ea typeface="MS PGothic" pitchFamily="34" charset="-128"/>
                </a:rPr>
                <a:t>Camera,</a:t>
              </a:r>
              <a:br>
                <a:rPr lang="en-US" altLang="zh-CN" sz="1400" b="1">
                  <a:solidFill>
                    <a:srgbClr val="7030A0"/>
                  </a:solidFill>
                  <a:latin typeface="Arial" charset="0"/>
                  <a:ea typeface="MS PGothic" pitchFamily="34" charset="-128"/>
                </a:rPr>
              </a:br>
              <a:r>
                <a:rPr lang="en-US" altLang="zh-CN" sz="1400" b="1">
                  <a:solidFill>
                    <a:srgbClr val="7030A0"/>
                  </a:solidFill>
                  <a:latin typeface="Arial" charset="0"/>
                  <a:ea typeface="MS PGothic" pitchFamily="34" charset="-128"/>
                </a:rPr>
                <a:t>Car</a:t>
              </a:r>
            </a:p>
          </p:txBody>
        </p:sp>
        <p:sp>
          <p:nvSpPr>
            <p:cNvPr id="16417" name="矩形 21"/>
            <p:cNvSpPr>
              <a:spLocks noChangeArrowheads="1"/>
            </p:cNvSpPr>
            <p:nvPr/>
          </p:nvSpPr>
          <p:spPr bwMode="auto">
            <a:xfrm>
              <a:off x="3802" y="432"/>
              <a:ext cx="75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1400" b="1">
                  <a:solidFill>
                    <a:srgbClr val="7030A0"/>
                  </a:solidFill>
                  <a:latin typeface="Arial" charset="0"/>
                  <a:ea typeface="MS PGothic" pitchFamily="34" charset="-128"/>
                </a:rPr>
                <a:t>Investment,</a:t>
              </a:r>
              <a:br>
                <a:rPr lang="en-US" altLang="zh-CN" sz="1400" b="1">
                  <a:solidFill>
                    <a:srgbClr val="7030A0"/>
                  </a:solidFill>
                  <a:latin typeface="Arial" charset="0"/>
                  <a:ea typeface="MS PGothic" pitchFamily="34" charset="-128"/>
                </a:rPr>
              </a:br>
              <a:r>
                <a:rPr lang="en-US" altLang="zh-CN" sz="1400" b="1">
                  <a:solidFill>
                    <a:srgbClr val="7030A0"/>
                  </a:solidFill>
                  <a:latin typeface="Arial" charset="0"/>
                  <a:ea typeface="MS PGothic" pitchFamily="34" charset="-128"/>
                </a:rPr>
                <a:t>Real Estate,</a:t>
              </a:r>
              <a:br>
                <a:rPr lang="en-US" altLang="zh-CN" sz="1400" b="1">
                  <a:solidFill>
                    <a:srgbClr val="7030A0"/>
                  </a:solidFill>
                  <a:latin typeface="Arial" charset="0"/>
                  <a:ea typeface="MS PGothic" pitchFamily="34" charset="-128"/>
                </a:rPr>
              </a:br>
              <a:r>
                <a:rPr lang="en-US" altLang="zh-CN" sz="1400" b="1">
                  <a:solidFill>
                    <a:srgbClr val="7030A0"/>
                  </a:solidFill>
                  <a:latin typeface="Arial" charset="0"/>
                  <a:ea typeface="MS PGothic" pitchFamily="34" charset="-128"/>
                </a:rPr>
                <a:t>Politics</a:t>
              </a:r>
            </a:p>
          </p:txBody>
        </p:sp>
      </p:grpSp>
      <p:grpSp>
        <p:nvGrpSpPr>
          <p:cNvPr id="4" name="组合 22"/>
          <p:cNvGrpSpPr>
            <a:grpSpLocks/>
          </p:cNvGrpSpPr>
          <p:nvPr/>
        </p:nvGrpSpPr>
        <p:grpSpPr bwMode="auto">
          <a:xfrm>
            <a:off x="1974850" y="3100388"/>
            <a:ext cx="6505575" cy="3048000"/>
            <a:chOff x="1296" y="1680"/>
            <a:chExt cx="4098" cy="1920"/>
          </a:xfrm>
        </p:grpSpPr>
        <p:sp>
          <p:nvSpPr>
            <p:cNvPr id="16402" name="直线 23"/>
            <p:cNvSpPr>
              <a:spLocks noChangeShapeType="1"/>
            </p:cNvSpPr>
            <p:nvPr/>
          </p:nvSpPr>
          <p:spPr bwMode="auto">
            <a:xfrm flipV="1">
              <a:off x="1296" y="1680"/>
              <a:ext cx="3552" cy="192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3" name="矩形 24"/>
            <p:cNvSpPr>
              <a:spLocks noChangeArrowheads="1"/>
            </p:cNvSpPr>
            <p:nvPr/>
          </p:nvSpPr>
          <p:spPr bwMode="auto">
            <a:xfrm>
              <a:off x="1972" y="3216"/>
              <a:ext cx="13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ea typeface="MS PGothic" pitchFamily="34" charset="-128"/>
                </a:rPr>
                <a:t>K</a:t>
              </a:r>
              <a:r>
                <a:rPr lang="zh-CN" altLang="zh-CN" sz="1400" b="1">
                  <a:solidFill>
                    <a:srgbClr val="7030A0"/>
                  </a:solidFill>
                  <a:latin typeface="Arial" charset="0"/>
                </a:rPr>
                <a:t>eyword-based search</a:t>
              </a:r>
              <a:endParaRPr lang="zh-CN" altLang="zh-CN" sz="1400" b="1">
                <a:solidFill>
                  <a:srgbClr val="7030A0"/>
                </a:solidFill>
                <a:latin typeface="Arial" charset="0"/>
                <a:ea typeface="MS PGothic" pitchFamily="34" charset="-128"/>
              </a:endParaRPr>
            </a:p>
          </p:txBody>
        </p:sp>
        <p:sp>
          <p:nvSpPr>
            <p:cNvPr id="16404" name="矩形 25"/>
            <p:cNvSpPr>
              <a:spLocks noChangeArrowheads="1"/>
            </p:cNvSpPr>
            <p:nvPr/>
          </p:nvSpPr>
          <p:spPr bwMode="auto">
            <a:xfrm>
              <a:off x="2736" y="2832"/>
              <a:ext cx="129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ea typeface="MS PGothic" pitchFamily="34" charset="-128"/>
                </a:rPr>
                <a:t>Collaborative Filtering</a:t>
              </a:r>
            </a:p>
          </p:txBody>
        </p:sp>
        <p:sp>
          <p:nvSpPr>
            <p:cNvPr id="16405" name="矩形 26"/>
            <p:cNvSpPr>
              <a:spLocks noChangeArrowheads="1"/>
            </p:cNvSpPr>
            <p:nvPr/>
          </p:nvSpPr>
          <p:spPr bwMode="auto">
            <a:xfrm>
              <a:off x="3481" y="2410"/>
              <a:ext cx="64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ea typeface="MS PGothic" pitchFamily="34" charset="-128"/>
                </a:rPr>
                <a:t>Critiquing</a:t>
              </a:r>
              <a:endParaRPr lang="zh-CN" altLang="zh-CN" sz="1400" b="1">
                <a:solidFill>
                  <a:srgbClr val="7030A0"/>
                </a:solidFill>
                <a:latin typeface="Arial" charset="0"/>
              </a:endParaRPr>
            </a:p>
            <a:p>
              <a:pPr algn="ctr" eaLnBrk="0" hangingPunct="0"/>
              <a:endParaRPr lang="zh-CN" altLang="zh-CN" sz="1400" b="1">
                <a:solidFill>
                  <a:srgbClr val="7030A0"/>
                </a:solidFill>
                <a:latin typeface="Arial" charset="0"/>
                <a:ea typeface="MS PGothic" pitchFamily="34" charset="-128"/>
              </a:endParaRPr>
            </a:p>
          </p:txBody>
        </p:sp>
        <p:sp>
          <p:nvSpPr>
            <p:cNvPr id="16406" name="矩形 27"/>
            <p:cNvSpPr>
              <a:spLocks noChangeArrowheads="1"/>
            </p:cNvSpPr>
            <p:nvPr/>
          </p:nvSpPr>
          <p:spPr bwMode="auto">
            <a:xfrm>
              <a:off x="3876" y="2256"/>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ea typeface="MS PGothic" pitchFamily="34" charset="-128"/>
                </a:rPr>
                <a:t>Decision Strategies</a:t>
              </a:r>
            </a:p>
          </p:txBody>
        </p:sp>
        <p:sp>
          <p:nvSpPr>
            <p:cNvPr id="16407" name="矩形 28"/>
            <p:cNvSpPr>
              <a:spLocks noChangeArrowheads="1"/>
            </p:cNvSpPr>
            <p:nvPr/>
          </p:nvSpPr>
          <p:spPr bwMode="auto">
            <a:xfrm>
              <a:off x="3060" y="2640"/>
              <a:ext cx="125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rPr>
                <a:t>Preference Elicitation</a:t>
              </a:r>
              <a:endParaRPr lang="zh-CN" altLang="zh-CN" sz="1400" b="1">
                <a:solidFill>
                  <a:srgbClr val="7030A0"/>
                </a:solidFill>
                <a:latin typeface="Arial" charset="0"/>
                <a:ea typeface="MS PGothic" pitchFamily="34" charset="-128"/>
              </a:endParaRPr>
            </a:p>
          </p:txBody>
        </p:sp>
        <p:sp>
          <p:nvSpPr>
            <p:cNvPr id="16408" name="矩形 29"/>
            <p:cNvSpPr>
              <a:spLocks noChangeArrowheads="1"/>
            </p:cNvSpPr>
            <p:nvPr/>
          </p:nvSpPr>
          <p:spPr bwMode="auto">
            <a:xfrm>
              <a:off x="4656" y="1776"/>
              <a:ext cx="7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rPr>
                <a:t>Constraints</a:t>
              </a:r>
              <a:endParaRPr lang="zh-CN" altLang="zh-CN" sz="1400" b="1">
                <a:solidFill>
                  <a:srgbClr val="7030A0"/>
                </a:solidFill>
                <a:latin typeface="Arial" charset="0"/>
                <a:ea typeface="MS PGothic" pitchFamily="34" charset="-128"/>
              </a:endParaRPr>
            </a:p>
          </p:txBody>
        </p:sp>
        <p:sp>
          <p:nvSpPr>
            <p:cNvPr id="16409" name="矩形 30"/>
            <p:cNvSpPr>
              <a:spLocks noChangeArrowheads="1"/>
            </p:cNvSpPr>
            <p:nvPr/>
          </p:nvSpPr>
          <p:spPr bwMode="auto">
            <a:xfrm>
              <a:off x="1536" y="3408"/>
              <a:ext cx="6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1400" b="1">
                  <a:solidFill>
                    <a:srgbClr val="7030A0"/>
                  </a:solidFill>
                  <a:latin typeface="Arial" charset="0"/>
                </a:rPr>
                <a:t>PageRank</a:t>
              </a:r>
              <a:endParaRPr lang="en-US" altLang="zh-CN" sz="1400" b="1">
                <a:solidFill>
                  <a:srgbClr val="7030A0"/>
                </a:solidFill>
                <a:latin typeface="Arial" charset="0"/>
              </a:endParaRPr>
            </a:p>
          </p:txBody>
        </p:sp>
        <p:sp>
          <p:nvSpPr>
            <p:cNvPr id="16410" name="矩形 31"/>
            <p:cNvSpPr>
              <a:spLocks noChangeArrowheads="1"/>
            </p:cNvSpPr>
            <p:nvPr/>
          </p:nvSpPr>
          <p:spPr bwMode="auto">
            <a:xfrm>
              <a:off x="4128" y="2064"/>
              <a:ext cx="43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ea typeface="MS PGothic" pitchFamily="34" charset="-128"/>
                </a:rPr>
                <a:t>MAU</a:t>
              </a:r>
              <a:r>
                <a:rPr lang="zh-CN" altLang="zh-CN" sz="1400" b="1">
                  <a:solidFill>
                    <a:srgbClr val="7030A0"/>
                  </a:solidFill>
                  <a:latin typeface="Arial" charset="0"/>
                </a:rPr>
                <a:t>T</a:t>
              </a:r>
              <a:endParaRPr lang="zh-CN" altLang="zh-CN" sz="1400" b="1">
                <a:solidFill>
                  <a:srgbClr val="7030A0"/>
                </a:solidFill>
                <a:latin typeface="Arial" charset="0"/>
                <a:ea typeface="MS PGothic" pitchFamily="34" charset="-128"/>
              </a:endParaRPr>
            </a:p>
          </p:txBody>
        </p:sp>
        <p:sp>
          <p:nvSpPr>
            <p:cNvPr id="16411" name="矩形 32"/>
            <p:cNvSpPr>
              <a:spLocks noChangeArrowheads="1"/>
            </p:cNvSpPr>
            <p:nvPr/>
          </p:nvSpPr>
          <p:spPr bwMode="auto">
            <a:xfrm>
              <a:off x="4416" y="1920"/>
              <a:ext cx="5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rPr>
                <a:t>CP-Nets</a:t>
              </a:r>
              <a:endParaRPr lang="zh-CN" altLang="zh-CN" sz="1400" b="1">
                <a:solidFill>
                  <a:srgbClr val="7030A0"/>
                </a:solidFill>
                <a:latin typeface="Arial" charset="0"/>
                <a:ea typeface="MS PGothic" pitchFamily="34" charset="-128"/>
              </a:endParaRPr>
            </a:p>
          </p:txBody>
        </p:sp>
        <p:sp>
          <p:nvSpPr>
            <p:cNvPr id="16412" name="矩形 33"/>
            <p:cNvSpPr>
              <a:spLocks noChangeArrowheads="1"/>
            </p:cNvSpPr>
            <p:nvPr/>
          </p:nvSpPr>
          <p:spPr bwMode="auto">
            <a:xfrm>
              <a:off x="2370" y="3024"/>
              <a:ext cx="7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1400" b="1">
                  <a:solidFill>
                    <a:srgbClr val="7030A0"/>
                  </a:solidFill>
                  <a:latin typeface="Arial" charset="0"/>
                  <a:ea typeface="MS PGothic" pitchFamily="34" charset="-128"/>
                </a:rPr>
                <a:t>Data Mining</a:t>
              </a:r>
            </a:p>
          </p:txBody>
        </p:sp>
      </p:grpSp>
      <p:grpSp>
        <p:nvGrpSpPr>
          <p:cNvPr id="5" name="组合 34"/>
          <p:cNvGrpSpPr>
            <a:grpSpLocks/>
          </p:cNvGrpSpPr>
          <p:nvPr/>
        </p:nvGrpSpPr>
        <p:grpSpPr bwMode="auto">
          <a:xfrm>
            <a:off x="1593850" y="1804988"/>
            <a:ext cx="7239000" cy="4191000"/>
            <a:chOff x="1056" y="864"/>
            <a:chExt cx="4560" cy="2640"/>
          </a:xfrm>
        </p:grpSpPr>
        <p:sp>
          <p:nvSpPr>
            <p:cNvPr id="16400" name="直线 35"/>
            <p:cNvSpPr>
              <a:spLocks noChangeShapeType="1"/>
            </p:cNvSpPr>
            <p:nvPr/>
          </p:nvSpPr>
          <p:spPr bwMode="auto">
            <a:xfrm flipV="1">
              <a:off x="1056" y="1248"/>
              <a:ext cx="4080" cy="2256"/>
            </a:xfrm>
            <a:prstGeom prst="line">
              <a:avLst/>
            </a:prstGeom>
            <a:noFill/>
            <a:ln w="57150">
              <a:solidFill>
                <a:srgbClr val="DB251A"/>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1" name="文本框 36"/>
            <p:cNvSpPr txBox="1">
              <a:spLocks noChangeArrowheads="1"/>
            </p:cNvSpPr>
            <p:nvPr/>
          </p:nvSpPr>
          <p:spPr bwMode="auto">
            <a:xfrm>
              <a:off x="4320" y="864"/>
              <a:ext cx="12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r"/>
              <a:r>
                <a:rPr lang="en-US" altLang="zh-CN" sz="1800" b="1">
                  <a:solidFill>
                    <a:srgbClr val="DB251A"/>
                  </a:solidFill>
                  <a:ea typeface="MS PGothic" pitchFamily="34" charset="-128"/>
                </a:rPr>
                <a:t>User involvement</a:t>
              </a:r>
            </a:p>
            <a:p>
              <a:pPr algn="r"/>
              <a:r>
                <a:rPr lang="en-US" altLang="zh-CN" sz="1800" b="1">
                  <a:solidFill>
                    <a:srgbClr val="DB251A"/>
                  </a:solidFill>
                  <a:ea typeface="MS PGothic" pitchFamily="34" charset="-128"/>
                </a:rPr>
                <a:t>increases</a:t>
              </a:r>
            </a:p>
          </p:txBody>
        </p:sp>
      </p:grpSp>
    </p:spTree>
    <p:extLst>
      <p:ext uri="{BB962C8B-B14F-4D97-AF65-F5344CB8AC3E}">
        <p14:creationId xmlns:p14="http://schemas.microsoft.com/office/powerpoint/2010/main" val="2159861444"/>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p>
            <a:pPr algn="ctr"/>
            <a:r>
              <a:rPr lang="en-US" altLang="zh-CN" sz="5400" b="0" dirty="0" smtClean="0">
                <a:solidFill>
                  <a:srgbClr val="FF0000"/>
                </a:solidFill>
                <a:latin typeface="微软雅黑" panose="020B0503020204020204" pitchFamily="34" charset="-122"/>
                <a:ea typeface="微软雅黑" panose="020B0503020204020204" pitchFamily="34" charset="-122"/>
              </a:rPr>
              <a:t>2. </a:t>
            </a:r>
            <a:r>
              <a:rPr lang="zh-CN" altLang="en-US" sz="5400" b="0" dirty="0" smtClean="0">
                <a:solidFill>
                  <a:srgbClr val="FF0000"/>
                </a:solidFill>
                <a:latin typeface="微软雅黑" panose="020B0503020204020204" pitchFamily="34" charset="-122"/>
                <a:ea typeface="微软雅黑" panose="020B0503020204020204" pitchFamily="34" charset="-122"/>
              </a:rPr>
              <a:t>经典推荐方法</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2912180380"/>
      </p:ext>
    </p:extLst>
  </p:cSld>
  <p:clrMapOvr>
    <a:masterClrMapping/>
  </p:clrMapOvr>
  <p:transition spd="slow">
    <p:circl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个性化推荐的背景</a:t>
            </a:r>
            <a:endParaRPr lang="zh-CN" altLang="en-US" dirty="0"/>
          </a:p>
        </p:txBody>
      </p:sp>
      <p:sp>
        <p:nvSpPr>
          <p:cNvPr id="3" name="云形 2"/>
          <p:cNvSpPr/>
          <p:nvPr/>
        </p:nvSpPr>
        <p:spPr bwMode="auto">
          <a:xfrm>
            <a:off x="989602" y="5301208"/>
            <a:ext cx="7164796" cy="1201122"/>
          </a:xfrm>
          <a:prstGeom prst="cloud">
            <a:avLst/>
          </a:prstGeom>
          <a:blipFill dpi="0" rotWithShape="1">
            <a:blip r:embed="rId2">
              <a:alphaModFix amt="44000"/>
            </a:blip>
            <a:srcRect/>
            <a:tile tx="0" ty="0" sx="100000" sy="100000" flip="none" algn="tl"/>
          </a:blipFill>
          <a:ln w="0" cap="flat" cmpd="sng" algn="ctr">
            <a:solidFill>
              <a:schemeClr val="tx1">
                <a:alpha val="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zh-CN" altLang="en-US" sz="3600" b="0" dirty="0" smtClean="0">
                <a:solidFill>
                  <a:srgbClr val="0000FF"/>
                </a:solidFill>
                <a:latin typeface="幼圆" panose="02010509060101010101" pitchFamily="49" charset="-122"/>
                <a:ea typeface="幼圆" panose="02010509060101010101" pitchFamily="49" charset="-122"/>
              </a:rPr>
              <a:t>如何实现个性化推荐？</a:t>
            </a:r>
            <a:endParaRPr kumimoji="0" lang="zh-CN" altLang="en-US" sz="3600" b="0" i="0" u="none" strike="noStrike" cap="none" normalizeH="0" baseline="0" dirty="0" smtClean="0">
              <a:ln>
                <a:noFill/>
              </a:ln>
              <a:solidFill>
                <a:srgbClr val="0000FF"/>
              </a:solidFill>
              <a:effectLst/>
              <a:latin typeface="幼圆" panose="02010509060101010101" pitchFamily="49" charset="-122"/>
              <a:ea typeface="幼圆" panose="02010509060101010101" pitchFamily="49" charset="-122"/>
            </a:endParaRPr>
          </a:p>
        </p:txBody>
      </p:sp>
      <p:pic>
        <p:nvPicPr>
          <p:cNvPr id="5" name="图片 4"/>
          <p:cNvPicPr>
            <a:picLocks noChangeAspect="1"/>
          </p:cNvPicPr>
          <p:nvPr/>
        </p:nvPicPr>
        <p:blipFill>
          <a:blip r:embed="rId3"/>
          <a:stretch>
            <a:fillRect/>
          </a:stretch>
        </p:blipFill>
        <p:spPr>
          <a:xfrm>
            <a:off x="467544" y="1232942"/>
            <a:ext cx="8362950" cy="647700"/>
          </a:xfrm>
          <a:prstGeom prst="rect">
            <a:avLst/>
          </a:prstGeom>
        </p:spPr>
      </p:pic>
      <p:pic>
        <p:nvPicPr>
          <p:cNvPr id="6" name="图片 5"/>
          <p:cNvPicPr>
            <a:picLocks noChangeAspect="1"/>
          </p:cNvPicPr>
          <p:nvPr/>
        </p:nvPicPr>
        <p:blipFill rotWithShape="1">
          <a:blip r:embed="rId4"/>
          <a:srcRect b="85521"/>
          <a:stretch/>
        </p:blipFill>
        <p:spPr>
          <a:xfrm>
            <a:off x="241567" y="1972092"/>
            <a:ext cx="8604448" cy="304780"/>
          </a:xfrm>
          <a:prstGeom prst="rect">
            <a:avLst/>
          </a:prstGeom>
        </p:spPr>
      </p:pic>
      <p:pic>
        <p:nvPicPr>
          <p:cNvPr id="7" name="图片 6"/>
          <p:cNvPicPr>
            <a:picLocks noChangeAspect="1"/>
          </p:cNvPicPr>
          <p:nvPr/>
        </p:nvPicPr>
        <p:blipFill>
          <a:blip r:embed="rId5"/>
          <a:stretch>
            <a:fillRect/>
          </a:stretch>
        </p:blipFill>
        <p:spPr>
          <a:xfrm>
            <a:off x="238632" y="2479147"/>
            <a:ext cx="8610318" cy="720080"/>
          </a:xfrm>
          <a:prstGeom prst="rect">
            <a:avLst/>
          </a:prstGeom>
        </p:spPr>
      </p:pic>
      <p:pic>
        <p:nvPicPr>
          <p:cNvPr id="8" name="图片 7"/>
          <p:cNvPicPr>
            <a:picLocks noChangeAspect="1"/>
          </p:cNvPicPr>
          <p:nvPr/>
        </p:nvPicPr>
        <p:blipFill>
          <a:blip r:embed="rId6"/>
          <a:stretch>
            <a:fillRect/>
          </a:stretch>
        </p:blipFill>
        <p:spPr>
          <a:xfrm>
            <a:off x="785698" y="3380522"/>
            <a:ext cx="7516185" cy="1864918"/>
          </a:xfrm>
          <a:prstGeom prst="rect">
            <a:avLst/>
          </a:prstGeom>
        </p:spPr>
      </p:pic>
      <p:pic>
        <p:nvPicPr>
          <p:cNvPr id="9" name="图片 8"/>
          <p:cNvPicPr>
            <a:picLocks noChangeAspect="1"/>
          </p:cNvPicPr>
          <p:nvPr/>
        </p:nvPicPr>
        <p:blipFill>
          <a:blip r:embed="rId7"/>
          <a:stretch>
            <a:fillRect/>
          </a:stretch>
        </p:blipFill>
        <p:spPr>
          <a:xfrm>
            <a:off x="7406533" y="2183712"/>
            <a:ext cx="895350" cy="409575"/>
          </a:xfrm>
          <a:prstGeom prst="rect">
            <a:avLst/>
          </a:prstGeom>
        </p:spPr>
      </p:pic>
    </p:spTree>
    <p:extLst>
      <p:ext uri="{BB962C8B-B14F-4D97-AF65-F5344CB8AC3E}">
        <p14:creationId xmlns:p14="http://schemas.microsoft.com/office/powerpoint/2010/main" val="42847684"/>
      </p:ext>
    </p:extLst>
  </p:cSld>
  <p:clrMapOvr>
    <a:masterClrMapping/>
  </p:clrMapOvr>
  <p:transition spd="slow">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核心技术：个性化推荐方法</a:t>
            </a:r>
            <a:endParaRPr lang="zh-CN" altLang="en-US" dirty="0"/>
          </a:p>
        </p:txBody>
      </p:sp>
      <p:sp>
        <p:nvSpPr>
          <p:cNvPr id="5" name="椭圆 4"/>
          <p:cNvSpPr/>
          <p:nvPr/>
        </p:nvSpPr>
        <p:spPr bwMode="auto">
          <a:xfrm>
            <a:off x="1259632" y="1556792"/>
            <a:ext cx="2016224" cy="2520280"/>
          </a:xfrm>
          <a:prstGeom prst="ellipse">
            <a:avLst/>
          </a:prstGeom>
          <a:solidFill>
            <a:schemeClr val="accent1"/>
          </a:solidFill>
          <a:ln w="9525" cap="flat" cmpd="sng" algn="ctr">
            <a:solidFill>
              <a:schemeClr val="tx1">
                <a:alpha val="2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endParaRPr kumimoji="0" lang="en-US" altLang="zh-CN" sz="1200" b="0" i="0" u="none" strike="noStrike" cap="none" normalizeH="0" baseline="0" dirty="0" smtClean="0">
              <a:ln>
                <a:noFill/>
              </a:ln>
              <a:solidFill>
                <a:schemeClr val="tx1"/>
              </a:solidFill>
              <a:effectLst/>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基于内容</a:t>
            </a:r>
            <a:endParaRPr kumimoji="0" lang="en-US" altLang="zh-CN"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的推荐</a:t>
            </a:r>
          </a:p>
        </p:txBody>
      </p:sp>
      <p:sp>
        <p:nvSpPr>
          <p:cNvPr id="7" name="椭圆 6"/>
          <p:cNvSpPr/>
          <p:nvPr/>
        </p:nvSpPr>
        <p:spPr bwMode="auto">
          <a:xfrm>
            <a:off x="3635896" y="1560628"/>
            <a:ext cx="2016224" cy="2520280"/>
          </a:xfrm>
          <a:prstGeom prst="ellipse">
            <a:avLst/>
          </a:prstGeom>
          <a:solidFill>
            <a:schemeClr val="accent1"/>
          </a:solidFill>
          <a:ln w="9525" cap="flat" cmpd="sng" algn="ctr">
            <a:solidFill>
              <a:schemeClr val="tx1">
                <a:alpha val="2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endParaRPr kumimoji="0" lang="en-US" altLang="zh-CN" sz="1200" b="0" i="0" u="none" strike="noStrike" cap="none" normalizeH="0" baseline="0" dirty="0" smtClean="0">
              <a:ln>
                <a:noFill/>
              </a:ln>
              <a:solidFill>
                <a:schemeClr val="tx1"/>
              </a:solidFill>
              <a:effectLst/>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协同过滤</a:t>
            </a:r>
            <a:endParaRPr kumimoji="0" lang="en-US" altLang="zh-CN"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的推荐</a:t>
            </a:r>
          </a:p>
        </p:txBody>
      </p:sp>
      <p:sp>
        <p:nvSpPr>
          <p:cNvPr id="9" name="椭圆 8"/>
          <p:cNvSpPr/>
          <p:nvPr/>
        </p:nvSpPr>
        <p:spPr bwMode="auto">
          <a:xfrm>
            <a:off x="6012160" y="1556792"/>
            <a:ext cx="2016224" cy="2520280"/>
          </a:xfrm>
          <a:prstGeom prst="ellipse">
            <a:avLst/>
          </a:prstGeom>
          <a:solidFill>
            <a:schemeClr val="accent1"/>
          </a:solidFill>
          <a:ln w="9525" cap="flat" cmpd="sng" algn="ctr">
            <a:solidFill>
              <a:schemeClr val="tx1">
                <a:alpha val="2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endParaRPr kumimoji="0" lang="en-US" altLang="zh-CN" sz="1200" b="0" i="0" u="none" strike="noStrike" cap="none" normalizeH="0" baseline="0" dirty="0" smtClean="0">
              <a:ln>
                <a:noFill/>
              </a:ln>
              <a:solidFill>
                <a:schemeClr val="tx1"/>
              </a:solidFill>
              <a:effectLst/>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基于模型</a:t>
            </a:r>
            <a:endParaRPr kumimoji="0" lang="en-US" altLang="zh-CN"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800" i="0" u="none" strike="noStrike" cap="none" normalizeH="0" baseline="0" dirty="0" smtClean="0">
                <a:ln>
                  <a:noFill/>
                </a:ln>
                <a:solidFill>
                  <a:srgbClr val="FF0000"/>
                </a:solidFill>
                <a:effectLst/>
                <a:latin typeface="幼圆" panose="02010509060101010101" pitchFamily="49" charset="-122"/>
                <a:ea typeface="幼圆" panose="02010509060101010101" pitchFamily="49" charset="-122"/>
              </a:rPr>
              <a:t>的推荐</a:t>
            </a:r>
          </a:p>
        </p:txBody>
      </p:sp>
      <p:sp>
        <p:nvSpPr>
          <p:cNvPr id="10" name="云形 9"/>
          <p:cNvSpPr/>
          <p:nvPr/>
        </p:nvSpPr>
        <p:spPr bwMode="auto">
          <a:xfrm>
            <a:off x="935596" y="4437112"/>
            <a:ext cx="7416824" cy="2199429"/>
          </a:xfrm>
          <a:prstGeom prst="cloud">
            <a:avLst/>
          </a:prstGeom>
          <a:solidFill>
            <a:srgbClr val="FFFF00">
              <a:alpha val="29000"/>
            </a:srgbClr>
          </a:solidFill>
          <a:ln w="9525" cap="flat" cmpd="sng" algn="ctr">
            <a:solidFill>
              <a:schemeClr val="tx1">
                <a:alpha val="13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eaLnBrk="1" hangingPunct="1">
              <a:lnSpc>
                <a:spcPct val="125000"/>
              </a:lnSpc>
            </a:pPr>
            <a:r>
              <a:rPr lang="zh-CN" altLang="en-US" sz="4000" b="0" dirty="0" smtClean="0">
                <a:solidFill>
                  <a:srgbClr val="0000FF"/>
                </a:solidFill>
                <a:latin typeface="华文中宋" panose="02010600040101010101" pitchFamily="2" charset="-122"/>
                <a:ea typeface="华文中宋" panose="02010600040101010101" pitchFamily="2" charset="-122"/>
              </a:rPr>
              <a:t>核心思路</a:t>
            </a:r>
            <a:endParaRPr lang="en-US" altLang="zh-CN" sz="4000" b="0" dirty="0" smtClean="0">
              <a:solidFill>
                <a:srgbClr val="0000FF"/>
              </a:solidFill>
              <a:latin typeface="华文中宋" panose="02010600040101010101" pitchFamily="2" charset="-122"/>
              <a:ea typeface="华文中宋" panose="02010600040101010101" pitchFamily="2" charset="-122"/>
            </a:endParaRPr>
          </a:p>
          <a:p>
            <a:pPr algn="ctr" eaLnBrk="1" hangingPunct="1">
              <a:lnSpc>
                <a:spcPct val="125000"/>
              </a:lnSpc>
            </a:pPr>
            <a:r>
              <a:rPr lang="zh-CN" altLang="en-US" sz="4000" b="0" dirty="0" smtClean="0">
                <a:solidFill>
                  <a:srgbClr val="0000FF"/>
                </a:solidFill>
                <a:latin typeface="华文行楷" panose="02010800040101010101" pitchFamily="2" charset="-122"/>
                <a:ea typeface="华文行楷" panose="02010800040101010101" pitchFamily="2" charset="-122"/>
              </a:rPr>
              <a:t>你</a:t>
            </a:r>
            <a:r>
              <a:rPr lang="zh-CN" altLang="en-US" sz="4000" b="0" dirty="0">
                <a:solidFill>
                  <a:srgbClr val="0000FF"/>
                </a:solidFill>
                <a:latin typeface="华文行楷" panose="02010800040101010101" pitchFamily="2" charset="-122"/>
                <a:ea typeface="华文行楷" panose="02010800040101010101" pitchFamily="2" charset="-122"/>
              </a:rPr>
              <a:t>喜欢</a:t>
            </a:r>
            <a:r>
              <a:rPr lang="zh-CN" altLang="en-US" sz="4000" b="0" dirty="0" smtClean="0">
                <a:solidFill>
                  <a:srgbClr val="0000FF"/>
                </a:solidFill>
                <a:latin typeface="华文行楷" panose="02010800040101010101" pitchFamily="2" charset="-122"/>
                <a:ea typeface="华文行楷" panose="02010800040101010101" pitchFamily="2" charset="-122"/>
              </a:rPr>
              <a:t>什么推荐</a:t>
            </a:r>
            <a:r>
              <a:rPr lang="zh-CN" altLang="en-US" sz="4000" b="0" dirty="0">
                <a:solidFill>
                  <a:srgbClr val="0000FF"/>
                </a:solidFill>
                <a:latin typeface="华文行楷" panose="02010800040101010101" pitchFamily="2" charset="-122"/>
                <a:ea typeface="华文行楷" panose="02010800040101010101" pitchFamily="2" charset="-122"/>
              </a:rPr>
              <a:t>什么</a:t>
            </a:r>
            <a:endParaRPr kumimoji="0" lang="zh-CN" altLang="en-US" sz="4000" b="0" i="0" u="none" strike="noStrike" cap="none" normalizeH="0" baseline="0" dirty="0" smtClean="0">
              <a:ln>
                <a:noFill/>
              </a:ln>
              <a:solidFill>
                <a:srgbClr val="0000FF"/>
              </a:solidFill>
              <a:effectLst/>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624561128"/>
      </p:ext>
    </p:extLst>
  </p:cSld>
  <p:clrMapOvr>
    <a:masterClrMapping/>
  </p:clrMapOvr>
  <p:transition spd="slow">
    <p:circl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基于内容的推荐</a:t>
            </a:r>
            <a:endParaRPr lang="zh-CN" altLang="en-US" dirty="0"/>
          </a:p>
        </p:txBody>
      </p:sp>
      <p:pic>
        <p:nvPicPr>
          <p:cNvPr id="4" name="yonghu.png" descr="yonghu.png"/>
          <p:cNvPicPr>
            <a:picLocks noChangeAspect="1"/>
          </p:cNvPicPr>
          <p:nvPr/>
        </p:nvPicPr>
        <p:blipFill>
          <a:blip r:embed="rId3">
            <a:extLst/>
          </a:blip>
          <a:stretch>
            <a:fillRect/>
          </a:stretch>
        </p:blipFill>
        <p:spPr>
          <a:xfrm>
            <a:off x="2161466" y="2983077"/>
            <a:ext cx="1211536" cy="1211536"/>
          </a:xfrm>
          <a:prstGeom prst="rect">
            <a:avLst/>
          </a:prstGeom>
          <a:ln w="12700">
            <a:miter lim="400000"/>
          </a:ln>
        </p:spPr>
      </p:pic>
      <p:pic>
        <p:nvPicPr>
          <p:cNvPr id="7" name="图片 6"/>
          <p:cNvPicPr>
            <a:picLocks noChangeAspect="1"/>
          </p:cNvPicPr>
          <p:nvPr/>
        </p:nvPicPr>
        <p:blipFill>
          <a:blip r:embed="rId4"/>
          <a:stretch>
            <a:fillRect/>
          </a:stretch>
        </p:blipFill>
        <p:spPr>
          <a:xfrm>
            <a:off x="5559366" y="1412776"/>
            <a:ext cx="965001" cy="1207570"/>
          </a:xfrm>
          <a:prstGeom prst="rect">
            <a:avLst/>
          </a:prstGeom>
        </p:spPr>
      </p:pic>
      <p:pic>
        <p:nvPicPr>
          <p:cNvPr id="8" name="图片 7"/>
          <p:cNvPicPr>
            <a:picLocks noChangeAspect="1"/>
          </p:cNvPicPr>
          <p:nvPr/>
        </p:nvPicPr>
        <p:blipFill>
          <a:blip r:embed="rId5"/>
          <a:stretch>
            <a:fillRect/>
          </a:stretch>
        </p:blipFill>
        <p:spPr>
          <a:xfrm>
            <a:off x="5492471" y="2964751"/>
            <a:ext cx="1105636" cy="1248187"/>
          </a:xfrm>
          <a:prstGeom prst="rect">
            <a:avLst/>
          </a:prstGeom>
        </p:spPr>
      </p:pic>
      <p:pic>
        <p:nvPicPr>
          <p:cNvPr id="9" name="图片 8"/>
          <p:cNvPicPr>
            <a:picLocks noChangeAspect="1"/>
          </p:cNvPicPr>
          <p:nvPr/>
        </p:nvPicPr>
        <p:blipFill>
          <a:blip r:embed="rId6"/>
          <a:stretch>
            <a:fillRect/>
          </a:stretch>
        </p:blipFill>
        <p:spPr>
          <a:xfrm>
            <a:off x="5475579" y="4698050"/>
            <a:ext cx="1048788" cy="1175064"/>
          </a:xfrm>
          <a:prstGeom prst="rect">
            <a:avLst/>
          </a:prstGeom>
        </p:spPr>
      </p:pic>
      <p:cxnSp>
        <p:nvCxnSpPr>
          <p:cNvPr id="11" name="直接箭头连接符 10"/>
          <p:cNvCxnSpPr/>
          <p:nvPr/>
        </p:nvCxnSpPr>
        <p:spPr bwMode="auto">
          <a:xfrm flipV="1">
            <a:off x="3601626" y="2046973"/>
            <a:ext cx="1817105" cy="936104"/>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箭头连接符 11"/>
          <p:cNvCxnSpPr/>
          <p:nvPr/>
        </p:nvCxnSpPr>
        <p:spPr bwMode="auto">
          <a:xfrm>
            <a:off x="3546305" y="4023860"/>
            <a:ext cx="1872426" cy="996304"/>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箭头连接符 12"/>
          <p:cNvCxnSpPr/>
          <p:nvPr/>
        </p:nvCxnSpPr>
        <p:spPr bwMode="auto">
          <a:xfrm flipV="1">
            <a:off x="3747446" y="3503468"/>
            <a:ext cx="1582372" cy="1"/>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p:nvPr/>
        </p:nvSpPr>
        <p:spPr>
          <a:xfrm>
            <a:off x="922770" y="2744382"/>
            <a:ext cx="1065393" cy="1688924"/>
          </a:xfrm>
          <a:prstGeom prst="rect">
            <a:avLst/>
          </a:prstGeom>
        </p:spPr>
        <p:txBody>
          <a:bodyPr wrap="square">
            <a:spAutoFit/>
          </a:bodyPr>
          <a:lstStyle/>
          <a:p>
            <a:pPr>
              <a:lnSpc>
                <a:spcPct val="150000"/>
              </a:lnSpc>
            </a:pPr>
            <a:r>
              <a:rPr lang="zh-CN" altLang="en-US" sz="2400" dirty="0">
                <a:latin typeface="华文中宋" panose="02010600040101010101" pitchFamily="2" charset="-122"/>
                <a:ea typeface="华文中宋" panose="02010600040101010101" pitchFamily="2" charset="-122"/>
              </a:rPr>
              <a:t>用户喜欢什么</a:t>
            </a:r>
          </a:p>
        </p:txBody>
      </p:sp>
      <p:sp>
        <p:nvSpPr>
          <p:cNvPr id="19" name="矩形 18"/>
          <p:cNvSpPr/>
          <p:nvPr/>
        </p:nvSpPr>
        <p:spPr>
          <a:xfrm>
            <a:off x="7034999" y="2788844"/>
            <a:ext cx="1065393" cy="1754326"/>
          </a:xfrm>
          <a:prstGeom prst="rect">
            <a:avLst/>
          </a:prstGeom>
        </p:spPr>
        <p:txBody>
          <a:bodyPr wrap="square">
            <a:spAutoFit/>
          </a:bodyPr>
          <a:lstStyle/>
          <a:p>
            <a:pPr>
              <a:lnSpc>
                <a:spcPct val="150000"/>
              </a:lnSpc>
            </a:pPr>
            <a:r>
              <a:rPr lang="zh-CN" altLang="en-US" sz="2400" dirty="0" smtClean="0">
                <a:latin typeface="华文中宋" panose="02010600040101010101" pitchFamily="2" charset="-122"/>
                <a:ea typeface="华文中宋" panose="02010600040101010101" pitchFamily="2" charset="-122"/>
              </a:rPr>
              <a:t>这是什么商品</a:t>
            </a:r>
            <a:endParaRPr lang="zh-CN" altLang="en-US" sz="2400" dirty="0">
              <a:latin typeface="华文中宋" panose="02010600040101010101" pitchFamily="2" charset="-122"/>
              <a:ea typeface="华文中宋" panose="02010600040101010101" pitchFamily="2" charset="-122"/>
            </a:endParaRPr>
          </a:p>
        </p:txBody>
      </p:sp>
      <p:sp>
        <p:nvSpPr>
          <p:cNvPr id="20" name="矩形 19"/>
          <p:cNvSpPr/>
          <p:nvPr/>
        </p:nvSpPr>
        <p:spPr>
          <a:xfrm>
            <a:off x="539189" y="5294555"/>
            <a:ext cx="1832553" cy="584775"/>
          </a:xfrm>
          <a:prstGeom prst="rect">
            <a:avLst/>
          </a:prstGeom>
        </p:spPr>
        <p:txBody>
          <a:bodyPr wrap="none">
            <a:spAutoFit/>
          </a:bodyPr>
          <a:lstStyle/>
          <a:p>
            <a:r>
              <a:rPr lang="zh-CN" altLang="en-US" sz="3200" dirty="0">
                <a:solidFill>
                  <a:srgbClr val="FF0000"/>
                </a:solidFill>
                <a:latin typeface="幼圆" panose="02010509060101010101" pitchFamily="49" charset="-122"/>
                <a:ea typeface="幼圆" panose="02010509060101010101" pitchFamily="49" charset="-122"/>
              </a:rPr>
              <a:t>用户画像</a:t>
            </a:r>
          </a:p>
        </p:txBody>
      </p:sp>
      <p:sp>
        <p:nvSpPr>
          <p:cNvPr id="14" name="矩形 13"/>
          <p:cNvSpPr/>
          <p:nvPr/>
        </p:nvSpPr>
        <p:spPr>
          <a:xfrm>
            <a:off x="6605572" y="5294555"/>
            <a:ext cx="1835759" cy="584775"/>
          </a:xfrm>
          <a:prstGeom prst="rect">
            <a:avLst/>
          </a:prstGeom>
        </p:spPr>
        <p:txBody>
          <a:bodyPr wrap="none">
            <a:spAutoFit/>
          </a:bodyPr>
          <a:lstStyle/>
          <a:p>
            <a:r>
              <a:rPr lang="en-US" altLang="zh-CN" sz="3200" b="0" dirty="0" smtClean="0">
                <a:solidFill>
                  <a:srgbClr val="FF0000"/>
                </a:solidFill>
                <a:ea typeface="幼圆" panose="02010509060101010101" pitchFamily="49" charset="-122"/>
                <a:cs typeface="Arial" panose="020B0604020202020204" pitchFamily="34" charset="0"/>
              </a:rPr>
              <a:t>Item</a:t>
            </a:r>
            <a:r>
              <a:rPr lang="zh-CN" altLang="en-US" sz="3200" dirty="0" smtClean="0">
                <a:solidFill>
                  <a:srgbClr val="FF0000"/>
                </a:solidFill>
                <a:ea typeface="幼圆" panose="02010509060101010101" pitchFamily="49" charset="-122"/>
                <a:cs typeface="Arial" panose="020B0604020202020204" pitchFamily="34" charset="0"/>
              </a:rPr>
              <a:t>表示</a:t>
            </a:r>
            <a:endParaRPr lang="zh-CN" altLang="en-US" sz="3200" dirty="0">
              <a:solidFill>
                <a:srgbClr val="FF0000"/>
              </a:solidFill>
              <a:ea typeface="幼圆" panose="02010509060101010101" pitchFamily="49" charset="-122"/>
              <a:cs typeface="Arial" panose="020B0604020202020204" pitchFamily="34" charset="0"/>
            </a:endParaRPr>
          </a:p>
        </p:txBody>
      </p:sp>
    </p:spTree>
    <p:extLst>
      <p:ext uri="{BB962C8B-B14F-4D97-AF65-F5344CB8AC3E}">
        <p14:creationId xmlns:p14="http://schemas.microsoft.com/office/powerpoint/2010/main" val="2741590906"/>
      </p:ext>
    </p:extLst>
  </p:cSld>
  <p:clrMapOvr>
    <a:masterClrMapping/>
  </p:clrMapOvr>
  <p:transition spd="slow">
    <p:circl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400" dirty="0" smtClean="0"/>
              <a:t>个人基本特征属性（</a:t>
            </a:r>
            <a:r>
              <a:rPr lang="zh-CN" altLang="en-US" sz="2400" b="1" dirty="0" smtClean="0"/>
              <a:t>静态</a:t>
            </a:r>
            <a:r>
              <a:rPr lang="zh-CN" altLang="en-US" sz="2400" dirty="0" smtClean="0"/>
              <a:t>）</a:t>
            </a:r>
            <a:endParaRPr lang="en-US" altLang="zh-CN" sz="2400" dirty="0" smtClean="0"/>
          </a:p>
          <a:p>
            <a:r>
              <a:rPr lang="zh-CN" altLang="en-US" sz="2400" dirty="0" smtClean="0"/>
              <a:t>用户行为大数据（</a:t>
            </a:r>
            <a:r>
              <a:rPr lang="zh-CN" altLang="en-US" sz="2400" b="1" dirty="0" smtClean="0"/>
              <a:t>动态</a:t>
            </a:r>
            <a:r>
              <a:rPr lang="zh-CN" altLang="en-US" sz="2400" dirty="0" smtClean="0"/>
              <a:t>）</a:t>
            </a:r>
            <a:endParaRPr lang="en-US" altLang="zh-CN" sz="2400" dirty="0" smtClean="0"/>
          </a:p>
          <a:p>
            <a:pPr lvl="1"/>
            <a:r>
              <a:rPr lang="zh-CN" altLang="en-US" sz="2200" dirty="0" smtClean="0"/>
              <a:t>交互大数据</a:t>
            </a:r>
            <a:endParaRPr lang="en-US" altLang="zh-CN" sz="2200" dirty="0" smtClean="0"/>
          </a:p>
          <a:p>
            <a:pPr lvl="2"/>
            <a:r>
              <a:rPr lang="zh-CN" altLang="en-US" sz="2200" dirty="0" smtClean="0"/>
              <a:t>浏览、点击、加入购物车</a:t>
            </a:r>
            <a:endParaRPr lang="en-US" altLang="zh-CN" sz="2200" dirty="0" smtClean="0"/>
          </a:p>
          <a:p>
            <a:pPr lvl="2"/>
            <a:r>
              <a:rPr lang="zh-CN" altLang="en-US" sz="2200" dirty="0" smtClean="0"/>
              <a:t>评论、观看</a:t>
            </a:r>
            <a:endParaRPr lang="en-US" altLang="zh-CN" sz="2200" dirty="0" smtClean="0"/>
          </a:p>
          <a:p>
            <a:pPr lvl="1"/>
            <a:r>
              <a:rPr lang="zh-CN" altLang="en-US" sz="2200" dirty="0" smtClean="0"/>
              <a:t>交易大数据</a:t>
            </a:r>
            <a:endParaRPr lang="en-US" altLang="zh-CN" sz="2200" dirty="0" smtClean="0"/>
          </a:p>
          <a:p>
            <a:pPr lvl="2"/>
            <a:r>
              <a:rPr lang="zh-CN" altLang="en-US" sz="2200" dirty="0" smtClean="0"/>
              <a:t>历史购买</a:t>
            </a:r>
            <a:endParaRPr lang="en-US" altLang="zh-CN" sz="2200" dirty="0" smtClean="0"/>
          </a:p>
          <a:p>
            <a:pPr lvl="2"/>
            <a:r>
              <a:rPr lang="zh-CN" altLang="en-US" sz="2200" dirty="0" smtClean="0"/>
              <a:t>多个平台购买</a:t>
            </a:r>
            <a:endParaRPr lang="en-US" altLang="zh-CN" sz="2200" dirty="0" smtClean="0"/>
          </a:p>
          <a:p>
            <a:r>
              <a:rPr lang="zh-CN" altLang="en-US" sz="2400" dirty="0" smtClean="0"/>
              <a:t>多模态行为数据</a:t>
            </a:r>
            <a:endParaRPr lang="en-US" altLang="zh-CN" sz="2400" dirty="0" smtClean="0"/>
          </a:p>
          <a:p>
            <a:pPr lvl="1"/>
            <a:r>
              <a:rPr lang="zh-CN" altLang="en-US" sz="2200" dirty="0" smtClean="0"/>
              <a:t>表格、文本、视频、音频</a:t>
            </a:r>
            <a:endParaRPr lang="en-US" altLang="zh-CN" sz="2200" dirty="0" smtClean="0"/>
          </a:p>
          <a:p>
            <a:endParaRPr lang="zh-CN" altLang="en-US" dirty="0"/>
          </a:p>
        </p:txBody>
      </p:sp>
      <p:sp>
        <p:nvSpPr>
          <p:cNvPr id="2" name="标题 1"/>
          <p:cNvSpPr>
            <a:spLocks noGrp="1"/>
          </p:cNvSpPr>
          <p:nvPr>
            <p:ph type="title"/>
          </p:nvPr>
        </p:nvSpPr>
        <p:spPr/>
        <p:txBody>
          <a:bodyPr/>
          <a:lstStyle/>
          <a:p>
            <a:r>
              <a:rPr lang="zh-CN" altLang="en-US" dirty="0" smtClean="0"/>
              <a:t>用户（画像）建模</a:t>
            </a:r>
            <a:endParaRPr lang="zh-CN" altLang="en-US" dirty="0"/>
          </a:p>
        </p:txBody>
      </p:sp>
      <p:pic>
        <p:nvPicPr>
          <p:cNvPr id="4" name="图片 3"/>
          <p:cNvPicPr>
            <a:picLocks noChangeAspect="1"/>
          </p:cNvPicPr>
          <p:nvPr/>
        </p:nvPicPr>
        <p:blipFill>
          <a:blip r:embed="rId2"/>
          <a:stretch>
            <a:fillRect/>
          </a:stretch>
        </p:blipFill>
        <p:spPr>
          <a:xfrm>
            <a:off x="4680439" y="4235166"/>
            <a:ext cx="4225104" cy="2325613"/>
          </a:xfrm>
          <a:prstGeom prst="rect">
            <a:avLst/>
          </a:prstGeom>
        </p:spPr>
      </p:pic>
      <p:pic>
        <p:nvPicPr>
          <p:cNvPr id="6" name="图片 5"/>
          <p:cNvPicPr>
            <a:picLocks noChangeAspect="1"/>
          </p:cNvPicPr>
          <p:nvPr/>
        </p:nvPicPr>
        <p:blipFill>
          <a:blip r:embed="rId3"/>
          <a:stretch>
            <a:fillRect/>
          </a:stretch>
        </p:blipFill>
        <p:spPr>
          <a:xfrm>
            <a:off x="5364088" y="1268760"/>
            <a:ext cx="2966734" cy="2685219"/>
          </a:xfrm>
          <a:prstGeom prst="rect">
            <a:avLst/>
          </a:prstGeom>
        </p:spPr>
      </p:pic>
    </p:spTree>
    <p:extLst>
      <p:ext uri="{BB962C8B-B14F-4D97-AF65-F5344CB8AC3E}">
        <p14:creationId xmlns:p14="http://schemas.microsoft.com/office/powerpoint/2010/main" val="3105786961"/>
      </p:ext>
    </p:extLst>
  </p:cSld>
  <p:clrMapOvr>
    <a:masterClrMapping/>
  </p:clrMapOvr>
  <p:transition spd="slow">
    <p:circl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idx="4294967295"/>
          </p:nvPr>
        </p:nvSpPr>
        <p:spPr>
          <a:xfrm>
            <a:off x="0" y="67815"/>
            <a:ext cx="9144000" cy="946821"/>
          </a:xfrm>
        </p:spPr>
        <p:txBody>
          <a:bodyPr/>
          <a:lstStyle/>
          <a:p>
            <a:pPr>
              <a:lnSpc>
                <a:spcPct val="150000"/>
              </a:lnSpc>
            </a:pPr>
            <a:r>
              <a:rPr lang="zh-CN" altLang="en-US" dirty="0"/>
              <a:t>数据建模</a:t>
            </a:r>
          </a:p>
        </p:txBody>
      </p:sp>
      <p:sp>
        <p:nvSpPr>
          <p:cNvPr id="11267" name="Rectangle 3"/>
          <p:cNvSpPr>
            <a:spLocks noGrp="1" noChangeArrowheads="1"/>
          </p:cNvSpPr>
          <p:nvPr>
            <p:ph type="body" idx="4294967295"/>
          </p:nvPr>
        </p:nvSpPr>
        <p:spPr>
          <a:xfrm>
            <a:off x="457200" y="1124744"/>
            <a:ext cx="8229600" cy="525621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buClr>
                <a:srgbClr val="2D7693"/>
              </a:buClr>
              <a:buSzPct val="70000"/>
              <a:buChar char="n"/>
            </a:pPr>
            <a:r>
              <a:rPr lang="zh-CN" altLang="en-US" dirty="0" smtClean="0"/>
              <a:t>结构化数据</a:t>
            </a:r>
            <a:endParaRPr lang="en-US" altLang="zh-CN" dirty="0" smtClean="0"/>
          </a:p>
          <a:p>
            <a:pPr lvl="1"/>
            <a:r>
              <a:rPr lang="zh-CN" altLang="en-US" dirty="0" smtClean="0"/>
              <a:t>淘宝商品</a:t>
            </a:r>
            <a:endParaRPr lang="en-US" altLang="zh-CN" dirty="0" smtClean="0"/>
          </a:p>
          <a:p>
            <a:pPr lvl="1"/>
            <a:r>
              <a:rPr lang="zh-CN" altLang="en-US" dirty="0" smtClean="0"/>
              <a:t>表格型数据</a:t>
            </a:r>
            <a:endParaRPr lang="en-US" dirty="0" smtClean="0"/>
          </a:p>
          <a:p>
            <a:pPr eaLnBrk="1" hangingPunct="1">
              <a:lnSpc>
                <a:spcPct val="150000"/>
              </a:lnSpc>
              <a:buClr>
                <a:srgbClr val="2D7693"/>
              </a:buClr>
              <a:buSzPct val="70000"/>
              <a:buChar char="n"/>
            </a:pPr>
            <a:r>
              <a:rPr dirty="0" err="1" smtClean="0"/>
              <a:t>非结构化数据</a:t>
            </a:r>
            <a:endParaRPr dirty="0"/>
          </a:p>
          <a:p>
            <a:pPr lvl="1" eaLnBrk="1" hangingPunct="1">
              <a:lnSpc>
                <a:spcPct val="150000"/>
              </a:lnSpc>
              <a:buClr>
                <a:srgbClr val="FC3A4C"/>
              </a:buClr>
              <a:buSzPct val="70000"/>
              <a:buFont typeface="Wingdings" pitchFamily="2" charset="2"/>
              <a:buChar char="Ø"/>
            </a:pPr>
            <a:r>
              <a:rPr altLang="en-GB" dirty="0" err="1"/>
              <a:t>文本数据：新闻、科技论文等</a:t>
            </a:r>
            <a:endParaRPr lang="zh-TW" altLang="en-GB" dirty="0"/>
          </a:p>
          <a:p>
            <a:pPr lvl="1" eaLnBrk="1" hangingPunct="1">
              <a:lnSpc>
                <a:spcPct val="150000"/>
              </a:lnSpc>
              <a:buClr>
                <a:srgbClr val="FC3A4C"/>
              </a:buClr>
              <a:buSzPct val="70000"/>
              <a:buFont typeface="Wingdings" pitchFamily="2" charset="2"/>
              <a:buChar char="Ø"/>
            </a:pPr>
            <a:r>
              <a:rPr altLang="en-GB" dirty="0" err="1"/>
              <a:t>网页</a:t>
            </a:r>
            <a:r>
              <a:rPr altLang="en-GB" dirty="0"/>
              <a:t>：</a:t>
            </a:r>
            <a:r>
              <a:rPr lang="en-GB" altLang="zh-TW" dirty="0"/>
              <a:t>HTML</a:t>
            </a:r>
            <a:r>
              <a:rPr altLang="en-GB" dirty="0"/>
              <a:t>、</a:t>
            </a:r>
            <a:r>
              <a:rPr lang="en-GB" altLang="zh-CN" dirty="0"/>
              <a:t>XML</a:t>
            </a:r>
            <a:endParaRPr lang="en-GB" altLang="zh-TW" dirty="0"/>
          </a:p>
          <a:p>
            <a:pPr lvl="1" eaLnBrk="1" hangingPunct="1">
              <a:lnSpc>
                <a:spcPct val="150000"/>
              </a:lnSpc>
              <a:buClr>
                <a:srgbClr val="FC3A4C"/>
              </a:buClr>
              <a:buSzPct val="70000"/>
              <a:buFont typeface="Wingdings" pitchFamily="2" charset="2"/>
              <a:buChar char="Ø"/>
            </a:pPr>
            <a:r>
              <a:rPr altLang="en-GB" dirty="0" err="1"/>
              <a:t>多媒体数据：图像、视频、图形、音频</a:t>
            </a:r>
            <a:endParaRPr altLang="en-GB" dirty="0"/>
          </a:p>
          <a:p>
            <a:pPr lvl="1" eaLnBrk="1" hangingPunct="1">
              <a:lnSpc>
                <a:spcPct val="150000"/>
              </a:lnSpc>
              <a:buClr>
                <a:srgbClr val="FC3A4C"/>
              </a:buClr>
              <a:buSzPct val="70000"/>
              <a:buFont typeface="Wingdings" pitchFamily="2" charset="2"/>
              <a:buChar char="Ø"/>
            </a:pPr>
            <a:endParaRPr lang="en-US" altLang="zh-CN" dirty="0"/>
          </a:p>
        </p:txBody>
      </p:sp>
      <p:sp>
        <p:nvSpPr>
          <p:cNvPr id="2" name="圆角矩形 1"/>
          <p:cNvSpPr/>
          <p:nvPr/>
        </p:nvSpPr>
        <p:spPr bwMode="auto">
          <a:xfrm>
            <a:off x="1115616" y="5301208"/>
            <a:ext cx="2808312" cy="936104"/>
          </a:xfrm>
          <a:prstGeom prst="round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3200"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非结构化数据</a:t>
            </a:r>
          </a:p>
        </p:txBody>
      </p:sp>
      <p:sp>
        <p:nvSpPr>
          <p:cNvPr id="6" name="圆角矩形 5"/>
          <p:cNvSpPr/>
          <p:nvPr/>
        </p:nvSpPr>
        <p:spPr bwMode="auto">
          <a:xfrm>
            <a:off x="5364088" y="5301754"/>
            <a:ext cx="2808312" cy="936104"/>
          </a:xfrm>
          <a:prstGeom prst="round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Tx/>
              <a:buNone/>
              <a:tabLst/>
            </a:pPr>
            <a:r>
              <a:rPr kumimoji="0" lang="zh-CN" altLang="en-US" sz="3200"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结构化数据</a:t>
            </a:r>
          </a:p>
        </p:txBody>
      </p:sp>
      <p:sp>
        <p:nvSpPr>
          <p:cNvPr id="3" name="右箭头 2"/>
          <p:cNvSpPr/>
          <p:nvPr/>
        </p:nvSpPr>
        <p:spPr bwMode="auto">
          <a:xfrm>
            <a:off x="4139952" y="5388115"/>
            <a:ext cx="1008112" cy="719534"/>
          </a:xfrm>
          <a:prstGeom prst="rightArrow">
            <a:avLst>
              <a:gd name="adj1" fmla="val 50000"/>
              <a:gd name="adj2" fmla="val 65338"/>
            </a:avLst>
          </a:prstGeom>
          <a:ln>
            <a:headEnd type="none" w="med" len="med"/>
            <a:tailEnd type="none" w="med" len="med"/>
          </a:ln>
          <a:extLst/>
        </p:spPr>
        <p:style>
          <a:lnRef idx="0">
            <a:schemeClr val="accent4"/>
          </a:lnRef>
          <a:fillRef idx="3">
            <a:schemeClr val="accent4"/>
          </a:fillRef>
          <a:effectRef idx="3">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ndParaRPr>
          </a:p>
        </p:txBody>
      </p:sp>
      <p:pic>
        <p:nvPicPr>
          <p:cNvPr id="4" name="图片 3"/>
          <p:cNvPicPr>
            <a:picLocks noChangeAspect="1"/>
          </p:cNvPicPr>
          <p:nvPr/>
        </p:nvPicPr>
        <p:blipFill>
          <a:blip r:embed="rId3"/>
          <a:stretch>
            <a:fillRect/>
          </a:stretch>
        </p:blipFill>
        <p:spPr>
          <a:xfrm>
            <a:off x="3076835" y="1412776"/>
            <a:ext cx="5615769" cy="1623011"/>
          </a:xfrm>
          <a:prstGeom prst="rect">
            <a:avLst/>
          </a:prstGeom>
        </p:spPr>
      </p:pic>
    </p:spTree>
    <p:extLst>
      <p:ext uri="{BB962C8B-B14F-4D97-AF65-F5344CB8AC3E}">
        <p14:creationId xmlns:p14="http://schemas.microsoft.com/office/powerpoint/2010/main" val="1254855945"/>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noFill/>
          <a:ln>
            <a:noFill/>
          </a:ln>
          <a:effectLst/>
        </p:spPr>
        <p:txBody>
          <a:bodyPr vert="horz" wrap="square" lIns="91440" tIns="45720" rIns="91440" bIns="45720" numCol="1" anchor="ctr" anchorCtr="0" compatLnSpc="1">
            <a:prstTxWarp prst="textNoShape">
              <a:avLst/>
            </a:prstTxWarp>
          </a:bodyPr>
          <a:lstStyle/>
          <a:p>
            <a:pPr marL="685800" indent="-685800"/>
            <a:r>
              <a:rPr lang="zh-CN" altLang="en-US" dirty="0" smtClean="0"/>
              <a:t>词袋模型</a:t>
            </a:r>
            <a:endParaRPr lang="zh-CN" altLang="en-US" dirty="0"/>
          </a:p>
        </p:txBody>
      </p:sp>
      <p:sp>
        <p:nvSpPr>
          <p:cNvPr id="2" name="矩形 1"/>
          <p:cNvSpPr/>
          <p:nvPr/>
        </p:nvSpPr>
        <p:spPr>
          <a:xfrm>
            <a:off x="863588" y="1285408"/>
            <a:ext cx="7416824" cy="2123658"/>
          </a:xfrm>
          <a:prstGeom prst="rect">
            <a:avLst/>
          </a:prstGeom>
        </p:spPr>
        <p:txBody>
          <a:bodyPr wrap="square">
            <a:spAutoFit/>
          </a:bodyPr>
          <a:lstStyle/>
          <a:p>
            <a:pPr>
              <a:lnSpc>
                <a:spcPct val="200000"/>
              </a:lnSpc>
            </a:pPr>
            <a:r>
              <a:rPr lang="zh-CN" altLang="en-US" sz="2200" b="0" dirty="0"/>
              <a:t>'it was the worst of times'=[1, 1, 1, 0, 1, 1, 1, 0, 0, 0</a:t>
            </a:r>
            <a:r>
              <a:rPr lang="zh-CN" altLang="en-US" sz="2200" b="0" dirty="0" smtClean="0"/>
              <a:t>]</a:t>
            </a:r>
            <a:endParaRPr lang="en-US" altLang="zh-CN" sz="2200" b="0" dirty="0" smtClean="0"/>
          </a:p>
          <a:p>
            <a:pPr>
              <a:lnSpc>
                <a:spcPct val="200000"/>
              </a:lnSpc>
            </a:pPr>
            <a:r>
              <a:rPr lang="zh-CN" altLang="en-US" sz="2200" b="0" dirty="0" smtClean="0"/>
              <a:t>'</a:t>
            </a:r>
            <a:r>
              <a:rPr lang="zh-CN" altLang="en-US" sz="2200" b="0" dirty="0"/>
              <a:t>it was the age of wisdom'=[1, 1, 1, 0, 1, 0, 0, 1, 1, 0</a:t>
            </a:r>
            <a:r>
              <a:rPr lang="zh-CN" altLang="en-US" sz="2200" b="0" dirty="0" smtClean="0"/>
              <a:t>]</a:t>
            </a:r>
            <a:endParaRPr lang="en-US" altLang="zh-CN" sz="2200" b="0" dirty="0" smtClean="0"/>
          </a:p>
          <a:p>
            <a:pPr>
              <a:lnSpc>
                <a:spcPct val="200000"/>
              </a:lnSpc>
            </a:pPr>
            <a:r>
              <a:rPr lang="zh-CN" altLang="en-US" sz="2200" b="0" dirty="0" smtClean="0"/>
              <a:t>'</a:t>
            </a:r>
            <a:r>
              <a:rPr lang="zh-CN" altLang="en-US" sz="2200" b="0" dirty="0"/>
              <a:t>it was the age of foolishness'=[1, 1, 1, 0, 1, 0, 0, 1, 0, 1</a:t>
            </a:r>
            <a:r>
              <a:rPr lang="zh-CN" altLang="en-US" sz="2200" b="0" dirty="0" smtClean="0"/>
              <a:t>]</a:t>
            </a:r>
            <a:endParaRPr lang="zh-CN" altLang="en-US" sz="2200" b="0" dirty="0"/>
          </a:p>
        </p:txBody>
      </p:sp>
      <p:pic>
        <p:nvPicPr>
          <p:cNvPr id="20482" name="Picture 2" descr="e2c27c65f131ab117dec5322b9a96e8ff3dc035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703941"/>
            <a:ext cx="3626902" cy="2419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855975"/>
      </p:ext>
    </p:extLst>
  </p:cSld>
  <p:clrMapOvr>
    <a:masterClrMapping/>
  </p:clrMapOvr>
  <p:transition spd="slow">
    <p:circl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矩形 3"/>
          <p:cNvSpPr>
            <a:spLocks noGrp="1" noChangeArrowheads="1"/>
          </p:cNvSpPr>
          <p:nvPr>
            <p:ph idx="1"/>
          </p:nvPr>
        </p:nvSpPr>
        <p:spPr>
          <a:xfrm>
            <a:off x="323528" y="2593767"/>
            <a:ext cx="8627897" cy="3735277"/>
          </a:xfrm>
        </p:spPr>
        <p:txBody>
          <a:bodyPr lIns="0"/>
          <a:lstStyle/>
          <a:p>
            <a:pPr eaLnBrk="1" hangingPunct="1"/>
            <a:r>
              <a:rPr lang="zh-CN" altLang="en-US" dirty="0" smtClean="0"/>
              <a:t>文档</a:t>
            </a:r>
            <a:r>
              <a:rPr lang="en-US" altLang="zh-CN" dirty="0" smtClean="0"/>
              <a:t>D</a:t>
            </a:r>
            <a:r>
              <a:rPr lang="zh-CN" altLang="en-US" dirty="0" smtClean="0"/>
              <a:t>包含三个词</a:t>
            </a:r>
            <a:r>
              <a:rPr lang="en-US" altLang="zh-TW" dirty="0" smtClean="0"/>
              <a:t> (a, b, and c):</a:t>
            </a:r>
          </a:p>
          <a:p>
            <a:pPr lvl="1" eaLnBrk="1" hangingPunct="1"/>
            <a:r>
              <a:rPr lang="en-US" altLang="zh-TW" dirty="0" err="1" smtClean="0"/>
              <a:t>freq</a:t>
            </a:r>
            <a:r>
              <a:rPr lang="en-US" altLang="zh-TW" dirty="0" smtClean="0"/>
              <a:t>(</a:t>
            </a:r>
            <a:r>
              <a:rPr lang="en-US" altLang="zh-TW" dirty="0" err="1" smtClean="0"/>
              <a:t>a,D</a:t>
            </a:r>
            <a:r>
              <a:rPr lang="en-US" altLang="zh-TW" dirty="0" smtClean="0"/>
              <a:t>)=3, </a:t>
            </a:r>
            <a:r>
              <a:rPr lang="en-US" altLang="zh-TW" dirty="0" err="1" smtClean="0"/>
              <a:t>freq</a:t>
            </a:r>
            <a:r>
              <a:rPr lang="en-US" altLang="zh-TW" dirty="0" smtClean="0"/>
              <a:t>(</a:t>
            </a:r>
            <a:r>
              <a:rPr lang="en-US" altLang="zh-TW" dirty="0" err="1" smtClean="0"/>
              <a:t>b,D</a:t>
            </a:r>
            <a:r>
              <a:rPr lang="en-US" altLang="zh-TW" dirty="0" smtClean="0"/>
              <a:t>)=2, </a:t>
            </a:r>
            <a:r>
              <a:rPr lang="en-US" altLang="zh-TW" dirty="0" err="1" smtClean="0"/>
              <a:t>freq</a:t>
            </a:r>
            <a:r>
              <a:rPr lang="en-US" altLang="zh-TW" dirty="0" smtClean="0"/>
              <a:t>(</a:t>
            </a:r>
            <a:r>
              <a:rPr lang="en-US" altLang="zh-TW" dirty="0" err="1" smtClean="0"/>
              <a:t>c,D</a:t>
            </a:r>
            <a:r>
              <a:rPr lang="en-US" altLang="zh-TW" dirty="0" smtClean="0"/>
              <a:t>)=1</a:t>
            </a:r>
          </a:p>
          <a:p>
            <a:pPr eaLnBrk="1" hangingPunct="1"/>
            <a:r>
              <a:rPr lang="zh-CN" altLang="en-US" dirty="0" smtClean="0"/>
              <a:t>假设有</a:t>
            </a:r>
            <a:r>
              <a:rPr lang="en-US" altLang="zh-TW" dirty="0" smtClean="0"/>
              <a:t>10000</a:t>
            </a:r>
            <a:r>
              <a:rPr lang="zh-CN" altLang="en-US" dirty="0" smtClean="0"/>
              <a:t>个文档</a:t>
            </a:r>
            <a:r>
              <a:rPr lang="en-US" altLang="zh-TW" dirty="0" smtClean="0"/>
              <a:t>:</a:t>
            </a:r>
          </a:p>
          <a:p>
            <a:pPr lvl="1" eaLnBrk="1" hangingPunct="1"/>
            <a:r>
              <a:rPr lang="en-US" altLang="zh-TW" dirty="0" smtClean="0"/>
              <a:t>N</a:t>
            </a:r>
            <a:r>
              <a:rPr lang="en-US" altLang="zh-TW" baseline="-25000" dirty="0" smtClean="0"/>
              <a:t>a</a:t>
            </a:r>
            <a:r>
              <a:rPr lang="en-US" altLang="zh-TW" dirty="0" smtClean="0"/>
              <a:t>=50, </a:t>
            </a:r>
            <a:r>
              <a:rPr lang="en-US" altLang="zh-TW" dirty="0" err="1" smtClean="0"/>
              <a:t>N</a:t>
            </a:r>
            <a:r>
              <a:rPr lang="en-US" altLang="zh-TW" baseline="-25000" dirty="0" err="1" smtClean="0"/>
              <a:t>b</a:t>
            </a:r>
            <a:r>
              <a:rPr lang="en-US" altLang="zh-TW" dirty="0" smtClean="0"/>
              <a:t>=1300, </a:t>
            </a:r>
            <a:r>
              <a:rPr lang="en-US" altLang="zh-TW" dirty="0" err="1" smtClean="0"/>
              <a:t>N</a:t>
            </a:r>
            <a:r>
              <a:rPr lang="en-US" altLang="zh-TW" baseline="-25000" dirty="0" err="1" smtClean="0"/>
              <a:t>c</a:t>
            </a:r>
            <a:r>
              <a:rPr lang="en-US" altLang="zh-TW" dirty="0" smtClean="0"/>
              <a:t>=250</a:t>
            </a:r>
          </a:p>
          <a:p>
            <a:pPr eaLnBrk="1" hangingPunct="1"/>
            <a:r>
              <a:rPr lang="zh-CN" altLang="en-US" dirty="0" smtClean="0"/>
              <a:t>则对于</a:t>
            </a:r>
            <a:r>
              <a:rPr lang="en-US" altLang="zh-CN" dirty="0" smtClean="0"/>
              <a:t>D</a:t>
            </a:r>
            <a:r>
              <a:rPr lang="zh-CN" altLang="en-US" dirty="0" smtClean="0"/>
              <a:t>文档</a:t>
            </a:r>
            <a:r>
              <a:rPr lang="en-US" altLang="zh-TW" dirty="0" smtClean="0"/>
              <a:t>:</a:t>
            </a:r>
          </a:p>
          <a:p>
            <a:pPr lvl="1" eaLnBrk="1" hangingPunct="1"/>
            <a:r>
              <a:rPr lang="en-US" altLang="zh-TW" dirty="0" smtClean="0"/>
              <a:t>a:  </a:t>
            </a:r>
            <a:r>
              <a:rPr lang="en-US" altLang="zh-TW" dirty="0" err="1" smtClean="0"/>
              <a:t>tf</a:t>
            </a:r>
            <a:r>
              <a:rPr lang="en-US" altLang="zh-TW" dirty="0" smtClean="0"/>
              <a:t> = 3/3;  </a:t>
            </a:r>
            <a:r>
              <a:rPr lang="en-US" altLang="zh-TW" dirty="0" err="1" smtClean="0"/>
              <a:t>idf</a:t>
            </a:r>
            <a:r>
              <a:rPr lang="en-US" altLang="zh-TW" dirty="0" smtClean="0"/>
              <a:t> = log(10000/50) = 5.3;     </a:t>
            </a:r>
            <a:r>
              <a:rPr lang="en-US" altLang="zh-TW" dirty="0" err="1" smtClean="0"/>
              <a:t>tf-idf</a:t>
            </a:r>
            <a:r>
              <a:rPr lang="en-US" altLang="zh-TW" dirty="0" smtClean="0"/>
              <a:t> = 5.3</a:t>
            </a:r>
          </a:p>
          <a:p>
            <a:pPr lvl="1" eaLnBrk="1" hangingPunct="1"/>
            <a:r>
              <a:rPr lang="en-US" altLang="zh-TW" dirty="0" smtClean="0"/>
              <a:t>b:  </a:t>
            </a:r>
            <a:r>
              <a:rPr lang="en-US" altLang="zh-TW" dirty="0" err="1" smtClean="0"/>
              <a:t>tf</a:t>
            </a:r>
            <a:r>
              <a:rPr lang="en-US" altLang="zh-TW" dirty="0" smtClean="0"/>
              <a:t> = 2/3;  </a:t>
            </a:r>
            <a:r>
              <a:rPr lang="en-US" altLang="zh-TW" dirty="0" err="1" smtClean="0"/>
              <a:t>idf</a:t>
            </a:r>
            <a:r>
              <a:rPr lang="en-US" altLang="zh-TW" dirty="0" smtClean="0"/>
              <a:t> = log(10000/1300) = 2.0; </a:t>
            </a:r>
            <a:r>
              <a:rPr lang="en-US" altLang="zh-TW" dirty="0" err="1" smtClean="0"/>
              <a:t>tf-idf</a:t>
            </a:r>
            <a:r>
              <a:rPr lang="en-US" altLang="zh-TW" dirty="0" smtClean="0"/>
              <a:t> = 1.3</a:t>
            </a:r>
          </a:p>
          <a:p>
            <a:pPr lvl="1" eaLnBrk="1" hangingPunct="1"/>
            <a:r>
              <a:rPr lang="en-US" altLang="zh-TW" dirty="0" smtClean="0"/>
              <a:t>c:  </a:t>
            </a:r>
            <a:r>
              <a:rPr lang="en-US" altLang="zh-TW" dirty="0" err="1" smtClean="0"/>
              <a:t>tf</a:t>
            </a:r>
            <a:r>
              <a:rPr lang="en-US" altLang="zh-TW" dirty="0" smtClean="0"/>
              <a:t> = 1/3;  </a:t>
            </a:r>
            <a:r>
              <a:rPr lang="en-US" altLang="zh-TW" dirty="0" err="1" smtClean="0"/>
              <a:t>idf</a:t>
            </a:r>
            <a:r>
              <a:rPr lang="en-US" altLang="zh-TW" dirty="0" smtClean="0"/>
              <a:t> = log(10000/250) = 3.7;   </a:t>
            </a:r>
            <a:r>
              <a:rPr lang="en-US" altLang="zh-TW" dirty="0" err="1" smtClean="0"/>
              <a:t>tf-idf</a:t>
            </a:r>
            <a:r>
              <a:rPr lang="en-US" altLang="zh-TW" dirty="0" smtClean="0"/>
              <a:t> = 1.2</a:t>
            </a:r>
          </a:p>
        </p:txBody>
      </p:sp>
      <p:sp>
        <p:nvSpPr>
          <p:cNvPr id="1122306" name="矩形 2"/>
          <p:cNvSpPr>
            <a:spLocks noGrp="1" noChangeArrowheads="1"/>
          </p:cNvSpPr>
          <p:nvPr>
            <p:ph type="title"/>
          </p:nvPr>
        </p:nvSpPr>
        <p:spPr/>
        <p:txBody>
          <a:bodyPr/>
          <a:lstStyle/>
          <a:p>
            <a:pPr marL="685800" indent="-685800"/>
            <a:r>
              <a:rPr lang="en-US" altLang="zh-CN" dirty="0" smtClean="0"/>
              <a:t>TF-IDF</a:t>
            </a:r>
            <a:r>
              <a:rPr lang="zh-CN" altLang="en-US" dirty="0" smtClean="0"/>
              <a:t>模型</a:t>
            </a:r>
            <a:endParaRPr lang="zh-CN" altLang="en-US" dirty="0"/>
          </a:p>
        </p:txBody>
      </p:sp>
      <p:grpSp>
        <p:nvGrpSpPr>
          <p:cNvPr id="5" name="Group 4"/>
          <p:cNvGrpSpPr>
            <a:grpSpLocks/>
          </p:cNvGrpSpPr>
          <p:nvPr/>
        </p:nvGrpSpPr>
        <p:grpSpPr bwMode="auto">
          <a:xfrm>
            <a:off x="755576" y="1230542"/>
            <a:ext cx="6188075" cy="1146176"/>
            <a:chOff x="960" y="1728"/>
            <a:chExt cx="3898" cy="722"/>
          </a:xfrm>
        </p:grpSpPr>
        <p:pic>
          <p:nvPicPr>
            <p:cNvPr id="6" name="Picture 5" descr="BS00975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4" y="1728"/>
              <a:ext cx="576"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6"/>
            <p:cNvSpPr>
              <a:spLocks noChangeArrowheads="1"/>
            </p:cNvSpPr>
            <p:nvPr/>
          </p:nvSpPr>
          <p:spPr bwMode="auto">
            <a:xfrm>
              <a:off x="2064" y="1824"/>
              <a:ext cx="336" cy="19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43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 name="Text Box 7"/>
            <p:cNvSpPr txBox="1">
              <a:spLocks noChangeArrowheads="1"/>
            </p:cNvSpPr>
            <p:nvPr/>
          </p:nvSpPr>
          <p:spPr bwMode="auto">
            <a:xfrm>
              <a:off x="2544" y="1776"/>
              <a:ext cx="2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计算机” “科学” “商务”</a:t>
              </a:r>
            </a:p>
          </p:txBody>
        </p:sp>
        <p:sp>
          <p:nvSpPr>
            <p:cNvPr id="9" name="Text Box 8"/>
            <p:cNvSpPr txBox="1">
              <a:spLocks noChangeArrowheads="1"/>
            </p:cNvSpPr>
            <p:nvPr/>
          </p:nvSpPr>
          <p:spPr bwMode="auto">
            <a:xfrm>
              <a:off x="960" y="2150"/>
              <a:ext cx="14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dirty="0">
                  <a:latin typeface="微软雅黑" panose="020B0503020204020204" pitchFamily="34" charset="-122"/>
                  <a:ea typeface="微软雅黑" panose="020B0503020204020204" pitchFamily="34" charset="-122"/>
                </a:rPr>
                <a:t>计算机科学文档集</a:t>
              </a:r>
            </a:p>
          </p:txBody>
        </p:sp>
        <p:sp>
          <p:nvSpPr>
            <p:cNvPr id="10" name="Text Box 9"/>
            <p:cNvSpPr txBox="1">
              <a:spLocks noChangeArrowheads="1"/>
            </p:cNvSpPr>
            <p:nvPr/>
          </p:nvSpPr>
          <p:spPr bwMode="auto">
            <a:xfrm>
              <a:off x="2538" y="2198"/>
              <a:ext cx="20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dirty="0">
                  <a:latin typeface="微软雅黑" panose="020B0503020204020204" pitchFamily="34" charset="-122"/>
                  <a:ea typeface="微软雅黑" panose="020B0503020204020204" pitchFamily="34" charset="-122"/>
                </a:rPr>
                <a:t>该文档集中的全部重要词项</a:t>
              </a:r>
            </a:p>
          </p:txBody>
        </p:sp>
        <p:sp>
          <p:nvSpPr>
            <p:cNvPr id="11" name="AutoShape 10"/>
            <p:cNvSpPr>
              <a:spLocks/>
            </p:cNvSpPr>
            <p:nvPr/>
          </p:nvSpPr>
          <p:spPr bwMode="auto">
            <a:xfrm rot="5400000">
              <a:off x="3504" y="1248"/>
              <a:ext cx="144" cy="1776"/>
            </a:xfrm>
            <a:prstGeom prst="rightBrace">
              <a:avLst>
                <a:gd name="adj1" fmla="val 1027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latin typeface="微软雅黑" panose="020B0503020204020204" pitchFamily="34" charset="-122"/>
                <a:ea typeface="微软雅黑" panose="020B0503020204020204" pitchFamily="34" charset="-122"/>
              </a:endParaRPr>
            </a:p>
          </p:txBody>
        </p:sp>
      </p:grpSp>
      <p:pic>
        <p:nvPicPr>
          <p:cNvPr id="12" name="图片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2162" y="3789040"/>
            <a:ext cx="4309263" cy="88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4211055"/>
      </p:ext>
    </p:extLst>
  </p:cSld>
  <p:clrMapOvr>
    <a:masterClrMapping/>
  </p:clrMapOvr>
  <p:transition spd="slow">
    <p:circl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L="0" indent="0" algn="ctr">
              <a:lnSpc>
                <a:spcPct val="150000"/>
              </a:lnSpc>
              <a:buNone/>
            </a:pPr>
            <a:endParaRPr lang="en-US" altLang="zh-CN" sz="2000" dirty="0" smtClean="0"/>
          </a:p>
          <a:p>
            <a:pPr marL="0" indent="0" algn="ctr">
              <a:lnSpc>
                <a:spcPct val="150000"/>
              </a:lnSpc>
              <a:buNone/>
            </a:pPr>
            <a:r>
              <a:rPr lang="en-US" altLang="zh-CN" sz="2800" dirty="0"/>
              <a:t>  “</a:t>
            </a:r>
            <a:r>
              <a:rPr lang="zh-CN" altLang="zh-CN" sz="2800" dirty="0"/>
              <a:t>乔布斯离我们而去了。</a:t>
            </a:r>
            <a:r>
              <a:rPr lang="en-US" altLang="zh-CN" sz="2800" dirty="0"/>
              <a:t>”</a:t>
            </a:r>
            <a:endParaRPr lang="zh-CN" altLang="zh-CN" sz="2800" dirty="0"/>
          </a:p>
          <a:p>
            <a:pPr marL="0" indent="0" algn="ctr">
              <a:lnSpc>
                <a:spcPct val="150000"/>
              </a:lnSpc>
              <a:buNone/>
            </a:pPr>
            <a:r>
              <a:rPr lang="en-US" altLang="zh-CN" sz="2800" dirty="0"/>
              <a:t> “</a:t>
            </a:r>
            <a:r>
              <a:rPr lang="zh-CN" altLang="zh-CN" sz="2800" dirty="0"/>
              <a:t>苹果价格会不会降？</a:t>
            </a:r>
            <a:r>
              <a:rPr lang="en-US" altLang="zh-CN" sz="2800" dirty="0"/>
              <a:t>”</a:t>
            </a:r>
            <a:endParaRPr lang="zh-CN" altLang="zh-CN" sz="2800" dirty="0"/>
          </a:p>
          <a:p>
            <a:endParaRPr lang="en-US" altLang="zh-CN" sz="2800" dirty="0" smtClean="0"/>
          </a:p>
        </p:txBody>
      </p:sp>
      <p:sp>
        <p:nvSpPr>
          <p:cNvPr id="2" name="标题 1"/>
          <p:cNvSpPr>
            <a:spLocks noGrp="1"/>
          </p:cNvSpPr>
          <p:nvPr>
            <p:ph type="title"/>
          </p:nvPr>
        </p:nvSpPr>
        <p:spPr/>
        <p:txBody>
          <a:bodyPr/>
          <a:lstStyle/>
          <a:p>
            <a:r>
              <a:rPr lang="zh-CN" altLang="en-US" dirty="0" smtClean="0"/>
              <a:t>文本向量空间模型</a:t>
            </a:r>
            <a:endParaRPr lang="zh-CN" altLang="en-US" dirty="0"/>
          </a:p>
        </p:txBody>
      </p:sp>
      <p:sp>
        <p:nvSpPr>
          <p:cNvPr id="4" name="爆炸形 1 3"/>
          <p:cNvSpPr/>
          <p:nvPr/>
        </p:nvSpPr>
        <p:spPr bwMode="auto">
          <a:xfrm>
            <a:off x="955190" y="3284984"/>
            <a:ext cx="7272808" cy="3024336"/>
          </a:xfrm>
          <a:prstGeom prst="irregularSeal1">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a:lnSpc>
                <a:spcPct val="200000"/>
              </a:lnSpc>
            </a:pPr>
            <a:r>
              <a:rPr lang="zh-CN" altLang="en-US" sz="3200" dirty="0" smtClean="0">
                <a:solidFill>
                  <a:srgbClr val="FF0000"/>
                </a:solidFill>
              </a:rPr>
              <a:t>语义主题挖掘！！</a:t>
            </a:r>
            <a:r>
              <a:rPr lang="zh-CN" altLang="en-US" sz="3200" dirty="0">
                <a:solidFill>
                  <a:srgbClr val="FF0000"/>
                </a:solidFill>
              </a:rPr>
              <a:t>！</a:t>
            </a:r>
            <a:endParaRPr lang="en-US" altLang="zh-CN" sz="3200" dirty="0">
              <a:solidFill>
                <a:srgbClr val="FF0000"/>
              </a:solidFill>
            </a:endParaRPr>
          </a:p>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ndParaRPr>
          </a:p>
        </p:txBody>
      </p:sp>
    </p:spTree>
    <p:extLst>
      <p:ext uri="{BB962C8B-B14F-4D97-AF65-F5344CB8AC3E}">
        <p14:creationId xmlns:p14="http://schemas.microsoft.com/office/powerpoint/2010/main" val="2184102593"/>
      </p:ext>
    </p:extLst>
  </p:cSld>
  <p:clrMapOvr>
    <a:masterClrMapping/>
  </p:clrMapOvr>
  <p:transition spd="slow">
    <p:circl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024" y="187995"/>
            <a:ext cx="8676456" cy="720725"/>
          </a:xfrm>
        </p:spPr>
        <p:txBody>
          <a:bodyPr/>
          <a:lstStyle/>
          <a:p>
            <a:r>
              <a:rPr lang="en-US" altLang="zh-CN" sz="3200" dirty="0" smtClean="0">
                <a:effectLst/>
              </a:rPr>
              <a:t>LDA</a:t>
            </a:r>
            <a:r>
              <a:rPr lang="en-US" altLang="zh-CN" sz="3200" dirty="0">
                <a:effectLst/>
              </a:rPr>
              <a:t>( Latent </a:t>
            </a:r>
            <a:r>
              <a:rPr lang="en-US" altLang="zh-CN" sz="3200" dirty="0" err="1">
                <a:effectLst/>
              </a:rPr>
              <a:t>Dirichlet</a:t>
            </a:r>
            <a:r>
              <a:rPr lang="en-US" altLang="zh-CN" sz="3200" dirty="0">
                <a:effectLst/>
              </a:rPr>
              <a:t> Allocation)</a:t>
            </a:r>
            <a:endParaRPr lang="zh-CN" altLang="en-US" sz="3200" dirty="0">
              <a:effectLst/>
            </a:endParaRPr>
          </a:p>
        </p:txBody>
      </p:sp>
      <p:sp>
        <p:nvSpPr>
          <p:cNvPr id="3" name="文本占位符 2"/>
          <p:cNvSpPr>
            <a:spLocks noGrp="1"/>
          </p:cNvSpPr>
          <p:nvPr>
            <p:ph type="body" sz="half" idx="1"/>
          </p:nvPr>
        </p:nvSpPr>
        <p:spPr>
          <a:xfrm>
            <a:off x="457200" y="1196975"/>
            <a:ext cx="8219256" cy="5040313"/>
          </a:xfrm>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pPr>
              <a:lnSpc>
                <a:spcPct val="150000"/>
              </a:lnSpc>
            </a:pPr>
            <a:r>
              <a:rPr lang="zh-CN" altLang="zh-CN" dirty="0" smtClean="0"/>
              <a:t>主题模型是</a:t>
            </a:r>
            <a:r>
              <a:rPr lang="zh-CN" altLang="zh-CN" dirty="0"/>
              <a:t>通过</a:t>
            </a:r>
            <a:r>
              <a:rPr lang="zh-CN" altLang="zh-CN" dirty="0" smtClean="0"/>
              <a:t>左边矩阵</a:t>
            </a:r>
            <a:r>
              <a:rPr lang="zh-CN" altLang="zh-CN" dirty="0"/>
              <a:t>进行训练，学习出右边两个</a:t>
            </a:r>
            <a:r>
              <a:rPr lang="zh-CN" altLang="zh-CN" dirty="0" smtClean="0"/>
              <a:t>矩阵</a:t>
            </a:r>
            <a:endParaRPr lang="zh-CN" altLang="en-US" dirty="0"/>
          </a:p>
        </p:txBody>
      </p:sp>
      <p:pic>
        <p:nvPicPr>
          <p:cNvPr id="6" name="图片 5" descr="http://img.my.csdn.net/uploads/201209/03/1346651721_6594.PNG"/>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367895"/>
            <a:ext cx="6188456" cy="1067996"/>
          </a:xfrm>
          <a:prstGeom prst="rect">
            <a:avLst/>
          </a:prstGeom>
          <a:noFill/>
          <a:ln>
            <a:noFill/>
          </a:ln>
        </p:spPr>
      </p:pic>
      <p:pic>
        <p:nvPicPr>
          <p:cNvPr id="7" name="图片 6" descr="http://img.my.csdn.net/uploads/201209/03/1346651772_3109.PNG"/>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552780"/>
            <a:ext cx="6772984" cy="1709484"/>
          </a:xfrm>
          <a:prstGeom prst="rect">
            <a:avLst/>
          </a:prstGeom>
          <a:noFill/>
          <a:ln>
            <a:noFill/>
          </a:ln>
        </p:spPr>
      </p:pic>
    </p:spTree>
    <p:extLst>
      <p:ext uri="{BB962C8B-B14F-4D97-AF65-F5344CB8AC3E}">
        <p14:creationId xmlns:p14="http://schemas.microsoft.com/office/powerpoint/2010/main" val="1394438762"/>
      </p:ext>
    </p:extLst>
  </p:cSld>
  <p:clrMapOvr>
    <a:masterClrMapping/>
  </p:clrMapOvr>
  <p:transition>
    <p:pull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srcRect l="32290" t="28344" r="25649" b="40156"/>
          <a:stretch/>
        </p:blipFill>
        <p:spPr>
          <a:xfrm>
            <a:off x="719571" y="116632"/>
            <a:ext cx="7695855" cy="3240360"/>
          </a:xfrm>
          <a:prstGeom prst="rect">
            <a:avLst/>
          </a:prstGeom>
        </p:spPr>
      </p:pic>
      <p:pic>
        <p:nvPicPr>
          <p:cNvPr id="9" name="图片 8"/>
          <p:cNvPicPr>
            <a:picLocks noChangeAspect="1"/>
          </p:cNvPicPr>
          <p:nvPr/>
        </p:nvPicPr>
        <p:blipFill rotWithShape="1">
          <a:blip r:embed="rId3"/>
          <a:srcRect l="41698" t="40437" r="17901" b="17516"/>
          <a:stretch/>
        </p:blipFill>
        <p:spPr>
          <a:xfrm>
            <a:off x="2195736" y="4202787"/>
            <a:ext cx="4599511" cy="2564904"/>
          </a:xfrm>
          <a:prstGeom prst="rect">
            <a:avLst/>
          </a:prstGeom>
        </p:spPr>
      </p:pic>
      <p:pic>
        <p:nvPicPr>
          <p:cNvPr id="10" name="图片 9"/>
          <p:cNvPicPr>
            <a:picLocks noChangeAspect="1"/>
          </p:cNvPicPr>
          <p:nvPr/>
        </p:nvPicPr>
        <p:blipFill rotWithShape="1">
          <a:blip r:embed="rId3"/>
          <a:srcRect l="43913" t="22438" r="21775" b="67928"/>
          <a:stretch/>
        </p:blipFill>
        <p:spPr>
          <a:xfrm>
            <a:off x="1547664" y="3356992"/>
            <a:ext cx="5646014" cy="845795"/>
          </a:xfrm>
          <a:prstGeom prst="rect">
            <a:avLst/>
          </a:prstGeom>
        </p:spPr>
      </p:pic>
    </p:spTree>
    <p:extLst>
      <p:ext uri="{BB962C8B-B14F-4D97-AF65-F5344CB8AC3E}">
        <p14:creationId xmlns:p14="http://schemas.microsoft.com/office/powerpoint/2010/main" val="1894096879"/>
      </p:ext>
    </p:extLst>
  </p:cSld>
  <p:clrMapOvr>
    <a:masterClrMapping/>
  </p:clrMapOvr>
  <p:transition>
    <p:pull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LDA</a:t>
            </a:r>
            <a:r>
              <a:rPr lang="zh-CN" altLang="en-US" dirty="0" smtClean="0"/>
              <a:t>应用</a:t>
            </a:r>
            <a:endParaRPr lang="zh-CN" altLang="en-US" dirty="0"/>
          </a:p>
        </p:txBody>
      </p:sp>
      <p:sp>
        <p:nvSpPr>
          <p:cNvPr id="3" name="内容占位符 2"/>
          <p:cNvSpPr>
            <a:spLocks noGrp="1"/>
          </p:cNvSpPr>
          <p:nvPr>
            <p:ph idx="1"/>
          </p:nvPr>
        </p:nvSpPr>
        <p:spPr/>
        <p:txBody>
          <a:bodyPr/>
          <a:lstStyle/>
          <a:p>
            <a:pPr marL="342900" lvl="1" indent="-342900">
              <a:lnSpc>
                <a:spcPct val="200000"/>
              </a:lnSpc>
              <a:buClr>
                <a:srgbClr val="2D7693"/>
              </a:buClr>
              <a:buFont typeface="Wingdings" panose="05000000000000000000" pitchFamily="2" charset="2"/>
              <a:buChar char="n"/>
            </a:pPr>
            <a:r>
              <a:rPr lang="en-US" altLang="zh-CN" sz="2400" b="1" dirty="0"/>
              <a:t>theta</a:t>
            </a:r>
            <a:r>
              <a:rPr lang="zh-CN" altLang="zh-CN" sz="2400" b="1" dirty="0"/>
              <a:t>文件</a:t>
            </a:r>
            <a:r>
              <a:rPr lang="zh-CN" altLang="zh-CN" sz="2400" dirty="0"/>
              <a:t>（</a:t>
            </a:r>
            <a:r>
              <a:rPr lang="en-US" altLang="zh-CN" sz="2400" dirty="0"/>
              <a:t>doc</a:t>
            </a:r>
            <a:r>
              <a:rPr lang="zh-CN" altLang="zh-CN" sz="2400" dirty="0"/>
              <a:t>—</a:t>
            </a:r>
            <a:r>
              <a:rPr lang="en-US" altLang="zh-CN" sz="2400" dirty="0"/>
              <a:t>&gt;topic</a:t>
            </a:r>
            <a:r>
              <a:rPr lang="zh-CN" altLang="zh-CN" sz="2400" dirty="0"/>
              <a:t>），</a:t>
            </a:r>
            <a:r>
              <a:rPr lang="en-US" altLang="zh-CN" sz="2400" b="1" dirty="0"/>
              <a:t>phi</a:t>
            </a:r>
            <a:r>
              <a:rPr lang="zh-CN" altLang="zh-CN" sz="2400" b="1" dirty="0"/>
              <a:t>文件</a:t>
            </a:r>
            <a:r>
              <a:rPr lang="zh-CN" altLang="zh-CN" sz="2400" dirty="0"/>
              <a:t>（</a:t>
            </a:r>
            <a:r>
              <a:rPr lang="en-US" altLang="zh-CN" sz="2400" dirty="0"/>
              <a:t>topic</a:t>
            </a:r>
            <a:r>
              <a:rPr lang="zh-CN" altLang="zh-CN" sz="2400" dirty="0"/>
              <a:t>—</a:t>
            </a:r>
            <a:r>
              <a:rPr lang="en-US" altLang="zh-CN" sz="2400" dirty="0"/>
              <a:t>&gt;word</a:t>
            </a:r>
            <a:r>
              <a:rPr lang="zh-CN" altLang="zh-CN" sz="2400" dirty="0"/>
              <a:t>）</a:t>
            </a:r>
          </a:p>
          <a:p>
            <a:pPr>
              <a:lnSpc>
                <a:spcPct val="200000"/>
              </a:lnSpc>
            </a:pPr>
            <a:r>
              <a:rPr lang="zh-CN" altLang="en-US" sz="2400" dirty="0" smtClean="0"/>
              <a:t>相似文档的计算</a:t>
            </a:r>
            <a:endParaRPr lang="en-US" altLang="zh-CN" sz="2400" dirty="0" smtClean="0"/>
          </a:p>
          <a:p>
            <a:pPr>
              <a:lnSpc>
                <a:spcPct val="200000"/>
              </a:lnSpc>
            </a:pPr>
            <a:r>
              <a:rPr lang="zh-CN" altLang="en-US" sz="2400" dirty="0" smtClean="0"/>
              <a:t>文本打标签</a:t>
            </a:r>
            <a:endParaRPr lang="en-US" altLang="zh-CN" sz="2400" dirty="0" smtClean="0"/>
          </a:p>
          <a:p>
            <a:pPr lvl="1"/>
            <a:r>
              <a:rPr lang="zh-CN" altLang="zh-CN" dirty="0"/>
              <a:t>读取</a:t>
            </a:r>
            <a:r>
              <a:rPr lang="en-US" altLang="zh-CN" dirty="0"/>
              <a:t>theta</a:t>
            </a:r>
            <a:r>
              <a:rPr lang="zh-CN" altLang="zh-CN" dirty="0"/>
              <a:t>文件找出每篇文章概率最大</a:t>
            </a:r>
            <a:r>
              <a:rPr lang="zh-CN" altLang="en-US" dirty="0"/>
              <a:t>的</a:t>
            </a:r>
            <a:r>
              <a:rPr lang="zh-CN" altLang="zh-CN" dirty="0"/>
              <a:t>主题，获</a:t>
            </a:r>
            <a:r>
              <a:rPr lang="zh-CN" altLang="en-US" dirty="0"/>
              <a:t>取其</a:t>
            </a:r>
            <a:r>
              <a:rPr lang="zh-CN" altLang="zh-CN" dirty="0"/>
              <a:t>编号</a:t>
            </a:r>
          </a:p>
          <a:p>
            <a:pPr lvl="1"/>
            <a:r>
              <a:rPr lang="zh-CN" altLang="zh-CN" dirty="0" smtClean="0"/>
              <a:t>读取</a:t>
            </a:r>
            <a:r>
              <a:rPr lang="en-US" altLang="zh-CN" dirty="0"/>
              <a:t>phi</a:t>
            </a:r>
            <a:r>
              <a:rPr lang="zh-CN" altLang="zh-CN" dirty="0"/>
              <a:t>文件里每个主题下</a:t>
            </a:r>
            <a:r>
              <a:rPr lang="en-US" altLang="zh-CN" dirty="0"/>
              <a:t>word</a:t>
            </a:r>
            <a:r>
              <a:rPr lang="zh-CN" altLang="zh-CN" dirty="0"/>
              <a:t>概率，读入内存。</a:t>
            </a:r>
          </a:p>
          <a:p>
            <a:pPr lvl="1"/>
            <a:r>
              <a:rPr lang="zh-CN" altLang="zh-CN" dirty="0" smtClean="0"/>
              <a:t>找出</a:t>
            </a:r>
            <a:r>
              <a:rPr lang="zh-CN" altLang="zh-CN" dirty="0"/>
              <a:t>该文章</a:t>
            </a:r>
            <a:r>
              <a:rPr lang="zh-CN" altLang="zh-CN" dirty="0">
                <a:solidFill>
                  <a:srgbClr val="FF0000"/>
                </a:solidFill>
              </a:rPr>
              <a:t>最大主题下的最大概率的</a:t>
            </a:r>
            <a:r>
              <a:rPr lang="en-US" altLang="zh-CN" dirty="0">
                <a:solidFill>
                  <a:srgbClr val="FF0000"/>
                </a:solidFill>
              </a:rPr>
              <a:t>n</a:t>
            </a:r>
            <a:r>
              <a:rPr lang="zh-CN" altLang="zh-CN" dirty="0">
                <a:solidFill>
                  <a:srgbClr val="FF0000"/>
                </a:solidFill>
              </a:rPr>
              <a:t>个词</a:t>
            </a:r>
            <a:r>
              <a:rPr lang="zh-CN" altLang="zh-CN" dirty="0"/>
              <a:t>作为文章标签</a:t>
            </a:r>
            <a:r>
              <a:rPr lang="zh-CN" altLang="zh-CN" dirty="0" smtClean="0"/>
              <a:t>。</a:t>
            </a:r>
            <a:endParaRPr lang="en-US" altLang="zh-CN" sz="2400" dirty="0" smtClean="0"/>
          </a:p>
          <a:p>
            <a:pPr>
              <a:lnSpc>
                <a:spcPct val="200000"/>
              </a:lnSpc>
            </a:pPr>
            <a:r>
              <a:rPr lang="zh-CN" altLang="en-US" sz="2400" dirty="0" smtClean="0"/>
              <a:t>文本推荐：</a:t>
            </a:r>
            <a:endParaRPr lang="en-US" altLang="zh-CN" sz="2400" dirty="0"/>
          </a:p>
          <a:p>
            <a:pPr lvl="1"/>
            <a:r>
              <a:rPr lang="zh-CN" altLang="en-US" dirty="0"/>
              <a:t>方法一：基于</a:t>
            </a:r>
            <a:r>
              <a:rPr lang="en-US" altLang="zh-CN" dirty="0"/>
              <a:t>Topic</a:t>
            </a:r>
            <a:r>
              <a:rPr lang="zh-CN" altLang="en-US" dirty="0"/>
              <a:t>用户建模的方法</a:t>
            </a:r>
            <a:endParaRPr lang="en-US" altLang="zh-CN" dirty="0"/>
          </a:p>
          <a:p>
            <a:pPr lvl="1"/>
            <a:r>
              <a:rPr lang="zh-CN" altLang="en-US" dirty="0"/>
              <a:t>方法二：</a:t>
            </a:r>
            <a:r>
              <a:rPr lang="en-US" altLang="zh-CN" dirty="0"/>
              <a:t>LDA</a:t>
            </a:r>
            <a:r>
              <a:rPr lang="zh-CN" altLang="zh-CN" dirty="0"/>
              <a:t>与</a:t>
            </a:r>
            <a:r>
              <a:rPr lang="en-US" altLang="zh-CN" dirty="0"/>
              <a:t>LR(</a:t>
            </a:r>
            <a:r>
              <a:rPr lang="zh-CN" altLang="zh-CN" dirty="0"/>
              <a:t>逻辑斯蒂回归</a:t>
            </a:r>
            <a:r>
              <a:rPr lang="en-US" altLang="zh-CN" dirty="0"/>
              <a:t>)</a:t>
            </a:r>
            <a:r>
              <a:rPr lang="zh-CN" altLang="en-US" dirty="0"/>
              <a:t>进行</a:t>
            </a:r>
            <a:r>
              <a:rPr lang="zh-CN" altLang="zh-CN" dirty="0"/>
              <a:t>新闻推荐</a:t>
            </a:r>
          </a:p>
          <a:p>
            <a:pPr>
              <a:lnSpc>
                <a:spcPct val="200000"/>
              </a:lnSpc>
            </a:pPr>
            <a:endParaRPr lang="en-US" altLang="zh-CN" dirty="0" smtClean="0"/>
          </a:p>
          <a:p>
            <a:pPr>
              <a:lnSpc>
                <a:spcPct val="200000"/>
              </a:lnSpc>
            </a:pPr>
            <a:endParaRPr lang="en-US" altLang="zh-CN" dirty="0" smtClean="0"/>
          </a:p>
          <a:p>
            <a:pPr>
              <a:lnSpc>
                <a:spcPct val="200000"/>
              </a:lnSpc>
            </a:pPr>
            <a:endParaRPr lang="zh-CN" altLang="en-US" dirty="0"/>
          </a:p>
        </p:txBody>
      </p:sp>
    </p:spTree>
    <p:extLst>
      <p:ext uri="{BB962C8B-B14F-4D97-AF65-F5344CB8AC3E}">
        <p14:creationId xmlns:p14="http://schemas.microsoft.com/office/powerpoint/2010/main" val="1131362093"/>
      </p:ext>
    </p:extLst>
  </p:cSld>
  <p:clrMapOvr>
    <a:masterClrMapping/>
  </p:clrMapOvr>
  <p:transition spd="slow">
    <p:circl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协同</a:t>
            </a:r>
            <a:r>
              <a:rPr lang="zh-CN" altLang="en-US" dirty="0"/>
              <a:t>过滤推荐</a:t>
            </a:r>
          </a:p>
        </p:txBody>
      </p:sp>
      <p:pic>
        <p:nvPicPr>
          <p:cNvPr id="3" name="图片 2"/>
          <p:cNvPicPr>
            <a:picLocks noChangeAspect="1"/>
          </p:cNvPicPr>
          <p:nvPr/>
        </p:nvPicPr>
        <p:blipFill>
          <a:blip r:embed="rId2"/>
          <a:stretch>
            <a:fillRect/>
          </a:stretch>
        </p:blipFill>
        <p:spPr>
          <a:xfrm>
            <a:off x="1763688" y="1208330"/>
            <a:ext cx="5391041" cy="2747151"/>
          </a:xfrm>
          <a:prstGeom prst="rect">
            <a:avLst/>
          </a:prstGeom>
        </p:spPr>
      </p:pic>
      <p:pic>
        <p:nvPicPr>
          <p:cNvPr id="4" name="图片 3"/>
          <p:cNvPicPr>
            <a:picLocks noChangeAspect="1"/>
          </p:cNvPicPr>
          <p:nvPr/>
        </p:nvPicPr>
        <p:blipFill rotWithShape="1">
          <a:blip r:embed="rId3"/>
          <a:srcRect l="9333" t="14272"/>
          <a:stretch/>
        </p:blipFill>
        <p:spPr>
          <a:xfrm>
            <a:off x="1180381" y="3988360"/>
            <a:ext cx="5974348" cy="2825789"/>
          </a:xfrm>
          <a:prstGeom prst="rect">
            <a:avLst/>
          </a:prstGeom>
        </p:spPr>
      </p:pic>
    </p:spTree>
    <p:extLst>
      <p:ext uri="{BB962C8B-B14F-4D97-AF65-F5344CB8AC3E}">
        <p14:creationId xmlns:p14="http://schemas.microsoft.com/office/powerpoint/2010/main" val="764299158"/>
      </p:ext>
    </p:extLst>
  </p:cSld>
  <p:clrMapOvr>
    <a:masterClrMapping/>
  </p:clrMapOvr>
  <p:transition spd="slow">
    <p:circl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27"/>
          <p:cNvGraphicFramePr>
            <a:graphicFrameLocks noChangeAspect="1"/>
          </p:cNvGraphicFramePr>
          <p:nvPr>
            <p:extLst/>
          </p:nvPr>
        </p:nvGraphicFramePr>
        <p:xfrm>
          <a:off x="107504" y="4234203"/>
          <a:ext cx="4787900" cy="792163"/>
        </p:xfrm>
        <a:graphic>
          <a:graphicData uri="http://schemas.openxmlformats.org/presentationml/2006/ole">
            <mc:AlternateContent xmlns:mc="http://schemas.openxmlformats.org/markup-compatibility/2006">
              <mc:Choice xmlns:v="urn:schemas-microsoft-com:vml" Requires="v">
                <p:oleObj spid="_x0000_s9232" name="Equation" r:id="rId3" imgW="1765300" imgH="292100" progId="Equation.3">
                  <p:embed/>
                </p:oleObj>
              </mc:Choice>
              <mc:Fallback>
                <p:oleObj name="Equation" r:id="rId3" imgW="1765300" imgH="292100" progId="Equation.3">
                  <p:embed/>
                  <p:pic>
                    <p:nvPicPr>
                      <p:cNvPr id="6" name="对象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4234203"/>
                        <a:ext cx="4787900" cy="7921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矩形 4"/>
          <p:cNvSpPr>
            <a:spLocks noChangeArrowheads="1"/>
          </p:cNvSpPr>
          <p:nvPr/>
        </p:nvSpPr>
        <p:spPr bwMode="auto">
          <a:xfrm>
            <a:off x="1547813" y="1484089"/>
            <a:ext cx="5545137" cy="17287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直线 5"/>
          <p:cNvSpPr>
            <a:spLocks noChangeShapeType="1"/>
          </p:cNvSpPr>
          <p:nvPr/>
        </p:nvSpPr>
        <p:spPr bwMode="auto">
          <a:xfrm>
            <a:off x="1042988" y="1771427"/>
            <a:ext cx="6481762" cy="0"/>
          </a:xfrm>
          <a:prstGeom prst="line">
            <a:avLst/>
          </a:prstGeom>
          <a:noFill/>
          <a:ln w="12700">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直线 6"/>
          <p:cNvSpPr>
            <a:spLocks noChangeShapeType="1"/>
          </p:cNvSpPr>
          <p:nvPr/>
        </p:nvSpPr>
        <p:spPr bwMode="auto">
          <a:xfrm>
            <a:off x="1042988" y="2203227"/>
            <a:ext cx="6481762" cy="0"/>
          </a:xfrm>
          <a:prstGeom prst="line">
            <a:avLst/>
          </a:prstGeom>
          <a:noFill/>
          <a:ln w="12700">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 name="直线 7"/>
          <p:cNvSpPr>
            <a:spLocks noChangeShapeType="1"/>
          </p:cNvSpPr>
          <p:nvPr/>
        </p:nvSpPr>
        <p:spPr bwMode="auto">
          <a:xfrm>
            <a:off x="1042988" y="2563589"/>
            <a:ext cx="6481762" cy="0"/>
          </a:xfrm>
          <a:prstGeom prst="line">
            <a:avLst/>
          </a:prstGeom>
          <a:noFill/>
          <a:ln w="12700">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直线 8"/>
          <p:cNvSpPr>
            <a:spLocks noChangeShapeType="1"/>
          </p:cNvSpPr>
          <p:nvPr/>
        </p:nvSpPr>
        <p:spPr bwMode="auto">
          <a:xfrm>
            <a:off x="1042988" y="2923952"/>
            <a:ext cx="6481762" cy="0"/>
          </a:xfrm>
          <a:prstGeom prst="line">
            <a:avLst/>
          </a:prstGeom>
          <a:noFill/>
          <a:ln w="12700">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文本框 9"/>
          <p:cNvSpPr txBox="1">
            <a:spLocks noChangeArrowheads="1"/>
          </p:cNvSpPr>
          <p:nvPr/>
        </p:nvSpPr>
        <p:spPr bwMode="auto">
          <a:xfrm>
            <a:off x="563563" y="1838102"/>
            <a:ext cx="7921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sz="3200" b="1" dirty="0" err="1">
                <a:solidFill>
                  <a:srgbClr val="FF0000"/>
                </a:solidFill>
                <a:latin typeface="Times New Roman" pitchFamily="18" charset="0"/>
              </a:rPr>
              <a:t>u</a:t>
            </a:r>
            <a:r>
              <a:rPr lang="en-US" altLang="zh-CN" sz="3200" b="1" baseline="-25000" dirty="0" err="1">
                <a:solidFill>
                  <a:srgbClr val="FF0000"/>
                </a:solidFill>
                <a:latin typeface="Times New Roman" pitchFamily="18" charset="0"/>
              </a:rPr>
              <a:t>i</a:t>
            </a:r>
            <a:endParaRPr lang="en-US" altLang="zh-CN" sz="3200" b="1" baseline="-25000" dirty="0">
              <a:solidFill>
                <a:srgbClr val="FF0000"/>
              </a:solidFill>
              <a:latin typeface="Times New Roman" pitchFamily="18" charset="0"/>
            </a:endParaRPr>
          </a:p>
        </p:txBody>
      </p:sp>
      <p:sp>
        <p:nvSpPr>
          <p:cNvPr id="13" name="文本框 10"/>
          <p:cNvSpPr txBox="1">
            <a:spLocks noChangeArrowheads="1"/>
          </p:cNvSpPr>
          <p:nvPr/>
        </p:nvSpPr>
        <p:spPr bwMode="auto">
          <a:xfrm>
            <a:off x="611188" y="2276252"/>
            <a:ext cx="792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a:latin typeface="Times New Roman" pitchFamily="18" charset="0"/>
              </a:rPr>
              <a:t>u</a:t>
            </a:r>
            <a:r>
              <a:rPr lang="en-US" altLang="zh-CN" baseline="-25000">
                <a:latin typeface="Times New Roman" pitchFamily="18" charset="0"/>
              </a:rPr>
              <a:t>8</a:t>
            </a:r>
          </a:p>
        </p:txBody>
      </p:sp>
      <p:sp>
        <p:nvSpPr>
          <p:cNvPr id="14" name="文本框 11"/>
          <p:cNvSpPr txBox="1">
            <a:spLocks noChangeArrowheads="1"/>
          </p:cNvSpPr>
          <p:nvPr/>
        </p:nvSpPr>
        <p:spPr bwMode="auto">
          <a:xfrm>
            <a:off x="611188" y="2636614"/>
            <a:ext cx="792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a:latin typeface="Times New Roman" pitchFamily="18" charset="0"/>
              </a:rPr>
              <a:t>u</a:t>
            </a:r>
            <a:r>
              <a:rPr lang="en-US" altLang="zh-CN" baseline="-25000">
                <a:latin typeface="Times New Roman" pitchFamily="18" charset="0"/>
              </a:rPr>
              <a:t>9</a:t>
            </a:r>
          </a:p>
        </p:txBody>
      </p:sp>
      <p:sp>
        <p:nvSpPr>
          <p:cNvPr id="15" name="文本框 12"/>
          <p:cNvSpPr txBox="1">
            <a:spLocks noChangeArrowheads="1"/>
          </p:cNvSpPr>
          <p:nvPr/>
        </p:nvSpPr>
        <p:spPr bwMode="auto">
          <a:xfrm>
            <a:off x="539750" y="1458689"/>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a:latin typeface="Times New Roman" pitchFamily="18" charset="0"/>
              </a:rPr>
              <a:t>u</a:t>
            </a:r>
            <a:r>
              <a:rPr lang="en-US" altLang="zh-CN" baseline="-25000">
                <a:latin typeface="Times New Roman" pitchFamily="18" charset="0"/>
              </a:rPr>
              <a:t>5</a:t>
            </a:r>
          </a:p>
        </p:txBody>
      </p:sp>
      <p:sp>
        <p:nvSpPr>
          <p:cNvPr id="16" name="文本框 13"/>
          <p:cNvSpPr txBox="1">
            <a:spLocks noChangeArrowheads="1"/>
          </p:cNvSpPr>
          <p:nvPr/>
        </p:nvSpPr>
        <p:spPr bwMode="auto">
          <a:xfrm>
            <a:off x="7654925" y="1915889"/>
            <a:ext cx="11652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a:latin typeface="Times New Roman" pitchFamily="18" charset="0"/>
              </a:rPr>
              <a:t>v</a:t>
            </a:r>
            <a:r>
              <a:rPr lang="en-US" altLang="zh-CN" baseline="-25000">
                <a:latin typeface="Times New Roman" pitchFamily="18" charset="0"/>
              </a:rPr>
              <a:t>i </a:t>
            </a:r>
            <a:r>
              <a:rPr lang="en-US" altLang="zh-CN">
                <a:latin typeface="Times New Roman" pitchFamily="18" charset="0"/>
              </a:rPr>
              <a:t>= 3.2</a:t>
            </a:r>
          </a:p>
          <a:p>
            <a:pPr eaLnBrk="1" hangingPunct="1">
              <a:spcBef>
                <a:spcPct val="50000"/>
              </a:spcBef>
            </a:pPr>
            <a:endParaRPr lang="zh-CN" altLang="en-US" baseline="-25000">
              <a:latin typeface="Times New Roman" pitchFamily="18" charset="0"/>
            </a:endParaRPr>
          </a:p>
        </p:txBody>
      </p:sp>
      <p:sp>
        <p:nvSpPr>
          <p:cNvPr id="17" name="文本框 14"/>
          <p:cNvSpPr txBox="1">
            <a:spLocks noChangeArrowheads="1"/>
          </p:cNvSpPr>
          <p:nvPr/>
        </p:nvSpPr>
        <p:spPr bwMode="auto">
          <a:xfrm>
            <a:off x="7667625" y="2301652"/>
            <a:ext cx="122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a:latin typeface="Times New Roman" pitchFamily="18" charset="0"/>
              </a:rPr>
              <a:t>v</a:t>
            </a:r>
            <a:r>
              <a:rPr lang="en-US" altLang="zh-CN" baseline="-25000">
                <a:latin typeface="Times New Roman" pitchFamily="18" charset="0"/>
              </a:rPr>
              <a:t>8 </a:t>
            </a:r>
            <a:r>
              <a:rPr lang="en-US" altLang="zh-CN">
                <a:latin typeface="Times New Roman" pitchFamily="18" charset="0"/>
              </a:rPr>
              <a:t>= 3.5</a:t>
            </a:r>
          </a:p>
        </p:txBody>
      </p:sp>
      <p:sp>
        <p:nvSpPr>
          <p:cNvPr id="18" name="文本框 15"/>
          <p:cNvSpPr txBox="1">
            <a:spLocks noChangeArrowheads="1"/>
          </p:cNvSpPr>
          <p:nvPr/>
        </p:nvSpPr>
        <p:spPr bwMode="auto">
          <a:xfrm>
            <a:off x="7667625" y="2682652"/>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a:latin typeface="Times New Roman" pitchFamily="18" charset="0"/>
              </a:rPr>
              <a:t>v</a:t>
            </a:r>
            <a:r>
              <a:rPr lang="en-US" altLang="zh-CN" baseline="-25000">
                <a:latin typeface="Times New Roman" pitchFamily="18" charset="0"/>
              </a:rPr>
              <a:t>9 </a:t>
            </a:r>
            <a:r>
              <a:rPr lang="en-US" altLang="zh-CN">
                <a:latin typeface="Times New Roman" pitchFamily="18" charset="0"/>
              </a:rPr>
              <a:t>= 3</a:t>
            </a:r>
          </a:p>
        </p:txBody>
      </p:sp>
      <p:sp>
        <p:nvSpPr>
          <p:cNvPr id="19" name="文本框 16"/>
          <p:cNvSpPr txBox="1">
            <a:spLocks noChangeArrowheads="1"/>
          </p:cNvSpPr>
          <p:nvPr/>
        </p:nvSpPr>
        <p:spPr bwMode="auto">
          <a:xfrm>
            <a:off x="7596188" y="1484089"/>
            <a:ext cx="100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a:latin typeface="Times New Roman" pitchFamily="18" charset="0"/>
              </a:rPr>
              <a:t>v</a:t>
            </a:r>
            <a:r>
              <a:rPr lang="en-US" altLang="zh-CN" baseline="-25000">
                <a:latin typeface="Times New Roman" pitchFamily="18" charset="0"/>
              </a:rPr>
              <a:t>5</a:t>
            </a:r>
            <a:r>
              <a:rPr lang="en-US" altLang="zh-CN">
                <a:latin typeface="Times New Roman" pitchFamily="18" charset="0"/>
              </a:rPr>
              <a:t>= 4</a:t>
            </a:r>
          </a:p>
        </p:txBody>
      </p:sp>
      <p:sp>
        <p:nvSpPr>
          <p:cNvPr id="20" name="直线 17"/>
          <p:cNvSpPr>
            <a:spLocks noChangeShapeType="1"/>
          </p:cNvSpPr>
          <p:nvPr/>
        </p:nvSpPr>
        <p:spPr bwMode="auto">
          <a:xfrm>
            <a:off x="4140200" y="1196752"/>
            <a:ext cx="0" cy="2159000"/>
          </a:xfrm>
          <a:prstGeom prst="line">
            <a:avLst/>
          </a:prstGeom>
          <a:noFill/>
          <a:ln w="12700">
            <a:solidFill>
              <a:srgbClr val="FF00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文本框 19"/>
          <p:cNvSpPr txBox="1">
            <a:spLocks noChangeArrowheads="1"/>
          </p:cNvSpPr>
          <p:nvPr/>
        </p:nvSpPr>
        <p:spPr bwMode="auto">
          <a:xfrm>
            <a:off x="3997325" y="1531714"/>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dirty="0">
                <a:latin typeface="Times New Roman" pitchFamily="18" charset="0"/>
              </a:rPr>
              <a:t>4</a:t>
            </a:r>
          </a:p>
        </p:txBody>
      </p:sp>
      <p:sp>
        <p:nvSpPr>
          <p:cNvPr id="22" name="文本框 20"/>
          <p:cNvSpPr txBox="1">
            <a:spLocks noChangeArrowheads="1"/>
          </p:cNvSpPr>
          <p:nvPr/>
        </p:nvSpPr>
        <p:spPr bwMode="auto">
          <a:xfrm>
            <a:off x="3997325" y="1963514"/>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dirty="0">
                <a:latin typeface="Times New Roman" pitchFamily="18" charset="0"/>
              </a:rPr>
              <a:t>?</a:t>
            </a:r>
          </a:p>
        </p:txBody>
      </p:sp>
      <p:sp>
        <p:nvSpPr>
          <p:cNvPr id="23" name="文本框 21"/>
          <p:cNvSpPr txBox="1">
            <a:spLocks noChangeArrowheads="1"/>
          </p:cNvSpPr>
          <p:nvPr/>
        </p:nvSpPr>
        <p:spPr bwMode="auto">
          <a:xfrm>
            <a:off x="3995738" y="2322289"/>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dirty="0">
                <a:latin typeface="Times New Roman" pitchFamily="18" charset="0"/>
              </a:rPr>
              <a:t>3</a:t>
            </a:r>
          </a:p>
        </p:txBody>
      </p:sp>
      <p:sp>
        <p:nvSpPr>
          <p:cNvPr id="24" name="文本框 22"/>
          <p:cNvSpPr txBox="1">
            <a:spLocks noChangeArrowheads="1"/>
          </p:cNvSpPr>
          <p:nvPr/>
        </p:nvSpPr>
        <p:spPr bwMode="auto">
          <a:xfrm>
            <a:off x="3997325" y="2682652"/>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spcBef>
                <a:spcPct val="50000"/>
              </a:spcBef>
            </a:pPr>
            <a:r>
              <a:rPr lang="en-US" altLang="zh-CN" dirty="0">
                <a:latin typeface="Times New Roman" pitchFamily="18" charset="0"/>
              </a:rPr>
              <a:t>5</a:t>
            </a:r>
          </a:p>
        </p:txBody>
      </p:sp>
      <p:sp>
        <p:nvSpPr>
          <p:cNvPr id="25" name="文本框 23"/>
          <p:cNvSpPr txBox="1">
            <a:spLocks noChangeArrowheads="1"/>
          </p:cNvSpPr>
          <p:nvPr/>
        </p:nvSpPr>
        <p:spPr bwMode="auto">
          <a:xfrm>
            <a:off x="1268412" y="3474813"/>
            <a:ext cx="5921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dirty="0">
                <a:latin typeface="Times New Roman" pitchFamily="18" charset="0"/>
              </a:rPr>
              <a:t>Users’ similarities: u</a:t>
            </a:r>
            <a:r>
              <a:rPr lang="en-US" altLang="zh-CN" baseline="-25000" dirty="0">
                <a:latin typeface="Times New Roman" pitchFamily="18" charset="0"/>
              </a:rPr>
              <a:t>i5</a:t>
            </a:r>
            <a:r>
              <a:rPr lang="en-US" altLang="zh-CN" dirty="0">
                <a:latin typeface="Times New Roman" pitchFamily="18" charset="0"/>
              </a:rPr>
              <a:t> = 0.5, u</a:t>
            </a:r>
            <a:r>
              <a:rPr lang="en-US" altLang="zh-CN" baseline="-25000" dirty="0">
                <a:latin typeface="Times New Roman" pitchFamily="18" charset="0"/>
              </a:rPr>
              <a:t>i8</a:t>
            </a:r>
            <a:r>
              <a:rPr lang="en-US" altLang="zh-CN" dirty="0">
                <a:latin typeface="Times New Roman" pitchFamily="18" charset="0"/>
              </a:rPr>
              <a:t> = 0.5, u</a:t>
            </a:r>
            <a:r>
              <a:rPr lang="en-US" altLang="zh-CN" baseline="-25000" dirty="0">
                <a:latin typeface="Times New Roman" pitchFamily="18" charset="0"/>
              </a:rPr>
              <a:t>i9</a:t>
            </a:r>
            <a:r>
              <a:rPr lang="en-US" altLang="zh-CN" dirty="0">
                <a:latin typeface="Times New Roman" pitchFamily="18" charset="0"/>
              </a:rPr>
              <a:t> = 0.8</a:t>
            </a:r>
          </a:p>
        </p:txBody>
      </p:sp>
      <p:sp>
        <p:nvSpPr>
          <p:cNvPr id="26" name="文本框 26"/>
          <p:cNvSpPr txBox="1">
            <a:spLocks noChangeArrowheads="1"/>
          </p:cNvSpPr>
          <p:nvPr/>
        </p:nvSpPr>
        <p:spPr bwMode="auto">
          <a:xfrm>
            <a:off x="415925" y="5475707"/>
            <a:ext cx="84772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dirty="0">
                <a:latin typeface="Times New Roman" pitchFamily="18" charset="0"/>
              </a:rPr>
              <a:t>v*</a:t>
            </a:r>
            <a:r>
              <a:rPr lang="en-US" altLang="zh-CN" baseline="-25000" dirty="0" err="1">
                <a:latin typeface="Times New Roman" pitchFamily="18" charset="0"/>
              </a:rPr>
              <a:t>ij</a:t>
            </a:r>
            <a:r>
              <a:rPr lang="en-US" altLang="zh-CN" dirty="0">
                <a:latin typeface="Times New Roman" pitchFamily="18" charset="0"/>
              </a:rPr>
              <a:t> = 3.2 + 1/(0.5+0.5+0.8) * [</a:t>
            </a:r>
            <a:r>
              <a:rPr lang="en-US" altLang="zh-CN" b="1" dirty="0">
                <a:solidFill>
                  <a:srgbClr val="FF0000"/>
                </a:solidFill>
                <a:latin typeface="Times New Roman" pitchFamily="18" charset="0"/>
              </a:rPr>
              <a:t>0.5</a:t>
            </a:r>
            <a:r>
              <a:rPr lang="en-US" altLang="zh-CN" dirty="0">
                <a:latin typeface="Times New Roman" pitchFamily="18" charset="0"/>
              </a:rPr>
              <a:t> (4 -4) + </a:t>
            </a:r>
            <a:r>
              <a:rPr lang="en-US" altLang="zh-CN" b="1" dirty="0">
                <a:solidFill>
                  <a:srgbClr val="FF0000"/>
                </a:solidFill>
                <a:latin typeface="Times New Roman" pitchFamily="18" charset="0"/>
              </a:rPr>
              <a:t>0.5 </a:t>
            </a:r>
            <a:r>
              <a:rPr lang="en-US" altLang="zh-CN" dirty="0">
                <a:latin typeface="Times New Roman" pitchFamily="18" charset="0"/>
              </a:rPr>
              <a:t>(3 – 3.5) + </a:t>
            </a:r>
            <a:r>
              <a:rPr lang="en-US" altLang="zh-CN" b="1" dirty="0">
                <a:solidFill>
                  <a:srgbClr val="FF0000"/>
                </a:solidFill>
                <a:latin typeface="Times New Roman" pitchFamily="18" charset="0"/>
              </a:rPr>
              <a:t>0.8 </a:t>
            </a:r>
            <a:r>
              <a:rPr lang="en-US" altLang="zh-CN" dirty="0">
                <a:latin typeface="Times New Roman" pitchFamily="18" charset="0"/>
              </a:rPr>
              <a:t>(5 -3)</a:t>
            </a:r>
          </a:p>
          <a:p>
            <a:pPr eaLnBrk="1" hangingPunct="1"/>
            <a:r>
              <a:rPr lang="en-US" altLang="zh-CN" dirty="0">
                <a:latin typeface="Times New Roman" pitchFamily="18" charset="0"/>
              </a:rPr>
              <a:t>        = 3.2 + 1/1.8 * [0 - 0.25 + 1.6] = 3.2 + 0.75 = 3.95</a:t>
            </a:r>
          </a:p>
        </p:txBody>
      </p:sp>
      <p:graphicFrame>
        <p:nvGraphicFramePr>
          <p:cNvPr id="27" name="对象 11"/>
          <p:cNvGraphicFramePr>
            <a:graphicFrameLocks noChangeAspect="1"/>
          </p:cNvGraphicFramePr>
          <p:nvPr>
            <p:extLst/>
          </p:nvPr>
        </p:nvGraphicFramePr>
        <p:xfrm>
          <a:off x="5426075" y="4055840"/>
          <a:ext cx="3527425" cy="1104900"/>
        </p:xfrm>
        <a:graphic>
          <a:graphicData uri="http://schemas.openxmlformats.org/presentationml/2006/ole">
            <mc:AlternateContent xmlns:mc="http://schemas.openxmlformats.org/markup-compatibility/2006">
              <mc:Choice xmlns:v="urn:schemas-microsoft-com:vml" Requires="v">
                <p:oleObj spid="_x0000_s9233" name="Equation" r:id="rId5" imgW="2108200" imgH="660400" progId="Equation.3">
                  <p:embed/>
                </p:oleObj>
              </mc:Choice>
              <mc:Fallback>
                <p:oleObj name="Equation" r:id="rId5" imgW="2108200" imgH="660400" progId="Equation.3">
                  <p:embed/>
                  <p:pic>
                    <p:nvPicPr>
                      <p:cNvPr id="27"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6075" y="4055840"/>
                        <a:ext cx="3527425" cy="11049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dirty="0" smtClean="0"/>
              <a:t>基于用户的协同过滤推荐</a:t>
            </a:r>
            <a:endParaRPr lang="zh-CN" altLang="en-US" dirty="0"/>
          </a:p>
        </p:txBody>
      </p:sp>
    </p:spTree>
    <p:extLst>
      <p:ext uri="{BB962C8B-B14F-4D97-AF65-F5344CB8AC3E}">
        <p14:creationId xmlns:p14="http://schemas.microsoft.com/office/powerpoint/2010/main" val="2554350812"/>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基于项目的</a:t>
            </a:r>
            <a:r>
              <a:rPr lang="zh-CN" altLang="en-US" dirty="0"/>
              <a:t>协同过滤推荐</a:t>
            </a:r>
          </a:p>
        </p:txBody>
      </p:sp>
      <p:sp>
        <p:nvSpPr>
          <p:cNvPr id="5" name="直线 21"/>
          <p:cNvSpPr>
            <a:spLocks noChangeShapeType="1"/>
          </p:cNvSpPr>
          <p:nvPr/>
        </p:nvSpPr>
        <p:spPr bwMode="auto">
          <a:xfrm>
            <a:off x="3030538" y="1716882"/>
            <a:ext cx="0" cy="338455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 name="直线 22"/>
          <p:cNvSpPr>
            <a:spLocks noChangeShapeType="1"/>
          </p:cNvSpPr>
          <p:nvPr/>
        </p:nvSpPr>
        <p:spPr bwMode="auto">
          <a:xfrm>
            <a:off x="3760788" y="1716882"/>
            <a:ext cx="0" cy="338455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 name="直线 23"/>
          <p:cNvSpPr>
            <a:spLocks noChangeShapeType="1"/>
          </p:cNvSpPr>
          <p:nvPr/>
        </p:nvSpPr>
        <p:spPr bwMode="auto">
          <a:xfrm>
            <a:off x="4446588" y="1681957"/>
            <a:ext cx="0" cy="338455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 name="直线 24"/>
          <p:cNvSpPr>
            <a:spLocks noChangeShapeType="1"/>
          </p:cNvSpPr>
          <p:nvPr/>
        </p:nvSpPr>
        <p:spPr bwMode="auto">
          <a:xfrm>
            <a:off x="5340350" y="1672432"/>
            <a:ext cx="0" cy="338455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直线 25"/>
          <p:cNvSpPr>
            <a:spLocks noChangeShapeType="1"/>
          </p:cNvSpPr>
          <p:nvPr/>
        </p:nvSpPr>
        <p:spPr bwMode="auto">
          <a:xfrm>
            <a:off x="6111875" y="1716882"/>
            <a:ext cx="0" cy="338455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 name="直线 26"/>
          <p:cNvSpPr>
            <a:spLocks noChangeShapeType="1"/>
          </p:cNvSpPr>
          <p:nvPr/>
        </p:nvSpPr>
        <p:spPr bwMode="auto">
          <a:xfrm>
            <a:off x="7038975" y="1716882"/>
            <a:ext cx="0" cy="338455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直线 27"/>
          <p:cNvSpPr>
            <a:spLocks noChangeShapeType="1"/>
          </p:cNvSpPr>
          <p:nvPr/>
        </p:nvSpPr>
        <p:spPr bwMode="auto">
          <a:xfrm>
            <a:off x="7947025" y="1716882"/>
            <a:ext cx="0" cy="338455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直线 5"/>
          <p:cNvSpPr>
            <a:spLocks noChangeShapeType="1"/>
          </p:cNvSpPr>
          <p:nvPr/>
        </p:nvSpPr>
        <p:spPr bwMode="auto">
          <a:xfrm>
            <a:off x="2484438" y="3301207"/>
            <a:ext cx="5832475"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文本框 6"/>
          <p:cNvSpPr txBox="1">
            <a:spLocks noChangeArrowheads="1"/>
          </p:cNvSpPr>
          <p:nvPr/>
        </p:nvSpPr>
        <p:spPr bwMode="auto">
          <a:xfrm>
            <a:off x="303213" y="3023394"/>
            <a:ext cx="1947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dirty="0">
                <a:latin typeface="Verdana" pitchFamily="34" charset="0"/>
              </a:rPr>
              <a:t>Target user</a:t>
            </a:r>
            <a:endParaRPr lang="it-IT" altLang="zh-CN" dirty="0">
              <a:latin typeface="Verdana" pitchFamily="34" charset="0"/>
            </a:endParaRPr>
          </a:p>
        </p:txBody>
      </p:sp>
      <p:sp>
        <p:nvSpPr>
          <p:cNvPr id="14" name="椭圆 7"/>
          <p:cNvSpPr>
            <a:spLocks noChangeArrowheads="1"/>
          </p:cNvSpPr>
          <p:nvPr/>
        </p:nvSpPr>
        <p:spPr bwMode="auto">
          <a:xfrm>
            <a:off x="5218113" y="3228182"/>
            <a:ext cx="217487" cy="215900"/>
          </a:xfrm>
          <a:prstGeom prst="ellipse">
            <a:avLst/>
          </a:prstGeom>
          <a:solidFill>
            <a:srgbClr val="993300"/>
          </a:solidFill>
          <a:ln w="9525">
            <a:solidFill>
              <a:schemeClr val="tx1"/>
            </a:solidFill>
            <a:miter lim="800000"/>
            <a:headEnd/>
            <a:tailEnd/>
          </a:ln>
        </p:spPr>
        <p:txBody>
          <a:bodyPr wrap="none" anchor="ctr"/>
          <a:lstStyle/>
          <a:p>
            <a:endParaRPr lang="zh-CN" altLang="en-US"/>
          </a:p>
        </p:txBody>
      </p:sp>
      <p:sp>
        <p:nvSpPr>
          <p:cNvPr id="15" name="文本框 8"/>
          <p:cNvSpPr txBox="1">
            <a:spLocks noChangeArrowheads="1"/>
          </p:cNvSpPr>
          <p:nvPr/>
        </p:nvSpPr>
        <p:spPr bwMode="auto">
          <a:xfrm>
            <a:off x="5003800" y="2651919"/>
            <a:ext cx="504825" cy="528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eaLnBrk="1" hangingPunct="1"/>
            <a:r>
              <a:rPr lang="en-US" altLang="zh-CN" sz="2800" b="1">
                <a:solidFill>
                  <a:srgbClr val="FF0000"/>
                </a:solidFill>
                <a:latin typeface="Times New Roman" pitchFamily="18" charset="0"/>
              </a:rPr>
              <a:t>?</a:t>
            </a:r>
            <a:endParaRPr lang="it-IT" altLang="zh-CN" sz="2800" b="1">
              <a:solidFill>
                <a:srgbClr val="FF0000"/>
              </a:solidFill>
              <a:latin typeface="Times New Roman" pitchFamily="18" charset="0"/>
            </a:endParaRPr>
          </a:p>
        </p:txBody>
      </p:sp>
      <p:sp>
        <p:nvSpPr>
          <p:cNvPr id="16" name="矩形 9"/>
          <p:cNvSpPr>
            <a:spLocks noChangeArrowheads="1"/>
          </p:cNvSpPr>
          <p:nvPr/>
        </p:nvSpPr>
        <p:spPr bwMode="auto">
          <a:xfrm>
            <a:off x="2843213" y="3156744"/>
            <a:ext cx="360362" cy="360363"/>
          </a:xfrm>
          <a:prstGeom prst="rect">
            <a:avLst/>
          </a:prstGeom>
          <a:solidFill>
            <a:schemeClr val="accent1"/>
          </a:solidFill>
          <a:ln w="9525">
            <a:solidFill>
              <a:schemeClr val="tx1"/>
            </a:solidFill>
            <a:miter lim="800000"/>
            <a:headEnd/>
            <a:tailEnd/>
          </a:ln>
        </p:spPr>
        <p:txBody>
          <a:bodyPr wrap="none" anchor="ctr"/>
          <a:lstStyle/>
          <a:p>
            <a:pPr algn="ctr"/>
            <a:r>
              <a:rPr lang="en-US" altLang="zh-CN" sz="2000">
                <a:latin typeface="Times New Roman" pitchFamily="18" charset="0"/>
              </a:rPr>
              <a:t>5</a:t>
            </a:r>
            <a:endParaRPr lang="it-IT" altLang="zh-CN" sz="2000">
              <a:latin typeface="Times New Roman" pitchFamily="18" charset="0"/>
            </a:endParaRPr>
          </a:p>
        </p:txBody>
      </p:sp>
      <p:sp>
        <p:nvSpPr>
          <p:cNvPr id="17" name="矩形 10"/>
          <p:cNvSpPr>
            <a:spLocks noChangeArrowheads="1"/>
          </p:cNvSpPr>
          <p:nvPr/>
        </p:nvSpPr>
        <p:spPr bwMode="auto">
          <a:xfrm>
            <a:off x="3562350" y="3156744"/>
            <a:ext cx="361950" cy="360363"/>
          </a:xfrm>
          <a:prstGeom prst="rect">
            <a:avLst/>
          </a:prstGeom>
          <a:solidFill>
            <a:schemeClr val="accent1"/>
          </a:solidFill>
          <a:ln w="9525">
            <a:solidFill>
              <a:schemeClr val="tx1"/>
            </a:solidFill>
            <a:miter lim="800000"/>
            <a:headEnd/>
            <a:tailEnd/>
          </a:ln>
        </p:spPr>
        <p:txBody>
          <a:bodyPr wrap="none" anchor="ctr"/>
          <a:lstStyle/>
          <a:p>
            <a:pPr algn="ctr"/>
            <a:r>
              <a:rPr lang="en-US" altLang="zh-CN" sz="2000">
                <a:latin typeface="Times New Roman" pitchFamily="18" charset="0"/>
              </a:rPr>
              <a:t>4.5</a:t>
            </a:r>
            <a:endParaRPr lang="it-IT" altLang="zh-CN" sz="2000">
              <a:latin typeface="Times New Roman" pitchFamily="18" charset="0"/>
            </a:endParaRPr>
          </a:p>
        </p:txBody>
      </p:sp>
      <p:sp>
        <p:nvSpPr>
          <p:cNvPr id="18" name="矩形 11"/>
          <p:cNvSpPr>
            <a:spLocks noChangeArrowheads="1"/>
          </p:cNvSpPr>
          <p:nvPr/>
        </p:nvSpPr>
        <p:spPr bwMode="auto">
          <a:xfrm>
            <a:off x="4283075" y="3156744"/>
            <a:ext cx="360363" cy="360363"/>
          </a:xfrm>
          <a:prstGeom prst="rect">
            <a:avLst/>
          </a:prstGeom>
          <a:solidFill>
            <a:schemeClr val="accent1"/>
          </a:solidFill>
          <a:ln w="9525">
            <a:solidFill>
              <a:schemeClr val="tx1"/>
            </a:solidFill>
            <a:miter lim="800000"/>
            <a:headEnd/>
            <a:tailEnd/>
          </a:ln>
        </p:spPr>
        <p:txBody>
          <a:bodyPr wrap="none" anchor="ctr"/>
          <a:lstStyle/>
          <a:p>
            <a:pPr algn="ctr"/>
            <a:r>
              <a:rPr lang="en-US" altLang="zh-CN" sz="2000" dirty="0">
                <a:latin typeface="Times New Roman" pitchFamily="18" charset="0"/>
              </a:rPr>
              <a:t>5</a:t>
            </a:r>
            <a:endParaRPr lang="it-IT" altLang="zh-CN" sz="2000" dirty="0">
              <a:latin typeface="Times New Roman" pitchFamily="18" charset="0"/>
            </a:endParaRPr>
          </a:p>
        </p:txBody>
      </p:sp>
      <p:sp>
        <p:nvSpPr>
          <p:cNvPr id="19" name="矩形 12"/>
          <p:cNvSpPr>
            <a:spLocks noChangeArrowheads="1"/>
          </p:cNvSpPr>
          <p:nvPr/>
        </p:nvSpPr>
        <p:spPr bwMode="auto">
          <a:xfrm>
            <a:off x="5938838" y="3156744"/>
            <a:ext cx="361950" cy="360363"/>
          </a:xfrm>
          <a:prstGeom prst="rect">
            <a:avLst/>
          </a:prstGeom>
          <a:solidFill>
            <a:schemeClr val="accent1"/>
          </a:solidFill>
          <a:ln w="9525">
            <a:solidFill>
              <a:schemeClr val="tx1"/>
            </a:solidFill>
            <a:miter lim="800000"/>
            <a:headEnd/>
            <a:tailEnd/>
          </a:ln>
        </p:spPr>
        <p:txBody>
          <a:bodyPr wrap="none" anchor="ctr"/>
          <a:lstStyle/>
          <a:p>
            <a:pPr algn="ctr"/>
            <a:r>
              <a:rPr lang="en-US" altLang="zh-CN" sz="2000">
                <a:latin typeface="Times New Roman" pitchFamily="18" charset="0"/>
              </a:rPr>
              <a:t>4.5</a:t>
            </a:r>
            <a:endParaRPr lang="it-IT" altLang="zh-CN" sz="2000">
              <a:latin typeface="Times New Roman" pitchFamily="18" charset="0"/>
            </a:endParaRPr>
          </a:p>
        </p:txBody>
      </p:sp>
      <p:sp>
        <p:nvSpPr>
          <p:cNvPr id="20" name="矩形 13"/>
          <p:cNvSpPr>
            <a:spLocks noChangeArrowheads="1"/>
          </p:cNvSpPr>
          <p:nvPr/>
        </p:nvSpPr>
        <p:spPr bwMode="auto">
          <a:xfrm>
            <a:off x="6875463" y="3156744"/>
            <a:ext cx="360362" cy="360363"/>
          </a:xfrm>
          <a:prstGeom prst="rect">
            <a:avLst/>
          </a:prstGeom>
          <a:solidFill>
            <a:schemeClr val="accent1"/>
          </a:solidFill>
          <a:ln w="9525">
            <a:solidFill>
              <a:schemeClr val="tx1"/>
            </a:solidFill>
            <a:miter lim="800000"/>
            <a:headEnd/>
            <a:tailEnd/>
          </a:ln>
        </p:spPr>
        <p:txBody>
          <a:bodyPr wrap="none" anchor="ctr"/>
          <a:lstStyle/>
          <a:p>
            <a:pPr algn="ctr"/>
            <a:r>
              <a:rPr lang="en-US" altLang="zh-CN">
                <a:latin typeface="Times New Roman" pitchFamily="18" charset="0"/>
              </a:rPr>
              <a:t>5</a:t>
            </a:r>
            <a:endParaRPr lang="it-IT" altLang="zh-CN">
              <a:latin typeface="Times New Roman" pitchFamily="18" charset="0"/>
            </a:endParaRPr>
          </a:p>
        </p:txBody>
      </p:sp>
      <p:sp>
        <p:nvSpPr>
          <p:cNvPr id="21" name="矩形 14"/>
          <p:cNvSpPr>
            <a:spLocks noChangeArrowheads="1"/>
          </p:cNvSpPr>
          <p:nvPr/>
        </p:nvSpPr>
        <p:spPr bwMode="auto">
          <a:xfrm>
            <a:off x="7739063" y="3156744"/>
            <a:ext cx="361950" cy="360363"/>
          </a:xfrm>
          <a:prstGeom prst="rect">
            <a:avLst/>
          </a:prstGeom>
          <a:solidFill>
            <a:schemeClr val="accent1"/>
          </a:solidFill>
          <a:ln w="9525">
            <a:solidFill>
              <a:schemeClr val="tx1"/>
            </a:solidFill>
            <a:miter lim="800000"/>
            <a:headEnd/>
            <a:tailEnd/>
          </a:ln>
        </p:spPr>
        <p:txBody>
          <a:bodyPr wrap="none" anchor="ctr"/>
          <a:lstStyle/>
          <a:p>
            <a:pPr algn="ctr"/>
            <a:r>
              <a:rPr lang="en-US" altLang="zh-CN">
                <a:latin typeface="Times New Roman" pitchFamily="18" charset="0"/>
              </a:rPr>
              <a:t>5</a:t>
            </a:r>
            <a:endParaRPr lang="it-IT" altLang="zh-CN">
              <a:latin typeface="Times New Roman" pitchFamily="18" charset="0"/>
            </a:endParaRPr>
          </a:p>
        </p:txBody>
      </p:sp>
      <p:cxnSp>
        <p:nvCxnSpPr>
          <p:cNvPr id="22" name="自选图形 15"/>
          <p:cNvCxnSpPr>
            <a:cxnSpLocks noChangeShapeType="1"/>
            <a:stCxn id="16" idx="2"/>
            <a:endCxn id="14" idx="4"/>
          </p:cNvCxnSpPr>
          <p:nvPr/>
        </p:nvCxnSpPr>
        <p:spPr bwMode="auto">
          <a:xfrm rot="5400000" flipH="1" flipV="1">
            <a:off x="4139406" y="2328864"/>
            <a:ext cx="73025" cy="2303462"/>
          </a:xfrm>
          <a:prstGeom prst="curvedConnector3">
            <a:avLst>
              <a:gd name="adj1" fmla="val -1267394"/>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3" name="自选图形 16"/>
          <p:cNvCxnSpPr>
            <a:cxnSpLocks noChangeShapeType="1"/>
            <a:stCxn id="17" idx="2"/>
            <a:endCxn id="14" idx="4"/>
          </p:cNvCxnSpPr>
          <p:nvPr/>
        </p:nvCxnSpPr>
        <p:spPr bwMode="auto">
          <a:xfrm rot="5400000" flipH="1" flipV="1">
            <a:off x="4498975" y="2688432"/>
            <a:ext cx="73025" cy="1584325"/>
          </a:xfrm>
          <a:prstGeom prst="curvedConnector3">
            <a:avLst>
              <a:gd name="adj1" fmla="val -310870"/>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4" name="自选图形 17"/>
          <p:cNvCxnSpPr>
            <a:cxnSpLocks noChangeShapeType="1"/>
            <a:stCxn id="18" idx="2"/>
            <a:endCxn id="14" idx="4"/>
          </p:cNvCxnSpPr>
          <p:nvPr/>
        </p:nvCxnSpPr>
        <p:spPr bwMode="auto">
          <a:xfrm rot="5400000" flipH="1" flipV="1">
            <a:off x="4859337" y="3048795"/>
            <a:ext cx="73025" cy="863600"/>
          </a:xfrm>
          <a:prstGeom prst="curvedConnector3">
            <a:avLst>
              <a:gd name="adj1" fmla="val -571741"/>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5" name="自选图形 18"/>
          <p:cNvCxnSpPr>
            <a:cxnSpLocks noChangeShapeType="1"/>
            <a:stCxn id="21" idx="2"/>
            <a:endCxn id="14" idx="4"/>
          </p:cNvCxnSpPr>
          <p:nvPr/>
        </p:nvCxnSpPr>
        <p:spPr bwMode="auto">
          <a:xfrm rot="16200000" flipV="1">
            <a:off x="6587331" y="2184401"/>
            <a:ext cx="73025" cy="2592388"/>
          </a:xfrm>
          <a:prstGeom prst="curvedConnector3">
            <a:avLst>
              <a:gd name="adj1" fmla="val -1239134"/>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6" name="自选图形 19"/>
          <p:cNvCxnSpPr>
            <a:cxnSpLocks noChangeShapeType="1"/>
            <a:stCxn id="20" idx="2"/>
            <a:endCxn id="14" idx="4"/>
          </p:cNvCxnSpPr>
          <p:nvPr/>
        </p:nvCxnSpPr>
        <p:spPr bwMode="auto">
          <a:xfrm rot="16200000" flipV="1">
            <a:off x="6155531" y="2616201"/>
            <a:ext cx="73025" cy="1728788"/>
          </a:xfrm>
          <a:prstGeom prst="curvedConnector3">
            <a:avLst>
              <a:gd name="adj1" fmla="val -691306"/>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7" name="自选图形 20"/>
          <p:cNvCxnSpPr>
            <a:cxnSpLocks noChangeShapeType="1"/>
            <a:stCxn id="19" idx="2"/>
            <a:endCxn id="14" idx="5"/>
          </p:cNvCxnSpPr>
          <p:nvPr/>
        </p:nvCxnSpPr>
        <p:spPr bwMode="auto">
          <a:xfrm rot="16200000" flipV="1">
            <a:off x="5709444" y="3106738"/>
            <a:ext cx="104775" cy="715963"/>
          </a:xfrm>
          <a:prstGeom prst="curvedConnector3">
            <a:avLst>
              <a:gd name="adj1" fmla="val -216667"/>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8" name="文本框 28"/>
          <p:cNvSpPr txBox="1">
            <a:spLocks noChangeArrowheads="1"/>
          </p:cNvSpPr>
          <p:nvPr/>
        </p:nvSpPr>
        <p:spPr bwMode="auto">
          <a:xfrm>
            <a:off x="2843213" y="1140619"/>
            <a:ext cx="649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2800">
                <a:latin typeface="Times New Roman" pitchFamily="18" charset="0"/>
              </a:rPr>
              <a:t>p</a:t>
            </a:r>
            <a:r>
              <a:rPr lang="en-US" altLang="zh-CN" sz="2800" baseline="-25000">
                <a:latin typeface="Times New Roman" pitchFamily="18" charset="0"/>
              </a:rPr>
              <a:t>1</a:t>
            </a:r>
            <a:endParaRPr lang="it-IT" altLang="zh-CN" sz="2800" baseline="-25000">
              <a:latin typeface="Times New Roman" pitchFamily="18" charset="0"/>
            </a:endParaRPr>
          </a:p>
        </p:txBody>
      </p:sp>
      <p:sp>
        <p:nvSpPr>
          <p:cNvPr id="29" name="文本框 29"/>
          <p:cNvSpPr txBox="1">
            <a:spLocks noChangeArrowheads="1"/>
          </p:cNvSpPr>
          <p:nvPr/>
        </p:nvSpPr>
        <p:spPr bwMode="auto">
          <a:xfrm>
            <a:off x="3490913" y="1140619"/>
            <a:ext cx="649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2800">
                <a:latin typeface="Times New Roman" pitchFamily="18" charset="0"/>
              </a:rPr>
              <a:t>p</a:t>
            </a:r>
            <a:r>
              <a:rPr lang="en-US" altLang="zh-CN" sz="2800" baseline="-25000">
                <a:latin typeface="Times New Roman" pitchFamily="18" charset="0"/>
              </a:rPr>
              <a:t>5</a:t>
            </a:r>
            <a:endParaRPr lang="it-IT" altLang="zh-CN" sz="2800" baseline="-25000">
              <a:latin typeface="Times New Roman" pitchFamily="18" charset="0"/>
            </a:endParaRPr>
          </a:p>
        </p:txBody>
      </p:sp>
      <p:sp>
        <p:nvSpPr>
          <p:cNvPr id="30" name="文本框 30"/>
          <p:cNvSpPr txBox="1">
            <a:spLocks noChangeArrowheads="1"/>
          </p:cNvSpPr>
          <p:nvPr/>
        </p:nvSpPr>
        <p:spPr bwMode="auto">
          <a:xfrm>
            <a:off x="4210050" y="1140619"/>
            <a:ext cx="649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2800">
                <a:latin typeface="Times New Roman" pitchFamily="18" charset="0"/>
              </a:rPr>
              <a:t>p</a:t>
            </a:r>
            <a:r>
              <a:rPr lang="en-US" altLang="zh-CN" sz="2800" baseline="-25000">
                <a:latin typeface="Times New Roman" pitchFamily="18" charset="0"/>
              </a:rPr>
              <a:t>9</a:t>
            </a:r>
            <a:endParaRPr lang="it-IT" altLang="zh-CN" sz="2800" baseline="-25000">
              <a:latin typeface="Times New Roman" pitchFamily="18" charset="0"/>
            </a:endParaRPr>
          </a:p>
        </p:txBody>
      </p:sp>
      <p:sp>
        <p:nvSpPr>
          <p:cNvPr id="31" name="文本框 31"/>
          <p:cNvSpPr txBox="1">
            <a:spLocks noChangeArrowheads="1"/>
          </p:cNvSpPr>
          <p:nvPr/>
        </p:nvSpPr>
        <p:spPr bwMode="auto">
          <a:xfrm>
            <a:off x="5075238" y="1124744"/>
            <a:ext cx="649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2800">
                <a:latin typeface="Times New Roman" pitchFamily="18" charset="0"/>
              </a:rPr>
              <a:t>p</a:t>
            </a:r>
            <a:r>
              <a:rPr lang="en-US" altLang="zh-CN" sz="2800" baseline="-25000">
                <a:latin typeface="Times New Roman" pitchFamily="18" charset="0"/>
              </a:rPr>
              <a:t>i</a:t>
            </a:r>
            <a:endParaRPr lang="it-IT" altLang="zh-CN" sz="2800" baseline="-25000">
              <a:latin typeface="Times New Roman" pitchFamily="18" charset="0"/>
            </a:endParaRPr>
          </a:p>
        </p:txBody>
      </p:sp>
      <p:sp>
        <p:nvSpPr>
          <p:cNvPr id="32" name="文本框 32"/>
          <p:cNvSpPr txBox="1">
            <a:spLocks noChangeArrowheads="1"/>
          </p:cNvSpPr>
          <p:nvPr/>
        </p:nvSpPr>
        <p:spPr bwMode="auto">
          <a:xfrm>
            <a:off x="5867400" y="1140619"/>
            <a:ext cx="720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2800">
                <a:latin typeface="Times New Roman" pitchFamily="18" charset="0"/>
              </a:rPr>
              <a:t>p</a:t>
            </a:r>
            <a:r>
              <a:rPr lang="en-US" altLang="zh-CN" sz="2800" baseline="-25000">
                <a:latin typeface="Times New Roman" pitchFamily="18" charset="0"/>
              </a:rPr>
              <a:t>22</a:t>
            </a:r>
            <a:endParaRPr lang="it-IT" altLang="zh-CN" sz="2800" baseline="-25000">
              <a:latin typeface="Times New Roman" pitchFamily="18" charset="0"/>
            </a:endParaRPr>
          </a:p>
        </p:txBody>
      </p:sp>
      <p:sp>
        <p:nvSpPr>
          <p:cNvPr id="33" name="文本框 33"/>
          <p:cNvSpPr txBox="1">
            <a:spLocks noChangeArrowheads="1"/>
          </p:cNvSpPr>
          <p:nvPr/>
        </p:nvSpPr>
        <p:spPr bwMode="auto">
          <a:xfrm>
            <a:off x="6804025" y="1140619"/>
            <a:ext cx="7921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2800">
                <a:latin typeface="Times New Roman" pitchFamily="18" charset="0"/>
              </a:rPr>
              <a:t>p</a:t>
            </a:r>
            <a:r>
              <a:rPr lang="en-US" altLang="zh-CN" sz="2800" baseline="-25000">
                <a:latin typeface="Times New Roman" pitchFamily="18" charset="0"/>
              </a:rPr>
              <a:t>23</a:t>
            </a:r>
            <a:endParaRPr lang="it-IT" altLang="zh-CN" sz="2800" baseline="-25000">
              <a:latin typeface="Times New Roman" pitchFamily="18" charset="0"/>
            </a:endParaRPr>
          </a:p>
        </p:txBody>
      </p:sp>
      <p:sp>
        <p:nvSpPr>
          <p:cNvPr id="34" name="文本框 34"/>
          <p:cNvSpPr txBox="1">
            <a:spLocks noChangeArrowheads="1"/>
          </p:cNvSpPr>
          <p:nvPr/>
        </p:nvSpPr>
        <p:spPr bwMode="auto">
          <a:xfrm>
            <a:off x="7596188" y="1212057"/>
            <a:ext cx="7921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2800">
                <a:latin typeface="Times New Roman" pitchFamily="18" charset="0"/>
              </a:rPr>
              <a:t>p</a:t>
            </a:r>
            <a:r>
              <a:rPr lang="en-US" altLang="zh-CN" sz="2800" baseline="-25000">
                <a:latin typeface="Times New Roman" pitchFamily="18" charset="0"/>
              </a:rPr>
              <a:t>27</a:t>
            </a:r>
            <a:endParaRPr lang="it-IT" altLang="zh-CN" sz="2800" baseline="-25000">
              <a:latin typeface="Times New Roman" pitchFamily="18" charset="0"/>
            </a:endParaRPr>
          </a:p>
        </p:txBody>
      </p:sp>
      <p:graphicFrame>
        <p:nvGraphicFramePr>
          <p:cNvPr id="35" name="对象 6"/>
          <p:cNvGraphicFramePr>
            <a:graphicFrameLocks noChangeAspect="1"/>
          </p:cNvGraphicFramePr>
          <p:nvPr>
            <p:extLst/>
          </p:nvPr>
        </p:nvGraphicFramePr>
        <p:xfrm>
          <a:off x="1163638" y="4785711"/>
          <a:ext cx="2408238" cy="1952625"/>
        </p:xfrm>
        <a:graphic>
          <a:graphicData uri="http://schemas.openxmlformats.org/presentationml/2006/ole">
            <mc:AlternateContent xmlns:mc="http://schemas.openxmlformats.org/markup-compatibility/2006">
              <mc:Choice xmlns:v="urn:schemas-microsoft-com:vml" Requires="v">
                <p:oleObj spid="_x0000_s10256" name="Equation" r:id="rId3" imgW="977900" imgH="698500" progId="Equation.3">
                  <p:embed/>
                </p:oleObj>
              </mc:Choice>
              <mc:Fallback>
                <p:oleObj name="Equation" r:id="rId3" imgW="977900" imgH="698500" progId="Equation.3">
                  <p:embed/>
                  <p:pic>
                    <p:nvPicPr>
                      <p:cNvPr id="35"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3638" y="4785711"/>
                        <a:ext cx="2408238" cy="19526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对象 1"/>
          <p:cNvGraphicFramePr>
            <a:graphicFrameLocks noChangeAspect="1"/>
          </p:cNvGraphicFramePr>
          <p:nvPr>
            <p:extLst/>
          </p:nvPr>
        </p:nvGraphicFramePr>
        <p:xfrm>
          <a:off x="4673646" y="4710907"/>
          <a:ext cx="3432175" cy="1822246"/>
        </p:xfrm>
        <a:graphic>
          <a:graphicData uri="http://schemas.openxmlformats.org/presentationml/2006/ole">
            <mc:AlternateContent xmlns:mc="http://schemas.openxmlformats.org/markup-compatibility/2006">
              <mc:Choice xmlns:v="urn:schemas-microsoft-com:vml" Requires="v">
                <p:oleObj spid="_x0000_s10257" name="Equation" r:id="rId5" imgW="1651000" imgH="876300" progId="Equation.DSMT4">
                  <p:embed/>
                </p:oleObj>
              </mc:Choice>
              <mc:Fallback>
                <p:oleObj name="Equation" r:id="rId5" imgW="1651000" imgH="876300" progId="Equation.DSMT4">
                  <p:embed/>
                  <p:pic>
                    <p:nvPicPr>
                      <p:cNvPr id="36"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3646" y="4710907"/>
                        <a:ext cx="3432175" cy="1822246"/>
                      </a:xfrm>
                      <a:prstGeom prst="rect">
                        <a:avLst/>
                      </a:prstGeom>
                      <a:solidFill>
                        <a:schemeClr val="bg1"/>
                      </a:solidFill>
                      <a:ln>
                        <a:noFill/>
                      </a:ln>
                      <a:effectLst/>
                      <a:extLst/>
                    </p:spPr>
                  </p:pic>
                </p:oleObj>
              </mc:Fallback>
            </mc:AlternateContent>
          </a:graphicData>
        </a:graphic>
      </p:graphicFrame>
    </p:spTree>
    <p:extLst>
      <p:ext uri="{BB962C8B-B14F-4D97-AF65-F5344CB8AC3E}">
        <p14:creationId xmlns:p14="http://schemas.microsoft.com/office/powerpoint/2010/main" val="3605628527"/>
      </p:ext>
    </p:extLst>
  </p:cSld>
  <p:clrMapOvr>
    <a:masterClrMapping/>
  </p:clrMapOvr>
  <p:transition spd="slow">
    <p:circl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基于图神经网络的推荐</a:t>
            </a:r>
            <a:endParaRPr lang="zh-CN" altLang="en-US"/>
          </a:p>
        </p:txBody>
      </p:sp>
      <p:pic>
        <p:nvPicPr>
          <p:cNvPr id="3" name="图片 2"/>
          <p:cNvPicPr>
            <a:picLocks noChangeAspect="1"/>
          </p:cNvPicPr>
          <p:nvPr/>
        </p:nvPicPr>
        <p:blipFill>
          <a:blip r:embed="rId2"/>
          <a:stretch>
            <a:fillRect/>
          </a:stretch>
        </p:blipFill>
        <p:spPr>
          <a:xfrm>
            <a:off x="1691680" y="1628800"/>
            <a:ext cx="5994751" cy="4441329"/>
          </a:xfrm>
          <a:prstGeom prst="rect">
            <a:avLst/>
          </a:prstGeom>
        </p:spPr>
      </p:pic>
    </p:spTree>
    <p:extLst>
      <p:ext uri="{BB962C8B-B14F-4D97-AF65-F5344CB8AC3E}">
        <p14:creationId xmlns:p14="http://schemas.microsoft.com/office/powerpoint/2010/main" val="3422548260"/>
      </p:ext>
    </p:extLst>
  </p:cSld>
  <p:clrMapOvr>
    <a:masterClrMapping/>
  </p:clrMapOvr>
  <p:transition spd="slow">
    <p:circl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基于模型</a:t>
            </a:r>
            <a:r>
              <a:rPr lang="zh-CN" altLang="en-US" dirty="0" smtClean="0"/>
              <a:t>的推荐（矩阵分解</a:t>
            </a:r>
            <a:r>
              <a:rPr lang="en-US" altLang="zh-CN" dirty="0" smtClean="0"/>
              <a:t>MF</a:t>
            </a:r>
            <a:r>
              <a:rPr lang="zh-CN" altLang="en-US" dirty="0" smtClean="0"/>
              <a:t>）</a:t>
            </a:r>
            <a:endParaRPr lang="zh-CN" altLang="en-US" dirty="0">
              <a:effectLst/>
            </a:endParaRPr>
          </a:p>
        </p:txBody>
      </p:sp>
      <p:pic>
        <p:nvPicPr>
          <p:cNvPr id="4" name="图片 3" descr="http://img.blog.csdn.net/20150124124707254"/>
          <p:cNvPicPr/>
          <p:nvPr/>
        </p:nvPicPr>
        <p:blipFill>
          <a:blip r:embed="rId2">
            <a:extLst>
              <a:ext uri="{28A0092B-C50C-407E-A947-70E740481C1C}">
                <a14:useLocalDpi xmlns:a14="http://schemas.microsoft.com/office/drawing/2010/main" val="0"/>
              </a:ext>
            </a:extLst>
          </a:blip>
          <a:srcRect/>
          <a:stretch>
            <a:fillRect/>
          </a:stretch>
        </p:blipFill>
        <p:spPr bwMode="auto">
          <a:xfrm>
            <a:off x="1979712" y="5161680"/>
            <a:ext cx="2053344" cy="432048"/>
          </a:xfrm>
          <a:prstGeom prst="rect">
            <a:avLst/>
          </a:prstGeom>
          <a:noFill/>
          <a:ln>
            <a:noFill/>
          </a:ln>
        </p:spPr>
      </p:pic>
      <p:pic>
        <p:nvPicPr>
          <p:cNvPr id="5" name="图片 4" descr="http://img.blog.csdn.net/20150124124935187"/>
          <p:cNvPicPr/>
          <p:nvPr/>
        </p:nvPicPr>
        <p:blipFill>
          <a:blip r:embed="rId3">
            <a:extLst>
              <a:ext uri="{28A0092B-C50C-407E-A947-70E740481C1C}">
                <a14:useLocalDpi xmlns:a14="http://schemas.microsoft.com/office/drawing/2010/main" val="0"/>
              </a:ext>
            </a:extLst>
          </a:blip>
          <a:srcRect/>
          <a:stretch>
            <a:fillRect/>
          </a:stretch>
        </p:blipFill>
        <p:spPr bwMode="auto">
          <a:xfrm>
            <a:off x="1979712" y="5683738"/>
            <a:ext cx="1440160" cy="396044"/>
          </a:xfrm>
          <a:prstGeom prst="rect">
            <a:avLst/>
          </a:prstGeom>
          <a:noFill/>
          <a:ln>
            <a:noFill/>
          </a:ln>
        </p:spPr>
      </p:pic>
      <p:sp>
        <p:nvSpPr>
          <p:cNvPr id="6" name="TextBox 5"/>
          <p:cNvSpPr txBox="1"/>
          <p:nvPr/>
        </p:nvSpPr>
        <p:spPr>
          <a:xfrm>
            <a:off x="118125" y="5084201"/>
            <a:ext cx="2269368" cy="461665"/>
          </a:xfrm>
          <a:prstGeom prst="rect">
            <a:avLst/>
          </a:prstGeom>
          <a:noFill/>
        </p:spPr>
        <p:txBody>
          <a:bodyPr wrap="square" rtlCol="0">
            <a:spAutoFit/>
          </a:bodyPr>
          <a:lstStyle/>
          <a:p>
            <a:r>
              <a:rPr lang="zh-CN" altLang="en-US" sz="2400" dirty="0" smtClean="0">
                <a:latin typeface="幼圆" panose="02010509060101010101" pitchFamily="49" charset="-122"/>
                <a:ea typeface="幼圆" panose="02010509060101010101" pitchFamily="49" charset="-122"/>
              </a:rPr>
              <a:t>假如可得到：</a:t>
            </a:r>
            <a:endParaRPr lang="zh-CN" altLang="en-US" sz="2400" dirty="0">
              <a:latin typeface="幼圆" panose="02010509060101010101" pitchFamily="49" charset="-122"/>
              <a:ea typeface="幼圆" panose="02010509060101010101" pitchFamily="49" charset="-122"/>
            </a:endParaRPr>
          </a:p>
        </p:txBody>
      </p:sp>
      <p:sp>
        <p:nvSpPr>
          <p:cNvPr id="10" name="TextBox 9"/>
          <p:cNvSpPr txBox="1"/>
          <p:nvPr/>
        </p:nvSpPr>
        <p:spPr>
          <a:xfrm>
            <a:off x="275783" y="5620150"/>
            <a:ext cx="2269368" cy="461665"/>
          </a:xfrm>
          <a:prstGeom prst="rect">
            <a:avLst/>
          </a:prstGeom>
          <a:noFill/>
        </p:spPr>
        <p:txBody>
          <a:bodyPr wrap="square" rtlCol="0">
            <a:spAutoFit/>
          </a:bodyPr>
          <a:lstStyle/>
          <a:p>
            <a:r>
              <a:rPr lang="zh-CN" altLang="en-US" sz="2400" dirty="0" smtClean="0">
                <a:latin typeface="幼圆" panose="02010509060101010101" pitchFamily="49" charset="-122"/>
                <a:ea typeface="幼圆" panose="02010509060101010101" pitchFamily="49" charset="-122"/>
              </a:rPr>
              <a:t>进行预测：</a:t>
            </a:r>
            <a:endParaRPr lang="zh-CN" altLang="en-US" sz="2400" dirty="0">
              <a:latin typeface="幼圆" panose="02010509060101010101" pitchFamily="49" charset="-122"/>
              <a:ea typeface="幼圆" panose="02010509060101010101" pitchFamily="49" charset="-122"/>
            </a:endParaRPr>
          </a:p>
        </p:txBody>
      </p:sp>
      <p:pic>
        <p:nvPicPr>
          <p:cNvPr id="13" name="图片 12"/>
          <p:cNvPicPr>
            <a:picLocks noChangeAspect="1"/>
          </p:cNvPicPr>
          <p:nvPr/>
        </p:nvPicPr>
        <p:blipFill>
          <a:blip r:embed="rId4"/>
          <a:stretch>
            <a:fillRect/>
          </a:stretch>
        </p:blipFill>
        <p:spPr>
          <a:xfrm>
            <a:off x="93686" y="1484784"/>
            <a:ext cx="8812611" cy="3150209"/>
          </a:xfrm>
          <a:prstGeom prst="rect">
            <a:avLst/>
          </a:prstGeom>
        </p:spPr>
      </p:pic>
      <p:pic>
        <p:nvPicPr>
          <p:cNvPr id="8"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78313" y="5231216"/>
            <a:ext cx="4427984" cy="905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6981386"/>
      </p:ext>
    </p:extLst>
  </p:cSld>
  <p:clrMapOvr>
    <a:masterClrMapping/>
  </p:clrMapOvr>
  <p:transition spd="slow">
    <p:circl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ffectLst/>
              </a:rPr>
              <a:t>关键：训练</a:t>
            </a:r>
            <a:r>
              <a:rPr lang="en-US" altLang="zh-CN" dirty="0">
                <a:effectLst/>
              </a:rPr>
              <a:t>P</a:t>
            </a:r>
            <a:r>
              <a:rPr lang="zh-CN" altLang="en-US" dirty="0">
                <a:effectLst/>
              </a:rPr>
              <a:t>、</a:t>
            </a:r>
            <a:r>
              <a:rPr lang="en-US" altLang="zh-CN" dirty="0">
                <a:effectLst/>
              </a:rPr>
              <a:t>Q</a:t>
            </a:r>
            <a:endParaRPr lang="zh-CN" altLang="en-US" dirty="0">
              <a:effectLst/>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5554" y="1219300"/>
            <a:ext cx="2380686" cy="488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126" y="2630791"/>
            <a:ext cx="4896172" cy="108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7565" y="1602399"/>
            <a:ext cx="5976664" cy="10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5941" y="3845192"/>
            <a:ext cx="6208870" cy="745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8491" y="5040580"/>
            <a:ext cx="5679255" cy="58188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6126" y="5804750"/>
            <a:ext cx="5688632" cy="58154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0568226"/>
      </p:ext>
    </p:extLst>
  </p:cSld>
  <p:clrMapOvr>
    <a:masterClrMapping/>
  </p:clrMapOvr>
  <p:transition spd="slow">
    <p:circl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基于模型的推荐</a:t>
            </a:r>
            <a:r>
              <a:rPr lang="zh-CN" altLang="en-US" dirty="0" smtClean="0"/>
              <a:t>（因子分解机</a:t>
            </a:r>
            <a:r>
              <a:rPr lang="en-US" altLang="zh-CN" dirty="0" smtClean="0"/>
              <a:t>FM</a:t>
            </a:r>
            <a:r>
              <a:rPr lang="zh-CN" altLang="en-US" dirty="0" smtClean="0"/>
              <a:t>）</a:t>
            </a:r>
            <a:endParaRPr lang="zh-CN" altLang="en-US" dirty="0"/>
          </a:p>
        </p:txBody>
      </p:sp>
      <p:pic>
        <p:nvPicPr>
          <p:cNvPr id="4" name="图片 3" descr="http://static.oschina.net/uploads/space/2016/0321/174616_J20X_1451225.png">
            <a:hlinkClick r:id="rId3" tgtFrame="&quot;_blank&quot;"/>
          </p:cNvPr>
          <p:cNvPicPr/>
          <p:nvPr/>
        </p:nvPicPr>
        <p:blipFill>
          <a:blip r:embed="rId4">
            <a:extLst>
              <a:ext uri="{28A0092B-C50C-407E-A947-70E740481C1C}">
                <a14:useLocalDpi xmlns:a14="http://schemas.microsoft.com/office/drawing/2010/main" val="0"/>
              </a:ext>
            </a:extLst>
          </a:blip>
          <a:srcRect/>
          <a:stretch>
            <a:fillRect/>
          </a:stretch>
        </p:blipFill>
        <p:spPr bwMode="auto">
          <a:xfrm>
            <a:off x="-19259" y="3999292"/>
            <a:ext cx="5381896" cy="1159385"/>
          </a:xfrm>
          <a:prstGeom prst="rect">
            <a:avLst/>
          </a:prstGeom>
          <a:noFill/>
          <a:ln>
            <a:noFill/>
          </a:ln>
        </p:spPr>
      </p:pic>
      <p:pic>
        <p:nvPicPr>
          <p:cNvPr id="7" name="图片 6" descr="http://static.oschina.net/uploads/space/2016/0321/180538_euof_1451225.png">
            <a:hlinkClick r:id="rId5" tgtFrame="&quot;_blank&quot;"/>
          </p:cNvPr>
          <p:cNvPicPr/>
          <p:nvPr/>
        </p:nvPicPr>
        <p:blipFill>
          <a:blip r:embed="rId6">
            <a:extLst>
              <a:ext uri="{28A0092B-C50C-407E-A947-70E740481C1C}">
                <a14:useLocalDpi xmlns:a14="http://schemas.microsoft.com/office/drawing/2010/main" val="0"/>
              </a:ext>
            </a:extLst>
          </a:blip>
          <a:srcRect/>
          <a:stretch>
            <a:fillRect/>
          </a:stretch>
        </p:blipFill>
        <p:spPr bwMode="auto">
          <a:xfrm>
            <a:off x="3995343" y="4366589"/>
            <a:ext cx="5112567" cy="1584176"/>
          </a:xfrm>
          <a:prstGeom prst="rect">
            <a:avLst/>
          </a:prstGeom>
          <a:noFill/>
          <a:ln>
            <a:noFill/>
          </a:ln>
        </p:spPr>
      </p:pic>
      <p:pic>
        <p:nvPicPr>
          <p:cNvPr id="8" name="图片 7" descr="http://static.oschina.net/uploads/space/2016/0321/181438_doxS_1451225.png">
            <a:hlinkClick r:id="rId7" tgtFrame="&quot;_blank&quot;"/>
          </p:cNvPr>
          <p:cNvPicPr/>
          <p:nvPr/>
        </p:nvPicPr>
        <p:blipFill>
          <a:blip r:embed="rId8">
            <a:extLst>
              <a:ext uri="{28A0092B-C50C-407E-A947-70E740481C1C}">
                <a14:useLocalDpi xmlns:a14="http://schemas.microsoft.com/office/drawing/2010/main" val="0"/>
              </a:ext>
            </a:extLst>
          </a:blip>
          <a:srcRect/>
          <a:stretch>
            <a:fillRect/>
          </a:stretch>
        </p:blipFill>
        <p:spPr bwMode="auto">
          <a:xfrm>
            <a:off x="1545551" y="5998238"/>
            <a:ext cx="6052898" cy="639648"/>
          </a:xfrm>
          <a:prstGeom prst="rect">
            <a:avLst/>
          </a:prstGeom>
          <a:noFill/>
          <a:ln>
            <a:noFill/>
          </a:ln>
        </p:spPr>
      </p:pic>
      <p:pic>
        <p:nvPicPr>
          <p:cNvPr id="9" name="图片 8"/>
          <p:cNvPicPr>
            <a:picLocks noChangeAspect="1"/>
          </p:cNvPicPr>
          <p:nvPr/>
        </p:nvPicPr>
        <p:blipFill>
          <a:blip r:embed="rId9"/>
          <a:stretch>
            <a:fillRect/>
          </a:stretch>
        </p:blipFill>
        <p:spPr>
          <a:xfrm>
            <a:off x="1023224" y="1065399"/>
            <a:ext cx="6698133" cy="2933893"/>
          </a:xfrm>
          <a:prstGeom prst="rect">
            <a:avLst/>
          </a:prstGeom>
        </p:spPr>
      </p:pic>
      <p:pic>
        <p:nvPicPr>
          <p:cNvPr id="10" name="图片 9"/>
          <p:cNvPicPr>
            <a:picLocks noChangeAspect="1"/>
          </p:cNvPicPr>
          <p:nvPr/>
        </p:nvPicPr>
        <p:blipFill>
          <a:blip r:embed="rId10"/>
          <a:stretch>
            <a:fillRect/>
          </a:stretch>
        </p:blipFill>
        <p:spPr>
          <a:xfrm>
            <a:off x="755576" y="5238980"/>
            <a:ext cx="2514905" cy="736968"/>
          </a:xfrm>
          <a:prstGeom prst="rect">
            <a:avLst/>
          </a:prstGeom>
        </p:spPr>
      </p:pic>
      <p:sp>
        <p:nvSpPr>
          <p:cNvPr id="11" name="矩形 10"/>
          <p:cNvSpPr/>
          <p:nvPr/>
        </p:nvSpPr>
        <p:spPr>
          <a:xfrm>
            <a:off x="-19259" y="6630896"/>
            <a:ext cx="5481408" cy="261610"/>
          </a:xfrm>
          <a:prstGeom prst="rect">
            <a:avLst/>
          </a:prstGeom>
        </p:spPr>
        <p:txBody>
          <a:bodyPr wrap="square">
            <a:spAutoFit/>
          </a:bodyPr>
          <a:lstStyle/>
          <a:p>
            <a:r>
              <a:rPr lang="en-US" altLang="zh-CN" sz="1100" b="0" dirty="0" smtClean="0">
                <a:latin typeface="Times New Roman" panose="02020603050405020304" pitchFamily="18" charset="0"/>
                <a:cs typeface="Times New Roman" panose="02020603050405020304" pitchFamily="18" charset="0"/>
              </a:rPr>
              <a:t>Fast </a:t>
            </a:r>
            <a:r>
              <a:rPr lang="en-US" altLang="zh-CN" sz="1100" b="0" dirty="0">
                <a:latin typeface="Times New Roman" panose="02020603050405020304" pitchFamily="18" charset="0"/>
                <a:cs typeface="Times New Roman" panose="02020603050405020304" pitchFamily="18" charset="0"/>
              </a:rPr>
              <a:t>Context-aware Recommendations with Factorization </a:t>
            </a:r>
            <a:r>
              <a:rPr lang="en-US" altLang="zh-CN" sz="1100" b="0" dirty="0" smtClean="0">
                <a:latin typeface="Times New Roman" panose="02020603050405020304" pitchFamily="18" charset="0"/>
                <a:cs typeface="Times New Roman" panose="02020603050405020304" pitchFamily="18" charset="0"/>
              </a:rPr>
              <a:t>Machines (SIGIR2011)</a:t>
            </a:r>
            <a:endParaRPr lang="zh-CN" altLang="en-US" sz="11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2794298"/>
      </p:ext>
    </p:extLst>
  </p:cSld>
  <p:clrMapOvr>
    <a:masterClrMapping/>
  </p:clrMapOvr>
  <p:transition spd="slow">
    <p:circl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基于模型的推荐</a:t>
            </a:r>
            <a:r>
              <a:rPr lang="zh-CN" altLang="en-US" dirty="0" smtClean="0"/>
              <a:t>（贝叶斯排序</a:t>
            </a:r>
            <a:r>
              <a:rPr lang="en-US" altLang="zh-CN" dirty="0" smtClean="0"/>
              <a:t>BPR</a:t>
            </a:r>
            <a:r>
              <a:rPr lang="zh-CN" altLang="en-US" dirty="0" smtClean="0"/>
              <a:t>）</a:t>
            </a:r>
            <a:endParaRPr lang="zh-CN" altLang="en-US" dirty="0"/>
          </a:p>
        </p:txBody>
      </p:sp>
      <p:pic>
        <p:nvPicPr>
          <p:cNvPr id="11" name="图片 10"/>
          <p:cNvPicPr>
            <a:picLocks noChangeAspect="1"/>
          </p:cNvPicPr>
          <p:nvPr/>
        </p:nvPicPr>
        <p:blipFill>
          <a:blip r:embed="rId2"/>
          <a:stretch>
            <a:fillRect/>
          </a:stretch>
        </p:blipFill>
        <p:spPr>
          <a:xfrm>
            <a:off x="395536" y="1198246"/>
            <a:ext cx="4536504" cy="2176642"/>
          </a:xfrm>
          <a:prstGeom prst="rect">
            <a:avLst/>
          </a:prstGeom>
        </p:spPr>
      </p:pic>
      <p:pic>
        <p:nvPicPr>
          <p:cNvPr id="12" name="图片 11"/>
          <p:cNvPicPr>
            <a:picLocks noChangeAspect="1"/>
          </p:cNvPicPr>
          <p:nvPr/>
        </p:nvPicPr>
        <p:blipFill>
          <a:blip r:embed="rId3"/>
          <a:stretch>
            <a:fillRect/>
          </a:stretch>
        </p:blipFill>
        <p:spPr>
          <a:xfrm>
            <a:off x="5684231" y="1102165"/>
            <a:ext cx="2951122" cy="3106876"/>
          </a:xfrm>
          <a:prstGeom prst="rect">
            <a:avLst/>
          </a:prstGeom>
        </p:spPr>
      </p:pic>
      <p:pic>
        <p:nvPicPr>
          <p:cNvPr id="13" name="图片 12"/>
          <p:cNvPicPr>
            <a:picLocks noChangeAspect="1"/>
          </p:cNvPicPr>
          <p:nvPr/>
        </p:nvPicPr>
        <p:blipFill>
          <a:blip r:embed="rId4"/>
          <a:stretch>
            <a:fillRect/>
          </a:stretch>
        </p:blipFill>
        <p:spPr>
          <a:xfrm>
            <a:off x="5130305" y="4149460"/>
            <a:ext cx="3815218" cy="2488603"/>
          </a:xfrm>
          <a:prstGeom prst="rect">
            <a:avLst/>
          </a:prstGeom>
        </p:spPr>
      </p:pic>
      <p:pic>
        <p:nvPicPr>
          <p:cNvPr id="14" name="图片 13"/>
          <p:cNvPicPr>
            <a:picLocks noChangeAspect="1"/>
          </p:cNvPicPr>
          <p:nvPr/>
        </p:nvPicPr>
        <p:blipFill>
          <a:blip r:embed="rId5"/>
          <a:stretch>
            <a:fillRect/>
          </a:stretch>
        </p:blipFill>
        <p:spPr>
          <a:xfrm>
            <a:off x="3287486" y="6023737"/>
            <a:ext cx="1562100" cy="561975"/>
          </a:xfrm>
          <a:prstGeom prst="rect">
            <a:avLst/>
          </a:prstGeom>
        </p:spPr>
      </p:pic>
      <p:pic>
        <p:nvPicPr>
          <p:cNvPr id="15" name="图片 14"/>
          <p:cNvPicPr>
            <a:picLocks noChangeAspect="1"/>
          </p:cNvPicPr>
          <p:nvPr/>
        </p:nvPicPr>
        <p:blipFill>
          <a:blip r:embed="rId6"/>
          <a:stretch>
            <a:fillRect/>
          </a:stretch>
        </p:blipFill>
        <p:spPr>
          <a:xfrm>
            <a:off x="219649" y="6133275"/>
            <a:ext cx="2524125" cy="342900"/>
          </a:xfrm>
          <a:prstGeom prst="rect">
            <a:avLst/>
          </a:prstGeom>
        </p:spPr>
      </p:pic>
      <p:pic>
        <p:nvPicPr>
          <p:cNvPr id="16" name="图片 15"/>
          <p:cNvPicPr>
            <a:picLocks noChangeAspect="1"/>
          </p:cNvPicPr>
          <p:nvPr/>
        </p:nvPicPr>
        <p:blipFill>
          <a:blip r:embed="rId7"/>
          <a:stretch>
            <a:fillRect/>
          </a:stretch>
        </p:blipFill>
        <p:spPr>
          <a:xfrm>
            <a:off x="507745" y="3627289"/>
            <a:ext cx="2552700" cy="333375"/>
          </a:xfrm>
          <a:prstGeom prst="rect">
            <a:avLst/>
          </a:prstGeom>
        </p:spPr>
      </p:pic>
      <p:pic>
        <p:nvPicPr>
          <p:cNvPr id="17" name="图片 16"/>
          <p:cNvPicPr>
            <a:picLocks noChangeAspect="1"/>
          </p:cNvPicPr>
          <p:nvPr/>
        </p:nvPicPr>
        <p:blipFill>
          <a:blip r:embed="rId8"/>
          <a:stretch>
            <a:fillRect/>
          </a:stretch>
        </p:blipFill>
        <p:spPr>
          <a:xfrm>
            <a:off x="55554" y="4022148"/>
            <a:ext cx="4876486" cy="1085744"/>
          </a:xfrm>
          <a:prstGeom prst="rect">
            <a:avLst/>
          </a:prstGeom>
        </p:spPr>
      </p:pic>
      <p:pic>
        <p:nvPicPr>
          <p:cNvPr id="18" name="图片 17"/>
          <p:cNvPicPr>
            <a:picLocks noChangeAspect="1"/>
          </p:cNvPicPr>
          <p:nvPr/>
        </p:nvPicPr>
        <p:blipFill>
          <a:blip r:embed="rId9"/>
          <a:stretch>
            <a:fillRect/>
          </a:stretch>
        </p:blipFill>
        <p:spPr>
          <a:xfrm>
            <a:off x="542169" y="5174480"/>
            <a:ext cx="2266950" cy="762000"/>
          </a:xfrm>
          <a:prstGeom prst="rect">
            <a:avLst/>
          </a:prstGeom>
        </p:spPr>
      </p:pic>
      <p:sp>
        <p:nvSpPr>
          <p:cNvPr id="19" name="矩形 18"/>
          <p:cNvSpPr/>
          <p:nvPr/>
        </p:nvSpPr>
        <p:spPr>
          <a:xfrm>
            <a:off x="-23905" y="6618478"/>
            <a:ext cx="5022304" cy="261610"/>
          </a:xfrm>
          <a:prstGeom prst="rect">
            <a:avLst/>
          </a:prstGeom>
        </p:spPr>
        <p:txBody>
          <a:bodyPr wrap="square">
            <a:spAutoFit/>
          </a:bodyPr>
          <a:lstStyle/>
          <a:p>
            <a:r>
              <a:rPr lang="en-US" altLang="zh-CN" sz="1100" b="0" dirty="0" smtClean="0">
                <a:latin typeface="Times New Roman" panose="02020603050405020304" pitchFamily="18" charset="0"/>
                <a:cs typeface="Times New Roman" panose="02020603050405020304" pitchFamily="18" charset="0"/>
              </a:rPr>
              <a:t>BPR</a:t>
            </a:r>
            <a:r>
              <a:rPr lang="en-US" altLang="zh-CN" sz="1100" b="0" dirty="0">
                <a:latin typeface="Times New Roman" panose="02020603050405020304" pitchFamily="18" charset="0"/>
                <a:cs typeface="Times New Roman" panose="02020603050405020304" pitchFamily="18" charset="0"/>
              </a:rPr>
              <a:t>: Bayesian Personalized Ranking from Implicit </a:t>
            </a:r>
            <a:r>
              <a:rPr lang="en-US" altLang="zh-CN" sz="1100" b="0" dirty="0" smtClean="0">
                <a:latin typeface="Times New Roman" panose="02020603050405020304" pitchFamily="18" charset="0"/>
                <a:cs typeface="Times New Roman" panose="02020603050405020304" pitchFamily="18" charset="0"/>
              </a:rPr>
              <a:t>Feedback (UAI2009)</a:t>
            </a:r>
            <a:endParaRPr lang="zh-CN" altLang="en-US" sz="11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365290"/>
      </p:ext>
    </p:extLst>
  </p:cSld>
  <p:clrMapOvr>
    <a:masterClrMapping/>
  </p:clrMapOvr>
  <p:transition spd="slow">
    <p:circl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611560" y="2961743"/>
            <a:ext cx="7632848" cy="923330"/>
          </a:xfrm>
          <a:prstGeom prst="rect">
            <a:avLst/>
          </a:prstGeom>
          <a:noFill/>
        </p:spPr>
        <p:txBody>
          <a:bodyPr wrap="square" rtlCol="0">
            <a:spAutoFit/>
          </a:bodyPr>
          <a:lstStyle/>
          <a:p>
            <a:pPr algn="ctr"/>
            <a:r>
              <a:rPr lang="en-US" altLang="zh-CN" sz="5400" b="0" dirty="0" smtClean="0">
                <a:solidFill>
                  <a:srgbClr val="FF0000"/>
                </a:solidFill>
                <a:latin typeface="微软雅黑" panose="020B0503020204020204" pitchFamily="34" charset="-122"/>
                <a:ea typeface="微软雅黑" panose="020B0503020204020204" pitchFamily="34" charset="-122"/>
              </a:rPr>
              <a:t>3. </a:t>
            </a:r>
            <a:r>
              <a:rPr lang="zh-CN" altLang="en-US" sz="5400" b="0" dirty="0" smtClean="0">
                <a:solidFill>
                  <a:srgbClr val="FF0000"/>
                </a:solidFill>
                <a:latin typeface="微软雅黑" panose="020B0503020204020204" pitchFamily="34" charset="-122"/>
                <a:ea typeface="微软雅黑" panose="020B0503020204020204" pitchFamily="34" charset="-122"/>
              </a:rPr>
              <a:t>深度学习推荐</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4086763608"/>
      </p:ext>
    </p:extLst>
  </p:cSld>
  <p:clrMapOvr>
    <a:masterClrMapping/>
  </p:clrMapOvr>
  <p:transition spd="slow">
    <p:circl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3200" b="0" dirty="0">
                <a:effectLst/>
                <a:latin typeface="微软雅黑" pitchFamily="34" charset="-122"/>
                <a:ea typeface="微软雅黑" pitchFamily="34" charset="-122"/>
              </a:rPr>
              <a:t>推荐</a:t>
            </a:r>
            <a:r>
              <a:rPr lang="zh-CN" altLang="zh-CN" sz="3200" b="0" dirty="0" smtClean="0">
                <a:effectLst/>
                <a:latin typeface="微软雅黑" pitchFamily="34" charset="-122"/>
                <a:ea typeface="微软雅黑" pitchFamily="34" charset="-122"/>
              </a:rPr>
              <a:t>系统引入</a:t>
            </a:r>
            <a:r>
              <a:rPr lang="zh-CN" altLang="zh-CN" sz="3200" b="0" dirty="0">
                <a:effectLst/>
                <a:latin typeface="微软雅黑" pitchFamily="34" charset="-122"/>
                <a:ea typeface="微软雅黑" pitchFamily="34" charset="-122"/>
              </a:rPr>
              <a:t>深度学习</a:t>
            </a:r>
            <a:endParaRPr lang="zh-CN" altLang="en-US" sz="3200" dirty="0"/>
          </a:p>
        </p:txBody>
      </p:sp>
      <p:sp>
        <p:nvSpPr>
          <p:cNvPr id="3" name="内容占位符 2"/>
          <p:cNvSpPr>
            <a:spLocks noGrp="1"/>
          </p:cNvSpPr>
          <p:nvPr>
            <p:ph idx="1"/>
          </p:nvPr>
        </p:nvSpPr>
        <p:spPr>
          <a:xfrm>
            <a:off x="179512" y="1212850"/>
            <a:ext cx="8507288" cy="5256213"/>
          </a:xfrm>
        </p:spPr>
        <p:txBody>
          <a:bodyPr/>
          <a:lstStyle/>
          <a:p>
            <a:pPr marL="803275" indent="-803275">
              <a:lnSpc>
                <a:spcPct val="165000"/>
              </a:lnSpc>
              <a:spcAft>
                <a:spcPts val="0"/>
              </a:spcAft>
              <a:buNone/>
            </a:pPr>
            <a:r>
              <a:rPr lang="zh-CN" altLang="zh-CN" sz="2400" b="0" dirty="0">
                <a:latin typeface="微软雅黑" pitchFamily="34" charset="-122"/>
                <a:ea typeface="微软雅黑" pitchFamily="34" charset="-122"/>
                <a:cs typeface="宋体"/>
              </a:rPr>
              <a:t>（</a:t>
            </a:r>
            <a:r>
              <a:rPr lang="en-US" altLang="zh-CN" sz="2400" b="0" dirty="0">
                <a:latin typeface="微软雅黑" pitchFamily="34" charset="-122"/>
                <a:ea typeface="微软雅黑" pitchFamily="34" charset="-122"/>
                <a:cs typeface="宋体"/>
              </a:rPr>
              <a:t>1</a:t>
            </a:r>
            <a:r>
              <a:rPr lang="zh-CN" altLang="zh-CN" sz="2400" b="0" dirty="0">
                <a:latin typeface="微软雅黑" pitchFamily="34" charset="-122"/>
                <a:ea typeface="微软雅黑" pitchFamily="34" charset="-122"/>
                <a:cs typeface="宋体"/>
              </a:rPr>
              <a:t>）</a:t>
            </a:r>
            <a:r>
              <a:rPr lang="zh-CN" altLang="zh-CN" sz="2400" b="0" dirty="0" smtClean="0">
                <a:latin typeface="微软雅黑" pitchFamily="34" charset="-122"/>
                <a:ea typeface="微软雅黑" pitchFamily="34" charset="-122"/>
                <a:cs typeface="宋体"/>
              </a:rPr>
              <a:t>深</a:t>
            </a:r>
            <a:r>
              <a:rPr lang="zh-CN" altLang="en-US" sz="2400" b="0" dirty="0">
                <a:latin typeface="微软雅黑" pitchFamily="34" charset="-122"/>
                <a:ea typeface="微软雅黑" pitchFamily="34" charset="-122"/>
                <a:cs typeface="宋体"/>
              </a:rPr>
              <a:t>度</a:t>
            </a:r>
            <a:r>
              <a:rPr lang="zh-CN" altLang="zh-CN" sz="2400" b="0" dirty="0">
                <a:latin typeface="微软雅黑" pitchFamily="34" charset="-122"/>
                <a:ea typeface="微软雅黑" pitchFamily="34" charset="-122"/>
                <a:cs typeface="宋体"/>
              </a:rPr>
              <a:t>学习</a:t>
            </a:r>
            <a:r>
              <a:rPr lang="zh-CN" altLang="zh-CN" sz="2400" b="0" dirty="0" smtClean="0">
                <a:solidFill>
                  <a:srgbClr val="FF0000"/>
                </a:solidFill>
                <a:latin typeface="微软雅黑" pitchFamily="34" charset="-122"/>
                <a:ea typeface="微软雅黑" pitchFamily="34" charset="-122"/>
                <a:cs typeface="宋体"/>
              </a:rPr>
              <a:t>特征表示</a:t>
            </a:r>
            <a:r>
              <a:rPr lang="zh-CN" altLang="en-US" sz="2400" b="0" dirty="0" smtClean="0">
                <a:solidFill>
                  <a:srgbClr val="FF0000"/>
                </a:solidFill>
                <a:latin typeface="微软雅黑" pitchFamily="34" charset="-122"/>
                <a:ea typeface="微软雅黑" pitchFamily="34" charset="-122"/>
                <a:cs typeface="宋体"/>
              </a:rPr>
              <a:t>、</a:t>
            </a:r>
            <a:r>
              <a:rPr lang="zh-CN" altLang="zh-CN" sz="2400" b="0" dirty="0" smtClean="0">
                <a:solidFill>
                  <a:srgbClr val="FF0000"/>
                </a:solidFill>
                <a:latin typeface="微软雅黑" pitchFamily="34" charset="-122"/>
                <a:ea typeface="微软雅黑" pitchFamily="34" charset="-122"/>
                <a:cs typeface="宋体"/>
              </a:rPr>
              <a:t>复杂</a:t>
            </a:r>
            <a:r>
              <a:rPr lang="zh-CN" altLang="zh-CN" sz="2400" b="0" dirty="0">
                <a:solidFill>
                  <a:srgbClr val="FF0000"/>
                </a:solidFill>
                <a:latin typeface="微软雅黑" pitchFamily="34" charset="-122"/>
                <a:ea typeface="微软雅黑" pitchFamily="34" charset="-122"/>
                <a:cs typeface="宋体"/>
              </a:rPr>
              <a:t>非线性映射</a:t>
            </a:r>
            <a:r>
              <a:rPr lang="zh-CN" altLang="zh-CN" sz="2400" b="0" dirty="0" smtClean="0">
                <a:solidFill>
                  <a:srgbClr val="FF0000"/>
                </a:solidFill>
                <a:latin typeface="微软雅黑" pitchFamily="34" charset="-122"/>
                <a:ea typeface="微软雅黑" pitchFamily="34" charset="-122"/>
                <a:cs typeface="宋体"/>
              </a:rPr>
              <a:t>机制</a:t>
            </a:r>
            <a:r>
              <a:rPr lang="zh-CN" altLang="en-US" sz="2400" b="0" dirty="0" smtClean="0">
                <a:solidFill>
                  <a:srgbClr val="FF0000"/>
                </a:solidFill>
                <a:latin typeface="微软雅黑" pitchFamily="34" charset="-122"/>
                <a:ea typeface="微软雅黑" pitchFamily="34" charset="-122"/>
                <a:cs typeface="宋体"/>
              </a:rPr>
              <a:t>；</a:t>
            </a:r>
            <a:endParaRPr lang="zh-CN" altLang="zh-CN" sz="3200" b="0" dirty="0">
              <a:latin typeface="微软雅黑" pitchFamily="34" charset="-122"/>
              <a:ea typeface="微软雅黑" pitchFamily="34" charset="-122"/>
              <a:cs typeface="宋体"/>
            </a:endParaRPr>
          </a:p>
          <a:p>
            <a:pPr marL="803275" indent="-803275">
              <a:lnSpc>
                <a:spcPct val="165000"/>
              </a:lnSpc>
              <a:spcAft>
                <a:spcPts val="0"/>
              </a:spcAft>
              <a:buNone/>
            </a:pPr>
            <a:r>
              <a:rPr lang="zh-CN" altLang="zh-CN" sz="2400" b="0" dirty="0">
                <a:latin typeface="微软雅黑" pitchFamily="34" charset="-122"/>
                <a:ea typeface="微软雅黑" pitchFamily="34" charset="-122"/>
                <a:cs typeface="宋体"/>
              </a:rPr>
              <a:t>（</a:t>
            </a:r>
            <a:r>
              <a:rPr lang="en-US" altLang="zh-CN" sz="2400" b="0" dirty="0">
                <a:latin typeface="微软雅黑" pitchFamily="34" charset="-122"/>
                <a:ea typeface="微软雅黑" pitchFamily="34" charset="-122"/>
                <a:cs typeface="宋体"/>
              </a:rPr>
              <a:t>2</a:t>
            </a:r>
            <a:r>
              <a:rPr lang="zh-CN" altLang="zh-CN" sz="2400" b="0" dirty="0" smtClean="0">
                <a:latin typeface="微软雅黑" pitchFamily="34" charset="-122"/>
                <a:ea typeface="微软雅黑" pitchFamily="34" charset="-122"/>
                <a:cs typeface="宋体"/>
              </a:rPr>
              <a:t>）</a:t>
            </a:r>
            <a:r>
              <a:rPr lang="zh-CN" altLang="zh-CN" dirty="0">
                <a:cs typeface="宋体"/>
              </a:rPr>
              <a:t>集成各种数据源（文本，图片，视频，音频等）通过提取</a:t>
            </a:r>
            <a:r>
              <a:rPr lang="zh-CN" altLang="zh-CN" sz="2400" b="0" dirty="0">
                <a:solidFill>
                  <a:srgbClr val="FF0000"/>
                </a:solidFill>
                <a:latin typeface="微软雅黑" pitchFamily="34" charset="-122"/>
                <a:ea typeface="微软雅黑" pitchFamily="34" charset="-122"/>
                <a:cs typeface="宋体"/>
              </a:rPr>
              <a:t>更</a:t>
            </a:r>
            <a:r>
              <a:rPr lang="zh-CN" altLang="zh-CN" sz="2400" dirty="0">
                <a:solidFill>
                  <a:srgbClr val="FF0000"/>
                </a:solidFill>
                <a:latin typeface="微软雅黑" pitchFamily="34" charset="-122"/>
                <a:ea typeface="微软雅黑" pitchFamily="34" charset="-122"/>
                <a:cs typeface="宋体"/>
              </a:rPr>
              <a:t>高质量的特征</a:t>
            </a:r>
            <a:r>
              <a:rPr lang="zh-CN" altLang="zh-CN" sz="2400" b="0" dirty="0">
                <a:solidFill>
                  <a:srgbClr val="FF0000"/>
                </a:solidFill>
                <a:latin typeface="微软雅黑" pitchFamily="34" charset="-122"/>
                <a:ea typeface="微软雅黑" pitchFamily="34" charset="-122"/>
                <a:cs typeface="宋体"/>
              </a:rPr>
              <a:t>表示</a:t>
            </a:r>
            <a:r>
              <a:rPr lang="zh-CN" altLang="zh-CN" sz="2400" b="0" dirty="0">
                <a:latin typeface="微软雅黑" pitchFamily="34" charset="-122"/>
                <a:ea typeface="微软雅黑" pitchFamily="34" charset="-122"/>
                <a:cs typeface="宋体"/>
              </a:rPr>
              <a:t>来丰富推荐</a:t>
            </a:r>
            <a:r>
              <a:rPr lang="zh-CN" altLang="zh-CN" sz="2400" b="0" dirty="0" smtClean="0">
                <a:latin typeface="微软雅黑" pitchFamily="34" charset="-122"/>
                <a:ea typeface="微软雅黑" pitchFamily="34" charset="-122"/>
                <a:cs typeface="宋体"/>
              </a:rPr>
              <a:t>算法用户偏好建模</a:t>
            </a:r>
            <a:r>
              <a:rPr lang="zh-CN" altLang="en-US" sz="2400" b="0" dirty="0" smtClean="0">
                <a:latin typeface="微软雅黑" pitchFamily="34" charset="-122"/>
                <a:ea typeface="微软雅黑" pitchFamily="34" charset="-122"/>
                <a:cs typeface="宋体"/>
              </a:rPr>
              <a:t>；</a:t>
            </a:r>
            <a:endParaRPr lang="zh-CN" altLang="zh-CN" sz="3200" b="0" dirty="0">
              <a:latin typeface="微软雅黑" pitchFamily="34" charset="-122"/>
              <a:ea typeface="微软雅黑" pitchFamily="34" charset="-122"/>
              <a:cs typeface="宋体"/>
            </a:endParaRPr>
          </a:p>
          <a:p>
            <a:pPr marL="803275" indent="-803275">
              <a:lnSpc>
                <a:spcPct val="165000"/>
              </a:lnSpc>
              <a:spcAft>
                <a:spcPts val="0"/>
              </a:spcAft>
              <a:buNone/>
            </a:pPr>
            <a:r>
              <a:rPr lang="zh-CN" altLang="zh-CN" sz="2400" b="0" dirty="0">
                <a:latin typeface="微软雅黑" pitchFamily="34" charset="-122"/>
                <a:ea typeface="微软雅黑" pitchFamily="34" charset="-122"/>
                <a:cs typeface="宋体"/>
              </a:rPr>
              <a:t>（</a:t>
            </a:r>
            <a:r>
              <a:rPr lang="en-US" altLang="zh-CN" sz="2400" b="0" dirty="0">
                <a:latin typeface="微软雅黑" pitchFamily="34" charset="-122"/>
                <a:ea typeface="微软雅黑" pitchFamily="34" charset="-122"/>
                <a:cs typeface="宋体"/>
              </a:rPr>
              <a:t>3</a:t>
            </a:r>
            <a:r>
              <a:rPr lang="zh-CN" altLang="zh-CN" sz="2400" b="0" dirty="0">
                <a:latin typeface="微软雅黑" pitchFamily="34" charset="-122"/>
                <a:ea typeface="微软雅黑" pitchFamily="34" charset="-122"/>
                <a:cs typeface="宋体"/>
              </a:rPr>
              <a:t>）深度学习</a:t>
            </a:r>
            <a:r>
              <a:rPr lang="zh-CN" altLang="zh-CN" sz="2400" b="0" dirty="0">
                <a:solidFill>
                  <a:srgbClr val="FF0000"/>
                </a:solidFill>
                <a:latin typeface="微软雅黑" pitchFamily="34" charset="-122"/>
                <a:ea typeface="微软雅黑" pitchFamily="34" charset="-122"/>
                <a:cs typeface="宋体"/>
              </a:rPr>
              <a:t>有可能</a:t>
            </a:r>
            <a:r>
              <a:rPr lang="zh-CN" altLang="zh-CN" sz="2400" dirty="0">
                <a:solidFill>
                  <a:srgbClr val="FF0000"/>
                </a:solidFill>
                <a:latin typeface="微软雅黑" pitchFamily="34" charset="-122"/>
                <a:ea typeface="微软雅黑" pitchFamily="34" charset="-122"/>
                <a:cs typeface="宋体"/>
              </a:rPr>
              <a:t>对用户偏好进行直接建模</a:t>
            </a:r>
            <a:r>
              <a:rPr lang="zh-CN" altLang="zh-CN" sz="2400" b="0" dirty="0" smtClean="0">
                <a:latin typeface="微软雅黑" pitchFamily="34" charset="-122"/>
                <a:ea typeface="微软雅黑" pitchFamily="34" charset="-122"/>
                <a:cs typeface="宋体"/>
              </a:rPr>
              <a:t>。不再</a:t>
            </a:r>
            <a:r>
              <a:rPr lang="zh-CN" altLang="zh-CN" sz="2400" b="0" dirty="0">
                <a:latin typeface="微软雅黑" pitchFamily="34" charset="-122"/>
                <a:ea typeface="微软雅黑" pitchFamily="34" charset="-122"/>
                <a:cs typeface="宋体"/>
              </a:rPr>
              <a:t>依赖于协同过滤，新用户的冷启动问题得到了</a:t>
            </a:r>
            <a:r>
              <a:rPr lang="zh-CN" altLang="zh-CN" sz="2400" b="0" dirty="0" smtClean="0">
                <a:latin typeface="微软雅黑" pitchFamily="34" charset="-122"/>
                <a:ea typeface="微软雅黑" pitchFamily="34" charset="-122"/>
                <a:cs typeface="宋体"/>
              </a:rPr>
              <a:t>解决</a:t>
            </a:r>
            <a:r>
              <a:rPr lang="zh-CN" altLang="en-US" sz="2400" b="0" dirty="0" smtClean="0">
                <a:latin typeface="微软雅黑" pitchFamily="34" charset="-122"/>
                <a:ea typeface="微软雅黑" pitchFamily="34" charset="-122"/>
                <a:cs typeface="宋体"/>
              </a:rPr>
              <a:t>；</a:t>
            </a:r>
            <a:endParaRPr lang="zh-CN" altLang="zh-CN" sz="3200" b="0" dirty="0">
              <a:latin typeface="微软雅黑" pitchFamily="34" charset="-122"/>
              <a:ea typeface="微软雅黑" pitchFamily="34" charset="-122"/>
              <a:cs typeface="宋体"/>
            </a:endParaRPr>
          </a:p>
          <a:p>
            <a:pPr marL="803275" indent="-803275">
              <a:lnSpc>
                <a:spcPct val="165000"/>
              </a:lnSpc>
              <a:spcAft>
                <a:spcPts val="0"/>
              </a:spcAft>
              <a:buNone/>
            </a:pPr>
            <a:r>
              <a:rPr lang="zh-CN" altLang="zh-CN" sz="2400" b="0" dirty="0">
                <a:latin typeface="微软雅黑" pitchFamily="34" charset="-122"/>
                <a:ea typeface="微软雅黑" pitchFamily="34" charset="-122"/>
                <a:cs typeface="宋体"/>
              </a:rPr>
              <a:t>（</a:t>
            </a:r>
            <a:r>
              <a:rPr lang="en-US" altLang="zh-CN" sz="2400" b="0" dirty="0">
                <a:latin typeface="微软雅黑" pitchFamily="34" charset="-122"/>
                <a:ea typeface="微软雅黑" pitchFamily="34" charset="-122"/>
                <a:cs typeface="宋体"/>
              </a:rPr>
              <a:t>4</a:t>
            </a:r>
            <a:r>
              <a:rPr lang="zh-CN" altLang="zh-CN" sz="2400" b="0" dirty="0" smtClean="0">
                <a:latin typeface="微软雅黑" pitchFamily="34" charset="-122"/>
                <a:ea typeface="微软雅黑" pitchFamily="34" charset="-122"/>
                <a:cs typeface="宋体"/>
              </a:rPr>
              <a:t>）</a:t>
            </a:r>
            <a:r>
              <a:rPr lang="zh-CN" altLang="zh-CN" sz="2400" b="0" dirty="0" smtClean="0">
                <a:solidFill>
                  <a:srgbClr val="FF0000"/>
                </a:solidFill>
                <a:latin typeface="微软雅黑" pitchFamily="34" charset="-122"/>
                <a:ea typeface="微软雅黑" pitchFamily="34" charset="-122"/>
                <a:cs typeface="宋体"/>
              </a:rPr>
              <a:t>为</a:t>
            </a:r>
            <a:r>
              <a:rPr lang="zh-CN" altLang="zh-CN" sz="2400" b="0" dirty="0">
                <a:solidFill>
                  <a:srgbClr val="FF0000"/>
                </a:solidFill>
                <a:latin typeface="微软雅黑" pitchFamily="34" charset="-122"/>
                <a:ea typeface="微软雅黑" pitchFamily="34" charset="-122"/>
                <a:cs typeface="宋体"/>
              </a:rPr>
              <a:t>推荐系统中的关键问题提供了丰富的解决</a:t>
            </a:r>
            <a:r>
              <a:rPr lang="zh-CN" altLang="zh-CN" sz="2400" b="0" dirty="0" smtClean="0">
                <a:solidFill>
                  <a:srgbClr val="FF0000"/>
                </a:solidFill>
                <a:latin typeface="微软雅黑" pitchFamily="34" charset="-122"/>
                <a:ea typeface="微软雅黑" pitchFamily="34" charset="-122"/>
                <a:cs typeface="宋体"/>
              </a:rPr>
              <a:t>方案</a:t>
            </a:r>
            <a:r>
              <a:rPr lang="zh-CN" altLang="en-US" sz="2400" b="0" dirty="0" smtClean="0">
                <a:solidFill>
                  <a:srgbClr val="FF0000"/>
                </a:solidFill>
                <a:latin typeface="微软雅黑" pitchFamily="34" charset="-122"/>
                <a:ea typeface="微软雅黑" pitchFamily="34" charset="-122"/>
                <a:cs typeface="宋体"/>
              </a:rPr>
              <a:t>，</a:t>
            </a:r>
            <a:r>
              <a:rPr lang="zh-CN" altLang="zh-CN" sz="2400" b="0" dirty="0" smtClean="0">
                <a:latin typeface="微软雅黑" pitchFamily="34" charset="-122"/>
                <a:ea typeface="微软雅黑" pitchFamily="34" charset="-122"/>
                <a:cs typeface="宋体"/>
              </a:rPr>
              <a:t>传统</a:t>
            </a:r>
            <a:r>
              <a:rPr lang="zh-CN" altLang="zh-CN" sz="2400" b="0" dirty="0">
                <a:latin typeface="微软雅黑" pitchFamily="34" charset="-122"/>
                <a:ea typeface="微软雅黑" pitchFamily="34" charset="-122"/>
                <a:cs typeface="宋体"/>
              </a:rPr>
              <a:t>的</a:t>
            </a:r>
            <a:r>
              <a:rPr lang="zh-CN" altLang="zh-CN" sz="2400" b="0" dirty="0" smtClean="0">
                <a:latin typeface="微软雅黑" pitchFamily="34" charset="-122"/>
                <a:ea typeface="微软雅黑" pitchFamily="34" charset="-122"/>
                <a:cs typeface="宋体"/>
              </a:rPr>
              <a:t>机器学习限制矩阵分解</a:t>
            </a:r>
            <a:r>
              <a:rPr lang="en-US" altLang="zh-CN" sz="2400" b="0" dirty="0" smtClean="0">
                <a:latin typeface="微软雅黑" pitchFamily="34" charset="-122"/>
                <a:ea typeface="微软雅黑" pitchFamily="34" charset="-122"/>
                <a:cs typeface="宋体"/>
              </a:rPr>
              <a:t>MF</a:t>
            </a:r>
            <a:r>
              <a:rPr lang="zh-CN" altLang="en-US" sz="2400" b="0" dirty="0" smtClean="0">
                <a:latin typeface="微软雅黑" pitchFamily="34" charset="-122"/>
                <a:ea typeface="微软雅黑" pitchFamily="34" charset="-122"/>
                <a:cs typeface="宋体"/>
              </a:rPr>
              <a:t>、</a:t>
            </a:r>
            <a:r>
              <a:rPr lang="en-US" altLang="zh-CN" sz="2400" b="0" dirty="0" smtClean="0">
                <a:latin typeface="微软雅黑" pitchFamily="34" charset="-122"/>
                <a:ea typeface="微软雅黑" pitchFamily="34" charset="-122"/>
                <a:cs typeface="宋体"/>
              </a:rPr>
              <a:t>LDA</a:t>
            </a:r>
            <a:r>
              <a:rPr lang="zh-CN" altLang="zh-CN" sz="2400" b="0" dirty="0" smtClean="0">
                <a:latin typeface="微软雅黑" pitchFamily="34" charset="-122"/>
                <a:ea typeface="微软雅黑" pitchFamily="34" charset="-122"/>
                <a:cs typeface="宋体"/>
              </a:rPr>
              <a:t>中</a:t>
            </a:r>
            <a:r>
              <a:rPr lang="zh-CN" altLang="en-US" sz="2400" b="0" dirty="0" smtClean="0">
                <a:latin typeface="微软雅黑" pitchFamily="34" charset="-122"/>
                <a:ea typeface="微软雅黑" pitchFamily="34" charset="-122"/>
                <a:cs typeface="宋体"/>
              </a:rPr>
              <a:t>，</a:t>
            </a:r>
            <a:r>
              <a:rPr lang="zh-CN" altLang="zh-CN" sz="2400" b="0" dirty="0" smtClean="0">
                <a:latin typeface="微软雅黑" pitchFamily="34" charset="-122"/>
                <a:ea typeface="微软雅黑" pitchFamily="34" charset="-122"/>
                <a:cs typeface="宋体"/>
              </a:rPr>
              <a:t>深度学习</a:t>
            </a:r>
            <a:r>
              <a:rPr lang="en-US" altLang="zh-CN" sz="2400" b="0" dirty="0" smtClean="0">
                <a:latin typeface="微软雅黑" pitchFamily="34" charset="-122"/>
                <a:ea typeface="微软雅黑" pitchFamily="34" charset="-122"/>
                <a:cs typeface="宋体"/>
              </a:rPr>
              <a:t>DAE</a:t>
            </a:r>
            <a:r>
              <a:rPr lang="zh-CN" altLang="zh-CN" sz="2400" b="0" dirty="0" smtClean="0">
                <a:latin typeface="微软雅黑" pitchFamily="34" charset="-122"/>
                <a:ea typeface="微软雅黑" pitchFamily="34" charset="-122"/>
                <a:cs typeface="宋体"/>
              </a:rPr>
              <a:t>、</a:t>
            </a:r>
            <a:r>
              <a:rPr lang="en-US" altLang="zh-CN" sz="2400" b="0" dirty="0" smtClean="0">
                <a:latin typeface="微软雅黑" pitchFamily="34" charset="-122"/>
                <a:ea typeface="微软雅黑" pitchFamily="34" charset="-122"/>
                <a:cs typeface="宋体"/>
              </a:rPr>
              <a:t>RNN</a:t>
            </a:r>
            <a:r>
              <a:rPr lang="zh-CN" altLang="en-US" sz="2400" b="0" dirty="0" smtClean="0">
                <a:latin typeface="微软雅黑" pitchFamily="34" charset="-122"/>
                <a:ea typeface="微软雅黑" pitchFamily="34" charset="-122"/>
                <a:cs typeface="宋体"/>
              </a:rPr>
              <a:t>、</a:t>
            </a:r>
            <a:r>
              <a:rPr lang="en-US" altLang="zh-CN" sz="2400" b="0" dirty="0" smtClean="0">
                <a:latin typeface="微软雅黑" pitchFamily="34" charset="-122"/>
                <a:ea typeface="微软雅黑" pitchFamily="34" charset="-122"/>
                <a:cs typeface="宋体"/>
              </a:rPr>
              <a:t>LSTM</a:t>
            </a:r>
            <a:r>
              <a:rPr lang="zh-CN" altLang="zh-CN" sz="2400" b="0" dirty="0" smtClean="0">
                <a:latin typeface="微软雅黑" pitchFamily="34" charset="-122"/>
                <a:ea typeface="微软雅黑" pitchFamily="34" charset="-122"/>
                <a:cs typeface="宋体"/>
              </a:rPr>
              <a:t>等</a:t>
            </a:r>
            <a:r>
              <a:rPr lang="zh-CN" altLang="en-US" sz="2400" b="0" dirty="0" smtClean="0">
                <a:latin typeface="微软雅黑" pitchFamily="34" charset="-122"/>
                <a:ea typeface="微软雅黑" pitchFamily="34" charset="-122"/>
                <a:cs typeface="宋体"/>
              </a:rPr>
              <a:t>广泛应用</a:t>
            </a:r>
            <a:r>
              <a:rPr lang="zh-CN" altLang="zh-CN" sz="2400" b="0" dirty="0" smtClean="0">
                <a:latin typeface="微软雅黑" pitchFamily="34" charset="-122"/>
                <a:ea typeface="微软雅黑" pitchFamily="34" charset="-122"/>
                <a:cs typeface="宋体"/>
              </a:rPr>
              <a:t>。</a:t>
            </a:r>
            <a:endParaRPr lang="zh-CN" altLang="zh-CN" sz="3200" b="0" dirty="0">
              <a:latin typeface="微软雅黑" pitchFamily="34" charset="-122"/>
              <a:ea typeface="微软雅黑" pitchFamily="34" charset="-122"/>
              <a:cs typeface="宋体"/>
            </a:endParaRPr>
          </a:p>
          <a:p>
            <a:pPr>
              <a:lnSpc>
                <a:spcPct val="150000"/>
              </a:lnSpc>
            </a:pPr>
            <a:endParaRPr lang="zh-CN" altLang="en-US" sz="2400" b="0" dirty="0">
              <a:latin typeface="微软雅黑" pitchFamily="34" charset="-122"/>
              <a:ea typeface="微软雅黑" pitchFamily="34" charset="-122"/>
            </a:endParaRPr>
          </a:p>
        </p:txBody>
      </p:sp>
    </p:spTree>
    <p:extLst>
      <p:ext uri="{BB962C8B-B14F-4D97-AF65-F5344CB8AC3E}">
        <p14:creationId xmlns:p14="http://schemas.microsoft.com/office/powerpoint/2010/main" val="1831647481"/>
      </p:ext>
    </p:extLst>
  </p:cSld>
  <p:clrMapOvr>
    <a:masterClrMapping/>
  </p:clrMapOvr>
  <p:transition spd="slow">
    <p:circl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024" y="95250"/>
            <a:ext cx="9396536" cy="936625"/>
          </a:xfrm>
        </p:spPr>
        <p:txBody>
          <a:bodyPr/>
          <a:lstStyle/>
          <a:p>
            <a:r>
              <a:rPr lang="en-US" altLang="zh-CN" sz="3100" dirty="0">
                <a:effectLst/>
                <a:latin typeface="微软雅黑" pitchFamily="34" charset="-122"/>
                <a:ea typeface="微软雅黑" pitchFamily="34" charset="-122"/>
                <a:cs typeface="Times New Roman" pitchFamily="18" charset="0"/>
              </a:rPr>
              <a:t>Deep Learning based Recommender System</a:t>
            </a:r>
            <a:endParaRPr lang="zh-CN" altLang="en-US" sz="3100" dirty="0">
              <a:effectLst/>
              <a:latin typeface="微软雅黑" pitchFamily="34" charset="-122"/>
              <a:ea typeface="微软雅黑" pitchFamily="34" charset="-122"/>
            </a:endParaRPr>
          </a:p>
        </p:txBody>
      </p:sp>
      <p:pic>
        <p:nvPicPr>
          <p:cNvPr id="399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235" y="1132280"/>
            <a:ext cx="6426117" cy="4961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36512" y="6381328"/>
            <a:ext cx="8869346" cy="461665"/>
          </a:xfrm>
          <a:prstGeom prst="rect">
            <a:avLst/>
          </a:prstGeom>
        </p:spPr>
        <p:txBody>
          <a:bodyPr wrap="square">
            <a:spAutoFit/>
          </a:bodyPr>
          <a:lstStyle/>
          <a:p>
            <a:r>
              <a:rPr lang="en-US" altLang="zh-CN" sz="1200" b="0" dirty="0" err="1">
                <a:latin typeface="Arial" pitchFamily="34" charset="0"/>
                <a:cs typeface="Arial" pitchFamily="34" charset="0"/>
              </a:rPr>
              <a:t>Shuai</a:t>
            </a:r>
            <a:r>
              <a:rPr lang="en-US" altLang="zh-CN" sz="1200" b="0" dirty="0">
                <a:latin typeface="Arial" pitchFamily="34" charset="0"/>
                <a:cs typeface="Arial" pitchFamily="34" charset="0"/>
              </a:rPr>
              <a:t> Zhang, </a:t>
            </a:r>
            <a:r>
              <a:rPr lang="en-US" altLang="zh-CN" sz="1200" b="0" dirty="0" err="1">
                <a:latin typeface="Arial" pitchFamily="34" charset="0"/>
                <a:cs typeface="Arial" pitchFamily="34" charset="0"/>
              </a:rPr>
              <a:t>Lina</a:t>
            </a:r>
            <a:r>
              <a:rPr lang="en-US" altLang="zh-CN" sz="1200" b="0" dirty="0">
                <a:latin typeface="Arial" pitchFamily="34" charset="0"/>
                <a:cs typeface="Arial" pitchFamily="34" charset="0"/>
              </a:rPr>
              <a:t> Yao, and </a:t>
            </a:r>
            <a:r>
              <a:rPr lang="en-US" altLang="zh-CN" sz="1200" b="0" dirty="0" err="1">
                <a:latin typeface="Arial" pitchFamily="34" charset="0"/>
                <a:cs typeface="Arial" pitchFamily="34" charset="0"/>
              </a:rPr>
              <a:t>Aixin</a:t>
            </a:r>
            <a:r>
              <a:rPr lang="en-US" altLang="zh-CN" sz="1200" b="0" dirty="0">
                <a:latin typeface="Arial" pitchFamily="34" charset="0"/>
                <a:cs typeface="Arial" pitchFamily="34" charset="0"/>
              </a:rPr>
              <a:t> Sun. 2017. Deep Learning based Recommender System: A Survey and New Perspectives. ACM J. </a:t>
            </a:r>
            <a:r>
              <a:rPr lang="en-US" altLang="zh-CN" sz="1200" b="0" dirty="0" err="1">
                <a:latin typeface="Arial" pitchFamily="34" charset="0"/>
                <a:cs typeface="Arial" pitchFamily="34" charset="0"/>
              </a:rPr>
              <a:t>Comput</a:t>
            </a:r>
            <a:r>
              <a:rPr lang="en-US" altLang="zh-CN" sz="1200" b="0" dirty="0">
                <a:latin typeface="Arial" pitchFamily="34" charset="0"/>
                <a:cs typeface="Arial" pitchFamily="34" charset="0"/>
              </a:rPr>
              <a:t>. Cult. </a:t>
            </a:r>
            <a:r>
              <a:rPr lang="en-US" altLang="zh-CN" sz="1200" b="0" dirty="0" err="1">
                <a:latin typeface="Arial" pitchFamily="34" charset="0"/>
                <a:cs typeface="Arial" pitchFamily="34" charset="0"/>
              </a:rPr>
              <a:t>Herit</a:t>
            </a:r>
            <a:r>
              <a:rPr lang="en-US" altLang="zh-CN" sz="1200" b="0" dirty="0">
                <a:latin typeface="Arial" pitchFamily="34" charset="0"/>
                <a:cs typeface="Arial" pitchFamily="34" charset="0"/>
              </a:rPr>
              <a:t>. 1, 1, Article 35 (July 2017</a:t>
            </a:r>
            <a:r>
              <a:rPr lang="en-US" altLang="zh-CN" sz="1200" b="0" dirty="0" smtClean="0">
                <a:latin typeface="Arial" pitchFamily="34" charset="0"/>
                <a:cs typeface="Arial" pitchFamily="34" charset="0"/>
              </a:rPr>
              <a:t>).</a:t>
            </a:r>
            <a:endParaRPr lang="zh-CN" altLang="zh-CN" sz="1200" b="0" dirty="0">
              <a:latin typeface="Arial" pitchFamily="34" charset="0"/>
              <a:cs typeface="Arial" pitchFamily="34" charset="0"/>
            </a:endParaRPr>
          </a:p>
        </p:txBody>
      </p:sp>
    </p:spTree>
    <p:extLst>
      <p:ext uri="{BB962C8B-B14F-4D97-AF65-F5344CB8AC3E}">
        <p14:creationId xmlns:p14="http://schemas.microsoft.com/office/powerpoint/2010/main" val="1837475049"/>
      </p:ext>
    </p:extLst>
  </p:cSld>
  <p:clrMapOvr>
    <a:masterClrMapping/>
  </p:clrMapOvr>
  <p:transition spd="slow">
    <p:circl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776" y="6290156"/>
            <a:ext cx="9279295" cy="461665"/>
          </a:xfrm>
          <a:prstGeom prst="rect">
            <a:avLst/>
          </a:prstGeom>
        </p:spPr>
        <p:txBody>
          <a:bodyPr wrap="square">
            <a:spAutoFit/>
          </a:bodyPr>
          <a:lstStyle/>
          <a:p>
            <a:r>
              <a:rPr lang="en-US" altLang="zh-CN" sz="1200" b="0" dirty="0" err="1" smtClean="0">
                <a:solidFill>
                  <a:srgbClr val="242021"/>
                </a:solidFill>
                <a:latin typeface="微软雅黑" panose="020B0503020204020204" pitchFamily="34" charset="-122"/>
                <a:ea typeface="微软雅黑" panose="020B0503020204020204" pitchFamily="34" charset="-122"/>
              </a:rPr>
              <a:t>Shuai</a:t>
            </a:r>
            <a:r>
              <a:rPr lang="en-US" altLang="zh-CN" sz="1200" b="0" dirty="0" smtClean="0">
                <a:solidFill>
                  <a:srgbClr val="242021"/>
                </a:solidFill>
                <a:latin typeface="微软雅黑" panose="020B0503020204020204" pitchFamily="34" charset="-122"/>
                <a:ea typeface="微软雅黑" panose="020B0503020204020204" pitchFamily="34" charset="-122"/>
              </a:rPr>
              <a:t> Zhang, Lina Yao, </a:t>
            </a:r>
            <a:r>
              <a:rPr lang="en-US" altLang="zh-CN" sz="1200" b="0" dirty="0" err="1" smtClean="0">
                <a:solidFill>
                  <a:srgbClr val="242021"/>
                </a:solidFill>
                <a:latin typeface="微软雅黑" panose="020B0503020204020204" pitchFamily="34" charset="-122"/>
                <a:ea typeface="微软雅黑" panose="020B0503020204020204" pitchFamily="34" charset="-122"/>
              </a:rPr>
              <a:t>Aixin</a:t>
            </a:r>
            <a:r>
              <a:rPr lang="en-US" altLang="zh-CN" sz="1200" b="0" dirty="0" smtClean="0">
                <a:solidFill>
                  <a:srgbClr val="242021"/>
                </a:solidFill>
                <a:latin typeface="微软雅黑" panose="020B0503020204020204" pitchFamily="34" charset="-122"/>
                <a:ea typeface="微软雅黑" panose="020B0503020204020204" pitchFamily="34" charset="-122"/>
              </a:rPr>
              <a:t> Sun, and Yi </a:t>
            </a:r>
            <a:r>
              <a:rPr lang="en-US" altLang="zh-CN" sz="1200" b="0" dirty="0" err="1" smtClean="0">
                <a:solidFill>
                  <a:srgbClr val="242021"/>
                </a:solidFill>
                <a:latin typeface="微软雅黑" panose="020B0503020204020204" pitchFamily="34" charset="-122"/>
                <a:ea typeface="微软雅黑" panose="020B0503020204020204" pitchFamily="34" charset="-122"/>
              </a:rPr>
              <a:t>Tay</a:t>
            </a:r>
            <a:r>
              <a:rPr lang="en-US" altLang="zh-CN" sz="1200" b="0" dirty="0" smtClean="0">
                <a:solidFill>
                  <a:srgbClr val="242021"/>
                </a:solidFill>
                <a:latin typeface="微软雅黑" panose="020B0503020204020204" pitchFamily="34" charset="-122"/>
                <a:ea typeface="微软雅黑" panose="020B0503020204020204" pitchFamily="34" charset="-122"/>
              </a:rPr>
              <a:t>. 2019. Deep Learning Based Recommender System: A Survey and New Perspectives. </a:t>
            </a:r>
            <a:r>
              <a:rPr lang="en-US" altLang="zh-CN" sz="1200" b="0" i="1" dirty="0" smtClean="0">
                <a:solidFill>
                  <a:srgbClr val="242021"/>
                </a:solidFill>
                <a:latin typeface="微软雅黑" panose="020B0503020204020204" pitchFamily="34" charset="-122"/>
                <a:ea typeface="微软雅黑" panose="020B0503020204020204" pitchFamily="34" charset="-122"/>
              </a:rPr>
              <a:t>ACM </a:t>
            </a:r>
            <a:r>
              <a:rPr lang="en-US" altLang="zh-CN" sz="1200" b="0" i="1" dirty="0" err="1" smtClean="0">
                <a:solidFill>
                  <a:srgbClr val="242021"/>
                </a:solidFill>
                <a:latin typeface="微软雅黑" panose="020B0503020204020204" pitchFamily="34" charset="-122"/>
                <a:ea typeface="微软雅黑" panose="020B0503020204020204" pitchFamily="34" charset="-122"/>
              </a:rPr>
              <a:t>Comput</a:t>
            </a:r>
            <a:r>
              <a:rPr lang="en-US" altLang="zh-CN" sz="1200" b="0" i="1" dirty="0" smtClean="0">
                <a:solidFill>
                  <a:srgbClr val="242021"/>
                </a:solidFill>
                <a:latin typeface="微软雅黑" panose="020B0503020204020204" pitchFamily="34" charset="-122"/>
                <a:ea typeface="微软雅黑" panose="020B0503020204020204" pitchFamily="34" charset="-122"/>
              </a:rPr>
              <a:t>. </a:t>
            </a:r>
            <a:r>
              <a:rPr lang="en-US" altLang="zh-CN" sz="1200" b="0" i="1" dirty="0" err="1" smtClean="0">
                <a:solidFill>
                  <a:srgbClr val="242021"/>
                </a:solidFill>
                <a:latin typeface="微软雅黑" panose="020B0503020204020204" pitchFamily="34" charset="-122"/>
                <a:ea typeface="微软雅黑" panose="020B0503020204020204" pitchFamily="34" charset="-122"/>
              </a:rPr>
              <a:t>Surv</a:t>
            </a:r>
            <a:r>
              <a:rPr lang="en-US" altLang="zh-CN" sz="1200" b="0" i="1" dirty="0" smtClean="0">
                <a:solidFill>
                  <a:srgbClr val="242021"/>
                </a:solidFill>
                <a:latin typeface="微软雅黑" panose="020B0503020204020204" pitchFamily="34" charset="-122"/>
                <a:ea typeface="微软雅黑" panose="020B0503020204020204" pitchFamily="34" charset="-122"/>
              </a:rPr>
              <a:t>. </a:t>
            </a:r>
            <a:r>
              <a:rPr lang="en-US" altLang="zh-CN" sz="1200" b="0" dirty="0" smtClean="0">
                <a:solidFill>
                  <a:srgbClr val="242021"/>
                </a:solidFill>
                <a:latin typeface="微软雅黑" panose="020B0503020204020204" pitchFamily="34" charset="-122"/>
                <a:ea typeface="微软雅黑" panose="020B0503020204020204" pitchFamily="34" charset="-122"/>
              </a:rPr>
              <a:t>52, 1, Article 5 (February 2019), 38 pages.</a:t>
            </a:r>
            <a:r>
              <a:rPr lang="en-US" altLang="zh-CN" sz="1200" b="0" dirty="0" smtClean="0">
                <a:latin typeface="微软雅黑" panose="020B0503020204020204" pitchFamily="34" charset="-122"/>
                <a:ea typeface="微软雅黑" panose="020B0503020204020204" pitchFamily="34" charset="-122"/>
              </a:rPr>
              <a:t> </a:t>
            </a:r>
            <a:endParaRPr lang="zh-CN" altLang="en-US" sz="1200" b="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107504" y="2191204"/>
            <a:ext cx="6264696" cy="3741859"/>
          </a:xfrm>
          <a:prstGeom prst="rect">
            <a:avLst/>
          </a:prstGeom>
        </p:spPr>
      </p:pic>
      <p:pic>
        <p:nvPicPr>
          <p:cNvPr id="4" name="图片 3"/>
          <p:cNvPicPr>
            <a:picLocks noChangeAspect="1"/>
          </p:cNvPicPr>
          <p:nvPr/>
        </p:nvPicPr>
        <p:blipFill>
          <a:blip r:embed="rId4"/>
          <a:stretch>
            <a:fillRect/>
          </a:stretch>
        </p:blipFill>
        <p:spPr>
          <a:xfrm>
            <a:off x="323528" y="260058"/>
            <a:ext cx="5532226" cy="1752600"/>
          </a:xfrm>
          <a:prstGeom prst="rect">
            <a:avLst/>
          </a:prstGeom>
        </p:spPr>
      </p:pic>
      <p:pic>
        <p:nvPicPr>
          <p:cNvPr id="5" name="图片 4"/>
          <p:cNvPicPr>
            <a:picLocks noChangeAspect="1"/>
          </p:cNvPicPr>
          <p:nvPr/>
        </p:nvPicPr>
        <p:blipFill>
          <a:blip r:embed="rId5"/>
          <a:stretch>
            <a:fillRect/>
          </a:stretch>
        </p:blipFill>
        <p:spPr>
          <a:xfrm>
            <a:off x="6372200" y="908720"/>
            <a:ext cx="2646809" cy="4667250"/>
          </a:xfrm>
          <a:prstGeom prst="rect">
            <a:avLst/>
          </a:prstGeom>
        </p:spPr>
      </p:pic>
    </p:spTree>
    <p:extLst>
      <p:ext uri="{BB962C8B-B14F-4D97-AF65-F5344CB8AC3E}">
        <p14:creationId xmlns:p14="http://schemas.microsoft.com/office/powerpoint/2010/main" val="3822541658"/>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00000"/>
              </a:lnSpc>
            </a:pPr>
            <a:r>
              <a:rPr lang="en-US" altLang="zh-CN" sz="3200" dirty="0">
                <a:effectLst/>
                <a:latin typeface="微软雅黑" pitchFamily="34" charset="-122"/>
                <a:ea typeface="微软雅黑" pitchFamily="34" charset="-122"/>
              </a:rPr>
              <a:t>Deep Matrix </a:t>
            </a:r>
            <a:r>
              <a:rPr lang="en-US" altLang="zh-CN" sz="3200" dirty="0" smtClean="0">
                <a:effectLst/>
                <a:latin typeface="微软雅黑" pitchFamily="34" charset="-122"/>
                <a:ea typeface="微软雅黑" pitchFamily="34" charset="-122"/>
              </a:rPr>
              <a:t>Factorization(DMF)</a:t>
            </a:r>
            <a:br>
              <a:rPr lang="en-US" altLang="zh-CN" sz="3200" dirty="0" smtClean="0">
                <a:effectLst/>
                <a:latin typeface="微软雅黑" pitchFamily="34" charset="-122"/>
                <a:ea typeface="微软雅黑" pitchFamily="34" charset="-122"/>
              </a:rPr>
            </a:br>
            <a:r>
              <a:rPr lang="en-US" altLang="zh-CN" sz="2400" b="0" dirty="0" smtClean="0">
                <a:effectLst/>
                <a:latin typeface="微软雅黑" pitchFamily="34" charset="-122"/>
                <a:ea typeface="微软雅黑" pitchFamily="34" charset="-122"/>
              </a:rPr>
              <a:t>(IJCAI2017)</a:t>
            </a:r>
            <a:endParaRPr lang="zh-CN" altLang="en-US" sz="3600" b="0" dirty="0">
              <a:latin typeface="微软雅黑" pitchFamily="34" charset="-122"/>
              <a:ea typeface="微软雅黑" pitchFamily="34" charset="-122"/>
            </a:endParaRPr>
          </a:p>
        </p:txBody>
      </p:sp>
      <p:pic>
        <p:nvPicPr>
          <p:cNvPr id="386050" name="Picture 2" descr="[读论文]推荐系统中的矩阵分解与深度学习"/>
          <p:cNvPicPr>
            <a:picLocks noChangeAspect="1" noChangeArrowheads="1"/>
          </p:cNvPicPr>
          <p:nvPr/>
        </p:nvPicPr>
        <p:blipFill rotWithShape="1">
          <a:blip r:embed="rId3">
            <a:extLst>
              <a:ext uri="{28A0092B-C50C-407E-A947-70E740481C1C}">
                <a14:useLocalDpi xmlns:a14="http://schemas.microsoft.com/office/drawing/2010/main" val="0"/>
              </a:ext>
            </a:extLst>
          </a:blip>
          <a:srcRect l="6988" t="4218" r="2424" b="9252"/>
          <a:stretch/>
        </p:blipFill>
        <p:spPr bwMode="auto">
          <a:xfrm>
            <a:off x="0" y="1988840"/>
            <a:ext cx="5747657" cy="443020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p:nvPr/>
        </p:nvPicPr>
        <p:blipFill>
          <a:blip r:embed="rId4"/>
          <a:stretch>
            <a:fillRect/>
          </a:stretch>
        </p:blipFill>
        <p:spPr>
          <a:xfrm>
            <a:off x="4797141" y="1965030"/>
            <a:ext cx="4223320" cy="563215"/>
          </a:xfrm>
          <a:prstGeom prst="rect">
            <a:avLst/>
          </a:prstGeom>
        </p:spPr>
      </p:pic>
      <p:sp>
        <p:nvSpPr>
          <p:cNvPr id="9" name="矩形 8"/>
          <p:cNvSpPr/>
          <p:nvPr/>
        </p:nvSpPr>
        <p:spPr>
          <a:xfrm>
            <a:off x="35496" y="6536377"/>
            <a:ext cx="8426610" cy="276999"/>
          </a:xfrm>
          <a:prstGeom prst="rect">
            <a:avLst/>
          </a:prstGeom>
        </p:spPr>
        <p:txBody>
          <a:bodyPr wrap="square">
            <a:spAutoFit/>
          </a:bodyPr>
          <a:lstStyle/>
          <a:p>
            <a:r>
              <a:rPr lang="en-US" altLang="zh-CN" sz="1200" dirty="0">
                <a:latin typeface="微软雅黑" pitchFamily="34" charset="-122"/>
                <a:ea typeface="微软雅黑" pitchFamily="34" charset="-122"/>
              </a:rPr>
              <a:t>Deep Matrix Factorization Models for Recommender </a:t>
            </a:r>
            <a:r>
              <a:rPr lang="en-US" altLang="zh-CN" sz="1200" dirty="0" smtClean="0">
                <a:latin typeface="微软雅黑" pitchFamily="34" charset="-122"/>
                <a:ea typeface="微软雅黑" pitchFamily="34" charset="-122"/>
              </a:rPr>
              <a:t>Systems(IJCAI2017)</a:t>
            </a:r>
            <a:endParaRPr lang="zh-CN" altLang="en-US" sz="1200" dirty="0">
              <a:latin typeface="微软雅黑" pitchFamily="34" charset="-122"/>
              <a:ea typeface="微软雅黑" pitchFamily="34" charset="-122"/>
            </a:endParaRPr>
          </a:p>
        </p:txBody>
      </p:sp>
      <p:pic>
        <p:nvPicPr>
          <p:cNvPr id="5" name="图片 4"/>
          <p:cNvPicPr>
            <a:picLocks noChangeAspect="1"/>
          </p:cNvPicPr>
          <p:nvPr/>
        </p:nvPicPr>
        <p:blipFill>
          <a:blip r:embed="rId5"/>
          <a:stretch>
            <a:fillRect/>
          </a:stretch>
        </p:blipFill>
        <p:spPr>
          <a:xfrm>
            <a:off x="5691201" y="4665942"/>
            <a:ext cx="3333750" cy="779281"/>
          </a:xfrm>
          <a:prstGeom prst="rect">
            <a:avLst/>
          </a:prstGeom>
        </p:spPr>
      </p:pic>
      <p:pic>
        <p:nvPicPr>
          <p:cNvPr id="10" name="图片 9"/>
          <p:cNvPicPr>
            <a:picLocks noChangeAspect="1"/>
          </p:cNvPicPr>
          <p:nvPr/>
        </p:nvPicPr>
        <p:blipFill>
          <a:blip r:embed="rId6"/>
          <a:stretch>
            <a:fillRect/>
          </a:stretch>
        </p:blipFill>
        <p:spPr>
          <a:xfrm>
            <a:off x="5617022" y="3073822"/>
            <a:ext cx="3295650" cy="800100"/>
          </a:xfrm>
          <a:prstGeom prst="rect">
            <a:avLst/>
          </a:prstGeom>
        </p:spPr>
      </p:pic>
      <p:pic>
        <p:nvPicPr>
          <p:cNvPr id="11" name="图片 10"/>
          <p:cNvPicPr>
            <a:picLocks noChangeAspect="1"/>
          </p:cNvPicPr>
          <p:nvPr/>
        </p:nvPicPr>
        <p:blipFill>
          <a:blip r:embed="rId7"/>
          <a:stretch>
            <a:fillRect/>
          </a:stretch>
        </p:blipFill>
        <p:spPr>
          <a:xfrm>
            <a:off x="1763912" y="1152740"/>
            <a:ext cx="5184576" cy="694954"/>
          </a:xfrm>
          <a:prstGeom prst="rect">
            <a:avLst/>
          </a:prstGeom>
        </p:spPr>
      </p:pic>
    </p:spTree>
    <p:extLst>
      <p:ext uri="{BB962C8B-B14F-4D97-AF65-F5344CB8AC3E}">
        <p14:creationId xmlns:p14="http://schemas.microsoft.com/office/powerpoint/2010/main" val="1117238866"/>
      </p:ext>
    </p:extLst>
  </p:cSld>
  <p:clrMapOvr>
    <a:masterClrMapping/>
  </p:clrMapOvr>
  <p:transition spd="slow">
    <p:circl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00000"/>
              </a:lnSpc>
            </a:pPr>
            <a:r>
              <a:rPr lang="en-US" altLang="zh-CN" sz="3200" dirty="0">
                <a:effectLst/>
                <a:latin typeface="微软雅黑" pitchFamily="34" charset="-122"/>
                <a:ea typeface="微软雅黑" pitchFamily="34" charset="-122"/>
              </a:rPr>
              <a:t>Preference and Context </a:t>
            </a:r>
            <a:r>
              <a:rPr lang="en-US" altLang="zh-CN" sz="3200" dirty="0" smtClean="0">
                <a:effectLst/>
                <a:latin typeface="微软雅黑" pitchFamily="34" charset="-122"/>
                <a:ea typeface="微软雅黑" pitchFamily="34" charset="-122"/>
              </a:rPr>
              <a:t>Embedding(PACE)</a:t>
            </a:r>
            <a:br>
              <a:rPr lang="en-US" altLang="zh-CN" sz="3200" dirty="0" smtClean="0">
                <a:effectLst/>
                <a:latin typeface="微软雅黑" pitchFamily="34" charset="-122"/>
                <a:ea typeface="微软雅黑" pitchFamily="34" charset="-122"/>
              </a:rPr>
            </a:br>
            <a:r>
              <a:rPr lang="en-US" altLang="zh-CN" sz="2400" b="0" dirty="0" smtClean="0">
                <a:effectLst/>
                <a:latin typeface="微软雅黑" pitchFamily="34" charset="-122"/>
                <a:ea typeface="微软雅黑" pitchFamily="34" charset="-122"/>
              </a:rPr>
              <a:t>(KDD2017)</a:t>
            </a:r>
            <a:endParaRPr lang="zh-CN" altLang="en-US" sz="3200" b="0" dirty="0"/>
          </a:p>
        </p:txBody>
      </p:sp>
      <p:pic>
        <p:nvPicPr>
          <p:cNvPr id="5" name="图片 4" descr="PACE"/>
          <p:cNvPicPr/>
          <p:nvPr/>
        </p:nvPicPr>
        <p:blipFill rotWithShape="1">
          <a:blip r:embed="rId3"/>
          <a:srcRect b="11084"/>
          <a:stretch/>
        </p:blipFill>
        <p:spPr bwMode="auto">
          <a:xfrm>
            <a:off x="4606303" y="1096949"/>
            <a:ext cx="4427984" cy="3438040"/>
          </a:xfrm>
          <a:prstGeom prst="rect">
            <a:avLst/>
          </a:prstGeom>
          <a:ln>
            <a:noFill/>
          </a:ln>
          <a:extLst>
            <a:ext uri="{53640926-AAD7-44D8-BBD7-CCE9431645EC}">
              <a14:shadowObscured xmlns:a14="http://schemas.microsoft.com/office/drawing/2010/main"/>
            </a:ext>
          </a:extLst>
        </p:spPr>
      </p:pic>
      <p:pic>
        <p:nvPicPr>
          <p:cNvPr id="6" name="图片 5" descr="figure_1"/>
          <p:cNvPicPr/>
          <p:nvPr/>
        </p:nvPicPr>
        <p:blipFill rotWithShape="1">
          <a:blip r:embed="rId4">
            <a:extLst>
              <a:ext uri="{28A0092B-C50C-407E-A947-70E740481C1C}">
                <a14:useLocalDpi xmlns:a14="http://schemas.microsoft.com/office/drawing/2010/main" val="0"/>
              </a:ext>
            </a:extLst>
          </a:blip>
          <a:srcRect b="19657"/>
          <a:stretch/>
        </p:blipFill>
        <p:spPr bwMode="auto">
          <a:xfrm>
            <a:off x="76785" y="1174720"/>
            <a:ext cx="4529518" cy="2581516"/>
          </a:xfrm>
          <a:prstGeom prst="rect">
            <a:avLst/>
          </a:prstGeom>
          <a:noFill/>
          <a:ln>
            <a:noFill/>
          </a:ln>
          <a:extLst/>
        </p:spPr>
      </p:pic>
      <p:sp>
        <p:nvSpPr>
          <p:cNvPr id="8" name="矩形 7"/>
          <p:cNvSpPr/>
          <p:nvPr/>
        </p:nvSpPr>
        <p:spPr>
          <a:xfrm>
            <a:off x="0" y="6581001"/>
            <a:ext cx="9036496" cy="261610"/>
          </a:xfrm>
          <a:prstGeom prst="rect">
            <a:avLst/>
          </a:prstGeom>
        </p:spPr>
        <p:txBody>
          <a:bodyPr wrap="square">
            <a:spAutoFit/>
          </a:bodyPr>
          <a:lstStyle/>
          <a:p>
            <a:r>
              <a:rPr lang="en-US" altLang="zh-CN" sz="1100" b="0" dirty="0">
                <a:latin typeface="+mn-lt"/>
                <a:cs typeface="Times New Roman" pitchFamily="18" charset="0"/>
              </a:rPr>
              <a:t>Bridging Collaborative Filtering and Semi-Supervised Learning: A Neural Approach for POI </a:t>
            </a:r>
            <a:r>
              <a:rPr lang="en-US" altLang="zh-CN" sz="1100" b="0" dirty="0" smtClean="0">
                <a:latin typeface="+mn-lt"/>
                <a:cs typeface="Times New Roman" pitchFamily="18" charset="0"/>
              </a:rPr>
              <a:t>Recommendation(KDD2017)</a:t>
            </a:r>
            <a:endParaRPr lang="zh-CN" altLang="en-US" sz="1100" b="0" dirty="0">
              <a:latin typeface="+mn-lt"/>
              <a:cs typeface="Times New Roman" pitchFamily="18" charset="0"/>
            </a:endParaRPr>
          </a:p>
        </p:txBody>
      </p:sp>
      <p:pic>
        <p:nvPicPr>
          <p:cNvPr id="40345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055" y="3883762"/>
            <a:ext cx="2402530" cy="2452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2730585" y="4547768"/>
            <a:ext cx="1659021" cy="1015663"/>
          </a:xfrm>
          <a:prstGeom prst="rect">
            <a:avLst/>
          </a:prstGeom>
        </p:spPr>
        <p:txBody>
          <a:bodyPr wrap="square">
            <a:spAutoFit/>
          </a:bodyPr>
          <a:lstStyle/>
          <a:p>
            <a:r>
              <a:rPr lang="zh-CN" altLang="en-US" sz="2000" dirty="0"/>
              <a:t>一个用户用他周围的朋友来表示</a:t>
            </a:r>
          </a:p>
        </p:txBody>
      </p:sp>
      <p:pic>
        <p:nvPicPr>
          <p:cNvPr id="40345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137" y="6002197"/>
            <a:ext cx="2952328" cy="601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3462"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137" y="4739406"/>
            <a:ext cx="3509951" cy="127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3006282" y="5702884"/>
            <a:ext cx="1511966" cy="369332"/>
          </a:xfrm>
          <a:prstGeom prst="rect">
            <a:avLst/>
          </a:prstGeom>
          <a:solidFill>
            <a:srgbClr val="FFFF00"/>
          </a:solidFill>
        </p:spPr>
        <p:txBody>
          <a:bodyPr wrap="square">
            <a:spAutoFit/>
          </a:bodyPr>
          <a:lstStyle/>
          <a:p>
            <a:pPr algn="ctr"/>
            <a:r>
              <a:rPr lang="zh-CN" altLang="en-US" sz="18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rPr>
              <a:t>多信息集成</a:t>
            </a:r>
          </a:p>
        </p:txBody>
      </p:sp>
      <p:sp>
        <p:nvSpPr>
          <p:cNvPr id="12" name="矩形 11"/>
          <p:cNvSpPr/>
          <p:nvPr/>
        </p:nvSpPr>
        <p:spPr>
          <a:xfrm>
            <a:off x="3006282" y="6172181"/>
            <a:ext cx="1511966" cy="369332"/>
          </a:xfrm>
          <a:prstGeom prst="rect">
            <a:avLst/>
          </a:prstGeom>
          <a:solidFill>
            <a:srgbClr val="FFFF00"/>
          </a:solidFill>
        </p:spPr>
        <p:txBody>
          <a:bodyPr wrap="square">
            <a:spAutoFit/>
          </a:bodyPr>
          <a:lstStyle/>
          <a:p>
            <a:pPr algn="ctr"/>
            <a:r>
              <a:rPr lang="zh-CN" altLang="en-US" sz="1800" b="1" dirty="0" smtClean="0">
                <a:solidFill>
                  <a:srgbClr val="0000FF"/>
                </a:solidFill>
                <a:latin typeface="微软雅黑" panose="020B0503020204020204" pitchFamily="34" charset="-122"/>
                <a:ea typeface="微软雅黑" panose="020B0503020204020204" pitchFamily="34" charset="-122"/>
                <a:cs typeface="Arial" panose="020B0604020202020204" pitchFamily="34" charset="0"/>
              </a:rPr>
              <a:t>多目标优化</a:t>
            </a:r>
            <a:endParaRPr lang="zh-CN" altLang="en-US" sz="1800" b="1" dirty="0">
              <a:solidFill>
                <a:srgbClr val="0000FF"/>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835376370"/>
      </p:ext>
    </p:extLst>
  </p:cSld>
  <p:clrMapOvr>
    <a:masterClrMapping/>
  </p:clrMapOvr>
  <p:transition spd="slow">
    <p:circl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00000"/>
              </a:lnSpc>
            </a:pPr>
            <a:r>
              <a:rPr lang="en-US" altLang="zh-CN" sz="3200" dirty="0">
                <a:effectLst/>
                <a:latin typeface="微软雅黑" pitchFamily="34" charset="-122"/>
                <a:ea typeface="微软雅黑" pitchFamily="34" charset="-122"/>
              </a:rPr>
              <a:t>Deep Matrix </a:t>
            </a:r>
            <a:r>
              <a:rPr lang="en-US" altLang="zh-CN" sz="3200" dirty="0" smtClean="0">
                <a:effectLst/>
                <a:latin typeface="微软雅黑" pitchFamily="34" charset="-122"/>
                <a:ea typeface="微软雅黑" pitchFamily="34" charset="-122"/>
              </a:rPr>
              <a:t>Factorization(DMF)</a:t>
            </a:r>
            <a:br>
              <a:rPr lang="en-US" altLang="zh-CN" sz="3200" dirty="0" smtClean="0">
                <a:effectLst/>
                <a:latin typeface="微软雅黑" pitchFamily="34" charset="-122"/>
                <a:ea typeface="微软雅黑" pitchFamily="34" charset="-122"/>
              </a:rPr>
            </a:br>
            <a:r>
              <a:rPr lang="en-US" altLang="zh-CN" sz="2400" b="0" dirty="0" smtClean="0">
                <a:effectLst/>
                <a:latin typeface="微软雅黑" pitchFamily="34" charset="-122"/>
                <a:ea typeface="微软雅黑" pitchFamily="34" charset="-122"/>
              </a:rPr>
              <a:t>(IJCAI2017)</a:t>
            </a:r>
            <a:endParaRPr lang="zh-CN" altLang="en-US" sz="3600" b="0" dirty="0">
              <a:latin typeface="微软雅黑" pitchFamily="34" charset="-122"/>
              <a:ea typeface="微软雅黑" pitchFamily="34" charset="-122"/>
            </a:endParaRPr>
          </a:p>
        </p:txBody>
      </p:sp>
      <p:pic>
        <p:nvPicPr>
          <p:cNvPr id="386050" name="Picture 2" descr="[读论文]推荐系统中的矩阵分解与深度学习"/>
          <p:cNvPicPr>
            <a:picLocks noChangeAspect="1" noChangeArrowheads="1"/>
          </p:cNvPicPr>
          <p:nvPr/>
        </p:nvPicPr>
        <p:blipFill rotWithShape="1">
          <a:blip r:embed="rId3">
            <a:extLst>
              <a:ext uri="{28A0092B-C50C-407E-A947-70E740481C1C}">
                <a14:useLocalDpi xmlns:a14="http://schemas.microsoft.com/office/drawing/2010/main" val="0"/>
              </a:ext>
            </a:extLst>
          </a:blip>
          <a:srcRect l="6988" t="4218" r="2424" b="9252"/>
          <a:stretch/>
        </p:blipFill>
        <p:spPr bwMode="auto">
          <a:xfrm>
            <a:off x="0" y="1988840"/>
            <a:ext cx="5747657" cy="443020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p:nvPr/>
        </p:nvPicPr>
        <p:blipFill>
          <a:blip r:embed="rId4"/>
          <a:stretch>
            <a:fillRect/>
          </a:stretch>
        </p:blipFill>
        <p:spPr>
          <a:xfrm>
            <a:off x="4797141" y="1965030"/>
            <a:ext cx="4223320" cy="563215"/>
          </a:xfrm>
          <a:prstGeom prst="rect">
            <a:avLst/>
          </a:prstGeom>
        </p:spPr>
      </p:pic>
      <p:sp>
        <p:nvSpPr>
          <p:cNvPr id="9" name="矩形 8"/>
          <p:cNvSpPr/>
          <p:nvPr/>
        </p:nvSpPr>
        <p:spPr>
          <a:xfrm>
            <a:off x="35496" y="6536377"/>
            <a:ext cx="8426610" cy="276999"/>
          </a:xfrm>
          <a:prstGeom prst="rect">
            <a:avLst/>
          </a:prstGeom>
        </p:spPr>
        <p:txBody>
          <a:bodyPr wrap="square">
            <a:spAutoFit/>
          </a:bodyPr>
          <a:lstStyle/>
          <a:p>
            <a:r>
              <a:rPr lang="en-US" altLang="zh-CN" sz="1200" dirty="0">
                <a:latin typeface="微软雅黑" pitchFamily="34" charset="-122"/>
                <a:ea typeface="微软雅黑" pitchFamily="34" charset="-122"/>
              </a:rPr>
              <a:t>Deep Matrix Factorization Models for Recommender </a:t>
            </a:r>
            <a:r>
              <a:rPr lang="en-US" altLang="zh-CN" sz="1200" dirty="0" smtClean="0">
                <a:latin typeface="微软雅黑" pitchFamily="34" charset="-122"/>
                <a:ea typeface="微软雅黑" pitchFamily="34" charset="-122"/>
              </a:rPr>
              <a:t>Systems(IJCAI2017)</a:t>
            </a:r>
            <a:endParaRPr lang="zh-CN" altLang="en-US" sz="1200" dirty="0">
              <a:latin typeface="微软雅黑" pitchFamily="34" charset="-122"/>
              <a:ea typeface="微软雅黑" pitchFamily="34" charset="-122"/>
            </a:endParaRPr>
          </a:p>
        </p:txBody>
      </p:sp>
      <p:pic>
        <p:nvPicPr>
          <p:cNvPr id="5" name="图片 4"/>
          <p:cNvPicPr>
            <a:picLocks noChangeAspect="1"/>
          </p:cNvPicPr>
          <p:nvPr/>
        </p:nvPicPr>
        <p:blipFill>
          <a:blip r:embed="rId5"/>
          <a:stretch>
            <a:fillRect/>
          </a:stretch>
        </p:blipFill>
        <p:spPr>
          <a:xfrm>
            <a:off x="5691201" y="4665942"/>
            <a:ext cx="3333750" cy="779281"/>
          </a:xfrm>
          <a:prstGeom prst="rect">
            <a:avLst/>
          </a:prstGeom>
        </p:spPr>
      </p:pic>
      <p:pic>
        <p:nvPicPr>
          <p:cNvPr id="10" name="图片 9"/>
          <p:cNvPicPr>
            <a:picLocks noChangeAspect="1"/>
          </p:cNvPicPr>
          <p:nvPr/>
        </p:nvPicPr>
        <p:blipFill>
          <a:blip r:embed="rId6"/>
          <a:stretch>
            <a:fillRect/>
          </a:stretch>
        </p:blipFill>
        <p:spPr>
          <a:xfrm>
            <a:off x="5617022" y="3073822"/>
            <a:ext cx="3295650" cy="800100"/>
          </a:xfrm>
          <a:prstGeom prst="rect">
            <a:avLst/>
          </a:prstGeom>
        </p:spPr>
      </p:pic>
      <p:pic>
        <p:nvPicPr>
          <p:cNvPr id="11" name="图片 10"/>
          <p:cNvPicPr>
            <a:picLocks noChangeAspect="1"/>
          </p:cNvPicPr>
          <p:nvPr/>
        </p:nvPicPr>
        <p:blipFill>
          <a:blip r:embed="rId7"/>
          <a:stretch>
            <a:fillRect/>
          </a:stretch>
        </p:blipFill>
        <p:spPr>
          <a:xfrm>
            <a:off x="1763912" y="1152740"/>
            <a:ext cx="5184576" cy="694954"/>
          </a:xfrm>
          <a:prstGeom prst="rect">
            <a:avLst/>
          </a:prstGeom>
        </p:spPr>
      </p:pic>
    </p:spTree>
    <p:extLst>
      <p:ext uri="{BB962C8B-B14F-4D97-AF65-F5344CB8AC3E}">
        <p14:creationId xmlns:p14="http://schemas.microsoft.com/office/powerpoint/2010/main" val="1977877192"/>
      </p:ext>
    </p:extLst>
  </p:cSld>
  <p:clrMapOvr>
    <a:masterClrMapping/>
  </p:clrMapOvr>
  <p:transition spd="slow">
    <p:circl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611560" y="2961743"/>
            <a:ext cx="7632848" cy="923330"/>
          </a:xfrm>
          <a:prstGeom prst="rect">
            <a:avLst/>
          </a:prstGeom>
          <a:noFill/>
        </p:spPr>
        <p:txBody>
          <a:bodyPr wrap="square" rtlCol="0">
            <a:spAutoFit/>
          </a:bodyPr>
          <a:lstStyle/>
          <a:p>
            <a:pPr algn="ctr"/>
            <a:r>
              <a:rPr lang="en-US" altLang="zh-CN" sz="5400" b="0" dirty="0" smtClean="0">
                <a:solidFill>
                  <a:srgbClr val="FF0000"/>
                </a:solidFill>
                <a:latin typeface="微软雅黑" panose="020B0503020204020204" pitchFamily="34" charset="-122"/>
                <a:ea typeface="微软雅黑" panose="020B0503020204020204" pitchFamily="34" charset="-122"/>
              </a:rPr>
              <a:t>4. </a:t>
            </a:r>
            <a:r>
              <a:rPr lang="zh-CN" altLang="en-US" sz="5400" b="0" dirty="0" smtClean="0">
                <a:solidFill>
                  <a:srgbClr val="FF0000"/>
                </a:solidFill>
                <a:latin typeface="微软雅黑" panose="020B0503020204020204" pitchFamily="34" charset="-122"/>
                <a:ea typeface="微软雅黑" panose="020B0503020204020204" pitchFamily="34" charset="-122"/>
              </a:rPr>
              <a:t>高级推荐系统</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3230690895"/>
      </p:ext>
    </p:extLst>
  </p:cSld>
  <p:clrMapOvr>
    <a:masterClrMapping/>
  </p:clrMapOvr>
  <p:transition spd="slow">
    <p:circl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GB" altLang="zh-CN" dirty="0" smtClean="0"/>
              <a:t>why</a:t>
            </a:r>
            <a:endParaRPr lang="zh-CN" altLang="en-US" dirty="0"/>
          </a:p>
        </p:txBody>
      </p:sp>
      <p:sp>
        <p:nvSpPr>
          <p:cNvPr id="183299" name="内容占位符 2"/>
          <p:cNvSpPr>
            <a:spLocks noGrp="1"/>
          </p:cNvSpPr>
          <p:nvPr>
            <p:ph idx="1"/>
          </p:nvPr>
        </p:nvSpPr>
        <p:spPr/>
        <p:txBody>
          <a:bodyPr/>
          <a:lstStyle/>
          <a:p>
            <a:pPr>
              <a:lnSpc>
                <a:spcPct val="200000"/>
              </a:lnSpc>
            </a:pPr>
            <a:r>
              <a:rPr lang="zh-CN" altLang="en-US" sz="2400" dirty="0" smtClean="0"/>
              <a:t>用户偏好清楚</a:t>
            </a:r>
            <a:endParaRPr lang="en-US" altLang="zh-CN" sz="2400" dirty="0" smtClean="0"/>
          </a:p>
          <a:p>
            <a:pPr lvl="1">
              <a:lnSpc>
                <a:spcPct val="200000"/>
              </a:lnSpc>
            </a:pPr>
            <a:r>
              <a:rPr lang="zh-CN" altLang="en-US" sz="2400" dirty="0" smtClean="0"/>
              <a:t>能表达</a:t>
            </a:r>
            <a:endParaRPr lang="en-US" altLang="zh-CN" sz="2400" dirty="0" smtClean="0"/>
          </a:p>
          <a:p>
            <a:pPr lvl="1">
              <a:lnSpc>
                <a:spcPct val="200000"/>
              </a:lnSpc>
            </a:pPr>
            <a:r>
              <a:rPr lang="zh-CN" altLang="en-US" sz="2400" dirty="0" smtClean="0"/>
              <a:t>不能表达 </a:t>
            </a:r>
            <a:r>
              <a:rPr lang="en-GB" altLang="zh-CN" sz="2400" dirty="0" smtClean="0"/>
              <a:t>(</a:t>
            </a:r>
            <a:r>
              <a:rPr lang="zh-CN" altLang="en-US" sz="2400" dirty="0" smtClean="0"/>
              <a:t>太复杂、不断变化</a:t>
            </a:r>
            <a:r>
              <a:rPr lang="en-GB" altLang="zh-CN" sz="2400" dirty="0" smtClean="0"/>
              <a:t>)</a:t>
            </a:r>
            <a:endParaRPr lang="en-US" altLang="zh-CN" sz="2400" dirty="0" smtClean="0"/>
          </a:p>
          <a:p>
            <a:pPr>
              <a:lnSpc>
                <a:spcPct val="200000"/>
              </a:lnSpc>
            </a:pPr>
            <a:r>
              <a:rPr lang="zh-CN" altLang="en-US" sz="2400" dirty="0" smtClean="0"/>
              <a:t>用户偏好不清晰</a:t>
            </a:r>
            <a:endParaRPr lang="en-US" altLang="zh-CN" sz="2400" dirty="0" smtClean="0"/>
          </a:p>
          <a:p>
            <a:pPr>
              <a:lnSpc>
                <a:spcPct val="200000"/>
              </a:lnSpc>
            </a:pPr>
            <a:r>
              <a:rPr lang="zh-CN" altLang="en-US" sz="2400" dirty="0" smtClean="0"/>
              <a:t>有责任帮助用户挖掘需求</a:t>
            </a:r>
          </a:p>
        </p:txBody>
      </p:sp>
      <p:sp>
        <p:nvSpPr>
          <p:cNvPr id="183301" name="右大括号 6"/>
          <p:cNvSpPr>
            <a:spLocks/>
          </p:cNvSpPr>
          <p:nvPr/>
        </p:nvSpPr>
        <p:spPr bwMode="auto">
          <a:xfrm>
            <a:off x="6588125" y="1844675"/>
            <a:ext cx="1595438" cy="914400"/>
          </a:xfrm>
          <a:prstGeom prst="rightBrace">
            <a:avLst>
              <a:gd name="adj1" fmla="val 8333"/>
              <a:gd name="adj2" fmla="val 50000"/>
            </a:avLst>
          </a:prstGeom>
          <a:noFill/>
          <a:ln w="38100">
            <a:solidFill>
              <a:schemeClr val="bg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p>
        </p:txBody>
      </p:sp>
    </p:spTree>
    <p:extLst>
      <p:ext uri="{BB962C8B-B14F-4D97-AF65-F5344CB8AC3E}">
        <p14:creationId xmlns:p14="http://schemas.microsoft.com/office/powerpoint/2010/main" val="1123373311"/>
      </p:ext>
    </p:extLst>
  </p:cSld>
  <p:clrMapOvr>
    <a:masterClrMapping/>
  </p:clrMapOvr>
  <p:transition spd="slow">
    <p:circl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探索性推荐</a:t>
            </a:r>
            <a:endParaRPr lang="zh-CN" altLang="en-US" dirty="0"/>
          </a:p>
        </p:txBody>
      </p:sp>
      <p:sp>
        <p:nvSpPr>
          <p:cNvPr id="188419" name="内容占位符 2"/>
          <p:cNvSpPr>
            <a:spLocks noGrp="1"/>
          </p:cNvSpPr>
          <p:nvPr>
            <p:ph idx="1"/>
          </p:nvPr>
        </p:nvSpPr>
        <p:spPr>
          <a:xfrm>
            <a:off x="457200" y="1268413"/>
            <a:ext cx="8229600" cy="5256212"/>
          </a:xfrm>
        </p:spPr>
        <p:txBody>
          <a:bodyPr/>
          <a:lstStyle/>
          <a:p>
            <a:pPr>
              <a:lnSpc>
                <a:spcPct val="150000"/>
              </a:lnSpc>
            </a:pPr>
            <a:r>
              <a:rPr lang="zh-CN" altLang="en-US" sz="2800" dirty="0" smtClean="0"/>
              <a:t>推荐依据</a:t>
            </a:r>
            <a:endParaRPr lang="en-US" altLang="zh-CN" sz="2800" dirty="0" smtClean="0"/>
          </a:p>
          <a:p>
            <a:pPr lvl="1">
              <a:lnSpc>
                <a:spcPct val="150000"/>
              </a:lnSpc>
            </a:pPr>
            <a:r>
              <a:rPr lang="zh-CN" altLang="en-US" sz="2400" dirty="0" smtClean="0"/>
              <a:t>基于偏好？ 探索性质？</a:t>
            </a:r>
          </a:p>
        </p:txBody>
      </p:sp>
      <p:sp>
        <p:nvSpPr>
          <p:cNvPr id="188421" name="Rectangle 2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3655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02" y="2636912"/>
            <a:ext cx="870585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6364108"/>
      </p:ext>
    </p:extLst>
  </p:cSld>
  <p:clrMapOvr>
    <a:masterClrMapping/>
  </p:clrMapOvr>
  <p:transition spd="slow">
    <p:circl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7010400" y="6338888"/>
            <a:ext cx="2133600" cy="406400"/>
          </a:xfrm>
        </p:spPr>
        <p:txBody>
          <a:bodyPr/>
          <a:lstStyle/>
          <a:p>
            <a:pPr>
              <a:defRPr/>
            </a:pPr>
            <a:fld id="{818C9E8E-ECBF-4547-9A7D-C29A5D930EC4}" type="slidenum">
              <a:rPr lang="en-US" altLang="zh-CN" smtClean="0"/>
              <a:pPr>
                <a:defRPr/>
              </a:pPr>
              <a:t>36</a:t>
            </a:fld>
            <a:endParaRPr lang="en-US" altLang="zh-CN"/>
          </a:p>
        </p:txBody>
      </p:sp>
      <p:graphicFrame>
        <p:nvGraphicFramePr>
          <p:cNvPr id="5" name="图示 4"/>
          <p:cNvGraphicFramePr/>
          <p:nvPr/>
        </p:nvGraphicFramePr>
        <p:xfrm>
          <a:off x="395536" y="593751"/>
          <a:ext cx="3456384" cy="2376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508" name="右箭头 5"/>
          <p:cNvSpPr>
            <a:spLocks noChangeArrowheads="1"/>
          </p:cNvSpPr>
          <p:nvPr/>
        </p:nvSpPr>
        <p:spPr bwMode="auto">
          <a:xfrm>
            <a:off x="3932238" y="1244600"/>
            <a:ext cx="1733550" cy="960438"/>
          </a:xfrm>
          <a:prstGeom prst="rightArrow">
            <a:avLst>
              <a:gd name="adj1" fmla="val 50000"/>
              <a:gd name="adj2" fmla="val 57416"/>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0"/>
          </a:p>
        </p:txBody>
      </p:sp>
      <p:graphicFrame>
        <p:nvGraphicFramePr>
          <p:cNvPr id="8" name="图示 7"/>
          <p:cNvGraphicFramePr/>
          <p:nvPr/>
        </p:nvGraphicFramePr>
        <p:xfrm>
          <a:off x="5652120" y="593751"/>
          <a:ext cx="2880320" cy="244827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1510" name="右箭头 10"/>
          <p:cNvSpPr>
            <a:spLocks noChangeArrowheads="1"/>
          </p:cNvSpPr>
          <p:nvPr/>
        </p:nvSpPr>
        <p:spPr bwMode="auto">
          <a:xfrm rot="5400000">
            <a:off x="6558757" y="3026569"/>
            <a:ext cx="1066800" cy="1150937"/>
          </a:xfrm>
          <a:prstGeom prst="rightArrow">
            <a:avLst>
              <a:gd name="adj1" fmla="val 50000"/>
              <a:gd name="adj2" fmla="val 57366"/>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0"/>
          </a:p>
        </p:txBody>
      </p:sp>
      <p:pic>
        <p:nvPicPr>
          <p:cNvPr id="21511" name="图片 13"/>
          <p:cNvPicPr>
            <a:picLocks noChangeAspect="1"/>
          </p:cNvPicPr>
          <p:nvPr/>
        </p:nvPicPr>
        <p:blipFill>
          <a:blip r:embed="rId12">
            <a:extLst>
              <a:ext uri="{28A0092B-C50C-407E-A947-70E740481C1C}">
                <a14:useLocalDpi xmlns:a14="http://schemas.microsoft.com/office/drawing/2010/main" val="0"/>
              </a:ext>
            </a:extLst>
          </a:blip>
          <a:srcRect l="21626" r="20563"/>
          <a:stretch>
            <a:fillRect/>
          </a:stretch>
        </p:blipFill>
        <p:spPr bwMode="auto">
          <a:xfrm>
            <a:off x="395288" y="4279900"/>
            <a:ext cx="2232025"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矩形 15"/>
          <p:cNvSpPr>
            <a:spLocks noChangeArrowheads="1"/>
          </p:cNvSpPr>
          <p:nvPr/>
        </p:nvSpPr>
        <p:spPr bwMode="auto">
          <a:xfrm>
            <a:off x="250825" y="4135438"/>
            <a:ext cx="3744913" cy="2230437"/>
          </a:xfrm>
          <a:prstGeom prst="rect">
            <a:avLst/>
          </a:prstGeom>
          <a:noFill/>
          <a:ln w="31750" algn="ctr">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800" b="0"/>
          </a:p>
        </p:txBody>
      </p:sp>
      <p:pic>
        <p:nvPicPr>
          <p:cNvPr id="21513" name="图片 16"/>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452688" y="4422775"/>
            <a:ext cx="13271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4" name="右箭头 17"/>
          <p:cNvSpPr>
            <a:spLocks noChangeArrowheads="1"/>
          </p:cNvSpPr>
          <p:nvPr/>
        </p:nvSpPr>
        <p:spPr bwMode="auto">
          <a:xfrm rot="-5400000">
            <a:off x="1446212" y="2954338"/>
            <a:ext cx="1211263" cy="1150938"/>
          </a:xfrm>
          <a:prstGeom prst="rightArrow">
            <a:avLst>
              <a:gd name="adj1" fmla="val 50000"/>
              <a:gd name="adj2" fmla="val 57469"/>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0"/>
          </a:p>
        </p:txBody>
      </p:sp>
      <p:sp>
        <p:nvSpPr>
          <p:cNvPr id="21515" name="右箭头 18"/>
          <p:cNvSpPr>
            <a:spLocks noChangeArrowheads="1"/>
          </p:cNvSpPr>
          <p:nvPr/>
        </p:nvSpPr>
        <p:spPr bwMode="auto">
          <a:xfrm rot="10800000">
            <a:off x="3995738" y="4770438"/>
            <a:ext cx="1439862" cy="962025"/>
          </a:xfrm>
          <a:prstGeom prst="rightArrow">
            <a:avLst>
              <a:gd name="adj1" fmla="val 50000"/>
              <a:gd name="adj2" fmla="val 57283"/>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0"/>
          </a:p>
        </p:txBody>
      </p:sp>
      <p:sp>
        <p:nvSpPr>
          <p:cNvPr id="21516" name="矩形 19"/>
          <p:cNvSpPr>
            <a:spLocks noChangeArrowheads="1"/>
          </p:cNvSpPr>
          <p:nvPr/>
        </p:nvSpPr>
        <p:spPr bwMode="auto">
          <a:xfrm>
            <a:off x="1042988" y="-11113"/>
            <a:ext cx="2268537" cy="676276"/>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r>
              <a:rPr lang="zh-CN" altLang="en-US" sz="3200">
                <a:solidFill>
                  <a:srgbClr val="0000FF"/>
                </a:solidFill>
                <a:latin typeface="楷体" pitchFamily="49" charset="-122"/>
                <a:ea typeface="楷体" pitchFamily="49" charset="-122"/>
              </a:rPr>
              <a:t>自适应测试</a:t>
            </a:r>
          </a:p>
        </p:txBody>
      </p:sp>
      <p:sp>
        <p:nvSpPr>
          <p:cNvPr id="21517" name="矩形 20"/>
          <p:cNvSpPr>
            <a:spLocks noChangeArrowheads="1"/>
          </p:cNvSpPr>
          <p:nvPr/>
        </p:nvSpPr>
        <p:spPr bwMode="auto">
          <a:xfrm>
            <a:off x="6011863" y="-11113"/>
            <a:ext cx="2268537" cy="676276"/>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r>
              <a:rPr lang="zh-CN" altLang="en-US" sz="3200">
                <a:solidFill>
                  <a:srgbClr val="0000FF"/>
                </a:solidFill>
                <a:latin typeface="楷体" pitchFamily="49" charset="-122"/>
                <a:ea typeface="楷体" pitchFamily="49" charset="-122"/>
              </a:rPr>
              <a:t>精准化评估</a:t>
            </a:r>
          </a:p>
        </p:txBody>
      </p:sp>
      <p:sp>
        <p:nvSpPr>
          <p:cNvPr id="21518" name="矩形 21"/>
          <p:cNvSpPr>
            <a:spLocks noChangeArrowheads="1"/>
          </p:cNvSpPr>
          <p:nvPr/>
        </p:nvSpPr>
        <p:spPr bwMode="auto">
          <a:xfrm>
            <a:off x="5976938" y="6321425"/>
            <a:ext cx="2266950" cy="67627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r>
              <a:rPr lang="zh-CN" altLang="en-US" sz="3200">
                <a:solidFill>
                  <a:srgbClr val="0000FF"/>
                </a:solidFill>
                <a:latin typeface="楷体" pitchFamily="49" charset="-122"/>
                <a:ea typeface="楷体" pitchFamily="49" charset="-122"/>
              </a:rPr>
              <a:t>个性化推荐</a:t>
            </a:r>
          </a:p>
        </p:txBody>
      </p:sp>
      <p:sp>
        <p:nvSpPr>
          <p:cNvPr id="21519" name="矩形 22"/>
          <p:cNvSpPr>
            <a:spLocks noChangeArrowheads="1"/>
          </p:cNvSpPr>
          <p:nvPr/>
        </p:nvSpPr>
        <p:spPr bwMode="auto">
          <a:xfrm>
            <a:off x="900113" y="6308725"/>
            <a:ext cx="2266950" cy="67627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r>
              <a:rPr lang="zh-CN" altLang="en-US" sz="3200">
                <a:solidFill>
                  <a:srgbClr val="0000FF"/>
                </a:solidFill>
                <a:latin typeface="楷体" pitchFamily="49" charset="-122"/>
                <a:ea typeface="楷体" pitchFamily="49" charset="-122"/>
              </a:rPr>
              <a:t>针对性学习</a:t>
            </a:r>
          </a:p>
        </p:txBody>
      </p:sp>
      <p:graphicFrame>
        <p:nvGraphicFramePr>
          <p:cNvPr id="24" name="图示 23"/>
          <p:cNvGraphicFramePr/>
          <p:nvPr/>
        </p:nvGraphicFramePr>
        <p:xfrm>
          <a:off x="3347864" y="2223049"/>
          <a:ext cx="2772308" cy="2646111"/>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aphicFrame>
        <p:nvGraphicFramePr>
          <p:cNvPr id="19" name="图示 18"/>
          <p:cNvGraphicFramePr/>
          <p:nvPr/>
        </p:nvGraphicFramePr>
        <p:xfrm>
          <a:off x="5382221" y="4062524"/>
          <a:ext cx="3456384" cy="2376264"/>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spTree>
    <p:extLst>
      <p:ext uri="{BB962C8B-B14F-4D97-AF65-F5344CB8AC3E}">
        <p14:creationId xmlns:p14="http://schemas.microsoft.com/office/powerpoint/2010/main" val="71038534"/>
      </p:ext>
    </p:extLst>
  </p:cSld>
  <p:clrMapOvr>
    <a:masterClrMapping/>
  </p:clrMapOvr>
  <p:transition>
    <p:pull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2" name="Rectangle 2"/>
          <p:cNvSpPr>
            <a:spLocks noGrp="1" noChangeArrowheads="1"/>
          </p:cNvSpPr>
          <p:nvPr>
            <p:ph type="title"/>
          </p:nvPr>
        </p:nvSpPr>
        <p:spPr/>
        <p:txBody>
          <a:bodyPr/>
          <a:lstStyle/>
          <a:p>
            <a:r>
              <a:rPr lang="en-US" altLang="zh-CN" dirty="0">
                <a:ea typeface="华文中宋" pitchFamily="2" charset="-122"/>
              </a:rPr>
              <a:t>Context Dependent Recommendations</a:t>
            </a:r>
            <a:endParaRPr lang="zh-CN" altLang="en-US" dirty="0">
              <a:ea typeface="华文中宋" pitchFamily="2" charset="-122"/>
            </a:endParaRPr>
          </a:p>
        </p:txBody>
      </p:sp>
      <p:sp>
        <p:nvSpPr>
          <p:cNvPr id="190468" name="Rectangle 3"/>
          <p:cNvSpPr>
            <a:spLocks noGrp="1" noChangeArrowheads="1"/>
          </p:cNvSpPr>
          <p:nvPr>
            <p:ph type="body" idx="1"/>
          </p:nvPr>
        </p:nvSpPr>
        <p:spPr>
          <a:xfrm>
            <a:off x="395288" y="1124744"/>
            <a:ext cx="8424862" cy="3886200"/>
          </a:xfrm>
        </p:spPr>
        <p:txBody>
          <a:bodyPr/>
          <a:lstStyle/>
          <a:p>
            <a:pPr eaLnBrk="1" hangingPunct="1">
              <a:lnSpc>
                <a:spcPct val="150000"/>
              </a:lnSpc>
            </a:pPr>
            <a:r>
              <a:rPr lang="en-US" altLang="zh-CN" sz="2400" dirty="0" smtClean="0"/>
              <a:t>Recommend a vacation </a:t>
            </a:r>
          </a:p>
          <a:p>
            <a:pPr lvl="1" eaLnBrk="1" hangingPunct="1">
              <a:lnSpc>
                <a:spcPct val="150000"/>
              </a:lnSpc>
            </a:pPr>
            <a:r>
              <a:rPr lang="en-US" altLang="zh-CN" sz="2400" dirty="0" smtClean="0"/>
              <a:t>Winter vs. summer</a:t>
            </a:r>
          </a:p>
          <a:p>
            <a:pPr eaLnBrk="1" hangingPunct="1">
              <a:lnSpc>
                <a:spcPct val="150000"/>
              </a:lnSpc>
            </a:pPr>
            <a:r>
              <a:rPr lang="en-US" altLang="zh-CN" sz="2400" dirty="0" smtClean="0"/>
              <a:t>Recommend a purchase (e-retailer)</a:t>
            </a:r>
          </a:p>
          <a:p>
            <a:pPr lvl="1" eaLnBrk="1" hangingPunct="1">
              <a:lnSpc>
                <a:spcPct val="150000"/>
              </a:lnSpc>
            </a:pPr>
            <a:r>
              <a:rPr lang="en-US" altLang="zh-CN" sz="2400" dirty="0" smtClean="0"/>
              <a:t>Gift vs. for yourself</a:t>
            </a:r>
          </a:p>
          <a:p>
            <a:pPr eaLnBrk="1" hangingPunct="1">
              <a:lnSpc>
                <a:spcPct val="150000"/>
              </a:lnSpc>
            </a:pPr>
            <a:r>
              <a:rPr lang="en-US" altLang="zh-CN" sz="2400" dirty="0" smtClean="0"/>
              <a:t>Recommend a movie</a:t>
            </a:r>
          </a:p>
          <a:p>
            <a:pPr lvl="1" eaLnBrk="1" hangingPunct="1">
              <a:lnSpc>
                <a:spcPct val="150000"/>
              </a:lnSpc>
            </a:pPr>
            <a:r>
              <a:rPr lang="en-US" altLang="zh-CN" sz="2400" dirty="0" smtClean="0"/>
              <a:t>To a student who wants to see it on Saturday night with his girlfriend in a movie theater.</a:t>
            </a:r>
          </a:p>
        </p:txBody>
      </p:sp>
      <p:pic>
        <p:nvPicPr>
          <p:cNvPr id="11266" name="图片 756" descr="说明: https://pic2.zhimg.com/50/v2-14b1770074488eb6615a02824ce4ce04_h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5157192"/>
            <a:ext cx="8712646" cy="139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8986919"/>
      </p:ext>
    </p:extLst>
  </p:cSld>
  <p:clrMapOvr>
    <a:masterClrMapping/>
  </p:clrMapOvr>
  <p:transition spd="slow">
    <p:circl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2" name="矩形 2"/>
          <p:cNvSpPr>
            <a:spLocks noGrp="1" noChangeArrowheads="1"/>
          </p:cNvSpPr>
          <p:nvPr>
            <p:ph type="title"/>
          </p:nvPr>
        </p:nvSpPr>
        <p:spPr>
          <a:xfrm>
            <a:off x="304800" y="214536"/>
            <a:ext cx="8839200" cy="838200"/>
          </a:xfrm>
        </p:spPr>
        <p:txBody>
          <a:bodyPr/>
          <a:lstStyle/>
          <a:p>
            <a:pPr eaLnBrk="1" hangingPunct="1">
              <a:defRPr/>
            </a:pPr>
            <a:r>
              <a:rPr lang="en-US" altLang="zh-CN" dirty="0" smtClean="0"/>
              <a:t>Incorporating Context in </a:t>
            </a:r>
            <a:r>
              <a:rPr lang="en-US" altLang="zh-CN" dirty="0" err="1" smtClean="0"/>
              <a:t>RecSys</a:t>
            </a:r>
            <a:endParaRPr lang="en-US" altLang="zh-CN" dirty="0" smtClean="0"/>
          </a:p>
        </p:txBody>
      </p:sp>
      <p:grpSp>
        <p:nvGrpSpPr>
          <p:cNvPr id="201732" name="组合 3"/>
          <p:cNvGrpSpPr>
            <a:grpSpLocks/>
          </p:cNvGrpSpPr>
          <p:nvPr/>
        </p:nvGrpSpPr>
        <p:grpSpPr bwMode="auto">
          <a:xfrm>
            <a:off x="3200400" y="1257300"/>
            <a:ext cx="3144838" cy="4935538"/>
            <a:chOff x="1920" y="1113"/>
            <a:chExt cx="1981" cy="3109"/>
          </a:xfrm>
        </p:grpSpPr>
        <p:sp>
          <p:nvSpPr>
            <p:cNvPr id="201754" name="文本框 4"/>
            <p:cNvSpPr txBox="1">
              <a:spLocks noChangeArrowheads="1"/>
            </p:cNvSpPr>
            <p:nvPr/>
          </p:nvSpPr>
          <p:spPr bwMode="auto">
            <a:xfrm>
              <a:off x="2160" y="1392"/>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Data</a:t>
              </a:r>
            </a:p>
            <a:p>
              <a:pPr algn="ctr"/>
              <a:r>
                <a:rPr lang="en-US" altLang="zh-CN" sz="1600" b="0" i="1">
                  <a:latin typeface="Arial" charset="0"/>
                </a:rPr>
                <a:t>U </a:t>
              </a:r>
              <a:r>
                <a:rPr lang="en-US" altLang="zh-CN" sz="1600" b="0">
                  <a:latin typeface="Arial" charset="0"/>
                  <a:sym typeface="Symbol" pitchFamily="18" charset="2"/>
                </a:rPr>
                <a:t> </a:t>
              </a:r>
              <a:r>
                <a:rPr lang="en-US" altLang="zh-CN" sz="1600" b="0" i="1">
                  <a:latin typeface="Arial" charset="0"/>
                  <a:sym typeface="Symbol" pitchFamily="18" charset="2"/>
                </a:rPr>
                <a:t>I </a:t>
              </a:r>
              <a:r>
                <a:rPr lang="en-US" altLang="zh-CN" sz="1600" b="0">
                  <a:latin typeface="Arial" charset="0"/>
                  <a:sym typeface="Symbol" pitchFamily="18" charset="2"/>
                </a:rPr>
                <a:t> </a:t>
              </a:r>
              <a:r>
                <a:rPr lang="en-US" altLang="zh-CN" sz="1600" b="0" i="1">
                  <a:latin typeface="Arial" charset="0"/>
                  <a:sym typeface="Symbol" pitchFamily="18" charset="2"/>
                </a:rPr>
                <a:t>C </a:t>
              </a:r>
              <a:r>
                <a:rPr lang="en-US" altLang="zh-CN" sz="1600" b="0">
                  <a:latin typeface="Arial" charset="0"/>
                  <a:sym typeface="Symbol" pitchFamily="18" charset="2"/>
                </a:rPr>
                <a:t> </a:t>
              </a:r>
              <a:r>
                <a:rPr lang="en-US" altLang="zh-CN" sz="1600" b="0" i="1">
                  <a:latin typeface="Arial" charset="0"/>
                  <a:sym typeface="Symbol" pitchFamily="18" charset="2"/>
                </a:rPr>
                <a:t>R</a:t>
              </a:r>
            </a:p>
          </p:txBody>
        </p:sp>
        <p:sp>
          <p:nvSpPr>
            <p:cNvPr id="201755" name="文本框 5"/>
            <p:cNvSpPr txBox="1">
              <a:spLocks noChangeArrowheads="1"/>
            </p:cNvSpPr>
            <p:nvPr/>
          </p:nvSpPr>
          <p:spPr bwMode="auto">
            <a:xfrm>
              <a:off x="2160" y="2544"/>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2D Recommender</a:t>
              </a:r>
            </a:p>
            <a:p>
              <a:pPr algn="ctr"/>
              <a:r>
                <a:rPr lang="en-US" altLang="zh-CN" sz="1600" b="0" i="1">
                  <a:latin typeface="Arial" charset="0"/>
                </a:rPr>
                <a:t>U </a:t>
              </a:r>
              <a:r>
                <a:rPr lang="en-US" altLang="zh-CN" sz="1600" b="0">
                  <a:latin typeface="Arial" charset="0"/>
                  <a:sym typeface="Symbol" pitchFamily="18" charset="2"/>
                </a:rPr>
                <a:t> </a:t>
              </a:r>
              <a:r>
                <a:rPr lang="en-US" altLang="zh-CN" sz="1600" b="0" i="1">
                  <a:latin typeface="Arial" charset="0"/>
                  <a:sym typeface="Symbol" pitchFamily="18" charset="2"/>
                </a:rPr>
                <a:t>I </a:t>
              </a:r>
              <a:r>
                <a:rPr lang="en-US" altLang="zh-CN" sz="1600" b="0">
                  <a:latin typeface="Arial" charset="0"/>
                  <a:sym typeface="Wingdings" pitchFamily="2" charset="2"/>
                </a:rPr>
                <a:t></a:t>
              </a:r>
              <a:r>
                <a:rPr lang="en-US" altLang="zh-CN" sz="1600" b="0">
                  <a:latin typeface="Arial" charset="0"/>
                  <a:sym typeface="Symbol" pitchFamily="18" charset="2"/>
                </a:rPr>
                <a:t> </a:t>
              </a:r>
              <a:r>
                <a:rPr lang="en-US" altLang="zh-CN" sz="1600" b="0" i="1">
                  <a:latin typeface="Arial" charset="0"/>
                  <a:sym typeface="Symbol" pitchFamily="18" charset="2"/>
                </a:rPr>
                <a:t>R</a:t>
              </a:r>
            </a:p>
          </p:txBody>
        </p:sp>
        <p:sp>
          <p:nvSpPr>
            <p:cNvPr id="201756" name="文本框 6"/>
            <p:cNvSpPr txBox="1">
              <a:spLocks noChangeArrowheads="1"/>
            </p:cNvSpPr>
            <p:nvPr/>
          </p:nvSpPr>
          <p:spPr bwMode="auto">
            <a:xfrm>
              <a:off x="2160" y="3120"/>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Recommendations</a:t>
              </a:r>
            </a:p>
            <a:p>
              <a:pPr algn="ctr"/>
              <a:r>
                <a:rPr lang="en-US" altLang="zh-CN" sz="1600" b="0" i="1">
                  <a:latin typeface="Arial" charset="0"/>
                </a:rPr>
                <a:t>i</a:t>
              </a:r>
              <a:r>
                <a:rPr lang="en-US" altLang="zh-CN" sz="1600" b="0" baseline="-25000">
                  <a:latin typeface="Arial" charset="0"/>
                </a:rPr>
                <a:t>1</a:t>
              </a:r>
              <a:r>
                <a:rPr lang="en-US" altLang="zh-CN" sz="1600" b="0" i="1">
                  <a:latin typeface="Arial" charset="0"/>
                </a:rPr>
                <a:t>, i</a:t>
              </a:r>
              <a:r>
                <a:rPr lang="en-US" altLang="zh-CN" sz="1600" b="0" baseline="-25000">
                  <a:latin typeface="Arial" charset="0"/>
                </a:rPr>
                <a:t>2</a:t>
              </a:r>
              <a:r>
                <a:rPr lang="en-US" altLang="zh-CN" sz="1600" b="0" i="1">
                  <a:latin typeface="Arial" charset="0"/>
                </a:rPr>
                <a:t>,</a:t>
              </a:r>
              <a:r>
                <a:rPr lang="en-US" altLang="zh-CN" sz="1600" b="0">
                  <a:latin typeface="Arial" charset="0"/>
                </a:rPr>
                <a:t> </a:t>
              </a:r>
              <a:r>
                <a:rPr lang="en-US" altLang="zh-CN" sz="1600" b="0" i="1">
                  <a:latin typeface="Arial" charset="0"/>
                </a:rPr>
                <a:t>i</a:t>
              </a:r>
              <a:r>
                <a:rPr lang="en-US" altLang="zh-CN" sz="1600" b="0" baseline="-25000">
                  <a:latin typeface="Arial" charset="0"/>
                </a:rPr>
                <a:t>3</a:t>
              </a:r>
              <a:r>
                <a:rPr lang="en-US" altLang="zh-CN" sz="1600" b="0" i="1">
                  <a:latin typeface="Arial" charset="0"/>
                </a:rPr>
                <a:t>,</a:t>
              </a:r>
              <a:r>
                <a:rPr lang="en-US" altLang="zh-CN" sz="1600" b="0">
                  <a:latin typeface="Arial" charset="0"/>
                </a:rPr>
                <a:t> </a:t>
              </a:r>
              <a:r>
                <a:rPr lang="en-US" altLang="zh-CN" sz="1600" b="0" i="1">
                  <a:latin typeface="Arial" charset="0"/>
                </a:rPr>
                <a:t>…</a:t>
              </a:r>
              <a:endParaRPr lang="en-US" altLang="zh-CN" sz="1600" b="0" i="1" baseline="-25000">
                <a:latin typeface="Arial" charset="0"/>
              </a:endParaRPr>
            </a:p>
          </p:txBody>
        </p:sp>
        <p:sp>
          <p:nvSpPr>
            <p:cNvPr id="201757" name="文本框 7"/>
            <p:cNvSpPr txBox="1">
              <a:spLocks noChangeArrowheads="1"/>
            </p:cNvSpPr>
            <p:nvPr/>
          </p:nvSpPr>
          <p:spPr bwMode="auto">
            <a:xfrm>
              <a:off x="2160" y="3696"/>
              <a:ext cx="1392" cy="5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Contextual Recommendations</a:t>
              </a:r>
            </a:p>
            <a:p>
              <a:pPr algn="ctr"/>
              <a:r>
                <a:rPr lang="en-US" altLang="zh-CN" sz="1600" b="0" i="1">
                  <a:latin typeface="Arial" charset="0"/>
                </a:rPr>
                <a:t>i</a:t>
              </a:r>
              <a:r>
                <a:rPr lang="en-US" altLang="zh-CN" sz="1600" b="0" baseline="-25000">
                  <a:latin typeface="Arial" charset="0"/>
                </a:rPr>
                <a:t>1</a:t>
              </a:r>
              <a:r>
                <a:rPr lang="en-US" altLang="zh-CN" sz="1600" b="0" i="1">
                  <a:latin typeface="Arial" charset="0"/>
                </a:rPr>
                <a:t>, i</a:t>
              </a:r>
              <a:r>
                <a:rPr lang="en-US" altLang="zh-CN" sz="1600" b="0" baseline="-25000">
                  <a:latin typeface="Arial" charset="0"/>
                </a:rPr>
                <a:t>2</a:t>
              </a:r>
              <a:r>
                <a:rPr lang="en-US" altLang="zh-CN" sz="1600" b="0" i="1">
                  <a:latin typeface="Arial" charset="0"/>
                </a:rPr>
                <a:t>,</a:t>
              </a:r>
              <a:r>
                <a:rPr lang="en-US" altLang="zh-CN" sz="1600" b="0">
                  <a:latin typeface="Arial" charset="0"/>
                </a:rPr>
                <a:t> </a:t>
              </a:r>
              <a:r>
                <a:rPr lang="en-US" altLang="zh-CN" sz="1600" b="0" i="1">
                  <a:latin typeface="Arial" charset="0"/>
                </a:rPr>
                <a:t>i</a:t>
              </a:r>
              <a:r>
                <a:rPr lang="en-US" altLang="zh-CN" sz="1600" b="0" baseline="-25000">
                  <a:latin typeface="Arial" charset="0"/>
                </a:rPr>
                <a:t>3</a:t>
              </a:r>
              <a:r>
                <a:rPr lang="en-US" altLang="zh-CN" sz="1600" b="0" i="1">
                  <a:latin typeface="Arial" charset="0"/>
                </a:rPr>
                <a:t>,</a:t>
              </a:r>
              <a:r>
                <a:rPr lang="en-US" altLang="zh-CN" sz="1600" b="0">
                  <a:latin typeface="Arial" charset="0"/>
                </a:rPr>
                <a:t> </a:t>
              </a:r>
              <a:r>
                <a:rPr lang="en-US" altLang="zh-CN" sz="1600" b="0" i="1">
                  <a:latin typeface="Arial" charset="0"/>
                </a:rPr>
                <a:t>…</a:t>
              </a:r>
            </a:p>
          </p:txBody>
        </p:sp>
        <p:sp>
          <p:nvSpPr>
            <p:cNvPr id="201758" name="直线 8"/>
            <p:cNvSpPr>
              <a:spLocks noChangeShapeType="1"/>
            </p:cNvSpPr>
            <p:nvPr/>
          </p:nvSpPr>
          <p:spPr bwMode="auto">
            <a:xfrm>
              <a:off x="2880" y="1776"/>
              <a:ext cx="0" cy="7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59" name="直线 9"/>
            <p:cNvSpPr>
              <a:spLocks noChangeShapeType="1"/>
            </p:cNvSpPr>
            <p:nvPr/>
          </p:nvSpPr>
          <p:spPr bwMode="auto">
            <a:xfrm>
              <a:off x="2880" y="292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60" name="直线 10"/>
            <p:cNvSpPr>
              <a:spLocks noChangeShapeType="1"/>
            </p:cNvSpPr>
            <p:nvPr/>
          </p:nvSpPr>
          <p:spPr bwMode="auto">
            <a:xfrm>
              <a:off x="2880" y="350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61" name="文本框 11"/>
            <p:cNvSpPr txBox="1">
              <a:spLocks noChangeArrowheads="1"/>
            </p:cNvSpPr>
            <p:nvPr/>
          </p:nvSpPr>
          <p:spPr bwMode="auto">
            <a:xfrm>
              <a:off x="2016" y="1113"/>
              <a:ext cx="1885" cy="2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r>
                <a:rPr lang="en-US" altLang="zh-CN" sz="2000" b="0">
                  <a:latin typeface="Arial" charset="0"/>
                </a:rPr>
                <a:t>Contextual Post-Filtering</a:t>
              </a:r>
            </a:p>
          </p:txBody>
        </p:sp>
        <p:sp>
          <p:nvSpPr>
            <p:cNvPr id="201762" name="文本框 12"/>
            <p:cNvSpPr txBox="1">
              <a:spLocks noChangeArrowheads="1"/>
            </p:cNvSpPr>
            <p:nvPr/>
          </p:nvSpPr>
          <p:spPr bwMode="auto">
            <a:xfrm>
              <a:off x="1920" y="3456"/>
              <a:ext cx="213" cy="291"/>
            </a:xfrm>
            <a:prstGeom prst="rect">
              <a:avLst/>
            </a:prstGeom>
            <a:solidFill>
              <a:srgbClr val="EAEAEA"/>
            </a:solidFill>
            <a:ln w="19050">
              <a:solidFill>
                <a:schemeClr val="tx1"/>
              </a:solidFill>
              <a:prstDash val="dash"/>
              <a:miter lim="800000"/>
              <a:headEnd/>
              <a:tailEnd/>
            </a:ln>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r>
                <a:rPr lang="en-US" altLang="zh-CN" b="0" i="1">
                  <a:latin typeface="Arial" charset="0"/>
                </a:rPr>
                <a:t>c</a:t>
              </a:r>
            </a:p>
          </p:txBody>
        </p:sp>
        <p:sp>
          <p:nvSpPr>
            <p:cNvPr id="201763" name="直线 13"/>
            <p:cNvSpPr>
              <a:spLocks noChangeShapeType="1"/>
            </p:cNvSpPr>
            <p:nvPr/>
          </p:nvSpPr>
          <p:spPr bwMode="auto">
            <a:xfrm>
              <a:off x="2112" y="3600"/>
              <a:ext cx="768"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grpSp>
      <p:grpSp>
        <p:nvGrpSpPr>
          <p:cNvPr id="201733" name="组合 14"/>
          <p:cNvGrpSpPr>
            <a:grpSpLocks/>
          </p:cNvGrpSpPr>
          <p:nvPr/>
        </p:nvGrpSpPr>
        <p:grpSpPr bwMode="auto">
          <a:xfrm>
            <a:off x="215900" y="1260475"/>
            <a:ext cx="3041650" cy="4935538"/>
            <a:chOff x="136" y="1115"/>
            <a:chExt cx="1916" cy="3109"/>
          </a:xfrm>
        </p:grpSpPr>
        <p:sp>
          <p:nvSpPr>
            <p:cNvPr id="201744" name="文本框 15"/>
            <p:cNvSpPr txBox="1">
              <a:spLocks noChangeArrowheads="1"/>
            </p:cNvSpPr>
            <p:nvPr/>
          </p:nvSpPr>
          <p:spPr bwMode="auto">
            <a:xfrm>
              <a:off x="394" y="1394"/>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Data</a:t>
              </a:r>
            </a:p>
            <a:p>
              <a:pPr algn="ctr"/>
              <a:r>
                <a:rPr lang="en-US" altLang="zh-CN" sz="1600" b="0" i="1">
                  <a:latin typeface="Arial" charset="0"/>
                </a:rPr>
                <a:t>U </a:t>
              </a:r>
              <a:r>
                <a:rPr lang="en-US" altLang="zh-CN" sz="1600" b="0">
                  <a:latin typeface="Arial" charset="0"/>
                  <a:sym typeface="Symbol" pitchFamily="18" charset="2"/>
                </a:rPr>
                <a:t> </a:t>
              </a:r>
              <a:r>
                <a:rPr lang="en-US" altLang="zh-CN" sz="1600" b="0" i="1">
                  <a:latin typeface="Arial" charset="0"/>
                  <a:sym typeface="Symbol" pitchFamily="18" charset="2"/>
                </a:rPr>
                <a:t>I </a:t>
              </a:r>
              <a:r>
                <a:rPr lang="en-US" altLang="zh-CN" sz="1600" b="0">
                  <a:latin typeface="Arial" charset="0"/>
                  <a:sym typeface="Symbol" pitchFamily="18" charset="2"/>
                </a:rPr>
                <a:t> </a:t>
              </a:r>
              <a:r>
                <a:rPr lang="en-US" altLang="zh-CN" sz="1600" b="0" i="1">
                  <a:latin typeface="Arial" charset="0"/>
                  <a:sym typeface="Symbol" pitchFamily="18" charset="2"/>
                </a:rPr>
                <a:t>C </a:t>
              </a:r>
              <a:r>
                <a:rPr lang="en-US" altLang="zh-CN" sz="1600" b="0">
                  <a:latin typeface="Arial" charset="0"/>
                  <a:sym typeface="Symbol" pitchFamily="18" charset="2"/>
                </a:rPr>
                <a:t> </a:t>
              </a:r>
              <a:r>
                <a:rPr lang="en-US" altLang="zh-CN" sz="1600" b="0" i="1">
                  <a:latin typeface="Arial" charset="0"/>
                  <a:sym typeface="Symbol" pitchFamily="18" charset="2"/>
                </a:rPr>
                <a:t>R</a:t>
              </a:r>
            </a:p>
          </p:txBody>
        </p:sp>
        <p:sp>
          <p:nvSpPr>
            <p:cNvPr id="201745" name="文本框 16"/>
            <p:cNvSpPr txBox="1">
              <a:spLocks noChangeArrowheads="1"/>
            </p:cNvSpPr>
            <p:nvPr/>
          </p:nvSpPr>
          <p:spPr bwMode="auto">
            <a:xfrm>
              <a:off x="394" y="1968"/>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Contextualized Data</a:t>
              </a:r>
            </a:p>
            <a:p>
              <a:pPr algn="ctr"/>
              <a:r>
                <a:rPr lang="en-US" altLang="zh-CN" sz="1600" b="0" i="1">
                  <a:latin typeface="Arial" charset="0"/>
                </a:rPr>
                <a:t>U </a:t>
              </a:r>
              <a:r>
                <a:rPr lang="en-US" altLang="zh-CN" sz="1600" b="0">
                  <a:latin typeface="Arial" charset="0"/>
                  <a:sym typeface="Symbol" pitchFamily="18" charset="2"/>
                </a:rPr>
                <a:t> </a:t>
              </a:r>
              <a:r>
                <a:rPr lang="en-US" altLang="zh-CN" sz="1600" b="0" i="1">
                  <a:latin typeface="Arial" charset="0"/>
                  <a:sym typeface="Symbol" pitchFamily="18" charset="2"/>
                </a:rPr>
                <a:t>I </a:t>
              </a:r>
              <a:r>
                <a:rPr lang="en-US" altLang="zh-CN" sz="1600" b="0">
                  <a:latin typeface="Arial" charset="0"/>
                  <a:sym typeface="Symbol" pitchFamily="18" charset="2"/>
                </a:rPr>
                <a:t> </a:t>
              </a:r>
              <a:r>
                <a:rPr lang="en-US" altLang="zh-CN" sz="1600" b="0" i="1">
                  <a:latin typeface="Arial" charset="0"/>
                  <a:sym typeface="Symbol" pitchFamily="18" charset="2"/>
                </a:rPr>
                <a:t>R</a:t>
              </a:r>
            </a:p>
          </p:txBody>
        </p:sp>
        <p:sp>
          <p:nvSpPr>
            <p:cNvPr id="201746" name="文本框 17"/>
            <p:cNvSpPr txBox="1">
              <a:spLocks noChangeArrowheads="1"/>
            </p:cNvSpPr>
            <p:nvPr/>
          </p:nvSpPr>
          <p:spPr bwMode="auto">
            <a:xfrm>
              <a:off x="394" y="2546"/>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2D Recommender</a:t>
              </a:r>
            </a:p>
            <a:p>
              <a:pPr algn="ctr"/>
              <a:r>
                <a:rPr lang="en-US" altLang="zh-CN" sz="1600" b="0" i="1">
                  <a:latin typeface="Arial" charset="0"/>
                </a:rPr>
                <a:t>U </a:t>
              </a:r>
              <a:r>
                <a:rPr lang="en-US" altLang="zh-CN" sz="1600" b="0">
                  <a:latin typeface="Arial" charset="0"/>
                  <a:sym typeface="Symbol" pitchFamily="18" charset="2"/>
                </a:rPr>
                <a:t> </a:t>
              </a:r>
              <a:r>
                <a:rPr lang="en-US" altLang="zh-CN" sz="1600" b="0" i="1">
                  <a:latin typeface="Arial" charset="0"/>
                  <a:sym typeface="Symbol" pitchFamily="18" charset="2"/>
                </a:rPr>
                <a:t>I </a:t>
              </a:r>
              <a:r>
                <a:rPr lang="en-US" altLang="zh-CN" sz="1600" b="0">
                  <a:latin typeface="Arial" charset="0"/>
                  <a:sym typeface="Wingdings" pitchFamily="2" charset="2"/>
                </a:rPr>
                <a:t></a:t>
              </a:r>
              <a:r>
                <a:rPr lang="en-US" altLang="zh-CN" sz="1600" b="0">
                  <a:latin typeface="Arial" charset="0"/>
                  <a:sym typeface="Symbol" pitchFamily="18" charset="2"/>
                </a:rPr>
                <a:t> </a:t>
              </a:r>
              <a:r>
                <a:rPr lang="en-US" altLang="zh-CN" sz="1600" b="0" i="1">
                  <a:latin typeface="Arial" charset="0"/>
                  <a:sym typeface="Symbol" pitchFamily="18" charset="2"/>
                </a:rPr>
                <a:t>R</a:t>
              </a:r>
            </a:p>
          </p:txBody>
        </p:sp>
        <p:sp>
          <p:nvSpPr>
            <p:cNvPr id="201747" name="文本框 18"/>
            <p:cNvSpPr txBox="1">
              <a:spLocks noChangeArrowheads="1"/>
            </p:cNvSpPr>
            <p:nvPr/>
          </p:nvSpPr>
          <p:spPr bwMode="auto">
            <a:xfrm>
              <a:off x="394" y="3698"/>
              <a:ext cx="1392" cy="5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Contextual Recommendations</a:t>
              </a:r>
            </a:p>
            <a:p>
              <a:pPr algn="ctr"/>
              <a:r>
                <a:rPr lang="en-US" altLang="zh-CN" sz="1600" b="0" i="1">
                  <a:latin typeface="Arial" charset="0"/>
                </a:rPr>
                <a:t>i</a:t>
              </a:r>
              <a:r>
                <a:rPr lang="en-US" altLang="zh-CN" sz="1600" b="0" baseline="-25000">
                  <a:latin typeface="Arial" charset="0"/>
                </a:rPr>
                <a:t>1</a:t>
              </a:r>
              <a:r>
                <a:rPr lang="en-US" altLang="zh-CN" sz="1600" b="0" i="1">
                  <a:latin typeface="Arial" charset="0"/>
                </a:rPr>
                <a:t>, i</a:t>
              </a:r>
              <a:r>
                <a:rPr lang="en-US" altLang="zh-CN" sz="1600" b="0" baseline="-25000">
                  <a:latin typeface="Arial" charset="0"/>
                </a:rPr>
                <a:t>2</a:t>
              </a:r>
              <a:r>
                <a:rPr lang="en-US" altLang="zh-CN" sz="1600" b="0" i="1">
                  <a:latin typeface="Arial" charset="0"/>
                </a:rPr>
                <a:t>,</a:t>
              </a:r>
              <a:r>
                <a:rPr lang="en-US" altLang="zh-CN" sz="1600" b="0">
                  <a:latin typeface="Arial" charset="0"/>
                </a:rPr>
                <a:t> </a:t>
              </a:r>
              <a:r>
                <a:rPr lang="en-US" altLang="zh-CN" sz="1600" b="0" i="1">
                  <a:latin typeface="Arial" charset="0"/>
                </a:rPr>
                <a:t>i</a:t>
              </a:r>
              <a:r>
                <a:rPr lang="en-US" altLang="zh-CN" sz="1600" b="0" baseline="-25000">
                  <a:latin typeface="Arial" charset="0"/>
                </a:rPr>
                <a:t>3</a:t>
              </a:r>
              <a:r>
                <a:rPr lang="en-US" altLang="zh-CN" sz="1600" b="0" i="1">
                  <a:latin typeface="Arial" charset="0"/>
                </a:rPr>
                <a:t>,</a:t>
              </a:r>
              <a:r>
                <a:rPr lang="en-US" altLang="zh-CN" sz="1600" b="0">
                  <a:latin typeface="Arial" charset="0"/>
                </a:rPr>
                <a:t> </a:t>
              </a:r>
              <a:r>
                <a:rPr lang="en-US" altLang="zh-CN" sz="1600" b="0" i="1">
                  <a:latin typeface="Arial" charset="0"/>
                </a:rPr>
                <a:t>…</a:t>
              </a:r>
            </a:p>
          </p:txBody>
        </p:sp>
        <p:sp>
          <p:nvSpPr>
            <p:cNvPr id="201748" name="直线 19"/>
            <p:cNvSpPr>
              <a:spLocks noChangeShapeType="1"/>
            </p:cNvSpPr>
            <p:nvPr/>
          </p:nvSpPr>
          <p:spPr bwMode="auto">
            <a:xfrm>
              <a:off x="1114" y="177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49" name="直线 20"/>
            <p:cNvSpPr>
              <a:spLocks noChangeShapeType="1"/>
            </p:cNvSpPr>
            <p:nvPr/>
          </p:nvSpPr>
          <p:spPr bwMode="auto">
            <a:xfrm>
              <a:off x="1114" y="235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50" name="直线 21"/>
            <p:cNvSpPr>
              <a:spLocks noChangeShapeType="1"/>
            </p:cNvSpPr>
            <p:nvPr/>
          </p:nvSpPr>
          <p:spPr bwMode="auto">
            <a:xfrm>
              <a:off x="1104" y="2928"/>
              <a:ext cx="10" cy="7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51" name="文本框 22"/>
            <p:cNvSpPr txBox="1">
              <a:spLocks noChangeArrowheads="1"/>
            </p:cNvSpPr>
            <p:nvPr/>
          </p:nvSpPr>
          <p:spPr bwMode="auto">
            <a:xfrm>
              <a:off x="238" y="1115"/>
              <a:ext cx="1814" cy="2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r>
                <a:rPr lang="en-US" altLang="zh-CN" sz="2000" b="0">
                  <a:latin typeface="Arial" charset="0"/>
                </a:rPr>
                <a:t>Contextual Pre-Filtering</a:t>
              </a:r>
            </a:p>
          </p:txBody>
        </p:sp>
        <p:sp>
          <p:nvSpPr>
            <p:cNvPr id="201752" name="文本框 23"/>
            <p:cNvSpPr txBox="1">
              <a:spLocks noChangeArrowheads="1"/>
            </p:cNvSpPr>
            <p:nvPr/>
          </p:nvSpPr>
          <p:spPr bwMode="auto">
            <a:xfrm>
              <a:off x="136" y="1728"/>
              <a:ext cx="213" cy="291"/>
            </a:xfrm>
            <a:prstGeom prst="rect">
              <a:avLst/>
            </a:prstGeom>
            <a:solidFill>
              <a:srgbClr val="EAEAEA"/>
            </a:solidFill>
            <a:ln w="19050">
              <a:solidFill>
                <a:schemeClr val="tx1"/>
              </a:solidFill>
              <a:prstDash val="dash"/>
              <a:miter lim="800000"/>
              <a:headEnd/>
              <a:tailEnd/>
            </a:ln>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r>
                <a:rPr lang="en-US" altLang="zh-CN" b="0" i="1">
                  <a:latin typeface="Arial" charset="0"/>
                </a:rPr>
                <a:t>c</a:t>
              </a:r>
            </a:p>
          </p:txBody>
        </p:sp>
        <p:sp>
          <p:nvSpPr>
            <p:cNvPr id="201753" name="直线 24"/>
            <p:cNvSpPr>
              <a:spLocks noChangeShapeType="1"/>
            </p:cNvSpPr>
            <p:nvPr/>
          </p:nvSpPr>
          <p:spPr bwMode="auto">
            <a:xfrm>
              <a:off x="336" y="1872"/>
              <a:ext cx="778"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grpSp>
      <p:grpSp>
        <p:nvGrpSpPr>
          <p:cNvPr id="201734" name="组合 25"/>
          <p:cNvGrpSpPr>
            <a:grpSpLocks/>
          </p:cNvGrpSpPr>
          <p:nvPr/>
        </p:nvGrpSpPr>
        <p:grpSpPr bwMode="auto">
          <a:xfrm>
            <a:off x="6419850" y="1243013"/>
            <a:ext cx="2524125" cy="4935537"/>
            <a:chOff x="3948" y="1104"/>
            <a:chExt cx="1590" cy="3109"/>
          </a:xfrm>
        </p:grpSpPr>
        <p:sp>
          <p:nvSpPr>
            <p:cNvPr id="201736" name="文本框 26"/>
            <p:cNvSpPr txBox="1">
              <a:spLocks noChangeArrowheads="1"/>
            </p:cNvSpPr>
            <p:nvPr/>
          </p:nvSpPr>
          <p:spPr bwMode="auto">
            <a:xfrm>
              <a:off x="3974" y="1383"/>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Data</a:t>
              </a:r>
            </a:p>
            <a:p>
              <a:pPr algn="ctr"/>
              <a:r>
                <a:rPr lang="en-US" altLang="zh-CN" sz="1600" b="0" i="1">
                  <a:latin typeface="Arial" charset="0"/>
                </a:rPr>
                <a:t>U </a:t>
              </a:r>
              <a:r>
                <a:rPr lang="en-US" altLang="zh-CN" sz="1600" b="0">
                  <a:latin typeface="Arial" charset="0"/>
                  <a:sym typeface="Symbol" pitchFamily="18" charset="2"/>
                </a:rPr>
                <a:t> </a:t>
              </a:r>
              <a:r>
                <a:rPr lang="en-US" altLang="zh-CN" sz="1600" b="0" i="1">
                  <a:latin typeface="Arial" charset="0"/>
                  <a:sym typeface="Symbol" pitchFamily="18" charset="2"/>
                </a:rPr>
                <a:t>I </a:t>
              </a:r>
              <a:r>
                <a:rPr lang="en-US" altLang="zh-CN" sz="1600" b="0">
                  <a:latin typeface="Arial" charset="0"/>
                  <a:sym typeface="Symbol" pitchFamily="18" charset="2"/>
                </a:rPr>
                <a:t> </a:t>
              </a:r>
              <a:r>
                <a:rPr lang="en-US" altLang="zh-CN" sz="1600" b="0" i="1">
                  <a:latin typeface="Arial" charset="0"/>
                  <a:sym typeface="Symbol" pitchFamily="18" charset="2"/>
                </a:rPr>
                <a:t>C </a:t>
              </a:r>
              <a:r>
                <a:rPr lang="en-US" altLang="zh-CN" sz="1600" b="0">
                  <a:latin typeface="Arial" charset="0"/>
                  <a:sym typeface="Symbol" pitchFamily="18" charset="2"/>
                </a:rPr>
                <a:t> </a:t>
              </a:r>
              <a:r>
                <a:rPr lang="en-US" altLang="zh-CN" sz="1600" b="0" i="1">
                  <a:latin typeface="Arial" charset="0"/>
                  <a:sym typeface="Symbol" pitchFamily="18" charset="2"/>
                </a:rPr>
                <a:t>R</a:t>
              </a:r>
            </a:p>
          </p:txBody>
        </p:sp>
        <p:sp>
          <p:nvSpPr>
            <p:cNvPr id="201737" name="文本框 27"/>
            <p:cNvSpPr txBox="1">
              <a:spLocks noChangeArrowheads="1"/>
            </p:cNvSpPr>
            <p:nvPr/>
          </p:nvSpPr>
          <p:spPr bwMode="auto">
            <a:xfrm>
              <a:off x="3984" y="2544"/>
              <a:ext cx="1392" cy="3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MD Recommender</a:t>
              </a:r>
            </a:p>
            <a:p>
              <a:pPr algn="ctr"/>
              <a:r>
                <a:rPr lang="en-US" altLang="zh-CN" sz="1600" b="0" i="1">
                  <a:latin typeface="Arial" charset="0"/>
                </a:rPr>
                <a:t>U </a:t>
              </a:r>
              <a:r>
                <a:rPr lang="en-US" altLang="zh-CN" sz="1600" b="0">
                  <a:latin typeface="Arial" charset="0"/>
                  <a:sym typeface="Symbol" pitchFamily="18" charset="2"/>
                </a:rPr>
                <a:t> </a:t>
              </a:r>
              <a:r>
                <a:rPr lang="en-US" altLang="zh-CN" sz="1600" b="0" i="1">
                  <a:latin typeface="Arial" charset="0"/>
                  <a:sym typeface="Symbol" pitchFamily="18" charset="2"/>
                </a:rPr>
                <a:t>I</a:t>
              </a:r>
              <a:r>
                <a:rPr lang="en-US" altLang="zh-CN" sz="1600" b="0">
                  <a:latin typeface="Arial" charset="0"/>
                </a:rPr>
                <a:t> </a:t>
              </a:r>
              <a:r>
                <a:rPr lang="en-US" altLang="zh-CN" sz="1600" b="0">
                  <a:latin typeface="Arial" charset="0"/>
                  <a:sym typeface="Symbol" pitchFamily="18" charset="2"/>
                </a:rPr>
                <a:t> </a:t>
              </a:r>
              <a:r>
                <a:rPr lang="en-US" altLang="zh-CN" sz="1600" b="0" i="1">
                  <a:latin typeface="Arial" charset="0"/>
                  <a:sym typeface="Symbol" pitchFamily="18" charset="2"/>
                </a:rPr>
                <a:t>C </a:t>
              </a:r>
              <a:r>
                <a:rPr lang="en-US" altLang="zh-CN" sz="1600" b="0">
                  <a:latin typeface="Arial" charset="0"/>
                  <a:sym typeface="Wingdings" pitchFamily="2" charset="2"/>
                </a:rPr>
                <a:t></a:t>
              </a:r>
              <a:r>
                <a:rPr lang="en-US" altLang="zh-CN" sz="1600" b="0">
                  <a:latin typeface="Arial" charset="0"/>
                  <a:sym typeface="Symbol" pitchFamily="18" charset="2"/>
                </a:rPr>
                <a:t> </a:t>
              </a:r>
              <a:r>
                <a:rPr lang="en-US" altLang="zh-CN" sz="1600" b="0" i="1">
                  <a:latin typeface="Arial" charset="0"/>
                  <a:sym typeface="Symbol" pitchFamily="18" charset="2"/>
                </a:rPr>
                <a:t>R</a:t>
              </a:r>
            </a:p>
          </p:txBody>
        </p:sp>
        <p:sp>
          <p:nvSpPr>
            <p:cNvPr id="201738" name="文本框 28"/>
            <p:cNvSpPr txBox="1">
              <a:spLocks noChangeArrowheads="1"/>
            </p:cNvSpPr>
            <p:nvPr/>
          </p:nvSpPr>
          <p:spPr bwMode="auto">
            <a:xfrm>
              <a:off x="3974" y="3687"/>
              <a:ext cx="1392" cy="5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algn="ctr"/>
              <a:r>
                <a:rPr lang="en-US" altLang="zh-CN" sz="1600" b="0">
                  <a:latin typeface="Arial" charset="0"/>
                </a:rPr>
                <a:t>Contextual Recommendations</a:t>
              </a:r>
            </a:p>
            <a:p>
              <a:pPr algn="ctr"/>
              <a:r>
                <a:rPr lang="en-US" altLang="zh-CN" sz="1600" b="0" i="1">
                  <a:latin typeface="Arial" charset="0"/>
                </a:rPr>
                <a:t>i</a:t>
              </a:r>
              <a:r>
                <a:rPr lang="en-US" altLang="zh-CN" sz="1600" b="0" baseline="-25000">
                  <a:latin typeface="Arial" charset="0"/>
                </a:rPr>
                <a:t>1</a:t>
              </a:r>
              <a:r>
                <a:rPr lang="en-US" altLang="zh-CN" sz="1600" b="0" i="1">
                  <a:latin typeface="Arial" charset="0"/>
                </a:rPr>
                <a:t>, i</a:t>
              </a:r>
              <a:r>
                <a:rPr lang="en-US" altLang="zh-CN" sz="1600" b="0" baseline="-25000">
                  <a:latin typeface="Arial" charset="0"/>
                </a:rPr>
                <a:t>2</a:t>
              </a:r>
              <a:r>
                <a:rPr lang="en-US" altLang="zh-CN" sz="1600" b="0" i="1">
                  <a:latin typeface="Arial" charset="0"/>
                </a:rPr>
                <a:t>,</a:t>
              </a:r>
              <a:r>
                <a:rPr lang="en-US" altLang="zh-CN" sz="1600" b="0">
                  <a:latin typeface="Arial" charset="0"/>
                </a:rPr>
                <a:t> </a:t>
              </a:r>
              <a:r>
                <a:rPr lang="en-US" altLang="zh-CN" sz="1600" b="0" i="1">
                  <a:latin typeface="Arial" charset="0"/>
                </a:rPr>
                <a:t>i</a:t>
              </a:r>
              <a:r>
                <a:rPr lang="en-US" altLang="zh-CN" sz="1600" b="0" baseline="-25000">
                  <a:latin typeface="Arial" charset="0"/>
                </a:rPr>
                <a:t>3</a:t>
              </a:r>
              <a:r>
                <a:rPr lang="en-US" altLang="zh-CN" sz="1600" b="0" i="1">
                  <a:latin typeface="Arial" charset="0"/>
                </a:rPr>
                <a:t>,</a:t>
              </a:r>
              <a:r>
                <a:rPr lang="en-US" altLang="zh-CN" sz="1600" b="0">
                  <a:latin typeface="Arial" charset="0"/>
                </a:rPr>
                <a:t> </a:t>
              </a:r>
              <a:r>
                <a:rPr lang="en-US" altLang="zh-CN" sz="1600" b="0" i="1">
                  <a:latin typeface="Arial" charset="0"/>
                </a:rPr>
                <a:t>…</a:t>
              </a:r>
            </a:p>
          </p:txBody>
        </p:sp>
        <p:sp>
          <p:nvSpPr>
            <p:cNvPr id="201739" name="直线 29"/>
            <p:cNvSpPr>
              <a:spLocks noChangeShapeType="1"/>
            </p:cNvSpPr>
            <p:nvPr/>
          </p:nvSpPr>
          <p:spPr bwMode="auto">
            <a:xfrm>
              <a:off x="4694" y="1767"/>
              <a:ext cx="0" cy="7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40" name="直线 30"/>
            <p:cNvSpPr>
              <a:spLocks noChangeShapeType="1"/>
            </p:cNvSpPr>
            <p:nvPr/>
          </p:nvSpPr>
          <p:spPr bwMode="auto">
            <a:xfrm flipH="1">
              <a:off x="4694" y="2928"/>
              <a:ext cx="10" cy="7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sp>
          <p:nvSpPr>
            <p:cNvPr id="201741" name="文本框 31"/>
            <p:cNvSpPr txBox="1">
              <a:spLocks noChangeArrowheads="1"/>
            </p:cNvSpPr>
            <p:nvPr/>
          </p:nvSpPr>
          <p:spPr bwMode="auto">
            <a:xfrm>
              <a:off x="3948" y="1104"/>
              <a:ext cx="1590" cy="2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r>
                <a:rPr lang="en-US" altLang="zh-CN" sz="2000" b="0" dirty="0">
                  <a:latin typeface="Arial" charset="0"/>
                </a:rPr>
                <a:t>Contextual Modeling</a:t>
              </a:r>
            </a:p>
          </p:txBody>
        </p:sp>
        <p:sp>
          <p:nvSpPr>
            <p:cNvPr id="201742" name="文本框 32"/>
            <p:cNvSpPr txBox="1">
              <a:spLocks noChangeArrowheads="1"/>
            </p:cNvSpPr>
            <p:nvPr/>
          </p:nvSpPr>
          <p:spPr bwMode="auto">
            <a:xfrm>
              <a:off x="3984" y="3168"/>
              <a:ext cx="213" cy="291"/>
            </a:xfrm>
            <a:prstGeom prst="rect">
              <a:avLst/>
            </a:prstGeom>
            <a:solidFill>
              <a:srgbClr val="EAEAEA"/>
            </a:solidFill>
            <a:ln w="19050">
              <a:solidFill>
                <a:schemeClr val="tx1"/>
              </a:solidFill>
              <a:prstDash val="dash"/>
              <a:miter lim="800000"/>
              <a:headEnd/>
              <a:tailEnd/>
            </a:ln>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r>
                <a:rPr lang="en-US" altLang="zh-CN" b="0" i="1" dirty="0">
                  <a:latin typeface="Arial" charset="0"/>
                </a:rPr>
                <a:t>c</a:t>
              </a:r>
            </a:p>
          </p:txBody>
        </p:sp>
        <p:sp>
          <p:nvSpPr>
            <p:cNvPr id="201743" name="直线 33"/>
            <p:cNvSpPr>
              <a:spLocks noChangeShapeType="1"/>
            </p:cNvSpPr>
            <p:nvPr/>
          </p:nvSpPr>
          <p:spPr bwMode="auto">
            <a:xfrm>
              <a:off x="4176" y="3312"/>
              <a:ext cx="528"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b="0"/>
            </a:p>
          </p:txBody>
        </p:sp>
      </p:grpSp>
      <p:sp>
        <p:nvSpPr>
          <p:cNvPr id="201735" name="文本框 34"/>
          <p:cNvSpPr txBox="1">
            <a:spLocks noChangeArrowheads="1"/>
          </p:cNvSpPr>
          <p:nvPr/>
        </p:nvSpPr>
        <p:spPr bwMode="auto">
          <a:xfrm>
            <a:off x="4330700" y="6333331"/>
            <a:ext cx="33078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Book Antiqua" pitchFamily="18" charset="0"/>
                <a:ea typeface="宋体" pitchFamily="2" charset="-122"/>
              </a:defRPr>
            </a:lvl1pPr>
            <a:lvl2pPr marL="742950" indent="-285750" eaLnBrk="0" hangingPunct="0">
              <a:defRPr sz="2400">
                <a:solidFill>
                  <a:schemeClr val="tx1"/>
                </a:solidFill>
                <a:latin typeface="Book Antiqua" pitchFamily="18" charset="0"/>
                <a:ea typeface="宋体" pitchFamily="2" charset="-122"/>
              </a:defRPr>
            </a:lvl2pPr>
            <a:lvl3pPr marL="1143000" indent="-228600" eaLnBrk="0" hangingPunct="0">
              <a:defRPr sz="2400">
                <a:solidFill>
                  <a:schemeClr val="tx1"/>
                </a:solidFill>
                <a:latin typeface="Book Antiqua" pitchFamily="18" charset="0"/>
                <a:ea typeface="宋体" pitchFamily="2" charset="-122"/>
              </a:defRPr>
            </a:lvl3pPr>
            <a:lvl4pPr marL="1600200" indent="-228600" eaLnBrk="0" hangingPunct="0">
              <a:defRPr sz="2400">
                <a:solidFill>
                  <a:schemeClr val="tx1"/>
                </a:solidFill>
                <a:latin typeface="Book Antiqua" pitchFamily="18" charset="0"/>
                <a:ea typeface="宋体" pitchFamily="2" charset="-122"/>
              </a:defRPr>
            </a:lvl4pPr>
            <a:lvl5pPr marL="2057400" indent="-228600" eaLnBrk="0" hangingPunct="0">
              <a:defRPr sz="2400">
                <a:solidFill>
                  <a:schemeClr val="tx1"/>
                </a:solidFill>
                <a:latin typeface="Book Antiqua"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Book Antiqua"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Book Antiqua"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Book Antiqua"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Book Antiqua" pitchFamily="18" charset="0"/>
                <a:ea typeface="宋体" pitchFamily="2" charset="-122"/>
              </a:defRPr>
            </a:lvl9pPr>
          </a:lstStyle>
          <a:p>
            <a:pPr eaLnBrk="1" hangingPunct="1"/>
            <a:r>
              <a:rPr lang="en-US" altLang="zh-CN" sz="1800" b="0" dirty="0">
                <a:latin typeface="Times New Roman" pitchFamily="18" charset="0"/>
              </a:rPr>
              <a:t>[</a:t>
            </a:r>
            <a:r>
              <a:rPr lang="en-US" altLang="zh-CN" sz="1800" b="0" dirty="0" err="1">
                <a:latin typeface="Times New Roman" pitchFamily="18" charset="0"/>
              </a:rPr>
              <a:t>Adomavicius</a:t>
            </a:r>
            <a:r>
              <a:rPr lang="en-US" altLang="zh-CN" sz="1800" b="0" dirty="0">
                <a:latin typeface="Times New Roman" pitchFamily="18" charset="0"/>
              </a:rPr>
              <a:t> and </a:t>
            </a:r>
            <a:r>
              <a:rPr lang="en-US" altLang="zh-CN" sz="1800" b="0" dirty="0" err="1">
                <a:latin typeface="Times New Roman" pitchFamily="18" charset="0"/>
              </a:rPr>
              <a:t>Tuzhilin</a:t>
            </a:r>
            <a:r>
              <a:rPr lang="en-US" altLang="zh-CN" sz="1800" b="0" dirty="0">
                <a:latin typeface="Times New Roman" pitchFamily="18" charset="0"/>
              </a:rPr>
              <a:t> 2008]</a:t>
            </a:r>
          </a:p>
        </p:txBody>
      </p:sp>
    </p:spTree>
    <p:extLst>
      <p:ext uri="{BB962C8B-B14F-4D97-AF65-F5344CB8AC3E}">
        <p14:creationId xmlns:p14="http://schemas.microsoft.com/office/powerpoint/2010/main" val="989864490"/>
      </p:ext>
    </p:extLst>
  </p:cSld>
  <p:clrMapOvr>
    <a:masterClrMapping/>
  </p:clrMapOvr>
  <p:transition>
    <p:pull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GB" altLang="zh-CN" dirty="0"/>
              <a:t>Conclusions</a:t>
            </a:r>
            <a:endParaRPr lang="zh-CN" altLang="en-US" dirty="0"/>
          </a:p>
        </p:txBody>
      </p:sp>
      <p:sp>
        <p:nvSpPr>
          <p:cNvPr id="4" name="灯片编号占位符 3"/>
          <p:cNvSpPr>
            <a:spLocks noGrp="1"/>
          </p:cNvSpPr>
          <p:nvPr>
            <p:ph type="sldNum" sz="quarter" idx="4294967295"/>
          </p:nvPr>
        </p:nvSpPr>
        <p:spPr>
          <a:xfrm>
            <a:off x="7010400" y="6308725"/>
            <a:ext cx="2133600" cy="406400"/>
          </a:xfrm>
        </p:spPr>
        <p:txBody>
          <a:bodyPr/>
          <a:lstStyle/>
          <a:p>
            <a:pPr>
              <a:defRPr/>
            </a:pPr>
            <a:fld id="{5C3B0A76-BCEF-4CED-B455-0B8407BDD7D2}" type="slidenum">
              <a:rPr lang="en-US" altLang="zh-CN" sz="2400" b="0" smtClean="0"/>
              <a:pPr>
                <a:defRPr/>
              </a:pPr>
              <a:t>39</a:t>
            </a:fld>
            <a:endParaRPr lang="en-US" altLang="zh-CN" sz="2400" b="0"/>
          </a:p>
        </p:txBody>
      </p:sp>
      <p:sp>
        <p:nvSpPr>
          <p:cNvPr id="204804" name="云形 4"/>
          <p:cNvSpPr>
            <a:spLocks/>
          </p:cNvSpPr>
          <p:nvPr/>
        </p:nvSpPr>
        <p:spPr bwMode="auto">
          <a:xfrm>
            <a:off x="1042988" y="5734050"/>
            <a:ext cx="3794125"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47483647 h 43200"/>
              <a:gd name="T26" fmla="*/ 2147483647 w 43200"/>
              <a:gd name="T27" fmla="*/ 2147483647 h 43200"/>
              <a:gd name="T28" fmla="*/ 2147483647 w 43200"/>
              <a:gd name="T29" fmla="*/ 2147483647 h 43200"/>
              <a:gd name="T30" fmla="*/ 2147483647 w 43200"/>
              <a:gd name="T31" fmla="*/ 2147483647 h 43200"/>
              <a:gd name="T32" fmla="*/ 2147483647 w 43200"/>
              <a:gd name="T33" fmla="*/ 2147483647 h 43200"/>
              <a:gd name="T34" fmla="*/ 2147483647 w 43200"/>
              <a:gd name="T35" fmla="*/ 2147483647 h 43200"/>
              <a:gd name="T36" fmla="*/ 2147483647 w 43200"/>
              <a:gd name="T37" fmla="*/ 2147483647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accent1">
              <a:alpha val="47842"/>
            </a:schemeClr>
          </a:solidFill>
          <a:ln w="9525" algn="ctr">
            <a:solidFill>
              <a:schemeClr val="tx1"/>
            </a:solidFill>
            <a:miter lim="800000"/>
            <a:headEnd type="none" w="sm" len="sm"/>
            <a:tailEnd type="none" w="sm" len="sm"/>
          </a:ln>
        </p:spPr>
        <p:txBody>
          <a:bodyPr wrap="none" anchor="ctr"/>
          <a:lstStyle/>
          <a:p>
            <a:pPr algn="ctr"/>
            <a:r>
              <a:rPr lang="zh-CN" altLang="en-US" sz="1800" b="0">
                <a:solidFill>
                  <a:srgbClr val="FF0000"/>
                </a:solidFill>
              </a:rPr>
              <a:t>推荐对象</a:t>
            </a:r>
            <a:endParaRPr lang="en-US" altLang="zh-CN" sz="1800" b="0">
              <a:solidFill>
                <a:srgbClr val="FF0000"/>
              </a:solidFill>
            </a:endParaRPr>
          </a:p>
          <a:p>
            <a:pPr algn="ctr"/>
            <a:r>
              <a:rPr lang="en-GB" altLang="zh-CN" sz="1800" b="0"/>
              <a:t>(</a:t>
            </a:r>
            <a:r>
              <a:rPr lang="zh-CN" altLang="en-US" sz="1800" b="0"/>
              <a:t>新闻</a:t>
            </a:r>
            <a:r>
              <a:rPr lang="en-US" altLang="zh-CN" sz="1800" b="0"/>
              <a:t>\</a:t>
            </a:r>
            <a:r>
              <a:rPr lang="zh-CN" altLang="en-US" sz="1800" b="0"/>
              <a:t>标签</a:t>
            </a:r>
            <a:r>
              <a:rPr lang="en-US" altLang="zh-CN" sz="1800" b="0"/>
              <a:t>\URL\</a:t>
            </a:r>
            <a:r>
              <a:rPr lang="zh-CN" altLang="en-US" sz="1800" b="0"/>
              <a:t>视频</a:t>
            </a:r>
            <a:r>
              <a:rPr lang="en-US" altLang="zh-CN" sz="1800" b="0"/>
              <a:t>\</a:t>
            </a:r>
            <a:r>
              <a:rPr lang="zh-CN" altLang="en-US" sz="1800" b="0"/>
              <a:t>图片</a:t>
            </a:r>
            <a:r>
              <a:rPr lang="en-US" altLang="zh-CN" sz="1800" b="0"/>
              <a:t>\...</a:t>
            </a:r>
            <a:r>
              <a:rPr lang="en-GB" altLang="zh-CN" sz="1800" b="0"/>
              <a:t>)</a:t>
            </a:r>
            <a:endParaRPr lang="zh-CN" altLang="en-US" sz="1800" b="0"/>
          </a:p>
        </p:txBody>
      </p:sp>
      <p:sp>
        <p:nvSpPr>
          <p:cNvPr id="204805" name="矩形​​ 5"/>
          <p:cNvSpPr>
            <a:spLocks noChangeArrowheads="1"/>
          </p:cNvSpPr>
          <p:nvPr/>
        </p:nvSpPr>
        <p:spPr bwMode="auto">
          <a:xfrm>
            <a:off x="2835275" y="3244850"/>
            <a:ext cx="2005013" cy="1624013"/>
          </a:xfrm>
          <a:prstGeom prst="rect">
            <a:avLst/>
          </a:prstGeom>
          <a:solidFill>
            <a:schemeClr val="accent1">
              <a:alpha val="47842"/>
            </a:schemeClr>
          </a:solidFill>
          <a:ln w="9525" algn="ctr">
            <a:solidFill>
              <a:schemeClr val="tx1"/>
            </a:solidFill>
            <a:miter lim="800000"/>
            <a:headEnd type="none" w="sm" len="sm"/>
            <a:tailEnd type="none" w="sm" len="sm"/>
          </a:ln>
        </p:spPr>
        <p:txBody>
          <a:bodyPr wrap="none" anchor="ctr"/>
          <a:lstStyle/>
          <a:p>
            <a:pPr algn="ctr">
              <a:lnSpc>
                <a:spcPct val="130000"/>
              </a:lnSpc>
            </a:pPr>
            <a:r>
              <a:rPr lang="zh-CN" altLang="en-US" sz="1800" b="0" dirty="0">
                <a:solidFill>
                  <a:srgbClr val="FF0000"/>
                </a:solidFill>
              </a:rPr>
              <a:t>推荐方法</a:t>
            </a:r>
            <a:endParaRPr lang="en-US" altLang="zh-CN" sz="1800" b="0" dirty="0">
              <a:solidFill>
                <a:srgbClr val="FF0000"/>
              </a:solidFill>
            </a:endParaRPr>
          </a:p>
          <a:p>
            <a:pPr algn="ctr">
              <a:lnSpc>
                <a:spcPct val="130000"/>
              </a:lnSpc>
            </a:pPr>
            <a:r>
              <a:rPr lang="zh-CN" altLang="en-US" sz="1800" b="0" dirty="0"/>
              <a:t>协同推荐 </a:t>
            </a:r>
            <a:r>
              <a:rPr lang="en-US" altLang="zh-CN" sz="1800" b="0" dirty="0"/>
              <a:t>/</a:t>
            </a:r>
            <a:r>
              <a:rPr lang="zh-CN" altLang="en-US" sz="1800" b="0" dirty="0"/>
              <a:t>基于内容</a:t>
            </a:r>
            <a:endParaRPr lang="en-US" altLang="zh-CN" sz="1800" b="0" dirty="0"/>
          </a:p>
          <a:p>
            <a:pPr algn="ctr">
              <a:lnSpc>
                <a:spcPct val="130000"/>
              </a:lnSpc>
            </a:pPr>
            <a:r>
              <a:rPr lang="zh-CN" altLang="en-US" sz="1800" b="0" dirty="0"/>
              <a:t>基于模型 </a:t>
            </a:r>
            <a:r>
              <a:rPr lang="en-US" altLang="zh-CN" sz="1800" b="0" dirty="0"/>
              <a:t>/</a:t>
            </a:r>
            <a:r>
              <a:rPr lang="zh-CN" altLang="en-US" sz="1800" b="0" dirty="0"/>
              <a:t>关联推荐 </a:t>
            </a:r>
            <a:endParaRPr lang="en-US" altLang="zh-CN" sz="1800" b="0" dirty="0"/>
          </a:p>
          <a:p>
            <a:pPr algn="ctr">
              <a:lnSpc>
                <a:spcPct val="130000"/>
              </a:lnSpc>
            </a:pPr>
            <a:r>
              <a:rPr lang="zh-CN" altLang="en-US" sz="1800" b="0" dirty="0"/>
              <a:t>知识推荐  </a:t>
            </a:r>
            <a:r>
              <a:rPr lang="en-US" altLang="zh-CN" sz="1800" b="0" dirty="0"/>
              <a:t>/</a:t>
            </a:r>
            <a:r>
              <a:rPr lang="zh-CN" altLang="en-US" sz="1800" b="0" dirty="0"/>
              <a:t>组合推荐</a:t>
            </a:r>
            <a:endParaRPr lang="en-US" altLang="zh-CN" sz="1800" b="0" dirty="0"/>
          </a:p>
        </p:txBody>
      </p:sp>
      <p:sp>
        <p:nvSpPr>
          <p:cNvPr id="204806" name="右箭头​​ 7"/>
          <p:cNvSpPr>
            <a:spLocks noChangeArrowheads="1"/>
          </p:cNvSpPr>
          <p:nvPr/>
        </p:nvSpPr>
        <p:spPr bwMode="auto">
          <a:xfrm>
            <a:off x="2130425" y="3644900"/>
            <a:ext cx="644525" cy="720725"/>
          </a:xfrm>
          <a:prstGeom prst="rightArrow">
            <a:avLst>
              <a:gd name="adj1" fmla="val 50000"/>
              <a:gd name="adj2" fmla="val 50000"/>
            </a:avLst>
          </a:prstGeom>
          <a:solidFill>
            <a:srgbClr val="00B050">
              <a:alpha val="47842"/>
            </a:srgbClr>
          </a:solidFill>
          <a:ln w="9525" algn="ctr">
            <a:solidFill>
              <a:schemeClr val="tx1"/>
            </a:solidFill>
            <a:miter lim="800000"/>
            <a:headEnd type="none" w="sm" len="sm"/>
            <a:tailEnd type="none" w="sm" len="sm"/>
          </a:ln>
        </p:spPr>
        <p:txBody>
          <a:bodyPr wrap="none" anchor="ctr"/>
          <a:lstStyle/>
          <a:p>
            <a:endParaRPr lang="zh-CN" altLang="en-US" sz="1800" b="0"/>
          </a:p>
        </p:txBody>
      </p:sp>
      <p:sp>
        <p:nvSpPr>
          <p:cNvPr id="204807" name="右箭头​​ 7"/>
          <p:cNvSpPr>
            <a:spLocks noChangeArrowheads="1"/>
          </p:cNvSpPr>
          <p:nvPr/>
        </p:nvSpPr>
        <p:spPr bwMode="auto">
          <a:xfrm>
            <a:off x="4932363" y="3716338"/>
            <a:ext cx="644525" cy="720725"/>
          </a:xfrm>
          <a:prstGeom prst="rightArrow">
            <a:avLst>
              <a:gd name="adj1" fmla="val 50000"/>
              <a:gd name="adj2" fmla="val 50000"/>
            </a:avLst>
          </a:prstGeom>
          <a:solidFill>
            <a:srgbClr val="00B050">
              <a:alpha val="47842"/>
            </a:srgbClr>
          </a:solidFill>
          <a:ln w="9525" algn="ctr">
            <a:solidFill>
              <a:schemeClr val="tx1"/>
            </a:solidFill>
            <a:miter lim="800000"/>
            <a:headEnd type="none" w="sm" len="sm"/>
            <a:tailEnd type="none" w="sm" len="sm"/>
          </a:ln>
        </p:spPr>
        <p:txBody>
          <a:bodyPr wrap="none" anchor="ctr"/>
          <a:lstStyle/>
          <a:p>
            <a:endParaRPr lang="zh-CN" altLang="en-US" sz="1800" b="0"/>
          </a:p>
        </p:txBody>
      </p:sp>
      <p:sp>
        <p:nvSpPr>
          <p:cNvPr id="204808" name="矩形​​ 5"/>
          <p:cNvSpPr>
            <a:spLocks noChangeArrowheads="1"/>
          </p:cNvSpPr>
          <p:nvPr/>
        </p:nvSpPr>
        <p:spPr bwMode="auto">
          <a:xfrm>
            <a:off x="5651500" y="2708275"/>
            <a:ext cx="936625" cy="2579688"/>
          </a:xfrm>
          <a:prstGeom prst="rect">
            <a:avLst/>
          </a:prstGeom>
          <a:solidFill>
            <a:schemeClr val="accent1">
              <a:alpha val="47842"/>
            </a:schemeClr>
          </a:solidFill>
          <a:ln w="9525" algn="ctr">
            <a:solidFill>
              <a:schemeClr val="tx1"/>
            </a:solidFill>
            <a:miter lim="800000"/>
            <a:headEnd type="none" w="sm" len="sm"/>
            <a:tailEnd type="none" w="sm" len="sm"/>
          </a:ln>
        </p:spPr>
        <p:txBody>
          <a:bodyPr wrap="none" anchor="ctr"/>
          <a:lstStyle/>
          <a:p>
            <a:pPr algn="ctr">
              <a:lnSpc>
                <a:spcPct val="200000"/>
              </a:lnSpc>
            </a:pPr>
            <a:r>
              <a:rPr lang="zh-CN" altLang="en-US" sz="1800" b="0">
                <a:solidFill>
                  <a:srgbClr val="FF0000"/>
                </a:solidFill>
              </a:rPr>
              <a:t>输出</a:t>
            </a:r>
            <a:endParaRPr lang="en-US" altLang="zh-CN" sz="1800" b="0">
              <a:solidFill>
                <a:srgbClr val="FF0000"/>
              </a:solidFill>
            </a:endParaRPr>
          </a:p>
          <a:p>
            <a:pPr algn="ctr">
              <a:lnSpc>
                <a:spcPct val="200000"/>
              </a:lnSpc>
            </a:pPr>
            <a:r>
              <a:rPr lang="zh-CN" altLang="en-US" sz="1800" b="0"/>
              <a:t>预测</a:t>
            </a:r>
            <a:endParaRPr lang="en-US" altLang="zh-CN" sz="1800" b="0"/>
          </a:p>
          <a:p>
            <a:pPr algn="ctr">
              <a:lnSpc>
                <a:spcPct val="200000"/>
              </a:lnSpc>
            </a:pPr>
            <a:r>
              <a:rPr lang="zh-CN" altLang="en-US" sz="1800" b="0"/>
              <a:t>推荐</a:t>
            </a:r>
          </a:p>
        </p:txBody>
      </p:sp>
      <p:sp>
        <p:nvSpPr>
          <p:cNvPr id="204809" name="矩形​​ 5"/>
          <p:cNvSpPr>
            <a:spLocks noChangeArrowheads="1"/>
          </p:cNvSpPr>
          <p:nvPr/>
        </p:nvSpPr>
        <p:spPr bwMode="auto">
          <a:xfrm>
            <a:off x="7380288" y="2708275"/>
            <a:ext cx="1193800" cy="2579688"/>
          </a:xfrm>
          <a:prstGeom prst="rect">
            <a:avLst/>
          </a:prstGeom>
          <a:solidFill>
            <a:schemeClr val="accent1">
              <a:alpha val="47842"/>
            </a:schemeClr>
          </a:solidFill>
          <a:ln w="9525" algn="ctr">
            <a:solidFill>
              <a:schemeClr val="tx1"/>
            </a:solidFill>
            <a:miter lim="800000"/>
            <a:headEnd type="none" w="sm" len="sm"/>
            <a:tailEnd type="none" w="sm" len="sm"/>
          </a:ln>
        </p:spPr>
        <p:txBody>
          <a:bodyPr wrap="none" anchor="ctr"/>
          <a:lstStyle/>
          <a:p>
            <a:pPr algn="ctr"/>
            <a:r>
              <a:rPr lang="zh-CN" altLang="en-US" sz="1800" b="0">
                <a:solidFill>
                  <a:srgbClr val="FF0000"/>
                </a:solidFill>
              </a:rPr>
              <a:t>应用</a:t>
            </a:r>
            <a:endParaRPr lang="en-US" altLang="zh-CN" sz="1800" b="0">
              <a:solidFill>
                <a:srgbClr val="FF0000"/>
              </a:solidFill>
            </a:endParaRPr>
          </a:p>
          <a:p>
            <a:pPr algn="ctr">
              <a:lnSpc>
                <a:spcPct val="125000"/>
              </a:lnSpc>
            </a:pPr>
            <a:r>
              <a:rPr lang="zh-CN" altLang="en-US" sz="1800" b="0"/>
              <a:t>偏好预测</a:t>
            </a:r>
            <a:endParaRPr lang="en-US" altLang="zh-CN" sz="1800" b="0"/>
          </a:p>
          <a:p>
            <a:pPr algn="ctr">
              <a:lnSpc>
                <a:spcPct val="125000"/>
              </a:lnSpc>
            </a:pPr>
            <a:r>
              <a:rPr lang="zh-CN" altLang="en-US" sz="1800" b="0"/>
              <a:t>链接预测</a:t>
            </a:r>
            <a:endParaRPr lang="en-US" altLang="zh-CN" sz="1800" b="0"/>
          </a:p>
          <a:p>
            <a:pPr algn="ctr">
              <a:lnSpc>
                <a:spcPct val="125000"/>
              </a:lnSpc>
            </a:pPr>
            <a:r>
              <a:rPr lang="zh-CN" altLang="en-US" sz="1800" b="0"/>
              <a:t>对象推荐</a:t>
            </a:r>
            <a:endParaRPr lang="en-US" altLang="zh-CN" sz="1800" b="0"/>
          </a:p>
          <a:p>
            <a:pPr algn="ctr">
              <a:lnSpc>
                <a:spcPct val="125000"/>
              </a:lnSpc>
            </a:pPr>
            <a:r>
              <a:rPr lang="zh-CN" altLang="en-US" sz="1800" b="0"/>
              <a:t>专家发现</a:t>
            </a:r>
            <a:endParaRPr lang="en-US" altLang="zh-CN" sz="1800" b="0"/>
          </a:p>
          <a:p>
            <a:pPr algn="ctr">
              <a:lnSpc>
                <a:spcPct val="125000"/>
              </a:lnSpc>
            </a:pPr>
            <a:r>
              <a:rPr lang="zh-CN" altLang="en-US" sz="1800" b="0"/>
              <a:t>朋友搜索</a:t>
            </a:r>
            <a:endParaRPr lang="en-US" altLang="zh-CN" sz="1800" b="0"/>
          </a:p>
          <a:p>
            <a:pPr algn="ctr">
              <a:lnSpc>
                <a:spcPct val="125000"/>
              </a:lnSpc>
            </a:pPr>
            <a:r>
              <a:rPr lang="zh-CN" altLang="en-US" sz="1800" b="0"/>
              <a:t>个性化搜索</a:t>
            </a:r>
          </a:p>
        </p:txBody>
      </p:sp>
      <p:sp>
        <p:nvSpPr>
          <p:cNvPr id="204810" name="右箭头​​ 7"/>
          <p:cNvSpPr>
            <a:spLocks noChangeArrowheads="1"/>
          </p:cNvSpPr>
          <p:nvPr/>
        </p:nvSpPr>
        <p:spPr bwMode="auto">
          <a:xfrm>
            <a:off x="6659563" y="3716338"/>
            <a:ext cx="644525" cy="720725"/>
          </a:xfrm>
          <a:prstGeom prst="rightArrow">
            <a:avLst>
              <a:gd name="adj1" fmla="val 50000"/>
              <a:gd name="adj2" fmla="val 50000"/>
            </a:avLst>
          </a:prstGeom>
          <a:solidFill>
            <a:srgbClr val="00B050">
              <a:alpha val="47842"/>
            </a:srgbClr>
          </a:solidFill>
          <a:ln w="9525" algn="ctr">
            <a:solidFill>
              <a:schemeClr val="tx1"/>
            </a:solidFill>
            <a:miter lim="800000"/>
            <a:headEnd type="none" w="sm" len="sm"/>
            <a:tailEnd type="none" w="sm" len="sm"/>
          </a:ln>
        </p:spPr>
        <p:txBody>
          <a:bodyPr wrap="none" anchor="ctr"/>
          <a:lstStyle/>
          <a:p>
            <a:endParaRPr lang="zh-CN" altLang="en-US" sz="1800" b="0"/>
          </a:p>
        </p:txBody>
      </p:sp>
      <p:sp>
        <p:nvSpPr>
          <p:cNvPr id="204811" name="右箭头​​ 7"/>
          <p:cNvSpPr>
            <a:spLocks noChangeArrowheads="1"/>
          </p:cNvSpPr>
          <p:nvPr/>
        </p:nvSpPr>
        <p:spPr bwMode="auto">
          <a:xfrm rot="5400000">
            <a:off x="3490913" y="2492375"/>
            <a:ext cx="720725" cy="720725"/>
          </a:xfrm>
          <a:prstGeom prst="rightArrow">
            <a:avLst>
              <a:gd name="adj1" fmla="val 50000"/>
              <a:gd name="adj2" fmla="val 50000"/>
            </a:avLst>
          </a:prstGeom>
          <a:solidFill>
            <a:srgbClr val="00B050">
              <a:alpha val="47842"/>
            </a:srgbClr>
          </a:solidFill>
          <a:ln w="9525" algn="ctr">
            <a:solidFill>
              <a:schemeClr val="tx1"/>
            </a:solidFill>
            <a:miter lim="800000"/>
            <a:headEnd type="none" w="sm" len="sm"/>
            <a:tailEnd type="none" w="sm" len="sm"/>
          </a:ln>
        </p:spPr>
        <p:txBody>
          <a:bodyPr wrap="none" anchor="ctr"/>
          <a:lstStyle/>
          <a:p>
            <a:endParaRPr lang="zh-CN" altLang="en-US" sz="1800" b="0"/>
          </a:p>
        </p:txBody>
      </p:sp>
      <p:sp>
        <p:nvSpPr>
          <p:cNvPr id="204812" name="矩形​​ 5"/>
          <p:cNvSpPr>
            <a:spLocks noChangeArrowheads="1"/>
          </p:cNvSpPr>
          <p:nvPr/>
        </p:nvSpPr>
        <p:spPr bwMode="auto">
          <a:xfrm>
            <a:off x="539750" y="2708275"/>
            <a:ext cx="1511300" cy="2579688"/>
          </a:xfrm>
          <a:prstGeom prst="rect">
            <a:avLst/>
          </a:prstGeom>
          <a:solidFill>
            <a:schemeClr val="accent1">
              <a:alpha val="47842"/>
            </a:schemeClr>
          </a:solidFill>
          <a:ln w="9525" algn="ctr">
            <a:solidFill>
              <a:schemeClr val="tx1"/>
            </a:solidFill>
            <a:miter lim="800000"/>
            <a:headEnd type="none" w="sm" len="sm"/>
            <a:tailEnd type="none" w="sm" len="sm"/>
          </a:ln>
        </p:spPr>
        <p:txBody>
          <a:bodyPr wrap="none" anchor="ctr"/>
          <a:lstStyle/>
          <a:p>
            <a:pPr algn="ctr"/>
            <a:r>
              <a:rPr lang="zh-CN" altLang="en-US" sz="1800" b="0">
                <a:solidFill>
                  <a:srgbClr val="FF0000"/>
                </a:solidFill>
              </a:rPr>
              <a:t>输入</a:t>
            </a:r>
            <a:endParaRPr lang="en-US" altLang="zh-CN" sz="1800" b="0">
              <a:solidFill>
                <a:srgbClr val="FF0000"/>
              </a:solidFill>
            </a:endParaRPr>
          </a:p>
          <a:p>
            <a:pPr algn="ctr"/>
            <a:r>
              <a:rPr lang="zh-CN" altLang="en-US" sz="1800" b="0">
                <a:solidFill>
                  <a:srgbClr val="FF0000"/>
                </a:solidFill>
              </a:rPr>
              <a:t>隐式</a:t>
            </a:r>
            <a:endParaRPr lang="en-US" altLang="zh-CN" sz="1800" b="0">
              <a:solidFill>
                <a:srgbClr val="FF0000"/>
              </a:solidFill>
            </a:endParaRPr>
          </a:p>
          <a:p>
            <a:pPr algn="ctr"/>
            <a:r>
              <a:rPr lang="zh-CN" altLang="en-US" sz="1800" b="0"/>
              <a:t>浏览</a:t>
            </a:r>
            <a:r>
              <a:rPr lang="en-US" altLang="zh-CN" sz="1800" b="0"/>
              <a:t>\</a:t>
            </a:r>
            <a:r>
              <a:rPr lang="zh-CN" altLang="en-US" sz="1800" b="0"/>
              <a:t>查询</a:t>
            </a:r>
            <a:endParaRPr lang="en-US" altLang="zh-CN" sz="1800" b="0"/>
          </a:p>
          <a:p>
            <a:pPr algn="ctr"/>
            <a:r>
              <a:rPr lang="zh-CN" altLang="en-US" sz="1800" b="0">
                <a:solidFill>
                  <a:srgbClr val="FF0000"/>
                </a:solidFill>
              </a:rPr>
              <a:t>显式</a:t>
            </a:r>
            <a:endParaRPr lang="en-US" altLang="zh-CN" sz="1800" b="0">
              <a:solidFill>
                <a:srgbClr val="FF0000"/>
              </a:solidFill>
            </a:endParaRPr>
          </a:p>
          <a:p>
            <a:pPr algn="ctr"/>
            <a:r>
              <a:rPr lang="zh-CN" altLang="en-US" sz="1800" b="0"/>
              <a:t>评分</a:t>
            </a:r>
            <a:r>
              <a:rPr lang="en-US" altLang="zh-CN" sz="1800" b="0"/>
              <a:t>\</a:t>
            </a:r>
            <a:r>
              <a:rPr lang="zh-CN" altLang="en-US" sz="1800" b="0"/>
              <a:t>标注</a:t>
            </a:r>
            <a:endParaRPr lang="en-GB" altLang="zh-CN" sz="1800" b="0"/>
          </a:p>
          <a:p>
            <a:pPr algn="ctr"/>
            <a:r>
              <a:rPr lang="zh-CN" altLang="en-US" sz="1800" b="0"/>
              <a:t>关系</a:t>
            </a:r>
            <a:r>
              <a:rPr lang="en-US" altLang="zh-CN" sz="1800" b="0"/>
              <a:t>(</a:t>
            </a:r>
            <a:r>
              <a:rPr lang="zh-CN" altLang="en-US" sz="1800" b="0"/>
              <a:t>信任</a:t>
            </a:r>
            <a:r>
              <a:rPr lang="en-US" altLang="zh-CN" sz="1800" b="0"/>
              <a:t>\</a:t>
            </a:r>
            <a:r>
              <a:rPr lang="zh-CN" altLang="en-US" sz="1800" b="0"/>
              <a:t>朋友</a:t>
            </a:r>
            <a:r>
              <a:rPr lang="en-US" altLang="zh-CN" sz="1800" b="0"/>
              <a:t>)</a:t>
            </a:r>
          </a:p>
          <a:p>
            <a:pPr algn="ctr"/>
            <a:r>
              <a:rPr lang="zh-CN" altLang="en-US" sz="1800" b="0">
                <a:solidFill>
                  <a:srgbClr val="FF0000"/>
                </a:solidFill>
              </a:rPr>
              <a:t>模糊</a:t>
            </a:r>
            <a:r>
              <a:rPr lang="en-GB" altLang="zh-CN" sz="1800" b="0">
                <a:solidFill>
                  <a:srgbClr val="FF0000"/>
                </a:solidFill>
              </a:rPr>
              <a:t>/</a:t>
            </a:r>
            <a:r>
              <a:rPr lang="zh-CN" altLang="en-US" sz="1800" b="0">
                <a:solidFill>
                  <a:srgbClr val="FF0000"/>
                </a:solidFill>
              </a:rPr>
              <a:t>无偏好</a:t>
            </a:r>
            <a:endParaRPr lang="en-US" altLang="zh-CN" sz="1800" b="0">
              <a:solidFill>
                <a:srgbClr val="FF0000"/>
              </a:solidFill>
            </a:endParaRPr>
          </a:p>
          <a:p>
            <a:pPr algn="ctr"/>
            <a:r>
              <a:rPr lang="zh-CN" altLang="en-US" sz="1800" b="0">
                <a:solidFill>
                  <a:srgbClr val="FF0000"/>
                </a:solidFill>
              </a:rPr>
              <a:t>情境</a:t>
            </a:r>
            <a:endParaRPr lang="en-GB" altLang="zh-CN" sz="1800" b="0">
              <a:solidFill>
                <a:srgbClr val="FF0000"/>
              </a:solidFill>
            </a:endParaRPr>
          </a:p>
        </p:txBody>
      </p:sp>
      <p:sp>
        <p:nvSpPr>
          <p:cNvPr id="204813" name="云形 4"/>
          <p:cNvSpPr>
            <a:spLocks/>
          </p:cNvSpPr>
          <p:nvPr/>
        </p:nvSpPr>
        <p:spPr bwMode="auto">
          <a:xfrm>
            <a:off x="684213" y="1268413"/>
            <a:ext cx="63881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47483647 h 43200"/>
              <a:gd name="T26" fmla="*/ 2147483647 w 43200"/>
              <a:gd name="T27" fmla="*/ 2147483647 h 43200"/>
              <a:gd name="T28" fmla="*/ 2147483647 w 43200"/>
              <a:gd name="T29" fmla="*/ 2147483647 h 43200"/>
              <a:gd name="T30" fmla="*/ 2147483647 w 43200"/>
              <a:gd name="T31" fmla="*/ 2147483647 h 43200"/>
              <a:gd name="T32" fmla="*/ 2147483647 w 43200"/>
              <a:gd name="T33" fmla="*/ 2147483647 h 43200"/>
              <a:gd name="T34" fmla="*/ 2147483647 w 43200"/>
              <a:gd name="T35" fmla="*/ 2147483647 h 43200"/>
              <a:gd name="T36" fmla="*/ 2147483647 w 43200"/>
              <a:gd name="T37" fmla="*/ 2147483647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accent1">
              <a:alpha val="47842"/>
            </a:schemeClr>
          </a:solidFill>
          <a:ln w="9525" algn="ctr">
            <a:solidFill>
              <a:schemeClr val="tx1"/>
            </a:solidFill>
            <a:miter lim="800000"/>
            <a:headEnd type="none" w="sm" len="sm"/>
            <a:tailEnd type="none" w="sm" len="sm"/>
          </a:ln>
        </p:spPr>
        <p:txBody>
          <a:bodyPr wrap="none" anchor="ctr"/>
          <a:lstStyle/>
          <a:p>
            <a:pPr algn="ctr"/>
            <a:r>
              <a:rPr lang="zh-CN" altLang="en-US" sz="1800" b="0" dirty="0">
                <a:solidFill>
                  <a:srgbClr val="FF0000"/>
                </a:solidFill>
              </a:rPr>
              <a:t>关键技术</a:t>
            </a:r>
            <a:endParaRPr lang="en-US" altLang="zh-CN" sz="1800" b="0" dirty="0">
              <a:solidFill>
                <a:srgbClr val="FF0000"/>
              </a:solidFill>
            </a:endParaRPr>
          </a:p>
          <a:p>
            <a:pPr algn="ctr"/>
            <a:r>
              <a:rPr lang="en-US" altLang="zh-CN" sz="1800" b="0" dirty="0"/>
              <a:t>(</a:t>
            </a:r>
            <a:r>
              <a:rPr lang="zh-CN" altLang="en-US" sz="1800" b="0" dirty="0"/>
              <a:t>分类</a:t>
            </a:r>
            <a:r>
              <a:rPr lang="en-US" altLang="zh-CN" sz="1800" b="0" dirty="0"/>
              <a:t>/</a:t>
            </a:r>
            <a:r>
              <a:rPr lang="zh-CN" altLang="en-US" sz="1800" b="0" dirty="0"/>
              <a:t>聚类</a:t>
            </a:r>
            <a:r>
              <a:rPr lang="en-US" altLang="zh-CN" sz="1800" b="0" dirty="0"/>
              <a:t>/</a:t>
            </a:r>
            <a:r>
              <a:rPr lang="zh-CN" altLang="en-US" sz="1800" b="0" dirty="0"/>
              <a:t>关联规则</a:t>
            </a:r>
            <a:r>
              <a:rPr lang="en-US" altLang="zh-CN" sz="1800" b="0" dirty="0"/>
              <a:t>/</a:t>
            </a:r>
            <a:r>
              <a:rPr lang="zh-CN" altLang="en-US" sz="1800" b="0" dirty="0"/>
              <a:t>学习排序</a:t>
            </a:r>
            <a:r>
              <a:rPr lang="en-US" altLang="zh-CN" sz="1800" b="0" dirty="0"/>
              <a:t>/</a:t>
            </a:r>
            <a:r>
              <a:rPr lang="zh-CN" altLang="en-US" sz="1800" b="0" dirty="0"/>
              <a:t>统计</a:t>
            </a:r>
            <a:r>
              <a:rPr lang="en-US" altLang="zh-CN" sz="1800" b="0" dirty="0"/>
              <a:t>/</a:t>
            </a:r>
            <a:r>
              <a:rPr lang="zh-CN" altLang="en-US" sz="1800" b="0" dirty="0"/>
              <a:t>机器学习</a:t>
            </a:r>
            <a:r>
              <a:rPr lang="en-US" altLang="zh-CN" sz="1800" b="0" dirty="0"/>
              <a:t>)</a:t>
            </a:r>
          </a:p>
        </p:txBody>
      </p:sp>
      <p:sp>
        <p:nvSpPr>
          <p:cNvPr id="204814" name="右箭头​​ 7"/>
          <p:cNvSpPr>
            <a:spLocks noChangeArrowheads="1"/>
          </p:cNvSpPr>
          <p:nvPr/>
        </p:nvSpPr>
        <p:spPr bwMode="auto">
          <a:xfrm rot="-5400000">
            <a:off x="3504407" y="4941094"/>
            <a:ext cx="719137" cy="720725"/>
          </a:xfrm>
          <a:prstGeom prst="rightArrow">
            <a:avLst>
              <a:gd name="adj1" fmla="val 50000"/>
              <a:gd name="adj2" fmla="val 50000"/>
            </a:avLst>
          </a:prstGeom>
          <a:solidFill>
            <a:srgbClr val="00B050">
              <a:alpha val="47842"/>
            </a:srgbClr>
          </a:solidFill>
          <a:ln w="9525" algn="ctr">
            <a:solidFill>
              <a:schemeClr val="tx1"/>
            </a:solidFill>
            <a:miter lim="800000"/>
            <a:headEnd type="none" w="sm" len="sm"/>
            <a:tailEnd type="none" w="sm" len="sm"/>
          </a:ln>
        </p:spPr>
        <p:txBody>
          <a:bodyPr wrap="none" anchor="ctr"/>
          <a:lstStyle/>
          <a:p>
            <a:endParaRPr lang="zh-CN" altLang="en-US" sz="1800" b="0"/>
          </a:p>
        </p:txBody>
      </p:sp>
      <p:sp>
        <p:nvSpPr>
          <p:cNvPr id="204815" name="云形 4"/>
          <p:cNvSpPr>
            <a:spLocks/>
          </p:cNvSpPr>
          <p:nvPr/>
        </p:nvSpPr>
        <p:spPr bwMode="auto">
          <a:xfrm>
            <a:off x="5795963" y="5661025"/>
            <a:ext cx="3082925"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47483647 h 43200"/>
              <a:gd name="T26" fmla="*/ 2147483647 w 43200"/>
              <a:gd name="T27" fmla="*/ 2147483647 h 43200"/>
              <a:gd name="T28" fmla="*/ 2147483647 w 43200"/>
              <a:gd name="T29" fmla="*/ 2147483647 h 43200"/>
              <a:gd name="T30" fmla="*/ 2147483647 w 43200"/>
              <a:gd name="T31" fmla="*/ 2147483647 h 43200"/>
              <a:gd name="T32" fmla="*/ 2147483647 w 43200"/>
              <a:gd name="T33" fmla="*/ 2147483647 h 43200"/>
              <a:gd name="T34" fmla="*/ 2147483647 w 43200"/>
              <a:gd name="T35" fmla="*/ 2147483647 h 43200"/>
              <a:gd name="T36" fmla="*/ 2147483647 w 43200"/>
              <a:gd name="T37" fmla="*/ 2147483647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accent1">
              <a:alpha val="47842"/>
            </a:schemeClr>
          </a:solidFill>
          <a:ln w="9525" algn="ctr">
            <a:solidFill>
              <a:schemeClr val="tx1"/>
            </a:solidFill>
            <a:miter lim="800000"/>
            <a:headEnd type="none" w="sm" len="sm"/>
            <a:tailEnd type="none" w="sm" len="sm"/>
          </a:ln>
        </p:spPr>
        <p:txBody>
          <a:bodyPr wrap="none" anchor="ctr"/>
          <a:lstStyle/>
          <a:p>
            <a:pPr algn="ctr"/>
            <a:r>
              <a:rPr lang="zh-CN" altLang="en-US" sz="1800" b="0">
                <a:solidFill>
                  <a:srgbClr val="FF0000"/>
                </a:solidFill>
              </a:rPr>
              <a:t>推荐源</a:t>
            </a:r>
            <a:endParaRPr lang="en-US" altLang="zh-CN" sz="1800" b="0">
              <a:solidFill>
                <a:srgbClr val="FF0000"/>
              </a:solidFill>
            </a:endParaRPr>
          </a:p>
          <a:p>
            <a:pPr marL="0" lvl="1" algn="ctr"/>
            <a:r>
              <a:rPr lang="en-US" altLang="zh-CN" sz="1800" b="0"/>
              <a:t>EC,</a:t>
            </a:r>
            <a:r>
              <a:rPr lang="zh-CN" altLang="en-US" sz="1800" b="0"/>
              <a:t> </a:t>
            </a:r>
            <a:r>
              <a:rPr lang="en-US" altLang="zh-CN" sz="1800" b="0"/>
              <a:t>FaceBook, MySpace</a:t>
            </a:r>
          </a:p>
          <a:p>
            <a:pPr marL="0" lvl="1" algn="ctr"/>
            <a:r>
              <a:rPr lang="en-US" altLang="zh-CN" sz="1800" b="0"/>
              <a:t>YouTube, QQ</a:t>
            </a:r>
            <a:endParaRPr lang="zh-CN" altLang="en-US" sz="1800" b="0"/>
          </a:p>
        </p:txBody>
      </p:sp>
      <p:sp>
        <p:nvSpPr>
          <p:cNvPr id="204816" name="右箭头​​ 7"/>
          <p:cNvSpPr>
            <a:spLocks noChangeArrowheads="1"/>
          </p:cNvSpPr>
          <p:nvPr/>
        </p:nvSpPr>
        <p:spPr bwMode="auto">
          <a:xfrm rot="10800000">
            <a:off x="5006975" y="5840413"/>
            <a:ext cx="644525" cy="720725"/>
          </a:xfrm>
          <a:prstGeom prst="rightArrow">
            <a:avLst>
              <a:gd name="adj1" fmla="val 50000"/>
              <a:gd name="adj2" fmla="val 50000"/>
            </a:avLst>
          </a:prstGeom>
          <a:solidFill>
            <a:srgbClr val="00B050">
              <a:alpha val="47842"/>
            </a:srgbClr>
          </a:solidFill>
          <a:ln w="9525" algn="ctr">
            <a:solidFill>
              <a:schemeClr val="tx1"/>
            </a:solidFill>
            <a:miter lim="800000"/>
            <a:headEnd type="none" w="sm" len="sm"/>
            <a:tailEnd type="none" w="sm" len="sm"/>
          </a:ln>
        </p:spPr>
        <p:txBody>
          <a:bodyPr wrap="none" anchor="ctr"/>
          <a:lstStyle/>
          <a:p>
            <a:endParaRPr lang="zh-CN" altLang="en-US" sz="1800" b="0"/>
          </a:p>
        </p:txBody>
      </p:sp>
    </p:spTree>
    <p:extLst>
      <p:ext uri="{BB962C8B-B14F-4D97-AF65-F5344CB8AC3E}">
        <p14:creationId xmlns:p14="http://schemas.microsoft.com/office/powerpoint/2010/main" val="831508798"/>
      </p:ext>
    </p:extLst>
  </p:cSld>
  <p:clrMapOvr>
    <a:masterClrMapping/>
  </p:clrMapOvr>
  <p:transition spd="slow">
    <p:circl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2843808" y="2916713"/>
            <a:ext cx="4197621" cy="1015663"/>
          </a:xfrm>
          <a:prstGeom prst="rect">
            <a:avLst/>
          </a:prstGeom>
          <a:noFill/>
        </p:spPr>
        <p:txBody>
          <a:bodyPr wrap="square" rtlCol="0">
            <a:spAutoFit/>
          </a:bodyPr>
          <a:lstStyle/>
          <a:p>
            <a:r>
              <a:rPr lang="zh-CN" altLang="en-US" sz="6000" b="0" dirty="0" smtClean="0">
                <a:solidFill>
                  <a:srgbClr val="FF0000"/>
                </a:solidFill>
                <a:latin typeface="思源黑体 CN Medium" panose="020B0600000000000000" pitchFamily="34" charset="-122"/>
                <a:ea typeface="思源黑体 CN Medium" panose="020B0600000000000000" pitchFamily="34" charset="-122"/>
              </a:rPr>
              <a:t>谢谢大家！</a:t>
            </a:r>
            <a:endParaRPr lang="zh-CN" altLang="en-US" sz="6000" b="0" dirty="0">
              <a:solidFill>
                <a:srgbClr val="FF0000"/>
              </a:solidFill>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sp>
        <p:nvSpPr>
          <p:cNvPr id="12" name="science-conference_68080">
            <a:extLst>
              <a:ext uri="{FF2B5EF4-FFF2-40B4-BE49-F238E27FC236}">
                <a16:creationId xmlns:a16="http://schemas.microsoft.com/office/drawing/2014/main" id="{F5F06994-9830-4FAD-AC75-CC45B977F649}"/>
              </a:ext>
            </a:extLst>
          </p:cNvPr>
          <p:cNvSpPr>
            <a:spLocks noChangeAspect="1"/>
          </p:cNvSpPr>
          <p:nvPr/>
        </p:nvSpPr>
        <p:spPr bwMode="auto">
          <a:xfrm>
            <a:off x="4140777" y="1030369"/>
            <a:ext cx="823580" cy="1300741"/>
          </a:xfrm>
          <a:custGeom>
            <a:avLst/>
            <a:gdLst>
              <a:gd name="connsiteX0" fmla="*/ 190764 w 385450"/>
              <a:gd name="connsiteY0" fmla="*/ 514563 h 608768"/>
              <a:gd name="connsiteX1" fmla="*/ 211847 w 385450"/>
              <a:gd name="connsiteY1" fmla="*/ 526418 h 608768"/>
              <a:gd name="connsiteX2" fmla="*/ 210607 w 385450"/>
              <a:gd name="connsiteY2" fmla="*/ 529304 h 608768"/>
              <a:gd name="connsiteX3" fmla="*/ 190764 w 385450"/>
              <a:gd name="connsiteY3" fmla="*/ 548787 h 608768"/>
              <a:gd name="connsiteX4" fmla="*/ 170818 w 385450"/>
              <a:gd name="connsiteY4" fmla="*/ 529304 h 608768"/>
              <a:gd name="connsiteX5" fmla="*/ 169578 w 385450"/>
              <a:gd name="connsiteY5" fmla="*/ 526418 h 608768"/>
              <a:gd name="connsiteX6" fmla="*/ 190764 w 385450"/>
              <a:gd name="connsiteY6" fmla="*/ 514563 h 608768"/>
              <a:gd name="connsiteX7" fmla="*/ 219467 w 385450"/>
              <a:gd name="connsiteY7" fmla="*/ 493887 h 608768"/>
              <a:gd name="connsiteX8" fmla="*/ 215033 w 385450"/>
              <a:gd name="connsiteY8" fmla="*/ 517315 h 608768"/>
              <a:gd name="connsiteX9" fmla="*/ 199568 w 385450"/>
              <a:gd name="connsiteY9" fmla="*/ 508749 h 608768"/>
              <a:gd name="connsiteX10" fmla="*/ 208950 w 385450"/>
              <a:gd name="connsiteY10" fmla="*/ 502041 h 608768"/>
              <a:gd name="connsiteX11" fmla="*/ 219467 w 385450"/>
              <a:gd name="connsiteY11" fmla="*/ 493887 h 608768"/>
              <a:gd name="connsiteX12" fmla="*/ 162098 w 385450"/>
              <a:gd name="connsiteY12" fmla="*/ 493887 h 608768"/>
              <a:gd name="connsiteX13" fmla="*/ 172491 w 385450"/>
              <a:gd name="connsiteY13" fmla="*/ 502041 h 608768"/>
              <a:gd name="connsiteX14" fmla="*/ 181856 w 385450"/>
              <a:gd name="connsiteY14" fmla="*/ 508749 h 608768"/>
              <a:gd name="connsiteX15" fmla="*/ 166523 w 385450"/>
              <a:gd name="connsiteY15" fmla="*/ 517315 h 608768"/>
              <a:gd name="connsiteX16" fmla="*/ 162098 w 385450"/>
              <a:gd name="connsiteY16" fmla="*/ 493887 h 608768"/>
              <a:gd name="connsiteX17" fmla="*/ 230644 w 385450"/>
              <a:gd name="connsiteY17" fmla="*/ 484220 h 608768"/>
              <a:gd name="connsiteX18" fmla="*/ 246720 w 385450"/>
              <a:gd name="connsiteY18" fmla="*/ 502370 h 608768"/>
              <a:gd name="connsiteX19" fmla="*/ 256097 w 385450"/>
              <a:gd name="connsiteY19" fmla="*/ 526294 h 608768"/>
              <a:gd name="connsiteX20" fmla="*/ 249296 w 385450"/>
              <a:gd name="connsiteY20" fmla="*/ 528253 h 608768"/>
              <a:gd name="connsiteX21" fmla="*/ 223842 w 385450"/>
              <a:gd name="connsiteY21" fmla="*/ 521447 h 608768"/>
              <a:gd name="connsiteX22" fmla="*/ 229716 w 385450"/>
              <a:gd name="connsiteY22" fmla="*/ 485045 h 608768"/>
              <a:gd name="connsiteX23" fmla="*/ 230644 w 385450"/>
              <a:gd name="connsiteY23" fmla="*/ 484220 h 608768"/>
              <a:gd name="connsiteX24" fmla="*/ 150811 w 385450"/>
              <a:gd name="connsiteY24" fmla="*/ 484220 h 608768"/>
              <a:gd name="connsiteX25" fmla="*/ 151842 w 385450"/>
              <a:gd name="connsiteY25" fmla="*/ 485045 h 608768"/>
              <a:gd name="connsiteX26" fmla="*/ 157723 w 385450"/>
              <a:gd name="connsiteY26" fmla="*/ 521447 h 608768"/>
              <a:gd name="connsiteX27" fmla="*/ 132137 w 385450"/>
              <a:gd name="connsiteY27" fmla="*/ 528253 h 608768"/>
              <a:gd name="connsiteX28" fmla="*/ 125431 w 385450"/>
              <a:gd name="connsiteY28" fmla="*/ 526294 h 608768"/>
              <a:gd name="connsiteX29" fmla="*/ 134820 w 385450"/>
              <a:gd name="connsiteY29" fmla="*/ 502370 h 608768"/>
              <a:gd name="connsiteX30" fmla="*/ 150811 w 385450"/>
              <a:gd name="connsiteY30" fmla="*/ 484220 h 608768"/>
              <a:gd name="connsiteX31" fmla="*/ 190782 w 385450"/>
              <a:gd name="connsiteY31" fmla="*/ 463115 h 608768"/>
              <a:gd name="connsiteX32" fmla="*/ 176120 w 385450"/>
              <a:gd name="connsiteY32" fmla="*/ 477657 h 608768"/>
              <a:gd name="connsiteX33" fmla="*/ 190782 w 385450"/>
              <a:gd name="connsiteY33" fmla="*/ 492199 h 608768"/>
              <a:gd name="connsiteX34" fmla="*/ 205341 w 385450"/>
              <a:gd name="connsiteY34" fmla="*/ 477657 h 608768"/>
              <a:gd name="connsiteX35" fmla="*/ 190782 w 385450"/>
              <a:gd name="connsiteY35" fmla="*/ 463115 h 608768"/>
              <a:gd name="connsiteX36" fmla="*/ 190782 w 385450"/>
              <a:gd name="connsiteY36" fmla="*/ 452183 h 608768"/>
              <a:gd name="connsiteX37" fmla="*/ 203276 w 385450"/>
              <a:gd name="connsiteY37" fmla="*/ 460949 h 608768"/>
              <a:gd name="connsiteX38" fmla="*/ 220210 w 385450"/>
              <a:gd name="connsiteY38" fmla="*/ 474666 h 608768"/>
              <a:gd name="connsiteX39" fmla="*/ 220314 w 385450"/>
              <a:gd name="connsiteY39" fmla="*/ 477657 h 608768"/>
              <a:gd name="connsiteX40" fmla="*/ 220210 w 385450"/>
              <a:gd name="connsiteY40" fmla="*/ 480751 h 608768"/>
              <a:gd name="connsiteX41" fmla="*/ 203276 w 385450"/>
              <a:gd name="connsiteY41" fmla="*/ 494365 h 608768"/>
              <a:gd name="connsiteX42" fmla="*/ 190782 w 385450"/>
              <a:gd name="connsiteY42" fmla="*/ 503131 h 608768"/>
              <a:gd name="connsiteX43" fmla="*/ 178288 w 385450"/>
              <a:gd name="connsiteY43" fmla="*/ 494365 h 608768"/>
              <a:gd name="connsiteX44" fmla="*/ 161251 w 385450"/>
              <a:gd name="connsiteY44" fmla="*/ 480751 h 608768"/>
              <a:gd name="connsiteX45" fmla="*/ 161251 w 385450"/>
              <a:gd name="connsiteY45" fmla="*/ 477657 h 608768"/>
              <a:gd name="connsiteX46" fmla="*/ 161251 w 385450"/>
              <a:gd name="connsiteY46" fmla="*/ 474666 h 608768"/>
              <a:gd name="connsiteX47" fmla="*/ 178288 w 385450"/>
              <a:gd name="connsiteY47" fmla="*/ 460949 h 608768"/>
              <a:gd name="connsiteX48" fmla="*/ 190782 w 385450"/>
              <a:gd name="connsiteY48" fmla="*/ 452183 h 608768"/>
              <a:gd name="connsiteX49" fmla="*/ 215033 w 385450"/>
              <a:gd name="connsiteY49" fmla="*/ 437929 h 608768"/>
              <a:gd name="connsiteX50" fmla="*/ 219467 w 385450"/>
              <a:gd name="connsiteY50" fmla="*/ 461427 h 608768"/>
              <a:gd name="connsiteX51" fmla="*/ 208950 w 385450"/>
              <a:gd name="connsiteY51" fmla="*/ 453182 h 608768"/>
              <a:gd name="connsiteX52" fmla="*/ 199568 w 385450"/>
              <a:gd name="connsiteY52" fmla="*/ 446483 h 608768"/>
              <a:gd name="connsiteX53" fmla="*/ 215033 w 385450"/>
              <a:gd name="connsiteY53" fmla="*/ 437929 h 608768"/>
              <a:gd name="connsiteX54" fmla="*/ 166523 w 385450"/>
              <a:gd name="connsiteY54" fmla="*/ 437929 h 608768"/>
              <a:gd name="connsiteX55" fmla="*/ 181856 w 385450"/>
              <a:gd name="connsiteY55" fmla="*/ 446483 h 608768"/>
              <a:gd name="connsiteX56" fmla="*/ 172491 w 385450"/>
              <a:gd name="connsiteY56" fmla="*/ 453182 h 608768"/>
              <a:gd name="connsiteX57" fmla="*/ 162098 w 385450"/>
              <a:gd name="connsiteY57" fmla="*/ 461427 h 608768"/>
              <a:gd name="connsiteX58" fmla="*/ 166523 w 385450"/>
              <a:gd name="connsiteY58" fmla="*/ 437929 h 608768"/>
              <a:gd name="connsiteX59" fmla="*/ 249292 w 385450"/>
              <a:gd name="connsiteY59" fmla="*/ 426991 h 608768"/>
              <a:gd name="connsiteX60" fmla="*/ 256092 w 385450"/>
              <a:gd name="connsiteY60" fmla="*/ 429053 h 608768"/>
              <a:gd name="connsiteX61" fmla="*/ 252280 w 385450"/>
              <a:gd name="connsiteY61" fmla="*/ 444418 h 608768"/>
              <a:gd name="connsiteX62" fmla="*/ 252177 w 385450"/>
              <a:gd name="connsiteY62" fmla="*/ 444418 h 608768"/>
              <a:gd name="connsiteX63" fmla="*/ 243110 w 385450"/>
              <a:gd name="connsiteY63" fmla="*/ 453596 h 608768"/>
              <a:gd name="connsiteX64" fmla="*/ 243625 w 385450"/>
              <a:gd name="connsiteY64" fmla="*/ 456793 h 608768"/>
              <a:gd name="connsiteX65" fmla="*/ 230642 w 385450"/>
              <a:gd name="connsiteY65" fmla="*/ 471024 h 608768"/>
              <a:gd name="connsiteX66" fmla="*/ 229715 w 385450"/>
              <a:gd name="connsiteY66" fmla="*/ 470199 h 608768"/>
              <a:gd name="connsiteX67" fmla="*/ 223842 w 385450"/>
              <a:gd name="connsiteY67" fmla="*/ 433797 h 608768"/>
              <a:gd name="connsiteX68" fmla="*/ 249292 w 385450"/>
              <a:gd name="connsiteY68" fmla="*/ 426991 h 608768"/>
              <a:gd name="connsiteX69" fmla="*/ 132137 w 385450"/>
              <a:gd name="connsiteY69" fmla="*/ 426991 h 608768"/>
              <a:gd name="connsiteX70" fmla="*/ 136677 w 385450"/>
              <a:gd name="connsiteY70" fmla="*/ 427300 h 608768"/>
              <a:gd name="connsiteX71" fmla="*/ 145240 w 385450"/>
              <a:gd name="connsiteY71" fmla="*/ 433384 h 608768"/>
              <a:gd name="connsiteX72" fmla="*/ 151120 w 385450"/>
              <a:gd name="connsiteY72" fmla="*/ 431219 h 608768"/>
              <a:gd name="connsiteX73" fmla="*/ 157723 w 385450"/>
              <a:gd name="connsiteY73" fmla="*/ 433797 h 608768"/>
              <a:gd name="connsiteX74" fmla="*/ 151739 w 385450"/>
              <a:gd name="connsiteY74" fmla="*/ 470199 h 608768"/>
              <a:gd name="connsiteX75" fmla="*/ 150811 w 385450"/>
              <a:gd name="connsiteY75" fmla="*/ 471024 h 608768"/>
              <a:gd name="connsiteX76" fmla="*/ 134820 w 385450"/>
              <a:gd name="connsiteY76" fmla="*/ 452874 h 608768"/>
              <a:gd name="connsiteX77" fmla="*/ 125431 w 385450"/>
              <a:gd name="connsiteY77" fmla="*/ 429053 h 608768"/>
              <a:gd name="connsiteX78" fmla="*/ 132137 w 385450"/>
              <a:gd name="connsiteY78" fmla="*/ 426991 h 608768"/>
              <a:gd name="connsiteX79" fmla="*/ 190764 w 385450"/>
              <a:gd name="connsiteY79" fmla="*/ 406527 h 608768"/>
              <a:gd name="connsiteX80" fmla="*/ 210607 w 385450"/>
              <a:gd name="connsiteY80" fmla="*/ 426010 h 608768"/>
              <a:gd name="connsiteX81" fmla="*/ 211847 w 385450"/>
              <a:gd name="connsiteY81" fmla="*/ 428896 h 608768"/>
              <a:gd name="connsiteX82" fmla="*/ 190764 w 385450"/>
              <a:gd name="connsiteY82" fmla="*/ 440751 h 608768"/>
              <a:gd name="connsiteX83" fmla="*/ 169578 w 385450"/>
              <a:gd name="connsiteY83" fmla="*/ 428896 h 608768"/>
              <a:gd name="connsiteX84" fmla="*/ 170818 w 385450"/>
              <a:gd name="connsiteY84" fmla="*/ 426010 h 608768"/>
              <a:gd name="connsiteX85" fmla="*/ 190764 w 385450"/>
              <a:gd name="connsiteY85" fmla="*/ 406527 h 608768"/>
              <a:gd name="connsiteX86" fmla="*/ 190761 w 385450"/>
              <a:gd name="connsiteY86" fmla="*/ 397011 h 608768"/>
              <a:gd name="connsiteX87" fmla="*/ 162059 w 385450"/>
              <a:gd name="connsiteY87" fmla="*/ 421960 h 608768"/>
              <a:gd name="connsiteX88" fmla="*/ 160923 w 385450"/>
              <a:gd name="connsiteY88" fmla="*/ 424846 h 608768"/>
              <a:gd name="connsiteX89" fmla="*/ 154213 w 385450"/>
              <a:gd name="connsiteY89" fmla="*/ 422166 h 608768"/>
              <a:gd name="connsiteX90" fmla="*/ 145230 w 385450"/>
              <a:gd name="connsiteY90" fmla="*/ 415052 h 608768"/>
              <a:gd name="connsiteX91" fmla="*/ 138519 w 385450"/>
              <a:gd name="connsiteY91" fmla="*/ 417939 h 608768"/>
              <a:gd name="connsiteX92" fmla="*/ 132118 w 385450"/>
              <a:gd name="connsiteY92" fmla="*/ 417424 h 608768"/>
              <a:gd name="connsiteX93" fmla="*/ 117664 w 385450"/>
              <a:gd name="connsiteY93" fmla="*/ 423300 h 608768"/>
              <a:gd name="connsiteX94" fmla="*/ 127059 w 385450"/>
              <a:gd name="connsiteY94" fmla="*/ 458662 h 608768"/>
              <a:gd name="connsiteX95" fmla="*/ 143888 w 385450"/>
              <a:gd name="connsiteY95" fmla="*/ 477631 h 608768"/>
              <a:gd name="connsiteX96" fmla="*/ 127059 w 385450"/>
              <a:gd name="connsiteY96" fmla="*/ 496601 h 608768"/>
              <a:gd name="connsiteX97" fmla="*/ 117664 w 385450"/>
              <a:gd name="connsiteY97" fmla="*/ 531963 h 608768"/>
              <a:gd name="connsiteX98" fmla="*/ 132118 w 385450"/>
              <a:gd name="connsiteY98" fmla="*/ 537839 h 608768"/>
              <a:gd name="connsiteX99" fmla="*/ 160923 w 385450"/>
              <a:gd name="connsiteY99" fmla="*/ 530416 h 608768"/>
              <a:gd name="connsiteX100" fmla="*/ 162059 w 385450"/>
              <a:gd name="connsiteY100" fmla="*/ 533303 h 608768"/>
              <a:gd name="connsiteX101" fmla="*/ 190761 w 385450"/>
              <a:gd name="connsiteY101" fmla="*/ 558355 h 608768"/>
              <a:gd name="connsiteX102" fmla="*/ 219360 w 385450"/>
              <a:gd name="connsiteY102" fmla="*/ 533303 h 608768"/>
              <a:gd name="connsiteX103" fmla="*/ 220599 w 385450"/>
              <a:gd name="connsiteY103" fmla="*/ 530416 h 608768"/>
              <a:gd name="connsiteX104" fmla="*/ 249301 w 385450"/>
              <a:gd name="connsiteY104" fmla="*/ 537839 h 608768"/>
              <a:gd name="connsiteX105" fmla="*/ 263755 w 385450"/>
              <a:gd name="connsiteY105" fmla="*/ 531963 h 608768"/>
              <a:gd name="connsiteX106" fmla="*/ 254360 w 385450"/>
              <a:gd name="connsiteY106" fmla="*/ 496601 h 608768"/>
              <a:gd name="connsiteX107" fmla="*/ 237531 w 385450"/>
              <a:gd name="connsiteY107" fmla="*/ 477631 h 608768"/>
              <a:gd name="connsiteX108" fmla="*/ 251160 w 385450"/>
              <a:gd name="connsiteY108" fmla="*/ 462682 h 608768"/>
              <a:gd name="connsiteX109" fmla="*/ 252192 w 385450"/>
              <a:gd name="connsiteY109" fmla="*/ 462785 h 608768"/>
              <a:gd name="connsiteX110" fmla="*/ 261381 w 385450"/>
              <a:gd name="connsiteY110" fmla="*/ 453610 h 608768"/>
              <a:gd name="connsiteX111" fmla="*/ 260452 w 385450"/>
              <a:gd name="connsiteY111" fmla="*/ 449589 h 608768"/>
              <a:gd name="connsiteX112" fmla="*/ 263755 w 385450"/>
              <a:gd name="connsiteY112" fmla="*/ 423300 h 608768"/>
              <a:gd name="connsiteX113" fmla="*/ 249301 w 385450"/>
              <a:gd name="connsiteY113" fmla="*/ 417424 h 608768"/>
              <a:gd name="connsiteX114" fmla="*/ 220599 w 385450"/>
              <a:gd name="connsiteY114" fmla="*/ 424846 h 608768"/>
              <a:gd name="connsiteX115" fmla="*/ 219360 w 385450"/>
              <a:gd name="connsiteY115" fmla="*/ 421960 h 608768"/>
              <a:gd name="connsiteX116" fmla="*/ 190761 w 385450"/>
              <a:gd name="connsiteY116" fmla="*/ 397011 h 608768"/>
              <a:gd name="connsiteX117" fmla="*/ 15246 w 385450"/>
              <a:gd name="connsiteY117" fmla="*/ 352474 h 608768"/>
              <a:gd name="connsiteX118" fmla="*/ 370304 w 385450"/>
              <a:gd name="connsiteY118" fmla="*/ 352474 h 608768"/>
              <a:gd name="connsiteX119" fmla="*/ 381557 w 385450"/>
              <a:gd name="connsiteY119" fmla="*/ 357422 h 608768"/>
              <a:gd name="connsiteX120" fmla="*/ 385377 w 385450"/>
              <a:gd name="connsiteY120" fmla="*/ 369072 h 608768"/>
              <a:gd name="connsiteX121" fmla="*/ 355023 w 385450"/>
              <a:gd name="connsiteY121" fmla="*/ 595057 h 608768"/>
              <a:gd name="connsiteX122" fmla="*/ 339950 w 385450"/>
              <a:gd name="connsiteY122" fmla="*/ 608768 h 608768"/>
              <a:gd name="connsiteX123" fmla="*/ 45600 w 385450"/>
              <a:gd name="connsiteY123" fmla="*/ 608768 h 608768"/>
              <a:gd name="connsiteX124" fmla="*/ 30423 w 385450"/>
              <a:gd name="connsiteY124" fmla="*/ 595057 h 608768"/>
              <a:gd name="connsiteX125" fmla="*/ 69 w 385450"/>
              <a:gd name="connsiteY125" fmla="*/ 369072 h 608768"/>
              <a:gd name="connsiteX126" fmla="*/ 3992 w 385450"/>
              <a:gd name="connsiteY126" fmla="*/ 357422 h 608768"/>
              <a:gd name="connsiteX127" fmla="*/ 15246 w 385450"/>
              <a:gd name="connsiteY127" fmla="*/ 352474 h 608768"/>
              <a:gd name="connsiteX128" fmla="*/ 229886 w 385450"/>
              <a:gd name="connsiteY128" fmla="*/ 196878 h 608768"/>
              <a:gd name="connsiteX129" fmla="*/ 251679 w 385450"/>
              <a:gd name="connsiteY129" fmla="*/ 215230 h 608768"/>
              <a:gd name="connsiteX130" fmla="*/ 297227 w 385450"/>
              <a:gd name="connsiteY130" fmla="*/ 236159 h 608768"/>
              <a:gd name="connsiteX131" fmla="*/ 313855 w 385450"/>
              <a:gd name="connsiteY131" fmla="*/ 250387 h 608768"/>
              <a:gd name="connsiteX132" fmla="*/ 341122 w 385450"/>
              <a:gd name="connsiteY132" fmla="*/ 330599 h 608768"/>
              <a:gd name="connsiteX133" fmla="*/ 209538 w 385450"/>
              <a:gd name="connsiteY133" fmla="*/ 330599 h 608768"/>
              <a:gd name="connsiteX134" fmla="*/ 194769 w 385450"/>
              <a:gd name="connsiteY134" fmla="*/ 231726 h 608768"/>
              <a:gd name="connsiteX135" fmla="*/ 155647 w 385450"/>
              <a:gd name="connsiteY135" fmla="*/ 196878 h 608768"/>
              <a:gd name="connsiteX136" fmla="*/ 190747 w 385450"/>
              <a:gd name="connsiteY136" fmla="*/ 231726 h 608768"/>
              <a:gd name="connsiteX137" fmla="*/ 175881 w 385450"/>
              <a:gd name="connsiteY137" fmla="*/ 330599 h 608768"/>
              <a:gd name="connsiteX138" fmla="*/ 44465 w 385450"/>
              <a:gd name="connsiteY138" fmla="*/ 330599 h 608768"/>
              <a:gd name="connsiteX139" fmla="*/ 71615 w 385450"/>
              <a:gd name="connsiteY139" fmla="*/ 250387 h 608768"/>
              <a:gd name="connsiteX140" fmla="*/ 88339 w 385450"/>
              <a:gd name="connsiteY140" fmla="*/ 236159 h 608768"/>
              <a:gd name="connsiteX141" fmla="*/ 133762 w 385450"/>
              <a:gd name="connsiteY141" fmla="*/ 215230 h 608768"/>
              <a:gd name="connsiteX142" fmla="*/ 160716 w 385450"/>
              <a:gd name="connsiteY142" fmla="*/ 70485 h 608768"/>
              <a:gd name="connsiteX143" fmla="*/ 129130 w 385450"/>
              <a:gd name="connsiteY143" fmla="*/ 98962 h 608768"/>
              <a:gd name="connsiteX144" fmla="*/ 191398 w 385450"/>
              <a:gd name="connsiteY144" fmla="*/ 178647 h 608768"/>
              <a:gd name="connsiteX145" fmla="*/ 253666 w 385450"/>
              <a:gd name="connsiteY145" fmla="*/ 98962 h 608768"/>
              <a:gd name="connsiteX146" fmla="*/ 174876 w 385450"/>
              <a:gd name="connsiteY146" fmla="*/ 100611 h 608768"/>
              <a:gd name="connsiteX147" fmla="*/ 160716 w 385450"/>
              <a:gd name="connsiteY147" fmla="*/ 70485 h 608768"/>
              <a:gd name="connsiteX148" fmla="*/ 191398 w 385450"/>
              <a:gd name="connsiteY148" fmla="*/ 0 h 608768"/>
              <a:gd name="connsiteX149" fmla="*/ 273286 w 385450"/>
              <a:gd name="connsiteY149" fmla="*/ 80407 h 608768"/>
              <a:gd name="connsiteX150" fmla="*/ 191398 w 385450"/>
              <a:gd name="connsiteY150" fmla="*/ 196172 h 608768"/>
              <a:gd name="connsiteX151" fmla="*/ 109407 w 385450"/>
              <a:gd name="connsiteY151" fmla="*/ 80407 h 608768"/>
              <a:gd name="connsiteX152" fmla="*/ 191398 w 385450"/>
              <a:gd name="connsiteY152" fmla="*/ 0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385450" h="608768">
                <a:moveTo>
                  <a:pt x="190764" y="514563"/>
                </a:moveTo>
                <a:cubicBezTo>
                  <a:pt x="197998" y="519099"/>
                  <a:pt x="205026" y="523119"/>
                  <a:pt x="211847" y="526418"/>
                </a:cubicBezTo>
                <a:cubicBezTo>
                  <a:pt x="211433" y="527449"/>
                  <a:pt x="211020" y="528480"/>
                  <a:pt x="210607" y="529304"/>
                </a:cubicBezTo>
                <a:cubicBezTo>
                  <a:pt x="205026" y="541674"/>
                  <a:pt x="197792" y="548787"/>
                  <a:pt x="190764" y="548787"/>
                </a:cubicBezTo>
                <a:cubicBezTo>
                  <a:pt x="183633" y="548787"/>
                  <a:pt x="176399" y="541674"/>
                  <a:pt x="170818" y="529304"/>
                </a:cubicBezTo>
                <a:cubicBezTo>
                  <a:pt x="170405" y="528480"/>
                  <a:pt x="169991" y="527449"/>
                  <a:pt x="169578" y="526418"/>
                </a:cubicBezTo>
                <a:cubicBezTo>
                  <a:pt x="176399" y="523119"/>
                  <a:pt x="183530" y="519099"/>
                  <a:pt x="190764" y="514563"/>
                </a:cubicBezTo>
                <a:close/>
                <a:moveTo>
                  <a:pt x="219467" y="493887"/>
                </a:moveTo>
                <a:cubicBezTo>
                  <a:pt x="218642" y="502247"/>
                  <a:pt x="217095" y="510091"/>
                  <a:pt x="215033" y="517315"/>
                </a:cubicBezTo>
                <a:cubicBezTo>
                  <a:pt x="209981" y="514735"/>
                  <a:pt x="204826" y="511948"/>
                  <a:pt x="199568" y="508749"/>
                </a:cubicBezTo>
                <a:cubicBezTo>
                  <a:pt x="202764" y="506582"/>
                  <a:pt x="205857" y="504311"/>
                  <a:pt x="208950" y="502041"/>
                </a:cubicBezTo>
                <a:cubicBezTo>
                  <a:pt x="212559" y="499357"/>
                  <a:pt x="216064" y="496571"/>
                  <a:pt x="219467" y="493887"/>
                </a:cubicBezTo>
                <a:close/>
                <a:moveTo>
                  <a:pt x="162098" y="493887"/>
                </a:moveTo>
                <a:cubicBezTo>
                  <a:pt x="165494" y="496571"/>
                  <a:pt x="168992" y="499357"/>
                  <a:pt x="172491" y="502041"/>
                </a:cubicBezTo>
                <a:cubicBezTo>
                  <a:pt x="175578" y="504311"/>
                  <a:pt x="178666" y="506582"/>
                  <a:pt x="181856" y="508749"/>
                </a:cubicBezTo>
                <a:cubicBezTo>
                  <a:pt x="176608" y="511948"/>
                  <a:pt x="171462" y="514838"/>
                  <a:pt x="166523" y="517315"/>
                </a:cubicBezTo>
                <a:cubicBezTo>
                  <a:pt x="164362" y="510091"/>
                  <a:pt x="162921" y="502247"/>
                  <a:pt x="162098" y="493887"/>
                </a:cubicBezTo>
                <a:close/>
                <a:moveTo>
                  <a:pt x="230644" y="484220"/>
                </a:moveTo>
                <a:cubicBezTo>
                  <a:pt x="236930" y="490511"/>
                  <a:pt x="242392" y="496595"/>
                  <a:pt x="246720" y="502370"/>
                </a:cubicBezTo>
                <a:cubicBezTo>
                  <a:pt x="257437" y="516704"/>
                  <a:pt x="257643" y="524128"/>
                  <a:pt x="256097" y="526294"/>
                </a:cubicBezTo>
                <a:cubicBezTo>
                  <a:pt x="255067" y="527531"/>
                  <a:pt x="252697" y="528253"/>
                  <a:pt x="249296" y="528253"/>
                </a:cubicBezTo>
                <a:cubicBezTo>
                  <a:pt x="243010" y="528253"/>
                  <a:pt x="234250" y="525881"/>
                  <a:pt x="223842" y="521447"/>
                </a:cubicBezTo>
                <a:cubicBezTo>
                  <a:pt x="227140" y="510619"/>
                  <a:pt x="229201" y="498039"/>
                  <a:pt x="229716" y="485045"/>
                </a:cubicBezTo>
                <a:cubicBezTo>
                  <a:pt x="230025" y="484839"/>
                  <a:pt x="230335" y="484530"/>
                  <a:pt x="230644" y="484220"/>
                </a:cubicBezTo>
                <a:close/>
                <a:moveTo>
                  <a:pt x="150811" y="484220"/>
                </a:moveTo>
                <a:cubicBezTo>
                  <a:pt x="151120" y="484530"/>
                  <a:pt x="151430" y="484839"/>
                  <a:pt x="151842" y="485045"/>
                </a:cubicBezTo>
                <a:cubicBezTo>
                  <a:pt x="152358" y="498039"/>
                  <a:pt x="154421" y="510619"/>
                  <a:pt x="157723" y="521447"/>
                </a:cubicBezTo>
                <a:cubicBezTo>
                  <a:pt x="147303" y="525881"/>
                  <a:pt x="138430" y="528253"/>
                  <a:pt x="132137" y="528253"/>
                </a:cubicBezTo>
                <a:cubicBezTo>
                  <a:pt x="128733" y="528253"/>
                  <a:pt x="126360" y="527531"/>
                  <a:pt x="125431" y="526294"/>
                </a:cubicBezTo>
                <a:cubicBezTo>
                  <a:pt x="123781" y="524128"/>
                  <a:pt x="124090" y="516704"/>
                  <a:pt x="134820" y="502370"/>
                </a:cubicBezTo>
                <a:cubicBezTo>
                  <a:pt x="139153" y="496595"/>
                  <a:pt x="144517" y="490511"/>
                  <a:pt x="150811" y="484220"/>
                </a:cubicBezTo>
                <a:close/>
                <a:moveTo>
                  <a:pt x="190782" y="463115"/>
                </a:moveTo>
                <a:cubicBezTo>
                  <a:pt x="182728" y="463115"/>
                  <a:pt x="176120" y="469612"/>
                  <a:pt x="176120" y="477657"/>
                </a:cubicBezTo>
                <a:cubicBezTo>
                  <a:pt x="176120" y="485702"/>
                  <a:pt x="182728" y="492199"/>
                  <a:pt x="190782" y="492199"/>
                </a:cubicBezTo>
                <a:cubicBezTo>
                  <a:pt x="198836" y="492199"/>
                  <a:pt x="205341" y="485702"/>
                  <a:pt x="205341" y="477657"/>
                </a:cubicBezTo>
                <a:cubicBezTo>
                  <a:pt x="205341" y="469612"/>
                  <a:pt x="198836" y="463115"/>
                  <a:pt x="190782" y="463115"/>
                </a:cubicBezTo>
                <a:close/>
                <a:moveTo>
                  <a:pt x="190782" y="452183"/>
                </a:moveTo>
                <a:cubicBezTo>
                  <a:pt x="194913" y="454967"/>
                  <a:pt x="199146" y="457855"/>
                  <a:pt x="203276" y="460949"/>
                </a:cubicBezTo>
                <a:cubicBezTo>
                  <a:pt x="209162" y="465384"/>
                  <a:pt x="214944" y="469922"/>
                  <a:pt x="220210" y="474666"/>
                </a:cubicBezTo>
                <a:cubicBezTo>
                  <a:pt x="220210" y="475697"/>
                  <a:pt x="220314" y="476729"/>
                  <a:pt x="220314" y="477657"/>
                </a:cubicBezTo>
                <a:cubicBezTo>
                  <a:pt x="220314" y="478688"/>
                  <a:pt x="220210" y="479719"/>
                  <a:pt x="220210" y="480751"/>
                </a:cubicBezTo>
                <a:cubicBezTo>
                  <a:pt x="214944" y="485392"/>
                  <a:pt x="209162" y="490033"/>
                  <a:pt x="203276" y="494365"/>
                </a:cubicBezTo>
                <a:cubicBezTo>
                  <a:pt x="199146" y="497459"/>
                  <a:pt x="194913" y="500347"/>
                  <a:pt x="190782" y="503131"/>
                </a:cubicBezTo>
                <a:cubicBezTo>
                  <a:pt x="186549" y="500347"/>
                  <a:pt x="182315" y="497459"/>
                  <a:pt x="178288" y="494365"/>
                </a:cubicBezTo>
                <a:cubicBezTo>
                  <a:pt x="172299" y="490033"/>
                  <a:pt x="166620" y="485392"/>
                  <a:pt x="161251" y="480751"/>
                </a:cubicBezTo>
                <a:cubicBezTo>
                  <a:pt x="161251" y="479719"/>
                  <a:pt x="161251" y="478688"/>
                  <a:pt x="161251" y="477657"/>
                </a:cubicBezTo>
                <a:cubicBezTo>
                  <a:pt x="161251" y="476729"/>
                  <a:pt x="161251" y="475697"/>
                  <a:pt x="161251" y="474666"/>
                </a:cubicBezTo>
                <a:cubicBezTo>
                  <a:pt x="166620" y="469922"/>
                  <a:pt x="172299" y="465384"/>
                  <a:pt x="178288" y="460949"/>
                </a:cubicBezTo>
                <a:cubicBezTo>
                  <a:pt x="182315" y="457855"/>
                  <a:pt x="186549" y="454967"/>
                  <a:pt x="190782" y="452183"/>
                </a:cubicBezTo>
                <a:close/>
                <a:moveTo>
                  <a:pt x="215033" y="437929"/>
                </a:moveTo>
                <a:cubicBezTo>
                  <a:pt x="217095" y="445143"/>
                  <a:pt x="218642" y="452976"/>
                  <a:pt x="219467" y="461427"/>
                </a:cubicBezTo>
                <a:cubicBezTo>
                  <a:pt x="216064" y="458644"/>
                  <a:pt x="212559" y="455861"/>
                  <a:pt x="208950" y="453182"/>
                </a:cubicBezTo>
                <a:cubicBezTo>
                  <a:pt x="205960" y="450914"/>
                  <a:pt x="202764" y="448647"/>
                  <a:pt x="199568" y="446483"/>
                </a:cubicBezTo>
                <a:cubicBezTo>
                  <a:pt x="204826" y="443288"/>
                  <a:pt x="209981" y="440505"/>
                  <a:pt x="215033" y="437929"/>
                </a:cubicBezTo>
                <a:close/>
                <a:moveTo>
                  <a:pt x="166523" y="437929"/>
                </a:moveTo>
                <a:cubicBezTo>
                  <a:pt x="171462" y="440505"/>
                  <a:pt x="176608" y="443391"/>
                  <a:pt x="181856" y="446483"/>
                </a:cubicBezTo>
                <a:cubicBezTo>
                  <a:pt x="178666" y="448647"/>
                  <a:pt x="175578" y="450914"/>
                  <a:pt x="172491" y="453182"/>
                </a:cubicBezTo>
                <a:cubicBezTo>
                  <a:pt x="168992" y="455861"/>
                  <a:pt x="165494" y="458644"/>
                  <a:pt x="162098" y="461427"/>
                </a:cubicBezTo>
                <a:cubicBezTo>
                  <a:pt x="162921" y="452976"/>
                  <a:pt x="164362" y="445143"/>
                  <a:pt x="166523" y="437929"/>
                </a:cubicBezTo>
                <a:close/>
                <a:moveTo>
                  <a:pt x="249292" y="426991"/>
                </a:moveTo>
                <a:cubicBezTo>
                  <a:pt x="252692" y="426991"/>
                  <a:pt x="255061" y="427713"/>
                  <a:pt x="256092" y="429053"/>
                </a:cubicBezTo>
                <a:cubicBezTo>
                  <a:pt x="257431" y="430806"/>
                  <a:pt x="257225" y="435859"/>
                  <a:pt x="252280" y="444418"/>
                </a:cubicBezTo>
                <a:lnTo>
                  <a:pt x="252177" y="444418"/>
                </a:lnTo>
                <a:cubicBezTo>
                  <a:pt x="247128" y="444418"/>
                  <a:pt x="243110" y="448543"/>
                  <a:pt x="243110" y="453596"/>
                </a:cubicBezTo>
                <a:cubicBezTo>
                  <a:pt x="243110" y="454731"/>
                  <a:pt x="243213" y="455762"/>
                  <a:pt x="243625" y="456793"/>
                </a:cubicBezTo>
                <a:cubicBezTo>
                  <a:pt x="239916" y="461433"/>
                  <a:pt x="235588" y="466177"/>
                  <a:pt x="230642" y="471024"/>
                </a:cubicBezTo>
                <a:cubicBezTo>
                  <a:pt x="230333" y="470714"/>
                  <a:pt x="230024" y="470405"/>
                  <a:pt x="229715" y="470199"/>
                </a:cubicBezTo>
                <a:cubicBezTo>
                  <a:pt x="229200" y="457205"/>
                  <a:pt x="227139" y="444625"/>
                  <a:pt x="223842" y="433797"/>
                </a:cubicBezTo>
                <a:cubicBezTo>
                  <a:pt x="234249" y="429363"/>
                  <a:pt x="243007" y="426991"/>
                  <a:pt x="249292" y="426991"/>
                </a:cubicBezTo>
                <a:close/>
                <a:moveTo>
                  <a:pt x="132137" y="426991"/>
                </a:moveTo>
                <a:cubicBezTo>
                  <a:pt x="133478" y="426991"/>
                  <a:pt x="135026" y="427094"/>
                  <a:pt x="136677" y="427300"/>
                </a:cubicBezTo>
                <a:cubicBezTo>
                  <a:pt x="137915" y="430909"/>
                  <a:pt x="141422" y="433384"/>
                  <a:pt x="145240" y="433384"/>
                </a:cubicBezTo>
                <a:cubicBezTo>
                  <a:pt x="147406" y="433384"/>
                  <a:pt x="149469" y="432559"/>
                  <a:pt x="151120" y="431219"/>
                </a:cubicBezTo>
                <a:cubicBezTo>
                  <a:pt x="153287" y="432044"/>
                  <a:pt x="155453" y="432869"/>
                  <a:pt x="157723" y="433797"/>
                </a:cubicBezTo>
                <a:cubicBezTo>
                  <a:pt x="154421" y="444625"/>
                  <a:pt x="152358" y="457205"/>
                  <a:pt x="151739" y="470199"/>
                </a:cubicBezTo>
                <a:cubicBezTo>
                  <a:pt x="151430" y="470405"/>
                  <a:pt x="151120" y="470714"/>
                  <a:pt x="150811" y="471024"/>
                </a:cubicBezTo>
                <a:cubicBezTo>
                  <a:pt x="144517" y="464836"/>
                  <a:pt x="139153" y="458752"/>
                  <a:pt x="134820" y="452874"/>
                </a:cubicBezTo>
                <a:cubicBezTo>
                  <a:pt x="123987" y="438540"/>
                  <a:pt x="123781" y="431116"/>
                  <a:pt x="125431" y="429053"/>
                </a:cubicBezTo>
                <a:cubicBezTo>
                  <a:pt x="126360" y="427713"/>
                  <a:pt x="128733" y="426991"/>
                  <a:pt x="132137" y="426991"/>
                </a:cubicBezTo>
                <a:close/>
                <a:moveTo>
                  <a:pt x="190764" y="406527"/>
                </a:moveTo>
                <a:cubicBezTo>
                  <a:pt x="197792" y="406527"/>
                  <a:pt x="205026" y="413640"/>
                  <a:pt x="210607" y="426010"/>
                </a:cubicBezTo>
                <a:cubicBezTo>
                  <a:pt x="211020" y="426937"/>
                  <a:pt x="211433" y="427865"/>
                  <a:pt x="211847" y="428896"/>
                </a:cubicBezTo>
                <a:cubicBezTo>
                  <a:pt x="205026" y="432195"/>
                  <a:pt x="197998" y="436215"/>
                  <a:pt x="190764" y="440751"/>
                </a:cubicBezTo>
                <a:cubicBezTo>
                  <a:pt x="183530" y="436215"/>
                  <a:pt x="176399" y="432195"/>
                  <a:pt x="169578" y="428896"/>
                </a:cubicBezTo>
                <a:cubicBezTo>
                  <a:pt x="169991" y="427865"/>
                  <a:pt x="170405" y="426937"/>
                  <a:pt x="170818" y="426010"/>
                </a:cubicBezTo>
                <a:cubicBezTo>
                  <a:pt x="176399" y="413640"/>
                  <a:pt x="183633" y="406527"/>
                  <a:pt x="190764" y="406527"/>
                </a:cubicBezTo>
                <a:close/>
                <a:moveTo>
                  <a:pt x="190761" y="397011"/>
                </a:moveTo>
                <a:cubicBezTo>
                  <a:pt x="179611" y="397011"/>
                  <a:pt x="169390" y="405877"/>
                  <a:pt x="162059" y="421960"/>
                </a:cubicBezTo>
                <a:cubicBezTo>
                  <a:pt x="161646" y="422888"/>
                  <a:pt x="161336" y="423815"/>
                  <a:pt x="160923" y="424846"/>
                </a:cubicBezTo>
                <a:cubicBezTo>
                  <a:pt x="158549" y="423815"/>
                  <a:pt x="156381" y="422991"/>
                  <a:pt x="154213" y="422166"/>
                </a:cubicBezTo>
                <a:cubicBezTo>
                  <a:pt x="153283" y="418042"/>
                  <a:pt x="149567" y="415052"/>
                  <a:pt x="145230" y="415052"/>
                </a:cubicBezTo>
                <a:cubicBezTo>
                  <a:pt x="142752" y="415052"/>
                  <a:pt x="140275" y="416083"/>
                  <a:pt x="138519" y="417939"/>
                </a:cubicBezTo>
                <a:cubicBezTo>
                  <a:pt x="136248" y="417630"/>
                  <a:pt x="134080" y="417424"/>
                  <a:pt x="132118" y="417424"/>
                </a:cubicBezTo>
                <a:cubicBezTo>
                  <a:pt x="125407" y="417424"/>
                  <a:pt x="120555" y="419382"/>
                  <a:pt x="117664" y="423300"/>
                </a:cubicBezTo>
                <a:cubicBezTo>
                  <a:pt x="112089" y="430723"/>
                  <a:pt x="115393" y="442991"/>
                  <a:pt x="127059" y="458662"/>
                </a:cubicBezTo>
                <a:cubicBezTo>
                  <a:pt x="131602" y="464744"/>
                  <a:pt x="137281" y="471136"/>
                  <a:pt x="143888" y="477631"/>
                </a:cubicBezTo>
                <a:cubicBezTo>
                  <a:pt x="137281" y="484126"/>
                  <a:pt x="131602" y="490518"/>
                  <a:pt x="127059" y="496601"/>
                </a:cubicBezTo>
                <a:cubicBezTo>
                  <a:pt x="115393" y="512271"/>
                  <a:pt x="112089" y="524540"/>
                  <a:pt x="117664" y="531963"/>
                </a:cubicBezTo>
                <a:cubicBezTo>
                  <a:pt x="120555" y="535880"/>
                  <a:pt x="125407" y="537839"/>
                  <a:pt x="132118" y="537839"/>
                </a:cubicBezTo>
                <a:cubicBezTo>
                  <a:pt x="139552" y="537839"/>
                  <a:pt x="149463" y="535365"/>
                  <a:pt x="160923" y="530416"/>
                </a:cubicBezTo>
                <a:cubicBezTo>
                  <a:pt x="161336" y="531447"/>
                  <a:pt x="161646" y="532375"/>
                  <a:pt x="162059" y="533303"/>
                </a:cubicBezTo>
                <a:cubicBezTo>
                  <a:pt x="169390" y="549386"/>
                  <a:pt x="179611" y="558355"/>
                  <a:pt x="190761" y="558355"/>
                </a:cubicBezTo>
                <a:cubicBezTo>
                  <a:pt x="201912" y="558355"/>
                  <a:pt x="212029" y="549386"/>
                  <a:pt x="219360" y="533303"/>
                </a:cubicBezTo>
                <a:cubicBezTo>
                  <a:pt x="219773" y="532375"/>
                  <a:pt x="220186" y="531447"/>
                  <a:pt x="220599" y="530416"/>
                </a:cubicBezTo>
                <a:cubicBezTo>
                  <a:pt x="231956" y="535365"/>
                  <a:pt x="241971" y="537839"/>
                  <a:pt x="249301" y="537839"/>
                </a:cubicBezTo>
                <a:cubicBezTo>
                  <a:pt x="256012" y="537839"/>
                  <a:pt x="260865" y="535880"/>
                  <a:pt x="263755" y="531963"/>
                </a:cubicBezTo>
                <a:cubicBezTo>
                  <a:pt x="269331" y="524540"/>
                  <a:pt x="266130" y="512271"/>
                  <a:pt x="254360" y="496601"/>
                </a:cubicBezTo>
                <a:cubicBezTo>
                  <a:pt x="249817" y="490518"/>
                  <a:pt x="244139" y="484126"/>
                  <a:pt x="237531" y="477631"/>
                </a:cubicBezTo>
                <a:cubicBezTo>
                  <a:pt x="242694" y="472579"/>
                  <a:pt x="247236" y="467528"/>
                  <a:pt x="251160" y="462682"/>
                </a:cubicBezTo>
                <a:cubicBezTo>
                  <a:pt x="251573" y="462785"/>
                  <a:pt x="251882" y="462785"/>
                  <a:pt x="252192" y="462785"/>
                </a:cubicBezTo>
                <a:cubicBezTo>
                  <a:pt x="257251" y="462785"/>
                  <a:pt x="261381" y="458662"/>
                  <a:pt x="261381" y="453610"/>
                </a:cubicBezTo>
                <a:cubicBezTo>
                  <a:pt x="261381" y="452270"/>
                  <a:pt x="261071" y="450826"/>
                  <a:pt x="260452" y="449589"/>
                </a:cubicBezTo>
                <a:cubicBezTo>
                  <a:pt x="267162" y="438146"/>
                  <a:pt x="268298" y="429279"/>
                  <a:pt x="263755" y="423300"/>
                </a:cubicBezTo>
                <a:cubicBezTo>
                  <a:pt x="260865" y="419382"/>
                  <a:pt x="256012" y="417424"/>
                  <a:pt x="249301" y="417424"/>
                </a:cubicBezTo>
                <a:cubicBezTo>
                  <a:pt x="241971" y="417424"/>
                  <a:pt x="231956" y="420001"/>
                  <a:pt x="220599" y="424846"/>
                </a:cubicBezTo>
                <a:cubicBezTo>
                  <a:pt x="220186" y="423815"/>
                  <a:pt x="219773" y="422888"/>
                  <a:pt x="219360" y="421960"/>
                </a:cubicBezTo>
                <a:cubicBezTo>
                  <a:pt x="212029" y="405877"/>
                  <a:pt x="201912" y="397011"/>
                  <a:pt x="190761" y="397011"/>
                </a:cubicBezTo>
                <a:close/>
                <a:moveTo>
                  <a:pt x="15246" y="352474"/>
                </a:moveTo>
                <a:lnTo>
                  <a:pt x="370304" y="352474"/>
                </a:lnTo>
                <a:cubicBezTo>
                  <a:pt x="374537" y="352474"/>
                  <a:pt x="378666" y="354329"/>
                  <a:pt x="381557" y="357422"/>
                </a:cubicBezTo>
                <a:cubicBezTo>
                  <a:pt x="384448" y="360618"/>
                  <a:pt x="385790" y="364845"/>
                  <a:pt x="385377" y="369072"/>
                </a:cubicBezTo>
                <a:lnTo>
                  <a:pt x="355023" y="595057"/>
                </a:lnTo>
                <a:cubicBezTo>
                  <a:pt x="354301" y="602789"/>
                  <a:pt x="347796" y="608768"/>
                  <a:pt x="339950" y="608768"/>
                </a:cubicBezTo>
                <a:lnTo>
                  <a:pt x="45600" y="608768"/>
                </a:lnTo>
                <a:cubicBezTo>
                  <a:pt x="37753" y="608768"/>
                  <a:pt x="31249" y="602789"/>
                  <a:pt x="30423" y="595057"/>
                </a:cubicBezTo>
                <a:lnTo>
                  <a:pt x="69" y="369072"/>
                </a:lnTo>
                <a:cubicBezTo>
                  <a:pt x="-344" y="364845"/>
                  <a:pt x="1101" y="360618"/>
                  <a:pt x="3992" y="357422"/>
                </a:cubicBezTo>
                <a:cubicBezTo>
                  <a:pt x="6883" y="354329"/>
                  <a:pt x="10909" y="352474"/>
                  <a:pt x="15246" y="352474"/>
                </a:cubicBezTo>
                <a:close/>
                <a:moveTo>
                  <a:pt x="229886" y="196878"/>
                </a:moveTo>
                <a:lnTo>
                  <a:pt x="251679" y="215230"/>
                </a:lnTo>
                <a:lnTo>
                  <a:pt x="297227" y="236159"/>
                </a:lnTo>
                <a:cubicBezTo>
                  <a:pt x="303940" y="238943"/>
                  <a:pt x="310963" y="243376"/>
                  <a:pt x="313855" y="250387"/>
                </a:cubicBezTo>
                <a:cubicBezTo>
                  <a:pt x="313855" y="250387"/>
                  <a:pt x="333169" y="296163"/>
                  <a:pt x="341122" y="330599"/>
                </a:cubicBezTo>
                <a:lnTo>
                  <a:pt x="209538" y="330599"/>
                </a:lnTo>
                <a:lnTo>
                  <a:pt x="194769" y="231726"/>
                </a:lnTo>
                <a:close/>
                <a:moveTo>
                  <a:pt x="155647" y="196878"/>
                </a:moveTo>
                <a:lnTo>
                  <a:pt x="190747" y="231726"/>
                </a:lnTo>
                <a:lnTo>
                  <a:pt x="175881" y="330599"/>
                </a:lnTo>
                <a:lnTo>
                  <a:pt x="44465" y="330599"/>
                </a:lnTo>
                <a:cubicBezTo>
                  <a:pt x="52414" y="296163"/>
                  <a:pt x="71615" y="250387"/>
                  <a:pt x="71615" y="250387"/>
                </a:cubicBezTo>
                <a:cubicBezTo>
                  <a:pt x="75022" y="243067"/>
                  <a:pt x="81629" y="238943"/>
                  <a:pt x="88339" y="236159"/>
                </a:cubicBezTo>
                <a:lnTo>
                  <a:pt x="133762" y="215230"/>
                </a:lnTo>
                <a:close/>
                <a:moveTo>
                  <a:pt x="160716" y="70485"/>
                </a:moveTo>
                <a:cubicBezTo>
                  <a:pt x="145085" y="69041"/>
                  <a:pt x="126549" y="77366"/>
                  <a:pt x="129130" y="98962"/>
                </a:cubicBezTo>
                <a:cubicBezTo>
                  <a:pt x="133777" y="138753"/>
                  <a:pt x="157321" y="178647"/>
                  <a:pt x="191398" y="178647"/>
                </a:cubicBezTo>
                <a:cubicBezTo>
                  <a:pt x="223822" y="178647"/>
                  <a:pt x="253253" y="130712"/>
                  <a:pt x="253666" y="98962"/>
                </a:cubicBezTo>
                <a:cubicBezTo>
                  <a:pt x="254182" y="45976"/>
                  <a:pt x="217317" y="105147"/>
                  <a:pt x="174876" y="100611"/>
                </a:cubicBezTo>
                <a:cubicBezTo>
                  <a:pt x="189075" y="83138"/>
                  <a:pt x="176347" y="71928"/>
                  <a:pt x="160716" y="70485"/>
                </a:cubicBezTo>
                <a:close/>
                <a:moveTo>
                  <a:pt x="191398" y="0"/>
                </a:moveTo>
                <a:cubicBezTo>
                  <a:pt x="249845" y="0"/>
                  <a:pt x="273802" y="30101"/>
                  <a:pt x="273286" y="80407"/>
                </a:cubicBezTo>
                <a:cubicBezTo>
                  <a:pt x="272563" y="152979"/>
                  <a:pt x="225991" y="196172"/>
                  <a:pt x="191398" y="196172"/>
                </a:cubicBezTo>
                <a:cubicBezTo>
                  <a:pt x="150816" y="196172"/>
                  <a:pt x="110130" y="152979"/>
                  <a:pt x="109407" y="80407"/>
                </a:cubicBezTo>
                <a:cubicBezTo>
                  <a:pt x="108891" y="30101"/>
                  <a:pt x="132848" y="0"/>
                  <a:pt x="191398" y="0"/>
                </a:cubicBezTo>
                <a:close/>
              </a:path>
            </a:pathLst>
          </a:custGeom>
          <a:solidFill>
            <a:srgbClr val="C10000"/>
          </a:solidFill>
          <a:ln>
            <a:noFill/>
          </a:ln>
        </p:spPr>
      </p:sp>
      <p:sp>
        <p:nvSpPr>
          <p:cNvPr id="14" name="female-instructor-giving-a-lecture-standing-at-the-side-of-a-screen_43195">
            <a:extLst>
              <a:ext uri="{FF2B5EF4-FFF2-40B4-BE49-F238E27FC236}">
                <a16:creationId xmlns:a16="http://schemas.microsoft.com/office/drawing/2014/main" id="{A3CC8630-8483-4AC1-83CF-8E9426A7DDC8}"/>
              </a:ext>
            </a:extLst>
          </p:cNvPr>
          <p:cNvSpPr>
            <a:spLocks noChangeAspect="1"/>
          </p:cNvSpPr>
          <p:nvPr/>
        </p:nvSpPr>
        <p:spPr bwMode="auto">
          <a:xfrm>
            <a:off x="107504" y="6525344"/>
            <a:ext cx="294652" cy="253054"/>
          </a:xfrm>
          <a:custGeom>
            <a:avLst/>
            <a:gdLst>
              <a:gd name="connsiteX0" fmla="*/ 45866 w 605777"/>
              <a:gd name="connsiteY0" fmla="*/ 339787 h 520255"/>
              <a:gd name="connsiteX1" fmla="*/ 147937 w 605777"/>
              <a:gd name="connsiteY1" fmla="*/ 341219 h 520255"/>
              <a:gd name="connsiteX2" fmla="*/ 150812 w 605777"/>
              <a:gd name="connsiteY2" fmla="*/ 408537 h 520255"/>
              <a:gd name="connsiteX3" fmla="*/ 130685 w 605777"/>
              <a:gd name="connsiteY3" fmla="*/ 408537 h 520255"/>
              <a:gd name="connsiteX4" fmla="*/ 133561 w 605777"/>
              <a:gd name="connsiteY4" fmla="*/ 447208 h 520255"/>
              <a:gd name="connsiteX5" fmla="*/ 129248 w 605777"/>
              <a:gd name="connsiteY5" fmla="*/ 501635 h 520255"/>
              <a:gd name="connsiteX6" fmla="*/ 150812 w 605777"/>
              <a:gd name="connsiteY6" fmla="*/ 510229 h 520255"/>
              <a:gd name="connsiteX7" fmla="*/ 136436 w 605777"/>
              <a:gd name="connsiteY7" fmla="*/ 520255 h 520255"/>
              <a:gd name="connsiteX8" fmla="*/ 127810 w 605777"/>
              <a:gd name="connsiteY8" fmla="*/ 520255 h 520255"/>
              <a:gd name="connsiteX9" fmla="*/ 104808 w 605777"/>
              <a:gd name="connsiteY9" fmla="*/ 520255 h 520255"/>
              <a:gd name="connsiteX10" fmla="*/ 103371 w 605777"/>
              <a:gd name="connsiteY10" fmla="*/ 520255 h 520255"/>
              <a:gd name="connsiteX11" fmla="*/ 103371 w 605777"/>
              <a:gd name="connsiteY11" fmla="*/ 511661 h 520255"/>
              <a:gd name="connsiteX12" fmla="*/ 106246 w 605777"/>
              <a:gd name="connsiteY12" fmla="*/ 505932 h 520255"/>
              <a:gd name="connsiteX13" fmla="*/ 111996 w 605777"/>
              <a:gd name="connsiteY13" fmla="*/ 447208 h 520255"/>
              <a:gd name="connsiteX14" fmla="*/ 109121 w 605777"/>
              <a:gd name="connsiteY14" fmla="*/ 408537 h 520255"/>
              <a:gd name="connsiteX15" fmla="*/ 96183 w 605777"/>
              <a:gd name="connsiteY15" fmla="*/ 408537 h 520255"/>
              <a:gd name="connsiteX16" fmla="*/ 96183 w 605777"/>
              <a:gd name="connsiteY16" fmla="*/ 507364 h 520255"/>
              <a:gd name="connsiteX17" fmla="*/ 97620 w 605777"/>
              <a:gd name="connsiteY17" fmla="*/ 511661 h 520255"/>
              <a:gd name="connsiteX18" fmla="*/ 97620 w 605777"/>
              <a:gd name="connsiteY18" fmla="*/ 520255 h 520255"/>
              <a:gd name="connsiteX19" fmla="*/ 96183 w 605777"/>
              <a:gd name="connsiteY19" fmla="*/ 520255 h 520255"/>
              <a:gd name="connsiteX20" fmla="*/ 74618 w 605777"/>
              <a:gd name="connsiteY20" fmla="*/ 520255 h 520255"/>
              <a:gd name="connsiteX21" fmla="*/ 65993 w 605777"/>
              <a:gd name="connsiteY21" fmla="*/ 520255 h 520255"/>
              <a:gd name="connsiteX22" fmla="*/ 51617 w 605777"/>
              <a:gd name="connsiteY22" fmla="*/ 510229 h 520255"/>
              <a:gd name="connsiteX23" fmla="*/ 74618 w 605777"/>
              <a:gd name="connsiteY23" fmla="*/ 501635 h 520255"/>
              <a:gd name="connsiteX24" fmla="*/ 74618 w 605777"/>
              <a:gd name="connsiteY24" fmla="*/ 408537 h 520255"/>
              <a:gd name="connsiteX25" fmla="*/ 42991 w 605777"/>
              <a:gd name="connsiteY25" fmla="*/ 408537 h 520255"/>
              <a:gd name="connsiteX26" fmla="*/ 219630 w 605777"/>
              <a:gd name="connsiteY26" fmla="*/ 117545 h 520255"/>
              <a:gd name="connsiteX27" fmla="*/ 219630 w 605777"/>
              <a:gd name="connsiteY27" fmla="*/ 182051 h 520255"/>
              <a:gd name="connsiteX28" fmla="*/ 285663 w 605777"/>
              <a:gd name="connsiteY28" fmla="*/ 197819 h 520255"/>
              <a:gd name="connsiteX29" fmla="*/ 285663 w 605777"/>
              <a:gd name="connsiteY29" fmla="*/ 240823 h 520255"/>
              <a:gd name="connsiteX30" fmla="*/ 219630 w 605777"/>
              <a:gd name="connsiteY30" fmla="*/ 233656 h 520255"/>
              <a:gd name="connsiteX31" fmla="*/ 219630 w 605777"/>
              <a:gd name="connsiteY31" fmla="*/ 341166 h 520255"/>
              <a:gd name="connsiteX32" fmla="*/ 377534 w 605777"/>
              <a:gd name="connsiteY32" fmla="*/ 341166 h 520255"/>
              <a:gd name="connsiteX33" fmla="*/ 403373 w 605777"/>
              <a:gd name="connsiteY33" fmla="*/ 341166 h 520255"/>
              <a:gd name="connsiteX34" fmla="*/ 581374 w 605777"/>
              <a:gd name="connsiteY34" fmla="*/ 341166 h 520255"/>
              <a:gd name="connsiteX35" fmla="*/ 581374 w 605777"/>
              <a:gd name="connsiteY35" fmla="*/ 117545 h 520255"/>
              <a:gd name="connsiteX36" fmla="*/ 107662 w 605777"/>
              <a:gd name="connsiteY36" fmla="*/ 78841 h 520255"/>
              <a:gd name="connsiteX37" fmla="*/ 107662 w 605777"/>
              <a:gd name="connsiteY37" fmla="*/ 98909 h 520255"/>
              <a:gd name="connsiteX38" fmla="*/ 144985 w 605777"/>
              <a:gd name="connsiteY38" fmla="*/ 98909 h 520255"/>
              <a:gd name="connsiteX39" fmla="*/ 144985 w 605777"/>
              <a:gd name="connsiteY39" fmla="*/ 78841 h 520255"/>
              <a:gd name="connsiteX40" fmla="*/ 48807 w 605777"/>
              <a:gd name="connsiteY40" fmla="*/ 78841 h 520255"/>
              <a:gd name="connsiteX41" fmla="*/ 48807 w 605777"/>
              <a:gd name="connsiteY41" fmla="*/ 98909 h 520255"/>
              <a:gd name="connsiteX42" fmla="*/ 87565 w 605777"/>
              <a:gd name="connsiteY42" fmla="*/ 98909 h 520255"/>
              <a:gd name="connsiteX43" fmla="*/ 87565 w 605777"/>
              <a:gd name="connsiteY43" fmla="*/ 78841 h 520255"/>
              <a:gd name="connsiteX44" fmla="*/ 68904 w 605777"/>
              <a:gd name="connsiteY44" fmla="*/ 38704 h 520255"/>
              <a:gd name="connsiteX45" fmla="*/ 24403 w 605777"/>
              <a:gd name="connsiteY45" fmla="*/ 77407 h 520255"/>
              <a:gd name="connsiteX46" fmla="*/ 24403 w 605777"/>
              <a:gd name="connsiteY46" fmla="*/ 81708 h 520255"/>
              <a:gd name="connsiteX47" fmla="*/ 43065 w 605777"/>
              <a:gd name="connsiteY47" fmla="*/ 84575 h 520255"/>
              <a:gd name="connsiteX48" fmla="*/ 43065 w 605777"/>
              <a:gd name="connsiteY48" fmla="*/ 73107 h 520255"/>
              <a:gd name="connsiteX49" fmla="*/ 93307 w 605777"/>
              <a:gd name="connsiteY49" fmla="*/ 73107 h 520255"/>
              <a:gd name="connsiteX50" fmla="*/ 93307 w 605777"/>
              <a:gd name="connsiteY50" fmla="*/ 84575 h 520255"/>
              <a:gd name="connsiteX51" fmla="*/ 101920 w 605777"/>
              <a:gd name="connsiteY51" fmla="*/ 84575 h 520255"/>
              <a:gd name="connsiteX52" fmla="*/ 101920 w 605777"/>
              <a:gd name="connsiteY52" fmla="*/ 73107 h 520255"/>
              <a:gd name="connsiteX53" fmla="*/ 150726 w 605777"/>
              <a:gd name="connsiteY53" fmla="*/ 73107 h 520255"/>
              <a:gd name="connsiteX54" fmla="*/ 150726 w 605777"/>
              <a:gd name="connsiteY54" fmla="*/ 84575 h 520255"/>
              <a:gd name="connsiteX55" fmla="*/ 166517 w 605777"/>
              <a:gd name="connsiteY55" fmla="*/ 81708 h 520255"/>
              <a:gd name="connsiteX56" fmla="*/ 159339 w 605777"/>
              <a:gd name="connsiteY56" fmla="*/ 63073 h 520255"/>
              <a:gd name="connsiteX57" fmla="*/ 68904 w 605777"/>
              <a:gd name="connsiteY57" fmla="*/ 38704 h 520255"/>
              <a:gd name="connsiteX58" fmla="*/ 94742 w 605777"/>
              <a:gd name="connsiteY58" fmla="*/ 0 h 520255"/>
              <a:gd name="connsiteX59" fmla="*/ 180872 w 605777"/>
              <a:gd name="connsiteY59" fmla="*/ 134746 h 520255"/>
              <a:gd name="connsiteX60" fmla="*/ 175130 w 605777"/>
              <a:gd name="connsiteY60" fmla="*/ 172016 h 520255"/>
              <a:gd name="connsiteX61" fmla="*/ 202404 w 605777"/>
              <a:gd name="connsiteY61" fmla="*/ 177750 h 520255"/>
              <a:gd name="connsiteX62" fmla="*/ 202404 w 605777"/>
              <a:gd name="connsiteY62" fmla="*/ 117545 h 520255"/>
              <a:gd name="connsiteX63" fmla="*/ 190920 w 605777"/>
              <a:gd name="connsiteY63" fmla="*/ 117545 h 520255"/>
              <a:gd name="connsiteX64" fmla="*/ 190920 w 605777"/>
              <a:gd name="connsiteY64" fmla="*/ 93176 h 520255"/>
              <a:gd name="connsiteX65" fmla="*/ 202404 w 605777"/>
              <a:gd name="connsiteY65" fmla="*/ 93176 h 520255"/>
              <a:gd name="connsiteX66" fmla="*/ 371792 w 605777"/>
              <a:gd name="connsiteY66" fmla="*/ 93176 h 520255"/>
              <a:gd name="connsiteX67" fmla="*/ 371792 w 605777"/>
              <a:gd name="connsiteY67" fmla="*/ 73107 h 520255"/>
              <a:gd name="connsiteX68" fmla="*/ 420599 w 605777"/>
              <a:gd name="connsiteY68" fmla="*/ 73107 h 520255"/>
              <a:gd name="connsiteX69" fmla="*/ 420599 w 605777"/>
              <a:gd name="connsiteY69" fmla="*/ 93176 h 520255"/>
              <a:gd name="connsiteX70" fmla="*/ 598600 w 605777"/>
              <a:gd name="connsiteY70" fmla="*/ 93176 h 520255"/>
              <a:gd name="connsiteX71" fmla="*/ 605777 w 605777"/>
              <a:gd name="connsiteY71" fmla="*/ 93176 h 520255"/>
              <a:gd name="connsiteX72" fmla="*/ 605777 w 605777"/>
              <a:gd name="connsiteY72" fmla="*/ 117545 h 520255"/>
              <a:gd name="connsiteX73" fmla="*/ 598600 w 605777"/>
              <a:gd name="connsiteY73" fmla="*/ 117545 h 520255"/>
              <a:gd name="connsiteX74" fmla="*/ 598600 w 605777"/>
              <a:gd name="connsiteY74" fmla="*/ 358368 h 520255"/>
              <a:gd name="connsiteX75" fmla="*/ 403373 w 605777"/>
              <a:gd name="connsiteY75" fmla="*/ 358368 h 520255"/>
              <a:gd name="connsiteX76" fmla="*/ 403373 w 605777"/>
              <a:gd name="connsiteY76" fmla="*/ 402805 h 520255"/>
              <a:gd name="connsiteX77" fmla="*/ 500986 w 605777"/>
              <a:gd name="connsiteY77" fmla="*/ 511749 h 520255"/>
              <a:gd name="connsiteX78" fmla="*/ 465099 w 605777"/>
              <a:gd name="connsiteY78" fmla="*/ 511749 h 520255"/>
              <a:gd name="connsiteX79" fmla="*/ 400502 w 605777"/>
              <a:gd name="connsiteY79" fmla="*/ 438642 h 520255"/>
              <a:gd name="connsiteX80" fmla="*/ 400502 w 605777"/>
              <a:gd name="connsiteY80" fmla="*/ 511749 h 520255"/>
              <a:gd name="connsiteX81" fmla="*/ 380405 w 605777"/>
              <a:gd name="connsiteY81" fmla="*/ 511749 h 520255"/>
              <a:gd name="connsiteX82" fmla="*/ 380405 w 605777"/>
              <a:gd name="connsiteY82" fmla="*/ 438642 h 520255"/>
              <a:gd name="connsiteX83" fmla="*/ 315808 w 605777"/>
              <a:gd name="connsiteY83" fmla="*/ 511749 h 520255"/>
              <a:gd name="connsiteX84" fmla="*/ 281356 w 605777"/>
              <a:gd name="connsiteY84" fmla="*/ 511749 h 520255"/>
              <a:gd name="connsiteX85" fmla="*/ 377534 w 605777"/>
              <a:gd name="connsiteY85" fmla="*/ 402805 h 520255"/>
              <a:gd name="connsiteX86" fmla="*/ 377534 w 605777"/>
              <a:gd name="connsiteY86" fmla="*/ 358368 h 520255"/>
              <a:gd name="connsiteX87" fmla="*/ 202404 w 605777"/>
              <a:gd name="connsiteY87" fmla="*/ 358368 h 520255"/>
              <a:gd name="connsiteX88" fmla="*/ 202404 w 605777"/>
              <a:gd name="connsiteY88" fmla="*/ 230789 h 520255"/>
              <a:gd name="connsiteX89" fmla="*/ 147856 w 605777"/>
              <a:gd name="connsiteY89" fmla="*/ 223621 h 520255"/>
              <a:gd name="connsiteX90" fmla="*/ 139243 w 605777"/>
              <a:gd name="connsiteY90" fmla="*/ 273793 h 520255"/>
              <a:gd name="connsiteX91" fmla="*/ 147856 w 605777"/>
              <a:gd name="connsiteY91" fmla="*/ 333999 h 520255"/>
              <a:gd name="connsiteX92" fmla="*/ 123452 w 605777"/>
              <a:gd name="connsiteY92" fmla="*/ 333999 h 520255"/>
              <a:gd name="connsiteX93" fmla="*/ 99049 w 605777"/>
              <a:gd name="connsiteY93" fmla="*/ 333999 h 520255"/>
              <a:gd name="connsiteX94" fmla="*/ 99049 w 605777"/>
              <a:gd name="connsiteY94" fmla="*/ 227922 h 520255"/>
              <a:gd name="connsiteX95" fmla="*/ 123452 w 605777"/>
              <a:gd name="connsiteY95" fmla="*/ 183484 h 520255"/>
              <a:gd name="connsiteX96" fmla="*/ 114839 w 605777"/>
              <a:gd name="connsiteY96" fmla="*/ 179184 h 520255"/>
              <a:gd name="connsiteX97" fmla="*/ 114839 w 605777"/>
              <a:gd name="connsiteY97" fmla="*/ 153381 h 520255"/>
              <a:gd name="connsiteX98" fmla="*/ 166517 w 605777"/>
              <a:gd name="connsiteY98" fmla="*/ 90309 h 520255"/>
              <a:gd name="connsiteX99" fmla="*/ 150726 w 605777"/>
              <a:gd name="connsiteY99" fmla="*/ 93176 h 520255"/>
              <a:gd name="connsiteX100" fmla="*/ 150726 w 605777"/>
              <a:gd name="connsiteY100" fmla="*/ 103210 h 520255"/>
              <a:gd name="connsiteX101" fmla="*/ 101920 w 605777"/>
              <a:gd name="connsiteY101" fmla="*/ 103210 h 520255"/>
              <a:gd name="connsiteX102" fmla="*/ 101920 w 605777"/>
              <a:gd name="connsiteY102" fmla="*/ 96043 h 520255"/>
              <a:gd name="connsiteX103" fmla="*/ 93307 w 605777"/>
              <a:gd name="connsiteY103" fmla="*/ 96043 h 520255"/>
              <a:gd name="connsiteX104" fmla="*/ 93307 w 605777"/>
              <a:gd name="connsiteY104" fmla="*/ 103210 h 520255"/>
              <a:gd name="connsiteX105" fmla="*/ 43065 w 605777"/>
              <a:gd name="connsiteY105" fmla="*/ 103210 h 520255"/>
              <a:gd name="connsiteX106" fmla="*/ 43065 w 605777"/>
              <a:gd name="connsiteY106" fmla="*/ 91742 h 520255"/>
              <a:gd name="connsiteX107" fmla="*/ 24403 w 605777"/>
              <a:gd name="connsiteY107" fmla="*/ 88875 h 520255"/>
              <a:gd name="connsiteX108" fmla="*/ 74646 w 605777"/>
              <a:gd name="connsiteY108" fmla="*/ 151948 h 520255"/>
              <a:gd name="connsiteX109" fmla="*/ 74646 w 605777"/>
              <a:gd name="connsiteY109" fmla="*/ 179184 h 520255"/>
              <a:gd name="connsiteX110" fmla="*/ 67468 w 605777"/>
              <a:gd name="connsiteY110" fmla="*/ 182051 h 520255"/>
              <a:gd name="connsiteX111" fmla="*/ 93307 w 605777"/>
              <a:gd name="connsiteY111" fmla="*/ 229355 h 520255"/>
              <a:gd name="connsiteX112" fmla="*/ 93307 w 605777"/>
              <a:gd name="connsiteY112" fmla="*/ 333999 h 520255"/>
              <a:gd name="connsiteX113" fmla="*/ 45936 w 605777"/>
              <a:gd name="connsiteY113" fmla="*/ 333999 h 520255"/>
              <a:gd name="connsiteX114" fmla="*/ 53113 w 605777"/>
              <a:gd name="connsiteY114" fmla="*/ 276660 h 520255"/>
              <a:gd name="connsiteX115" fmla="*/ 40194 w 605777"/>
              <a:gd name="connsiteY115" fmla="*/ 232222 h 520255"/>
              <a:gd name="connsiteX116" fmla="*/ 28710 w 605777"/>
              <a:gd name="connsiteY116" fmla="*/ 318230 h 520255"/>
              <a:gd name="connsiteX117" fmla="*/ 0 w 605777"/>
              <a:gd name="connsiteY117" fmla="*/ 316797 h 520255"/>
              <a:gd name="connsiteX118" fmla="*/ 12919 w 605777"/>
              <a:gd name="connsiteY118" fmla="*/ 194952 h 520255"/>
              <a:gd name="connsiteX119" fmla="*/ 5742 w 605777"/>
              <a:gd name="connsiteY119" fmla="*/ 87442 h 520255"/>
              <a:gd name="connsiteX120" fmla="*/ 48807 w 605777"/>
              <a:gd name="connsiteY120" fmla="*/ 12901 h 520255"/>
              <a:gd name="connsiteX121" fmla="*/ 60291 w 605777"/>
              <a:gd name="connsiteY121" fmla="*/ 11468 h 520255"/>
              <a:gd name="connsiteX122" fmla="*/ 68904 w 605777"/>
              <a:gd name="connsiteY122" fmla="*/ 2867 h 520255"/>
              <a:gd name="connsiteX123" fmla="*/ 94742 w 605777"/>
              <a:gd name="connsiteY123" fmla="*/ 0 h 5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05777" h="520255">
                <a:moveTo>
                  <a:pt x="45866" y="339787"/>
                </a:moveTo>
                <a:lnTo>
                  <a:pt x="147937" y="341219"/>
                </a:lnTo>
                <a:lnTo>
                  <a:pt x="150812" y="408537"/>
                </a:lnTo>
                <a:lnTo>
                  <a:pt x="130685" y="408537"/>
                </a:lnTo>
                <a:lnTo>
                  <a:pt x="133561" y="447208"/>
                </a:lnTo>
                <a:lnTo>
                  <a:pt x="129248" y="501635"/>
                </a:lnTo>
                <a:cubicBezTo>
                  <a:pt x="142186" y="501635"/>
                  <a:pt x="150812" y="504500"/>
                  <a:pt x="150812" y="510229"/>
                </a:cubicBezTo>
                <a:cubicBezTo>
                  <a:pt x="150812" y="517390"/>
                  <a:pt x="136436" y="520255"/>
                  <a:pt x="136436" y="520255"/>
                </a:cubicBezTo>
                <a:lnTo>
                  <a:pt x="127810" y="520255"/>
                </a:lnTo>
                <a:lnTo>
                  <a:pt x="104808" y="520255"/>
                </a:lnTo>
                <a:lnTo>
                  <a:pt x="103371" y="520255"/>
                </a:lnTo>
                <a:lnTo>
                  <a:pt x="103371" y="511661"/>
                </a:lnTo>
                <a:cubicBezTo>
                  <a:pt x="103371" y="508797"/>
                  <a:pt x="104808" y="507364"/>
                  <a:pt x="106246" y="505932"/>
                </a:cubicBezTo>
                <a:lnTo>
                  <a:pt x="111996" y="447208"/>
                </a:lnTo>
                <a:lnTo>
                  <a:pt x="109121" y="408537"/>
                </a:lnTo>
                <a:lnTo>
                  <a:pt x="96183" y="408537"/>
                </a:lnTo>
                <a:lnTo>
                  <a:pt x="96183" y="507364"/>
                </a:lnTo>
                <a:cubicBezTo>
                  <a:pt x="97620" y="508797"/>
                  <a:pt x="97620" y="510229"/>
                  <a:pt x="97620" y="511661"/>
                </a:cubicBezTo>
                <a:lnTo>
                  <a:pt x="97620" y="520255"/>
                </a:lnTo>
                <a:lnTo>
                  <a:pt x="96183" y="520255"/>
                </a:lnTo>
                <a:lnTo>
                  <a:pt x="74618" y="520255"/>
                </a:lnTo>
                <a:lnTo>
                  <a:pt x="65993" y="520255"/>
                </a:lnTo>
                <a:cubicBezTo>
                  <a:pt x="65993" y="520255"/>
                  <a:pt x="51617" y="517390"/>
                  <a:pt x="51617" y="510229"/>
                </a:cubicBezTo>
                <a:cubicBezTo>
                  <a:pt x="51617" y="504500"/>
                  <a:pt x="60242" y="501635"/>
                  <a:pt x="74618" y="501635"/>
                </a:cubicBezTo>
                <a:lnTo>
                  <a:pt x="74618" y="408537"/>
                </a:lnTo>
                <a:lnTo>
                  <a:pt x="42991" y="408537"/>
                </a:lnTo>
                <a:close/>
                <a:moveTo>
                  <a:pt x="219630" y="117545"/>
                </a:moveTo>
                <a:lnTo>
                  <a:pt x="219630" y="182051"/>
                </a:lnTo>
                <a:lnTo>
                  <a:pt x="285663" y="197819"/>
                </a:lnTo>
                <a:lnTo>
                  <a:pt x="285663" y="240823"/>
                </a:lnTo>
                <a:lnTo>
                  <a:pt x="219630" y="233656"/>
                </a:lnTo>
                <a:lnTo>
                  <a:pt x="219630" y="341166"/>
                </a:lnTo>
                <a:lnTo>
                  <a:pt x="377534" y="341166"/>
                </a:lnTo>
                <a:lnTo>
                  <a:pt x="403373" y="341166"/>
                </a:lnTo>
                <a:lnTo>
                  <a:pt x="581374" y="341166"/>
                </a:lnTo>
                <a:lnTo>
                  <a:pt x="581374" y="117545"/>
                </a:lnTo>
                <a:close/>
                <a:moveTo>
                  <a:pt x="107662" y="78841"/>
                </a:moveTo>
                <a:lnTo>
                  <a:pt x="107662" y="98909"/>
                </a:lnTo>
                <a:lnTo>
                  <a:pt x="144985" y="98909"/>
                </a:lnTo>
                <a:lnTo>
                  <a:pt x="144985" y="78841"/>
                </a:lnTo>
                <a:close/>
                <a:moveTo>
                  <a:pt x="48807" y="78841"/>
                </a:moveTo>
                <a:lnTo>
                  <a:pt x="48807" y="98909"/>
                </a:lnTo>
                <a:lnTo>
                  <a:pt x="87565" y="98909"/>
                </a:lnTo>
                <a:lnTo>
                  <a:pt x="87565" y="78841"/>
                </a:lnTo>
                <a:close/>
                <a:moveTo>
                  <a:pt x="68904" y="38704"/>
                </a:moveTo>
                <a:cubicBezTo>
                  <a:pt x="67468" y="60206"/>
                  <a:pt x="44500" y="75974"/>
                  <a:pt x="24403" y="77407"/>
                </a:cubicBezTo>
                <a:cubicBezTo>
                  <a:pt x="24403" y="78841"/>
                  <a:pt x="24403" y="80274"/>
                  <a:pt x="24403" y="81708"/>
                </a:cubicBezTo>
                <a:lnTo>
                  <a:pt x="43065" y="84575"/>
                </a:lnTo>
                <a:lnTo>
                  <a:pt x="43065" y="73107"/>
                </a:lnTo>
                <a:lnTo>
                  <a:pt x="93307" y="73107"/>
                </a:lnTo>
                <a:lnTo>
                  <a:pt x="93307" y="84575"/>
                </a:lnTo>
                <a:lnTo>
                  <a:pt x="101920" y="84575"/>
                </a:lnTo>
                <a:lnTo>
                  <a:pt x="101920" y="73107"/>
                </a:lnTo>
                <a:lnTo>
                  <a:pt x="150726" y="73107"/>
                </a:lnTo>
                <a:lnTo>
                  <a:pt x="150726" y="84575"/>
                </a:lnTo>
                <a:lnTo>
                  <a:pt x="166517" y="81708"/>
                </a:lnTo>
                <a:cubicBezTo>
                  <a:pt x="166517" y="71674"/>
                  <a:pt x="163646" y="64506"/>
                  <a:pt x="159339" y="63073"/>
                </a:cubicBezTo>
                <a:cubicBezTo>
                  <a:pt x="129194" y="60206"/>
                  <a:pt x="93307" y="58772"/>
                  <a:pt x="68904" y="38704"/>
                </a:cubicBezTo>
                <a:close/>
                <a:moveTo>
                  <a:pt x="94742" y="0"/>
                </a:moveTo>
                <a:cubicBezTo>
                  <a:pt x="185178" y="0"/>
                  <a:pt x="182307" y="103210"/>
                  <a:pt x="180872" y="134746"/>
                </a:cubicBezTo>
                <a:cubicBezTo>
                  <a:pt x="180872" y="153381"/>
                  <a:pt x="176565" y="159115"/>
                  <a:pt x="175130" y="172016"/>
                </a:cubicBezTo>
                <a:lnTo>
                  <a:pt x="202404" y="177750"/>
                </a:lnTo>
                <a:lnTo>
                  <a:pt x="202404" y="117545"/>
                </a:lnTo>
                <a:lnTo>
                  <a:pt x="190920" y="117545"/>
                </a:lnTo>
                <a:lnTo>
                  <a:pt x="190920" y="93176"/>
                </a:lnTo>
                <a:lnTo>
                  <a:pt x="202404" y="93176"/>
                </a:lnTo>
                <a:lnTo>
                  <a:pt x="371792" y="93176"/>
                </a:lnTo>
                <a:lnTo>
                  <a:pt x="371792" y="73107"/>
                </a:lnTo>
                <a:lnTo>
                  <a:pt x="420599" y="73107"/>
                </a:lnTo>
                <a:lnTo>
                  <a:pt x="420599" y="93176"/>
                </a:lnTo>
                <a:lnTo>
                  <a:pt x="598600" y="93176"/>
                </a:lnTo>
                <a:lnTo>
                  <a:pt x="605777" y="93176"/>
                </a:lnTo>
                <a:lnTo>
                  <a:pt x="605777" y="117545"/>
                </a:lnTo>
                <a:lnTo>
                  <a:pt x="598600" y="117545"/>
                </a:lnTo>
                <a:lnTo>
                  <a:pt x="598600" y="358368"/>
                </a:lnTo>
                <a:lnTo>
                  <a:pt x="403373" y="358368"/>
                </a:lnTo>
                <a:lnTo>
                  <a:pt x="403373" y="402805"/>
                </a:lnTo>
                <a:lnTo>
                  <a:pt x="500986" y="511749"/>
                </a:lnTo>
                <a:lnTo>
                  <a:pt x="465099" y="511749"/>
                </a:lnTo>
                <a:lnTo>
                  <a:pt x="400502" y="438642"/>
                </a:lnTo>
                <a:lnTo>
                  <a:pt x="400502" y="511749"/>
                </a:lnTo>
                <a:lnTo>
                  <a:pt x="380405" y="511749"/>
                </a:lnTo>
                <a:lnTo>
                  <a:pt x="380405" y="438642"/>
                </a:lnTo>
                <a:lnTo>
                  <a:pt x="315808" y="511749"/>
                </a:lnTo>
                <a:lnTo>
                  <a:pt x="281356" y="511749"/>
                </a:lnTo>
                <a:lnTo>
                  <a:pt x="377534" y="402805"/>
                </a:lnTo>
                <a:lnTo>
                  <a:pt x="377534" y="358368"/>
                </a:lnTo>
                <a:lnTo>
                  <a:pt x="202404" y="358368"/>
                </a:lnTo>
                <a:lnTo>
                  <a:pt x="202404" y="230789"/>
                </a:lnTo>
                <a:lnTo>
                  <a:pt x="147856" y="223621"/>
                </a:lnTo>
                <a:cubicBezTo>
                  <a:pt x="142114" y="249424"/>
                  <a:pt x="139243" y="273793"/>
                  <a:pt x="139243" y="273793"/>
                </a:cubicBezTo>
                <a:lnTo>
                  <a:pt x="147856" y="333999"/>
                </a:lnTo>
                <a:lnTo>
                  <a:pt x="123452" y="333999"/>
                </a:lnTo>
                <a:lnTo>
                  <a:pt x="99049" y="333999"/>
                </a:lnTo>
                <a:lnTo>
                  <a:pt x="99049" y="227922"/>
                </a:lnTo>
                <a:lnTo>
                  <a:pt x="123452" y="183484"/>
                </a:lnTo>
                <a:lnTo>
                  <a:pt x="114839" y="179184"/>
                </a:lnTo>
                <a:lnTo>
                  <a:pt x="114839" y="153381"/>
                </a:lnTo>
                <a:cubicBezTo>
                  <a:pt x="153597" y="149081"/>
                  <a:pt x="166517" y="114678"/>
                  <a:pt x="166517" y="90309"/>
                </a:cubicBezTo>
                <a:lnTo>
                  <a:pt x="150726" y="93176"/>
                </a:lnTo>
                <a:lnTo>
                  <a:pt x="150726" y="103210"/>
                </a:lnTo>
                <a:lnTo>
                  <a:pt x="101920" y="103210"/>
                </a:lnTo>
                <a:lnTo>
                  <a:pt x="101920" y="96043"/>
                </a:lnTo>
                <a:lnTo>
                  <a:pt x="93307" y="96043"/>
                </a:lnTo>
                <a:lnTo>
                  <a:pt x="93307" y="103210"/>
                </a:lnTo>
                <a:lnTo>
                  <a:pt x="43065" y="103210"/>
                </a:lnTo>
                <a:lnTo>
                  <a:pt x="43065" y="91742"/>
                </a:lnTo>
                <a:lnTo>
                  <a:pt x="24403" y="88875"/>
                </a:lnTo>
                <a:cubicBezTo>
                  <a:pt x="25839" y="118978"/>
                  <a:pt x="47371" y="143347"/>
                  <a:pt x="74646" y="151948"/>
                </a:cubicBezTo>
                <a:lnTo>
                  <a:pt x="74646" y="179184"/>
                </a:lnTo>
                <a:lnTo>
                  <a:pt x="67468" y="182051"/>
                </a:lnTo>
                <a:lnTo>
                  <a:pt x="93307" y="229355"/>
                </a:lnTo>
                <a:lnTo>
                  <a:pt x="93307" y="333999"/>
                </a:lnTo>
                <a:lnTo>
                  <a:pt x="45936" y="333999"/>
                </a:lnTo>
                <a:lnTo>
                  <a:pt x="53113" y="276660"/>
                </a:lnTo>
                <a:cubicBezTo>
                  <a:pt x="53113" y="276660"/>
                  <a:pt x="45936" y="255158"/>
                  <a:pt x="40194" y="232222"/>
                </a:cubicBezTo>
                <a:lnTo>
                  <a:pt x="28710" y="318230"/>
                </a:lnTo>
                <a:lnTo>
                  <a:pt x="0" y="316797"/>
                </a:lnTo>
                <a:lnTo>
                  <a:pt x="12919" y="194952"/>
                </a:lnTo>
                <a:lnTo>
                  <a:pt x="5742" y="87442"/>
                </a:lnTo>
                <a:cubicBezTo>
                  <a:pt x="5742" y="87442"/>
                  <a:pt x="4306" y="34403"/>
                  <a:pt x="48807" y="12901"/>
                </a:cubicBezTo>
                <a:cubicBezTo>
                  <a:pt x="51678" y="11468"/>
                  <a:pt x="57420" y="12901"/>
                  <a:pt x="60291" y="11468"/>
                </a:cubicBezTo>
                <a:cubicBezTo>
                  <a:pt x="63162" y="10034"/>
                  <a:pt x="64597" y="5734"/>
                  <a:pt x="68904" y="2867"/>
                </a:cubicBezTo>
                <a:cubicBezTo>
                  <a:pt x="73210" y="1433"/>
                  <a:pt x="84694" y="0"/>
                  <a:pt x="94742" y="0"/>
                </a:cubicBezTo>
                <a:close/>
              </a:path>
            </a:pathLst>
          </a:custGeom>
          <a:solidFill>
            <a:srgbClr val="C10000"/>
          </a:solidFill>
          <a:ln>
            <a:noFill/>
          </a:ln>
        </p:spPr>
        <p:txBody>
          <a:bodyPr/>
          <a:lstStyle/>
          <a:p>
            <a:endParaRPr lang="zh-CN" altLang="en-US" dirty="0"/>
          </a:p>
        </p:txBody>
      </p:sp>
      <p:pic>
        <p:nvPicPr>
          <p:cNvPr id="9" name="图片 8"/>
          <p:cNvPicPr>
            <a:picLocks noChangeAspect="1"/>
          </p:cNvPicPr>
          <p:nvPr/>
        </p:nvPicPr>
        <p:blipFill>
          <a:blip r:embed="rId2"/>
          <a:stretch>
            <a:fillRect/>
          </a:stretch>
        </p:blipFill>
        <p:spPr>
          <a:xfrm>
            <a:off x="6228184" y="260648"/>
            <a:ext cx="2660986" cy="610982"/>
          </a:xfrm>
          <a:prstGeom prst="rect">
            <a:avLst/>
          </a:prstGeom>
        </p:spPr>
      </p:pic>
      <p:pic>
        <p:nvPicPr>
          <p:cNvPr id="8" name="图片 7"/>
          <p:cNvPicPr>
            <a:picLocks noChangeAspect="1"/>
          </p:cNvPicPr>
          <p:nvPr/>
        </p:nvPicPr>
        <p:blipFill>
          <a:blip r:embed="rId3"/>
          <a:stretch>
            <a:fillRect/>
          </a:stretch>
        </p:blipFill>
        <p:spPr>
          <a:xfrm>
            <a:off x="3647713" y="4631201"/>
            <a:ext cx="1809708" cy="1793067"/>
          </a:xfrm>
          <a:prstGeom prst="rect">
            <a:avLst/>
          </a:prstGeom>
          <a:ln>
            <a:solidFill>
              <a:srgbClr val="FF0000"/>
            </a:solidFill>
          </a:ln>
        </p:spPr>
      </p:pic>
    </p:spTree>
    <p:extLst>
      <p:ext uri="{BB962C8B-B14F-4D97-AF65-F5344CB8AC3E}">
        <p14:creationId xmlns:p14="http://schemas.microsoft.com/office/powerpoint/2010/main" val="1707383443"/>
      </p:ext>
    </p:extLst>
  </p:cSld>
  <p:clrMapOvr>
    <a:masterClrMapping/>
  </p:clrMapOvr>
  <p:transition spd="slow">
    <p:circle/>
  </p:transition>
  <p:timing>
    <p:tnLst>
      <p:par>
        <p:cTn id="1" dur="indefinite" restart="never" nodeType="tmRoot"/>
      </p:par>
    </p:tnLst>
  </p:timing>
</p:sld>
</file>

<file path=ppt/theme/theme1.xml><?xml version="1.0" encoding="utf-8"?>
<a:theme xmlns:a="http://schemas.openxmlformats.org/drawingml/2006/main" name="yu_讲义模板">
  <a:themeElements>
    <a:clrScheme name="1_讲义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讲义模板">
      <a:majorFont>
        <a:latin typeface="Book Antiqua"/>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1_讲义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讲义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讲义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讲义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讲义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讲义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讲义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讲义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讲义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讲义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讲义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讲义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1]_报告PPT模版_V2" id="{8EC8653A-606D-47E4-A478-266612CD6098}" vid="{7E307012-7BE2-4DF2-B728-4130463293FE}"/>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[2021]_报告PPT模版_V2</Template>
  <TotalTime>754</TotalTime>
  <Words>2639</Words>
  <Application>Microsoft Office PowerPoint</Application>
  <PresentationFormat>全屏显示(4:3)</PresentationFormat>
  <Paragraphs>354</Paragraphs>
  <Slides>40</Slides>
  <Notes>13</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60" baseType="lpstr">
      <vt:lpstr>MS PGothic</vt:lpstr>
      <vt:lpstr>仿宋</vt:lpstr>
      <vt:lpstr>华文行楷</vt:lpstr>
      <vt:lpstr>华文中宋</vt:lpstr>
      <vt:lpstr>楷体</vt:lpstr>
      <vt:lpstr>楷体_GB2312</vt:lpstr>
      <vt:lpstr>思源黑体 CN Medium</vt:lpstr>
      <vt:lpstr>宋体</vt:lpstr>
      <vt:lpstr>微软雅黑</vt:lpstr>
      <vt:lpstr>幼圆</vt:lpstr>
      <vt:lpstr>Arial</vt:lpstr>
      <vt:lpstr>Book Antiqua</vt:lpstr>
      <vt:lpstr>Calibri</vt:lpstr>
      <vt:lpstr>Symbol</vt:lpstr>
      <vt:lpstr>Times New Roman</vt:lpstr>
      <vt:lpstr>Verdana</vt:lpstr>
      <vt:lpstr>Wingdings</vt:lpstr>
      <vt:lpstr>Wingdings 2</vt:lpstr>
      <vt:lpstr>yu_讲义模板</vt:lpstr>
      <vt:lpstr>Equation</vt:lpstr>
      <vt:lpstr>PowerPoint 演示文稿</vt:lpstr>
      <vt:lpstr>目录</vt:lpstr>
      <vt:lpstr>PowerPoint 演示文稿</vt:lpstr>
      <vt:lpstr>个性化推荐</vt:lpstr>
      <vt:lpstr>相关方法</vt:lpstr>
      <vt:lpstr>PowerPoint 演示文稿</vt:lpstr>
      <vt:lpstr>个性化推荐的背景</vt:lpstr>
      <vt:lpstr>核心技术：个性化推荐方法</vt:lpstr>
      <vt:lpstr>基于内容的推荐</vt:lpstr>
      <vt:lpstr>用户（画像）建模</vt:lpstr>
      <vt:lpstr>数据建模</vt:lpstr>
      <vt:lpstr>词袋模型</vt:lpstr>
      <vt:lpstr>TF-IDF模型</vt:lpstr>
      <vt:lpstr>文本向量空间模型</vt:lpstr>
      <vt:lpstr>LDA( Latent Dirichlet Allocation)</vt:lpstr>
      <vt:lpstr>PowerPoint 演示文稿</vt:lpstr>
      <vt:lpstr>LDA应用</vt:lpstr>
      <vt:lpstr>协同过滤推荐</vt:lpstr>
      <vt:lpstr>基于用户的协同过滤推荐</vt:lpstr>
      <vt:lpstr>基于项目的协同过滤推荐</vt:lpstr>
      <vt:lpstr>基于图神经网络的推荐</vt:lpstr>
      <vt:lpstr>基于模型的推荐（矩阵分解MF）</vt:lpstr>
      <vt:lpstr>关键：训练P、Q</vt:lpstr>
      <vt:lpstr>基于模型的推荐（因子分解机FM）</vt:lpstr>
      <vt:lpstr>基于模型的推荐（贝叶斯排序BPR）</vt:lpstr>
      <vt:lpstr>PowerPoint 演示文稿</vt:lpstr>
      <vt:lpstr>推荐系统引入深度学习</vt:lpstr>
      <vt:lpstr>Deep Learning based Recommender System</vt:lpstr>
      <vt:lpstr>PowerPoint 演示文稿</vt:lpstr>
      <vt:lpstr>Deep Matrix Factorization(DMF) (IJCAI2017)</vt:lpstr>
      <vt:lpstr>Preference and Context Embedding(PACE) (KDD2017)</vt:lpstr>
      <vt:lpstr>Deep Matrix Factorization(DMF) (IJCAI2017)</vt:lpstr>
      <vt:lpstr>PowerPoint 演示文稿</vt:lpstr>
      <vt:lpstr>why</vt:lpstr>
      <vt:lpstr>探索性推荐</vt:lpstr>
      <vt:lpstr>PowerPoint 演示文稿</vt:lpstr>
      <vt:lpstr>Context Dependent Recommendations</vt:lpstr>
      <vt:lpstr>Incorporating Context in RecSys</vt:lpstr>
      <vt:lpstr>Conclusions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yuli</dc:creator>
  <cp:lastModifiedBy>yuli</cp:lastModifiedBy>
  <cp:revision>72</cp:revision>
  <dcterms:created xsi:type="dcterms:W3CDTF">2021-09-11T11:16:46Z</dcterms:created>
  <dcterms:modified xsi:type="dcterms:W3CDTF">2024-06-16T10:36:33Z</dcterms:modified>
</cp:coreProperties>
</file>