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38"/>
  </p:notesMasterIdLst>
  <p:handoutMasterIdLst>
    <p:handoutMasterId r:id="rId39"/>
  </p:handoutMasterIdLst>
  <p:sldIdLst>
    <p:sldId id="993" r:id="rId2"/>
    <p:sldId id="991" r:id="rId3"/>
    <p:sldId id="995" r:id="rId4"/>
    <p:sldId id="997" r:id="rId5"/>
    <p:sldId id="996" r:id="rId6"/>
    <p:sldId id="910" r:id="rId7"/>
    <p:sldId id="911" r:id="rId8"/>
    <p:sldId id="912" r:id="rId9"/>
    <p:sldId id="998" r:id="rId10"/>
    <p:sldId id="994" r:id="rId11"/>
    <p:sldId id="913" r:id="rId12"/>
    <p:sldId id="914" r:id="rId13"/>
    <p:sldId id="919" r:id="rId14"/>
    <p:sldId id="920" r:id="rId15"/>
    <p:sldId id="921" r:id="rId16"/>
    <p:sldId id="922" r:id="rId17"/>
    <p:sldId id="923" r:id="rId18"/>
    <p:sldId id="992" r:id="rId19"/>
    <p:sldId id="924" r:id="rId20"/>
    <p:sldId id="999" r:id="rId21"/>
    <p:sldId id="1000" r:id="rId22"/>
    <p:sldId id="925" r:id="rId23"/>
    <p:sldId id="926" r:id="rId24"/>
    <p:sldId id="927" r:id="rId25"/>
    <p:sldId id="928" r:id="rId26"/>
    <p:sldId id="929" r:id="rId27"/>
    <p:sldId id="930" r:id="rId28"/>
    <p:sldId id="931" r:id="rId29"/>
    <p:sldId id="932" r:id="rId30"/>
    <p:sldId id="933" r:id="rId31"/>
    <p:sldId id="934" r:id="rId32"/>
    <p:sldId id="935" r:id="rId33"/>
    <p:sldId id="936" r:id="rId34"/>
    <p:sldId id="937" r:id="rId35"/>
    <p:sldId id="938" r:id="rId36"/>
    <p:sldId id="815" r:id="rId3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FFCC"/>
    <a:srgbClr val="2DE3B8"/>
    <a:srgbClr val="56E8C5"/>
    <a:srgbClr val="3BE5BD"/>
    <a:srgbClr val="35E2EB"/>
    <a:srgbClr val="00CC00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2612" autoAdjust="0"/>
  </p:normalViewPr>
  <p:slideViewPr>
    <p:cSldViewPr>
      <p:cViewPr varScale="1">
        <p:scale>
          <a:sx n="132" d="100"/>
          <a:sy n="132" d="100"/>
        </p:scale>
        <p:origin x="96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49D17C-574F-4AA8-B25F-8D9F488A73FF}" type="doc">
      <dgm:prSet loTypeId="urn:microsoft.com/office/officeart/2005/8/layout/radial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76CA732-96E8-4DA3-B3F3-510C8E57A68F}">
      <dgm:prSet phldrT="[文本]"/>
      <dgm:spPr/>
      <dgm:t>
        <a:bodyPr/>
        <a:lstStyle/>
        <a:p>
          <a:r>
            <a:rPr lang="zh-CN" altLang="en-US" dirty="0"/>
            <a:t>机器学习应用</a:t>
          </a:r>
        </a:p>
      </dgm:t>
    </dgm:pt>
    <dgm:pt modelId="{54998488-386D-4B67-AF2E-FE1F231CDB40}" type="parTrans" cxnId="{C24B87E7-30A7-4562-9E30-503F756302AB}">
      <dgm:prSet/>
      <dgm:spPr/>
      <dgm:t>
        <a:bodyPr/>
        <a:lstStyle/>
        <a:p>
          <a:endParaRPr lang="zh-CN" altLang="en-US"/>
        </a:p>
      </dgm:t>
    </dgm:pt>
    <dgm:pt modelId="{253BBD73-1006-45A0-A4FF-C29BCEFA70A0}" type="sibTrans" cxnId="{C24B87E7-30A7-4562-9E30-503F756302AB}">
      <dgm:prSet/>
      <dgm:spPr/>
      <dgm:t>
        <a:bodyPr/>
        <a:lstStyle/>
        <a:p>
          <a:endParaRPr lang="zh-CN" altLang="en-US"/>
        </a:p>
      </dgm:t>
    </dgm:pt>
    <dgm:pt modelId="{F74DF8FE-B9A7-4ABE-93C9-4E82DE13E92A}">
      <dgm:prSet phldrT="[文本]"/>
      <dgm:spPr/>
      <dgm:t>
        <a:bodyPr/>
        <a:lstStyle/>
        <a:p>
          <a:r>
            <a:rPr lang="zh-CN" altLang="en-US" dirty="0"/>
            <a:t>计算机视觉</a:t>
          </a:r>
        </a:p>
      </dgm:t>
    </dgm:pt>
    <dgm:pt modelId="{F5A6D5F5-4C96-47CD-91D3-37BE1D7D4284}" type="parTrans" cxnId="{D6326B06-67D9-43B9-968B-EB8BF298F1E1}">
      <dgm:prSet/>
      <dgm:spPr/>
      <dgm:t>
        <a:bodyPr/>
        <a:lstStyle/>
        <a:p>
          <a:endParaRPr lang="zh-CN" altLang="en-US"/>
        </a:p>
      </dgm:t>
    </dgm:pt>
    <dgm:pt modelId="{DB292AD4-7DCA-4100-BEA7-2F78E42E3983}" type="sibTrans" cxnId="{D6326B06-67D9-43B9-968B-EB8BF298F1E1}">
      <dgm:prSet/>
      <dgm:spPr/>
      <dgm:t>
        <a:bodyPr/>
        <a:lstStyle/>
        <a:p>
          <a:endParaRPr lang="zh-CN" altLang="en-US"/>
        </a:p>
      </dgm:t>
    </dgm:pt>
    <dgm:pt modelId="{31ED2B8D-FBA7-47E0-A9DF-822EA7F2FCAE}">
      <dgm:prSet phldrT="[文本]"/>
      <dgm:spPr/>
      <dgm:t>
        <a:bodyPr/>
        <a:lstStyle/>
        <a:p>
          <a:r>
            <a:rPr lang="zh-CN" altLang="en-US" dirty="0"/>
            <a:t>语音技术</a:t>
          </a:r>
        </a:p>
      </dgm:t>
    </dgm:pt>
    <dgm:pt modelId="{190ED843-85B9-4975-A651-D0102D80C53E}" type="parTrans" cxnId="{97C487BF-DDFA-4798-8B57-D569052E0AF7}">
      <dgm:prSet/>
      <dgm:spPr/>
      <dgm:t>
        <a:bodyPr/>
        <a:lstStyle/>
        <a:p>
          <a:endParaRPr lang="zh-CN" altLang="en-US"/>
        </a:p>
      </dgm:t>
    </dgm:pt>
    <dgm:pt modelId="{D6DF5658-9DC9-4CFF-9876-8044D727D9F6}" type="sibTrans" cxnId="{97C487BF-DDFA-4798-8B57-D569052E0AF7}">
      <dgm:prSet/>
      <dgm:spPr/>
      <dgm:t>
        <a:bodyPr/>
        <a:lstStyle/>
        <a:p>
          <a:endParaRPr lang="zh-CN" altLang="en-US"/>
        </a:p>
      </dgm:t>
    </dgm:pt>
    <dgm:pt modelId="{DE006702-20D2-4ED4-8D1F-E69015FB070D}">
      <dgm:prSet phldrT="[文本]"/>
      <dgm:spPr/>
      <dgm:t>
        <a:bodyPr/>
        <a:lstStyle/>
        <a:p>
          <a:r>
            <a:rPr lang="zh-CN" altLang="en-US" dirty="0"/>
            <a:t>自然语言处理</a:t>
          </a:r>
        </a:p>
      </dgm:t>
    </dgm:pt>
    <dgm:pt modelId="{00EBFC9B-444B-41D0-8413-D5C088DEB75B}" type="parTrans" cxnId="{C72038FE-D238-4E51-9E4D-35CF9C9DEC5E}">
      <dgm:prSet/>
      <dgm:spPr/>
      <dgm:t>
        <a:bodyPr/>
        <a:lstStyle/>
        <a:p>
          <a:endParaRPr lang="zh-CN" altLang="en-US"/>
        </a:p>
      </dgm:t>
    </dgm:pt>
    <dgm:pt modelId="{B6CA56CB-2D5E-46A7-B980-766547F4442C}" type="sibTrans" cxnId="{C72038FE-D238-4E51-9E4D-35CF9C9DEC5E}">
      <dgm:prSet/>
      <dgm:spPr/>
      <dgm:t>
        <a:bodyPr/>
        <a:lstStyle/>
        <a:p>
          <a:endParaRPr lang="zh-CN" altLang="en-US"/>
        </a:p>
      </dgm:t>
    </dgm:pt>
    <dgm:pt modelId="{AFF5FE37-E35D-40D9-B57B-0F1398B739BB}" type="pres">
      <dgm:prSet presAssocID="{5E49D17C-574F-4AA8-B25F-8D9F488A73FF}" presName="composite" presStyleCnt="0">
        <dgm:presLayoutVars>
          <dgm:chMax val="1"/>
          <dgm:dir/>
          <dgm:resizeHandles val="exact"/>
        </dgm:presLayoutVars>
      </dgm:prSet>
      <dgm:spPr/>
    </dgm:pt>
    <dgm:pt modelId="{7D671AEC-2F55-4DEB-A026-0A753184A499}" type="pres">
      <dgm:prSet presAssocID="{5E49D17C-574F-4AA8-B25F-8D9F488A73FF}" presName="radial" presStyleCnt="0">
        <dgm:presLayoutVars>
          <dgm:animLvl val="ctr"/>
        </dgm:presLayoutVars>
      </dgm:prSet>
      <dgm:spPr/>
    </dgm:pt>
    <dgm:pt modelId="{EF16F617-0766-4B46-B623-DADFE1423305}" type="pres">
      <dgm:prSet presAssocID="{876CA732-96E8-4DA3-B3F3-510C8E57A68F}" presName="centerShape" presStyleLbl="vennNode1" presStyleIdx="0" presStyleCnt="4"/>
      <dgm:spPr/>
    </dgm:pt>
    <dgm:pt modelId="{F25C5607-1E03-4D09-A146-41C33D3507BF}" type="pres">
      <dgm:prSet presAssocID="{F74DF8FE-B9A7-4ABE-93C9-4E82DE13E92A}" presName="node" presStyleLbl="vennNode1" presStyleIdx="1" presStyleCnt="4">
        <dgm:presLayoutVars>
          <dgm:bulletEnabled val="1"/>
        </dgm:presLayoutVars>
      </dgm:prSet>
      <dgm:spPr/>
    </dgm:pt>
    <dgm:pt modelId="{911B4C2A-0083-4989-BBF1-5B9502C41A3C}" type="pres">
      <dgm:prSet presAssocID="{31ED2B8D-FBA7-47E0-A9DF-822EA7F2FCAE}" presName="node" presStyleLbl="vennNode1" presStyleIdx="2" presStyleCnt="4">
        <dgm:presLayoutVars>
          <dgm:bulletEnabled val="1"/>
        </dgm:presLayoutVars>
      </dgm:prSet>
      <dgm:spPr/>
    </dgm:pt>
    <dgm:pt modelId="{CFA354BF-5056-456C-8248-1F18372E6F7E}" type="pres">
      <dgm:prSet presAssocID="{DE006702-20D2-4ED4-8D1F-E69015FB070D}" presName="node" presStyleLbl="vennNode1" presStyleIdx="3" presStyleCnt="4">
        <dgm:presLayoutVars>
          <dgm:bulletEnabled val="1"/>
        </dgm:presLayoutVars>
      </dgm:prSet>
      <dgm:spPr/>
    </dgm:pt>
  </dgm:ptLst>
  <dgm:cxnLst>
    <dgm:cxn modelId="{D6326B06-67D9-43B9-968B-EB8BF298F1E1}" srcId="{876CA732-96E8-4DA3-B3F3-510C8E57A68F}" destId="{F74DF8FE-B9A7-4ABE-93C9-4E82DE13E92A}" srcOrd="0" destOrd="0" parTransId="{F5A6D5F5-4C96-47CD-91D3-37BE1D7D4284}" sibTransId="{DB292AD4-7DCA-4100-BEA7-2F78E42E3983}"/>
    <dgm:cxn modelId="{1D00C15C-534F-4073-BFD9-CB420C02891A}" type="presOf" srcId="{F74DF8FE-B9A7-4ABE-93C9-4E82DE13E92A}" destId="{F25C5607-1E03-4D09-A146-41C33D3507BF}" srcOrd="0" destOrd="0" presId="urn:microsoft.com/office/officeart/2005/8/layout/radial3"/>
    <dgm:cxn modelId="{E576A66D-0EAA-48C6-A5B1-BB34EEE72AAD}" type="presOf" srcId="{31ED2B8D-FBA7-47E0-A9DF-822EA7F2FCAE}" destId="{911B4C2A-0083-4989-BBF1-5B9502C41A3C}" srcOrd="0" destOrd="0" presId="urn:microsoft.com/office/officeart/2005/8/layout/radial3"/>
    <dgm:cxn modelId="{BA0EE759-B96C-4140-B24C-55BD7DD74860}" type="presOf" srcId="{DE006702-20D2-4ED4-8D1F-E69015FB070D}" destId="{CFA354BF-5056-456C-8248-1F18372E6F7E}" srcOrd="0" destOrd="0" presId="urn:microsoft.com/office/officeart/2005/8/layout/radial3"/>
    <dgm:cxn modelId="{F6BE8EBE-8885-49B7-B503-EE6841028780}" type="presOf" srcId="{5E49D17C-574F-4AA8-B25F-8D9F488A73FF}" destId="{AFF5FE37-E35D-40D9-B57B-0F1398B739BB}" srcOrd="0" destOrd="0" presId="urn:microsoft.com/office/officeart/2005/8/layout/radial3"/>
    <dgm:cxn modelId="{97C487BF-DDFA-4798-8B57-D569052E0AF7}" srcId="{876CA732-96E8-4DA3-B3F3-510C8E57A68F}" destId="{31ED2B8D-FBA7-47E0-A9DF-822EA7F2FCAE}" srcOrd="1" destOrd="0" parTransId="{190ED843-85B9-4975-A651-D0102D80C53E}" sibTransId="{D6DF5658-9DC9-4CFF-9876-8044D727D9F6}"/>
    <dgm:cxn modelId="{ABCEE2DD-B87A-4C40-827A-25E33A890D68}" type="presOf" srcId="{876CA732-96E8-4DA3-B3F3-510C8E57A68F}" destId="{EF16F617-0766-4B46-B623-DADFE1423305}" srcOrd="0" destOrd="0" presId="urn:microsoft.com/office/officeart/2005/8/layout/radial3"/>
    <dgm:cxn modelId="{C24B87E7-30A7-4562-9E30-503F756302AB}" srcId="{5E49D17C-574F-4AA8-B25F-8D9F488A73FF}" destId="{876CA732-96E8-4DA3-B3F3-510C8E57A68F}" srcOrd="0" destOrd="0" parTransId="{54998488-386D-4B67-AF2E-FE1F231CDB40}" sibTransId="{253BBD73-1006-45A0-A4FF-C29BCEFA70A0}"/>
    <dgm:cxn modelId="{C72038FE-D238-4E51-9E4D-35CF9C9DEC5E}" srcId="{876CA732-96E8-4DA3-B3F3-510C8E57A68F}" destId="{DE006702-20D2-4ED4-8D1F-E69015FB070D}" srcOrd="2" destOrd="0" parTransId="{00EBFC9B-444B-41D0-8413-D5C088DEB75B}" sibTransId="{B6CA56CB-2D5E-46A7-B980-766547F4442C}"/>
    <dgm:cxn modelId="{B6E3D528-92D7-40B9-A645-0D3BAA022001}" type="presParOf" srcId="{AFF5FE37-E35D-40D9-B57B-0F1398B739BB}" destId="{7D671AEC-2F55-4DEB-A026-0A753184A499}" srcOrd="0" destOrd="0" presId="urn:microsoft.com/office/officeart/2005/8/layout/radial3"/>
    <dgm:cxn modelId="{8562F6BA-6D66-47A3-9579-2F312E713E98}" type="presParOf" srcId="{7D671AEC-2F55-4DEB-A026-0A753184A499}" destId="{EF16F617-0766-4B46-B623-DADFE1423305}" srcOrd="0" destOrd="0" presId="urn:microsoft.com/office/officeart/2005/8/layout/radial3"/>
    <dgm:cxn modelId="{F0B831D8-3339-4BC3-87F8-B7F3F3DFDDD5}" type="presParOf" srcId="{7D671AEC-2F55-4DEB-A026-0A753184A499}" destId="{F25C5607-1E03-4D09-A146-41C33D3507BF}" srcOrd="1" destOrd="0" presId="urn:microsoft.com/office/officeart/2005/8/layout/radial3"/>
    <dgm:cxn modelId="{EF46F9F7-410C-4329-8308-5620C5F4814A}" type="presParOf" srcId="{7D671AEC-2F55-4DEB-A026-0A753184A499}" destId="{911B4C2A-0083-4989-BBF1-5B9502C41A3C}" srcOrd="2" destOrd="0" presId="urn:microsoft.com/office/officeart/2005/8/layout/radial3"/>
    <dgm:cxn modelId="{F3BA1318-BA48-424E-9B60-274E676FD3E9}" type="presParOf" srcId="{7D671AEC-2F55-4DEB-A026-0A753184A499}" destId="{CFA354BF-5056-456C-8248-1F18372E6F7E}" srcOrd="3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16F617-0766-4B46-B623-DADFE1423305}">
      <dsp:nvSpPr>
        <dsp:cNvPr id="0" name=""/>
        <dsp:cNvSpPr/>
      </dsp:nvSpPr>
      <dsp:spPr>
        <a:xfrm>
          <a:off x="1799828" y="1189854"/>
          <a:ext cx="2496343" cy="249634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54610" tIns="54610" rIns="54610" bIns="5461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300" kern="1200" dirty="0"/>
            <a:t>机器学习应用</a:t>
          </a:r>
        </a:p>
      </dsp:txBody>
      <dsp:txXfrm>
        <a:off x="2165409" y="1555435"/>
        <a:ext cx="1765181" cy="1765181"/>
      </dsp:txXfrm>
    </dsp:sp>
    <dsp:sp modelId="{F25C5607-1E03-4D09-A146-41C33D3507BF}">
      <dsp:nvSpPr>
        <dsp:cNvPr id="0" name=""/>
        <dsp:cNvSpPr/>
      </dsp:nvSpPr>
      <dsp:spPr>
        <a:xfrm>
          <a:off x="2423914" y="189835"/>
          <a:ext cx="1248171" cy="124817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计算机视觉</a:t>
          </a:r>
        </a:p>
      </dsp:txBody>
      <dsp:txXfrm>
        <a:off x="2606704" y="372625"/>
        <a:ext cx="882591" cy="882591"/>
      </dsp:txXfrm>
    </dsp:sp>
    <dsp:sp modelId="{911B4C2A-0083-4989-BBF1-5B9502C41A3C}">
      <dsp:nvSpPr>
        <dsp:cNvPr id="0" name=""/>
        <dsp:cNvSpPr/>
      </dsp:nvSpPr>
      <dsp:spPr>
        <a:xfrm>
          <a:off x="3830430" y="2625992"/>
          <a:ext cx="1248171" cy="124817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语音技术</a:t>
          </a:r>
        </a:p>
      </dsp:txBody>
      <dsp:txXfrm>
        <a:off x="4013220" y="2808782"/>
        <a:ext cx="882591" cy="882591"/>
      </dsp:txXfrm>
    </dsp:sp>
    <dsp:sp modelId="{CFA354BF-5056-456C-8248-1F18372E6F7E}">
      <dsp:nvSpPr>
        <dsp:cNvPr id="0" name=""/>
        <dsp:cNvSpPr/>
      </dsp:nvSpPr>
      <dsp:spPr>
        <a:xfrm>
          <a:off x="1017397" y="2625992"/>
          <a:ext cx="1248171" cy="124817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自然语言处理</a:t>
          </a:r>
        </a:p>
      </dsp:txBody>
      <dsp:txXfrm>
        <a:off x="1200187" y="2808782"/>
        <a:ext cx="882591" cy="8825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矩形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3235" name="矩形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3236" name="矩形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3237" name="矩形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EF99D79-75DE-49ED-8806-60820F95F5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矩形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5" name="矩形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矩形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7" name="矩形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8678" name="矩形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9" name="矩形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ED3B4BA-DCD8-4F6D-A0E0-FDE7D729BE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12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B88314F-8330-4E4D-8D15-53C958A252E6}" type="slidenum">
              <a:rPr lang="zh-CN" altLang="en-US" smtClean="0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8159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起步期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1956-1980</a:t>
            </a:r>
            <a:r>
              <a:rPr lang="zh-CN" altLang="en-US" dirty="0"/>
              <a:t>年代初）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ED3B4BA-DCD8-4F6D-A0E0-FDE7D729BE48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3201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yu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7646" y="1085555"/>
            <a:ext cx="8627897" cy="5403216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2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77443"/>
            <a:ext cx="9144000" cy="936104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200" b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6459721"/>
      </p:ext>
    </p:extLst>
  </p:cSld>
  <p:clrMapOvr>
    <a:masterClrMapping/>
  </p:clrMapOvr>
  <p:transition spd="slow">
    <p:circl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u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0" y="77443"/>
            <a:ext cx="9144000" cy="936104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200" b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6911087"/>
      </p:ext>
    </p:extLst>
  </p:cSld>
  <p:clrMapOvr>
    <a:masterClrMapping/>
  </p:clrMapOvr>
  <p:transition spd="slow">
    <p:circl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yu_全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4" name="矩形 4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6" name="矩形 6"/>
          <p:cNvSpPr>
            <a:spLocks noChangeArrowheads="1"/>
          </p:cNvSpPr>
          <p:nvPr userDrawn="1"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7" name="矩形 14"/>
          <p:cNvSpPr txBox="1">
            <a:spLocks noChangeArrowheads="1"/>
          </p:cNvSpPr>
          <p:nvPr userDrawn="1"/>
        </p:nvSpPr>
        <p:spPr bwMode="auto">
          <a:xfrm>
            <a:off x="7010400" y="6434062"/>
            <a:ext cx="2133600" cy="406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C3A4C"/>
                </a:solidFill>
                <a:latin typeface="Book Antiqua" panose="0204060205030503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defRPr/>
            </a:pPr>
            <a:fld id="{AA8CF565-2697-4D8A-9440-517CC2056E4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24900786"/>
      </p:ext>
    </p:extLst>
  </p:cSld>
  <p:clrMapOvr>
    <a:masterClrMapping/>
  </p:clrMapOvr>
  <p:transition spd="slow">
    <p:circl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yu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4" name="矩形 4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6" name="矩形 6"/>
          <p:cNvSpPr>
            <a:spLocks noChangeArrowheads="1"/>
          </p:cNvSpPr>
          <p:nvPr userDrawn="1"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95325" y="1196752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66589061"/>
      </p:ext>
    </p:extLst>
  </p:cSld>
  <p:clrMapOvr>
    <a:masterClrMapping/>
  </p:clrMapOvr>
  <p:transition spd="slow">
    <p:circl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矩形 6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1031" name="矩形 7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1032" name="矩形 8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1033" name="矩形 9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/>
          </a:p>
        </p:txBody>
      </p:sp>
      <p:sp>
        <p:nvSpPr>
          <p:cNvPr id="1034" name="矩形 10"/>
          <p:cNvSpPr>
            <a:spLocks noChangeArrowheads="1"/>
          </p:cNvSpPr>
          <p:nvPr/>
        </p:nvSpPr>
        <p:spPr bwMode="gray">
          <a:xfrm>
            <a:off x="304800" y="980728"/>
            <a:ext cx="8410575" cy="46037"/>
          </a:xfrm>
          <a:prstGeom prst="rect">
            <a:avLst/>
          </a:prstGeom>
          <a:gradFill rotWithShape="1">
            <a:gsLst>
              <a:gs pos="0">
                <a:srgbClr val="800000">
                  <a:alpha val="50000"/>
                </a:srgbClr>
              </a:gs>
              <a:gs pos="100000">
                <a:srgbClr val="FAE2F6">
                  <a:alpha val="5000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kumimoji="1" lang="zh-CN" altLang="en-US" sz="2400">
              <a:latin typeface="Book Antiqua" panose="02040602050305030304" pitchFamily="18" charset="0"/>
              <a:ea typeface="宋体" panose="02010600030101010101" pitchFamily="2" charset="-122"/>
            </a:endParaRPr>
          </a:p>
        </p:txBody>
      </p:sp>
      <p:pic>
        <p:nvPicPr>
          <p:cNvPr id="1035" name="图片 2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950" y="3414713"/>
            <a:ext cx="38100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/>
          <p:cNvSpPr txBox="1">
            <a:spLocks noChangeArrowheads="1"/>
          </p:cNvSpPr>
          <p:nvPr userDrawn="1"/>
        </p:nvSpPr>
        <p:spPr bwMode="auto">
          <a:xfrm>
            <a:off x="7010400" y="6434062"/>
            <a:ext cx="2133600" cy="406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C3A4C"/>
                </a:solidFill>
                <a:latin typeface="Book Antiqua" panose="0204060205030503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defRPr/>
            </a:pPr>
            <a:fld id="{AA8CF565-2697-4D8A-9440-517CC2056E4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63" r:id="rId1"/>
    <p:sldLayoutId id="2147484566" r:id="rId2"/>
    <p:sldLayoutId id="2147484567" r:id="rId3"/>
    <p:sldLayoutId id="2147484565" r:id="rId4"/>
  </p:sldLayoutIdLst>
  <p:transition spd="slow">
    <p:circl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0">
          <a:solidFill>
            <a:srgbClr val="FF0000"/>
          </a:solidFill>
          <a:effectLst/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rgbClr val="2D7693"/>
        </a:buClr>
        <a:buSzPct val="70000"/>
        <a:buFont typeface="Wingdings" panose="05000000000000000000" pitchFamily="2" charset="2"/>
        <a:buChar char="n"/>
        <a:defRPr sz="24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rgbClr val="FC3A4C"/>
        </a:buClr>
        <a:buSzPct val="70000"/>
        <a:buFont typeface="Wingdings" panose="05000000000000000000" pitchFamily="2" charset="2"/>
        <a:buChar char="Ø"/>
        <a:defRPr sz="20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11430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0FF"/>
        </a:buClr>
        <a:buSzPct val="70000"/>
        <a:buFont typeface="Wingdings" panose="05000000000000000000" pitchFamily="2" charset="2"/>
        <a:buChar char="l"/>
        <a:defRPr sz="20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16002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p"/>
        <a:defRPr sz="20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marL="20574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p"/>
        <a:defRPr sz="20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p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p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p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p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hyperlink" Target="mailto:liang.li@ict.ac.cn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hyperlink" Target="mailto:liang.li@ict.ac.c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11" Type="http://schemas.openxmlformats.org/officeDocument/2006/relationships/hyperlink" Target="http://poem.bosonnlp.com/" TargetMode="External"/><Relationship Id="rId5" Type="http://schemas.openxmlformats.org/officeDocument/2006/relationships/image" Target="../media/image21.jp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26" Type="http://schemas.openxmlformats.org/officeDocument/2006/relationships/image" Target="../media/image50.png"/><Relationship Id="rId3" Type="http://schemas.openxmlformats.org/officeDocument/2006/relationships/image" Target="../media/image27.png"/><Relationship Id="rId21" Type="http://schemas.openxmlformats.org/officeDocument/2006/relationships/image" Target="../media/image45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5" Type="http://schemas.openxmlformats.org/officeDocument/2006/relationships/image" Target="../media/image49.png"/><Relationship Id="rId2" Type="http://schemas.openxmlformats.org/officeDocument/2006/relationships/hyperlink" Target="mailto:liang.li@ict.ac.cn" TargetMode="External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29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11" Type="http://schemas.openxmlformats.org/officeDocument/2006/relationships/image" Target="../media/image35.png"/><Relationship Id="rId24" Type="http://schemas.openxmlformats.org/officeDocument/2006/relationships/image" Target="../media/image48.png"/><Relationship Id="rId32" Type="http://schemas.openxmlformats.org/officeDocument/2006/relationships/image" Target="../media/image56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28" Type="http://schemas.openxmlformats.org/officeDocument/2006/relationships/image" Target="../media/image52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31" Type="http://schemas.openxmlformats.org/officeDocument/2006/relationships/image" Target="../media/image55.png"/><Relationship Id="rId4" Type="http://schemas.openxmlformats.org/officeDocument/2006/relationships/image" Target="../media/image28.jp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Relationship Id="rId27" Type="http://schemas.openxmlformats.org/officeDocument/2006/relationships/image" Target="../media/image51.png"/><Relationship Id="rId30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hyperlink" Target="mailto:liang.li@ict.ac.cn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3" Type="http://schemas.openxmlformats.org/officeDocument/2006/relationships/image" Target="../media/image58.png"/><Relationship Id="rId21" Type="http://schemas.openxmlformats.org/officeDocument/2006/relationships/image" Target="../media/image76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hyperlink" Target="mailto:liang.li@ict.ac.cn" TargetMode="External"/><Relationship Id="rId16" Type="http://schemas.openxmlformats.org/officeDocument/2006/relationships/image" Target="../media/image71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jp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jpg"/><Relationship Id="rId19" Type="http://schemas.openxmlformats.org/officeDocument/2006/relationships/image" Target="../media/image74.png"/><Relationship Id="rId4" Type="http://schemas.openxmlformats.org/officeDocument/2006/relationships/image" Target="../media/image59.png"/><Relationship Id="rId9" Type="http://schemas.openxmlformats.org/officeDocument/2006/relationships/image" Target="../media/image64.jpg"/><Relationship Id="rId14" Type="http://schemas.openxmlformats.org/officeDocument/2006/relationships/image" Target="../media/image69.png"/><Relationship Id="rId22" Type="http://schemas.openxmlformats.org/officeDocument/2006/relationships/image" Target="../media/image7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hyperlink" Target="mailto:liang.li@ict.ac.c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9" Type="http://schemas.openxmlformats.org/officeDocument/2006/relationships/hyperlink" Target="mailto:liang.li@ict.ac.cn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hyperlink" Target="mailto:liang.li@ict.ac.cn" TargetMode="External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jp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3" Type="http://schemas.openxmlformats.org/officeDocument/2006/relationships/image" Target="../media/image98.png"/><Relationship Id="rId21" Type="http://schemas.openxmlformats.org/officeDocument/2006/relationships/image" Target="../media/image116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" Type="http://schemas.openxmlformats.org/officeDocument/2006/relationships/image" Target="../media/image97.png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1.png"/><Relationship Id="rId18" Type="http://schemas.openxmlformats.org/officeDocument/2006/relationships/image" Target="../media/image136.png"/><Relationship Id="rId26" Type="http://schemas.openxmlformats.org/officeDocument/2006/relationships/image" Target="../media/image144.png"/><Relationship Id="rId39" Type="http://schemas.openxmlformats.org/officeDocument/2006/relationships/image" Target="../media/image157.png"/><Relationship Id="rId21" Type="http://schemas.openxmlformats.org/officeDocument/2006/relationships/image" Target="../media/image139.png"/><Relationship Id="rId34" Type="http://schemas.openxmlformats.org/officeDocument/2006/relationships/image" Target="../media/image152.png"/><Relationship Id="rId42" Type="http://schemas.openxmlformats.org/officeDocument/2006/relationships/image" Target="../media/image160.png"/><Relationship Id="rId7" Type="http://schemas.openxmlformats.org/officeDocument/2006/relationships/image" Target="../media/image125.png"/><Relationship Id="rId2" Type="http://schemas.openxmlformats.org/officeDocument/2006/relationships/image" Target="../media/image120.png"/><Relationship Id="rId16" Type="http://schemas.openxmlformats.org/officeDocument/2006/relationships/image" Target="../media/image134.png"/><Relationship Id="rId20" Type="http://schemas.openxmlformats.org/officeDocument/2006/relationships/image" Target="../media/image138.png"/><Relationship Id="rId29" Type="http://schemas.openxmlformats.org/officeDocument/2006/relationships/image" Target="../media/image147.png"/><Relationship Id="rId41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24" Type="http://schemas.openxmlformats.org/officeDocument/2006/relationships/image" Target="../media/image142.png"/><Relationship Id="rId32" Type="http://schemas.openxmlformats.org/officeDocument/2006/relationships/image" Target="../media/image150.png"/><Relationship Id="rId37" Type="http://schemas.openxmlformats.org/officeDocument/2006/relationships/image" Target="../media/image155.png"/><Relationship Id="rId40" Type="http://schemas.openxmlformats.org/officeDocument/2006/relationships/image" Target="../media/image158.png"/><Relationship Id="rId5" Type="http://schemas.openxmlformats.org/officeDocument/2006/relationships/image" Target="../media/image123.png"/><Relationship Id="rId15" Type="http://schemas.openxmlformats.org/officeDocument/2006/relationships/image" Target="../media/image133.png"/><Relationship Id="rId23" Type="http://schemas.openxmlformats.org/officeDocument/2006/relationships/image" Target="../media/image141.png"/><Relationship Id="rId28" Type="http://schemas.openxmlformats.org/officeDocument/2006/relationships/image" Target="../media/image146.png"/><Relationship Id="rId36" Type="http://schemas.openxmlformats.org/officeDocument/2006/relationships/image" Target="../media/image154.png"/><Relationship Id="rId10" Type="http://schemas.openxmlformats.org/officeDocument/2006/relationships/image" Target="../media/image128.png"/><Relationship Id="rId19" Type="http://schemas.openxmlformats.org/officeDocument/2006/relationships/image" Target="../media/image137.png"/><Relationship Id="rId31" Type="http://schemas.openxmlformats.org/officeDocument/2006/relationships/image" Target="../media/image149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Relationship Id="rId14" Type="http://schemas.openxmlformats.org/officeDocument/2006/relationships/image" Target="../media/image132.png"/><Relationship Id="rId22" Type="http://schemas.openxmlformats.org/officeDocument/2006/relationships/image" Target="../media/image140.png"/><Relationship Id="rId27" Type="http://schemas.openxmlformats.org/officeDocument/2006/relationships/image" Target="../media/image145.png"/><Relationship Id="rId30" Type="http://schemas.openxmlformats.org/officeDocument/2006/relationships/image" Target="../media/image148.png"/><Relationship Id="rId35" Type="http://schemas.openxmlformats.org/officeDocument/2006/relationships/image" Target="../media/image153.png"/><Relationship Id="rId43" Type="http://schemas.openxmlformats.org/officeDocument/2006/relationships/hyperlink" Target="mailto:liang.li@ict.ac.cn" TargetMode="External"/><Relationship Id="rId8" Type="http://schemas.openxmlformats.org/officeDocument/2006/relationships/image" Target="../media/image126.png"/><Relationship Id="rId3" Type="http://schemas.openxmlformats.org/officeDocument/2006/relationships/image" Target="../media/image121.png"/><Relationship Id="rId12" Type="http://schemas.openxmlformats.org/officeDocument/2006/relationships/image" Target="../media/image130.png"/><Relationship Id="rId17" Type="http://schemas.openxmlformats.org/officeDocument/2006/relationships/image" Target="../media/image135.png"/><Relationship Id="rId25" Type="http://schemas.openxmlformats.org/officeDocument/2006/relationships/image" Target="../media/image143.png"/><Relationship Id="rId33" Type="http://schemas.openxmlformats.org/officeDocument/2006/relationships/image" Target="../media/image151.png"/><Relationship Id="rId38" Type="http://schemas.openxmlformats.org/officeDocument/2006/relationships/image" Target="../media/image1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7" Type="http://schemas.openxmlformats.org/officeDocument/2006/relationships/image" Target="../media/image165.png"/><Relationship Id="rId2" Type="http://schemas.openxmlformats.org/officeDocument/2006/relationships/hyperlink" Target="mailto:liang.li@ict.ac.c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jpg"/><Relationship Id="rId2" Type="http://schemas.openxmlformats.org/officeDocument/2006/relationships/image" Target="../media/image16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9.png"/><Relationship Id="rId4" Type="http://schemas.openxmlformats.org/officeDocument/2006/relationships/image" Target="../media/image168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mailto:liang.li@ict.ac.cn" TargetMode="External"/><Relationship Id="rId2" Type="http://schemas.openxmlformats.org/officeDocument/2006/relationships/image" Target="../media/image17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.jpg"/><Relationship Id="rId5" Type="http://schemas.openxmlformats.org/officeDocument/2006/relationships/image" Target="../media/image172.jpg"/><Relationship Id="rId4" Type="http://schemas.openxmlformats.org/officeDocument/2006/relationships/image" Target="../media/image171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liang.li@ict.ac.cn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liang.li@ict.ac.cn" TargetMode="External"/><Relationship Id="rId5" Type="http://schemas.openxmlformats.org/officeDocument/2006/relationships/image" Target="../media/image179.jpg"/><Relationship Id="rId4" Type="http://schemas.openxmlformats.org/officeDocument/2006/relationships/image" Target="../media/image17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jp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3" Type="http://schemas.openxmlformats.org/officeDocument/2006/relationships/image" Target="../media/image184.png"/><Relationship Id="rId7" Type="http://schemas.openxmlformats.org/officeDocument/2006/relationships/image" Target="../media/image188.png"/><Relationship Id="rId2" Type="http://schemas.openxmlformats.org/officeDocument/2006/relationships/image" Target="../media/image18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7.png"/><Relationship Id="rId5" Type="http://schemas.openxmlformats.org/officeDocument/2006/relationships/image" Target="../media/image186.png"/><Relationship Id="rId10" Type="http://schemas.openxmlformats.org/officeDocument/2006/relationships/image" Target="../media/image191.png"/><Relationship Id="rId4" Type="http://schemas.openxmlformats.org/officeDocument/2006/relationships/image" Target="../media/image185.png"/><Relationship Id="rId9" Type="http://schemas.openxmlformats.org/officeDocument/2006/relationships/image" Target="../media/image19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jpg"/><Relationship Id="rId7" Type="http://schemas.openxmlformats.org/officeDocument/2006/relationships/image" Target="../media/image197.jp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6.jpg"/><Relationship Id="rId5" Type="http://schemas.openxmlformats.org/officeDocument/2006/relationships/image" Target="../media/image195.png"/><Relationship Id="rId4" Type="http://schemas.openxmlformats.org/officeDocument/2006/relationships/image" Target="../media/image19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7" Type="http://schemas.openxmlformats.org/officeDocument/2006/relationships/image" Target="../media/image203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2.png"/><Relationship Id="rId5" Type="http://schemas.openxmlformats.org/officeDocument/2006/relationships/image" Target="../media/image201.png"/><Relationship Id="rId4" Type="http://schemas.openxmlformats.org/officeDocument/2006/relationships/image" Target="../media/image20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7.jpg"/><Relationship Id="rId4" Type="http://schemas.openxmlformats.org/officeDocument/2006/relationships/image" Target="../media/image20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mailto:liang.li@ict.ac.cn" TargetMode="External"/><Relationship Id="rId3" Type="http://schemas.openxmlformats.org/officeDocument/2006/relationships/image" Target="../media/image209.png"/><Relationship Id="rId7" Type="http://schemas.openxmlformats.org/officeDocument/2006/relationships/image" Target="../media/image212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5" Type="http://schemas.openxmlformats.org/officeDocument/2006/relationships/image" Target="../media/image210.png"/><Relationship Id="rId4" Type="http://schemas.openxmlformats.org/officeDocument/2006/relationships/image" Target="../media/image20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Box 3"/>
          <p:cNvSpPr txBox="1">
            <a:spLocks noChangeArrowheads="1"/>
          </p:cNvSpPr>
          <p:nvPr/>
        </p:nvSpPr>
        <p:spPr bwMode="auto">
          <a:xfrm>
            <a:off x="367867" y="1729092"/>
            <a:ext cx="842493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rgbClr val="0000CC"/>
                </a:solidFill>
                <a:latin typeface="Gill Sans MT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None/>
            </a:pPr>
            <a:r>
              <a:rPr lang="zh-CN" altLang="en-US" sz="5400" dirty="0">
                <a:solidFill>
                  <a:srgbClr val="FF0000"/>
                </a:solidFill>
                <a:latin typeface="华文中宋" panose="02010600040101010101" pitchFamily="2" charset="-122"/>
              </a:rPr>
              <a:t>第</a:t>
            </a:r>
            <a:r>
              <a:rPr lang="en-US" altLang="zh-CN" sz="5400" dirty="0">
                <a:solidFill>
                  <a:srgbClr val="FF0000"/>
                </a:solidFill>
                <a:latin typeface="华文中宋" panose="02010600040101010101" pitchFamily="2" charset="-122"/>
              </a:rPr>
              <a:t>2</a:t>
            </a:r>
            <a:r>
              <a:rPr lang="zh-CN" altLang="en-US" sz="5400" dirty="0">
                <a:solidFill>
                  <a:srgbClr val="FF0000"/>
                </a:solidFill>
                <a:latin typeface="华文中宋" panose="02010600040101010101" pitchFamily="2" charset="-122"/>
              </a:rPr>
              <a:t>讲 人工智能应用</a:t>
            </a:r>
          </a:p>
        </p:txBody>
      </p:sp>
      <p:sp>
        <p:nvSpPr>
          <p:cNvPr id="6" name="矩形 5"/>
          <p:cNvSpPr/>
          <p:nvPr/>
        </p:nvSpPr>
        <p:spPr>
          <a:xfrm>
            <a:off x="179512" y="337201"/>
            <a:ext cx="48965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Aft>
                <a:spcPts val="18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大数据推荐与决策 </a:t>
            </a:r>
            <a:r>
              <a:rPr lang="en-US" altLang="zh-CN" sz="24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(</a:t>
            </a:r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三</a:t>
            </a:r>
            <a:r>
              <a:rPr lang="en-US" altLang="zh-CN" sz="24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) </a:t>
            </a:r>
            <a:r>
              <a:rPr lang="zh-CN" altLang="en-US" sz="24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应用篇</a:t>
            </a:r>
            <a:endParaRPr lang="en-US" altLang="zh-CN" sz="240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84" y="260648"/>
            <a:ext cx="2660986" cy="610982"/>
          </a:xfrm>
          <a:prstGeom prst="rect">
            <a:avLst/>
          </a:prstGeom>
        </p:spPr>
      </p:pic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539552" y="3298626"/>
            <a:ext cx="8001223" cy="315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rgbClr val="0000CC"/>
                </a:solidFill>
                <a:latin typeface="Gill Sans MT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</a:pPr>
            <a:r>
              <a:rPr lang="zh-CN" altLang="en-US" sz="5400" dirty="0">
                <a:latin typeface="华文中宋" panose="02010600040101010101" pitchFamily="2" charset="-122"/>
              </a:rPr>
              <a:t>余力 </a:t>
            </a:r>
            <a:r>
              <a:rPr lang="zh-CN" altLang="en-US" sz="4000" dirty="0">
                <a:latin typeface="华文中宋" panose="02010600040101010101" pitchFamily="2" charset="-122"/>
              </a:rPr>
              <a:t>博士</a:t>
            </a:r>
            <a:endParaRPr lang="en-US" altLang="zh-CN" sz="4000" dirty="0">
              <a:latin typeface="华文中宋" panose="02010600040101010101" pitchFamily="2" charset="-122"/>
            </a:endParaRPr>
          </a:p>
          <a:p>
            <a:pPr algn="ctr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教授、博士生导师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大数据分析与智能决策实验室  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</a:pPr>
            <a:r>
              <a:rPr lang="en-US" altLang="zh-CN" sz="3600" b="0" dirty="0">
                <a:latin typeface="+mn-lt"/>
              </a:rPr>
              <a:t>buaayuli@ruc.edu.cn</a:t>
            </a:r>
          </a:p>
        </p:txBody>
      </p:sp>
    </p:spTree>
    <p:extLst>
      <p:ext uri="{BB962C8B-B14F-4D97-AF65-F5344CB8AC3E}">
        <p14:creationId xmlns:p14="http://schemas.microsoft.com/office/powerpoint/2010/main" val="3680503782"/>
      </p:ext>
    </p:extLst>
  </p:cSld>
  <p:clrMapOvr>
    <a:masterClrMapping/>
  </p:clrMapOvr>
  <p:transition spd="slow">
    <p:circl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D1A8D4-A673-4A3B-8AB4-E1C064BCB58F}"/>
              </a:ext>
            </a:extLst>
          </p:cNvPr>
          <p:cNvSpPr txBox="1"/>
          <p:nvPr/>
        </p:nvSpPr>
        <p:spPr>
          <a:xfrm>
            <a:off x="683568" y="2937718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5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人工智能概述</a:t>
            </a:r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B602F2C2-90ED-4AB6-9B44-1F7F2F037278}"/>
              </a:ext>
            </a:extLst>
          </p:cNvPr>
          <p:cNvSpPr/>
          <p:nvPr/>
        </p:nvSpPr>
        <p:spPr>
          <a:xfrm>
            <a:off x="4053105" y="1407496"/>
            <a:ext cx="1108861" cy="1039289"/>
          </a:xfrm>
          <a:custGeom>
            <a:avLst/>
            <a:gdLst>
              <a:gd name="connsiteX0" fmla="*/ 388426 w 607282"/>
              <a:gd name="connsiteY0" fmla="*/ 385710 h 569180"/>
              <a:gd name="connsiteX1" fmla="*/ 431276 w 607282"/>
              <a:gd name="connsiteY1" fmla="*/ 385710 h 569180"/>
              <a:gd name="connsiteX2" fmla="*/ 431276 w 607282"/>
              <a:gd name="connsiteY2" fmla="*/ 438433 h 569180"/>
              <a:gd name="connsiteX3" fmla="*/ 522771 w 607282"/>
              <a:gd name="connsiteY3" fmla="*/ 529738 h 569180"/>
              <a:gd name="connsiteX4" fmla="*/ 522771 w 607282"/>
              <a:gd name="connsiteY4" fmla="*/ 559964 h 569180"/>
              <a:gd name="connsiteX5" fmla="*/ 492483 w 607282"/>
              <a:gd name="connsiteY5" fmla="*/ 559964 h 569180"/>
              <a:gd name="connsiteX6" fmla="*/ 431276 w 607282"/>
              <a:gd name="connsiteY6" fmla="*/ 498941 h 569180"/>
              <a:gd name="connsiteX7" fmla="*/ 431276 w 607282"/>
              <a:gd name="connsiteY7" fmla="*/ 547771 h 569180"/>
              <a:gd name="connsiteX8" fmla="*/ 409822 w 607282"/>
              <a:gd name="connsiteY8" fmla="*/ 569180 h 569180"/>
              <a:gd name="connsiteX9" fmla="*/ 388426 w 607282"/>
              <a:gd name="connsiteY9" fmla="*/ 547771 h 569180"/>
              <a:gd name="connsiteX10" fmla="*/ 388426 w 607282"/>
              <a:gd name="connsiteY10" fmla="*/ 498941 h 569180"/>
              <a:gd name="connsiteX11" fmla="*/ 327276 w 607282"/>
              <a:gd name="connsiteY11" fmla="*/ 559964 h 569180"/>
              <a:gd name="connsiteX12" fmla="*/ 296988 w 607282"/>
              <a:gd name="connsiteY12" fmla="*/ 559964 h 569180"/>
              <a:gd name="connsiteX13" fmla="*/ 296988 w 607282"/>
              <a:gd name="connsiteY13" fmla="*/ 529738 h 569180"/>
              <a:gd name="connsiteX14" fmla="*/ 296931 w 607282"/>
              <a:gd name="connsiteY14" fmla="*/ 529738 h 569180"/>
              <a:gd name="connsiteX15" fmla="*/ 388426 w 607282"/>
              <a:gd name="connsiteY15" fmla="*/ 438433 h 569180"/>
              <a:gd name="connsiteX16" fmla="*/ 388426 w 607282"/>
              <a:gd name="connsiteY16" fmla="*/ 434597 h 569180"/>
              <a:gd name="connsiteX17" fmla="*/ 38140 w 607282"/>
              <a:gd name="connsiteY17" fmla="*/ 145929 h 569180"/>
              <a:gd name="connsiteX18" fmla="*/ 38255 w 607282"/>
              <a:gd name="connsiteY18" fmla="*/ 145929 h 569180"/>
              <a:gd name="connsiteX19" fmla="*/ 66358 w 607282"/>
              <a:gd name="connsiteY19" fmla="*/ 145929 h 569180"/>
              <a:gd name="connsiteX20" fmla="*/ 68767 w 607282"/>
              <a:gd name="connsiteY20" fmla="*/ 161160 h 569180"/>
              <a:gd name="connsiteX21" fmla="*/ 76453 w 607282"/>
              <a:gd name="connsiteY21" fmla="*/ 208857 h 569180"/>
              <a:gd name="connsiteX22" fmla="*/ 82589 w 607282"/>
              <a:gd name="connsiteY22" fmla="*/ 246763 h 569180"/>
              <a:gd name="connsiteX23" fmla="*/ 92684 w 607282"/>
              <a:gd name="connsiteY23" fmla="*/ 246763 h 569180"/>
              <a:gd name="connsiteX24" fmla="*/ 99222 w 607282"/>
              <a:gd name="connsiteY24" fmla="*/ 172898 h 569180"/>
              <a:gd name="connsiteX25" fmla="*/ 91594 w 607282"/>
              <a:gd name="connsiteY25" fmla="*/ 145929 h 569180"/>
              <a:gd name="connsiteX26" fmla="*/ 136502 w 607282"/>
              <a:gd name="connsiteY26" fmla="*/ 145929 h 569180"/>
              <a:gd name="connsiteX27" fmla="*/ 128874 w 607282"/>
              <a:gd name="connsiteY27" fmla="*/ 172898 h 569180"/>
              <a:gd name="connsiteX28" fmla="*/ 135355 w 607282"/>
              <a:gd name="connsiteY28" fmla="*/ 246763 h 569180"/>
              <a:gd name="connsiteX29" fmla="*/ 145507 w 607282"/>
              <a:gd name="connsiteY29" fmla="*/ 246763 h 569180"/>
              <a:gd name="connsiteX30" fmla="*/ 153192 w 607282"/>
              <a:gd name="connsiteY30" fmla="*/ 198780 h 569180"/>
              <a:gd name="connsiteX31" fmla="*/ 161738 w 607282"/>
              <a:gd name="connsiteY31" fmla="*/ 145929 h 569180"/>
              <a:gd name="connsiteX32" fmla="*/ 336094 w 607282"/>
              <a:gd name="connsiteY32" fmla="*/ 145929 h 569180"/>
              <a:gd name="connsiteX33" fmla="*/ 374349 w 607282"/>
              <a:gd name="connsiteY33" fmla="*/ 184121 h 569180"/>
              <a:gd name="connsiteX34" fmla="*/ 336094 w 607282"/>
              <a:gd name="connsiteY34" fmla="*/ 222256 h 569180"/>
              <a:gd name="connsiteX35" fmla="*/ 189841 w 607282"/>
              <a:gd name="connsiteY35" fmla="*/ 222256 h 569180"/>
              <a:gd name="connsiteX36" fmla="*/ 189841 w 607282"/>
              <a:gd name="connsiteY36" fmla="*/ 298011 h 569180"/>
              <a:gd name="connsiteX37" fmla="*/ 189841 w 607282"/>
              <a:gd name="connsiteY37" fmla="*/ 365807 h 569180"/>
              <a:gd name="connsiteX38" fmla="*/ 189841 w 607282"/>
              <a:gd name="connsiteY38" fmla="*/ 528081 h 569180"/>
              <a:gd name="connsiteX39" fmla="*/ 151586 w 607282"/>
              <a:gd name="connsiteY39" fmla="*/ 566216 h 569180"/>
              <a:gd name="connsiteX40" fmla="*/ 114019 w 607282"/>
              <a:gd name="connsiteY40" fmla="*/ 535239 h 569180"/>
              <a:gd name="connsiteX41" fmla="*/ 76453 w 607282"/>
              <a:gd name="connsiteY41" fmla="*/ 566216 h 569180"/>
              <a:gd name="connsiteX42" fmla="*/ 38255 w 607282"/>
              <a:gd name="connsiteY42" fmla="*/ 528081 h 569180"/>
              <a:gd name="connsiteX43" fmla="*/ 38255 w 607282"/>
              <a:gd name="connsiteY43" fmla="*/ 384874 h 569180"/>
              <a:gd name="connsiteX44" fmla="*/ 0 w 607282"/>
              <a:gd name="connsiteY44" fmla="*/ 346739 h 569180"/>
              <a:gd name="connsiteX45" fmla="*/ 0 w 607282"/>
              <a:gd name="connsiteY45" fmla="*/ 184121 h 569180"/>
              <a:gd name="connsiteX46" fmla="*/ 38140 w 607282"/>
              <a:gd name="connsiteY46" fmla="*/ 145929 h 569180"/>
              <a:gd name="connsiteX47" fmla="*/ 545532 w 607282"/>
              <a:gd name="connsiteY47" fmla="*/ 89195 h 569180"/>
              <a:gd name="connsiteX48" fmla="*/ 587343 w 607282"/>
              <a:gd name="connsiteY48" fmla="*/ 89195 h 569180"/>
              <a:gd name="connsiteX49" fmla="*/ 587343 w 607282"/>
              <a:gd name="connsiteY49" fmla="*/ 124061 h 569180"/>
              <a:gd name="connsiteX50" fmla="*/ 587228 w 607282"/>
              <a:gd name="connsiteY50" fmla="*/ 124061 h 569180"/>
              <a:gd name="connsiteX51" fmla="*/ 587343 w 607282"/>
              <a:gd name="connsiteY51" fmla="*/ 324787 h 569180"/>
              <a:gd name="connsiteX52" fmla="*/ 541403 w 607282"/>
              <a:gd name="connsiteY52" fmla="*/ 370989 h 569180"/>
              <a:gd name="connsiteX53" fmla="*/ 278325 w 607282"/>
              <a:gd name="connsiteY53" fmla="*/ 370531 h 569180"/>
              <a:gd name="connsiteX54" fmla="*/ 233131 w 607282"/>
              <a:gd name="connsiteY54" fmla="*/ 331027 h 569180"/>
              <a:gd name="connsiteX55" fmla="*/ 232729 w 607282"/>
              <a:gd name="connsiteY55" fmla="*/ 233012 h 569180"/>
              <a:gd name="connsiteX56" fmla="*/ 272475 w 607282"/>
              <a:gd name="connsiteY56" fmla="*/ 233012 h 569180"/>
              <a:gd name="connsiteX57" fmla="*/ 272475 w 607282"/>
              <a:gd name="connsiteY57" fmla="*/ 330340 h 569180"/>
              <a:gd name="connsiteX58" fmla="*/ 545532 w 607282"/>
              <a:gd name="connsiteY58" fmla="*/ 329997 h 569180"/>
              <a:gd name="connsiteX59" fmla="*/ 545532 w 607282"/>
              <a:gd name="connsiteY59" fmla="*/ 124061 h 569180"/>
              <a:gd name="connsiteX60" fmla="*/ 231948 w 607282"/>
              <a:gd name="connsiteY60" fmla="*/ 89124 h 569180"/>
              <a:gd name="connsiteX61" fmla="*/ 273793 w 607282"/>
              <a:gd name="connsiteY61" fmla="*/ 89124 h 569180"/>
              <a:gd name="connsiteX62" fmla="*/ 273793 w 607282"/>
              <a:gd name="connsiteY62" fmla="*/ 135062 h 569180"/>
              <a:gd name="connsiteX63" fmla="*/ 272240 w 607282"/>
              <a:gd name="connsiteY63" fmla="*/ 135062 h 569180"/>
              <a:gd name="connsiteX64" fmla="*/ 233571 w 607282"/>
              <a:gd name="connsiteY64" fmla="*/ 135062 h 569180"/>
              <a:gd name="connsiteX65" fmla="*/ 231948 w 607282"/>
              <a:gd name="connsiteY65" fmla="*/ 135062 h 569180"/>
              <a:gd name="connsiteX66" fmla="*/ 409822 w 607282"/>
              <a:gd name="connsiteY66" fmla="*/ 10232 h 569180"/>
              <a:gd name="connsiteX67" fmla="*/ 437925 w 607282"/>
              <a:gd name="connsiteY67" fmla="*/ 35771 h 569180"/>
              <a:gd name="connsiteX68" fmla="*/ 447503 w 607282"/>
              <a:gd name="connsiteY68" fmla="*/ 35771 h 569180"/>
              <a:gd name="connsiteX69" fmla="*/ 578958 w 607282"/>
              <a:gd name="connsiteY69" fmla="*/ 35828 h 569180"/>
              <a:gd name="connsiteX70" fmla="*/ 593009 w 607282"/>
              <a:gd name="connsiteY70" fmla="*/ 37031 h 569180"/>
              <a:gd name="connsiteX71" fmla="*/ 607233 w 607282"/>
              <a:gd name="connsiteY71" fmla="*/ 57874 h 569180"/>
              <a:gd name="connsiteX72" fmla="*/ 587159 w 607282"/>
              <a:gd name="connsiteY72" fmla="*/ 76828 h 569180"/>
              <a:gd name="connsiteX73" fmla="*/ 579244 w 607282"/>
              <a:gd name="connsiteY73" fmla="*/ 76885 h 569180"/>
              <a:gd name="connsiteX74" fmla="*/ 241776 w 607282"/>
              <a:gd name="connsiteY74" fmla="*/ 76885 h 569180"/>
              <a:gd name="connsiteX75" fmla="*/ 233861 w 607282"/>
              <a:gd name="connsiteY75" fmla="*/ 76828 h 569180"/>
              <a:gd name="connsiteX76" fmla="*/ 212984 w 607282"/>
              <a:gd name="connsiteY76" fmla="*/ 56672 h 569180"/>
              <a:gd name="connsiteX77" fmla="*/ 233287 w 607282"/>
              <a:gd name="connsiteY77" fmla="*/ 35943 h 569180"/>
              <a:gd name="connsiteX78" fmla="*/ 244357 w 607282"/>
              <a:gd name="connsiteY78" fmla="*/ 35771 h 569180"/>
              <a:gd name="connsiteX79" fmla="*/ 371108 w 607282"/>
              <a:gd name="connsiteY79" fmla="*/ 35771 h 569180"/>
              <a:gd name="connsiteX80" fmla="*/ 381661 w 607282"/>
              <a:gd name="connsiteY80" fmla="*/ 35771 h 569180"/>
              <a:gd name="connsiteX81" fmla="*/ 409822 w 607282"/>
              <a:gd name="connsiteY81" fmla="*/ 10232 h 569180"/>
              <a:gd name="connsiteX82" fmla="*/ 114034 w 607282"/>
              <a:gd name="connsiteY82" fmla="*/ 0 h 569180"/>
              <a:gd name="connsiteX83" fmla="*/ 182130 w 607282"/>
              <a:gd name="connsiteY83" fmla="*/ 67990 h 569180"/>
              <a:gd name="connsiteX84" fmla="*/ 114034 w 607282"/>
              <a:gd name="connsiteY84" fmla="*/ 135980 h 569180"/>
              <a:gd name="connsiteX85" fmla="*/ 45938 w 607282"/>
              <a:gd name="connsiteY85" fmla="*/ 67990 h 569180"/>
              <a:gd name="connsiteX86" fmla="*/ 114034 w 607282"/>
              <a:gd name="connsiteY86" fmla="*/ 0 h 5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607282" h="569180">
                <a:moveTo>
                  <a:pt x="388426" y="385710"/>
                </a:moveTo>
                <a:lnTo>
                  <a:pt x="431276" y="385710"/>
                </a:lnTo>
                <a:lnTo>
                  <a:pt x="431276" y="438433"/>
                </a:lnTo>
                <a:lnTo>
                  <a:pt x="522771" y="529738"/>
                </a:lnTo>
                <a:cubicBezTo>
                  <a:pt x="531146" y="538096"/>
                  <a:pt x="531146" y="551606"/>
                  <a:pt x="522771" y="559964"/>
                </a:cubicBezTo>
                <a:cubicBezTo>
                  <a:pt x="514396" y="568321"/>
                  <a:pt x="500858" y="568321"/>
                  <a:pt x="492483" y="559964"/>
                </a:cubicBezTo>
                <a:lnTo>
                  <a:pt x="431276" y="498941"/>
                </a:lnTo>
                <a:lnTo>
                  <a:pt x="431276" y="547771"/>
                </a:lnTo>
                <a:cubicBezTo>
                  <a:pt x="431276" y="559563"/>
                  <a:pt x="421697" y="569180"/>
                  <a:pt x="409822" y="569180"/>
                </a:cubicBezTo>
                <a:cubicBezTo>
                  <a:pt x="398005" y="569180"/>
                  <a:pt x="388426" y="559563"/>
                  <a:pt x="388426" y="547771"/>
                </a:cubicBezTo>
                <a:lnTo>
                  <a:pt x="388426" y="498941"/>
                </a:lnTo>
                <a:lnTo>
                  <a:pt x="327276" y="559964"/>
                </a:lnTo>
                <a:cubicBezTo>
                  <a:pt x="318901" y="568321"/>
                  <a:pt x="305306" y="568321"/>
                  <a:pt x="296988" y="559964"/>
                </a:cubicBezTo>
                <a:cubicBezTo>
                  <a:pt x="288613" y="551606"/>
                  <a:pt x="288613" y="538096"/>
                  <a:pt x="296988" y="529738"/>
                </a:cubicBezTo>
                <a:lnTo>
                  <a:pt x="296931" y="529738"/>
                </a:lnTo>
                <a:lnTo>
                  <a:pt x="388426" y="438433"/>
                </a:lnTo>
                <a:lnTo>
                  <a:pt x="388426" y="434597"/>
                </a:lnTo>
                <a:close/>
                <a:moveTo>
                  <a:pt x="38140" y="145929"/>
                </a:moveTo>
                <a:lnTo>
                  <a:pt x="38255" y="145929"/>
                </a:lnTo>
                <a:lnTo>
                  <a:pt x="66358" y="145929"/>
                </a:lnTo>
                <a:lnTo>
                  <a:pt x="68767" y="161160"/>
                </a:lnTo>
                <a:lnTo>
                  <a:pt x="76453" y="208857"/>
                </a:lnTo>
                <a:lnTo>
                  <a:pt x="82589" y="246763"/>
                </a:lnTo>
                <a:lnTo>
                  <a:pt x="92684" y="246763"/>
                </a:lnTo>
                <a:lnTo>
                  <a:pt x="99222" y="172898"/>
                </a:lnTo>
                <a:lnTo>
                  <a:pt x="91594" y="145929"/>
                </a:lnTo>
                <a:lnTo>
                  <a:pt x="136502" y="145929"/>
                </a:lnTo>
                <a:lnTo>
                  <a:pt x="128874" y="172898"/>
                </a:lnTo>
                <a:lnTo>
                  <a:pt x="135355" y="246763"/>
                </a:lnTo>
                <a:lnTo>
                  <a:pt x="145507" y="246763"/>
                </a:lnTo>
                <a:lnTo>
                  <a:pt x="153192" y="198780"/>
                </a:lnTo>
                <a:lnTo>
                  <a:pt x="161738" y="145929"/>
                </a:lnTo>
                <a:lnTo>
                  <a:pt x="336094" y="145929"/>
                </a:lnTo>
                <a:cubicBezTo>
                  <a:pt x="357200" y="145929"/>
                  <a:pt x="374349" y="162992"/>
                  <a:pt x="374349" y="184121"/>
                </a:cubicBezTo>
                <a:cubicBezTo>
                  <a:pt x="374349" y="205193"/>
                  <a:pt x="357200" y="222256"/>
                  <a:pt x="336094" y="222256"/>
                </a:cubicBezTo>
                <a:lnTo>
                  <a:pt x="189841" y="222256"/>
                </a:lnTo>
                <a:lnTo>
                  <a:pt x="189841" y="298011"/>
                </a:lnTo>
                <a:lnTo>
                  <a:pt x="189841" y="365807"/>
                </a:lnTo>
                <a:lnTo>
                  <a:pt x="189841" y="528081"/>
                </a:lnTo>
                <a:cubicBezTo>
                  <a:pt x="189841" y="549153"/>
                  <a:pt x="172692" y="566216"/>
                  <a:pt x="151586" y="566216"/>
                </a:cubicBezTo>
                <a:cubicBezTo>
                  <a:pt x="132889" y="566216"/>
                  <a:pt x="117403" y="552875"/>
                  <a:pt x="114019" y="535239"/>
                </a:cubicBezTo>
                <a:cubicBezTo>
                  <a:pt x="110693" y="552875"/>
                  <a:pt x="95150" y="566216"/>
                  <a:pt x="76453" y="566216"/>
                </a:cubicBezTo>
                <a:cubicBezTo>
                  <a:pt x="55346" y="566216"/>
                  <a:pt x="38255" y="549153"/>
                  <a:pt x="38255" y="528081"/>
                </a:cubicBezTo>
                <a:lnTo>
                  <a:pt x="38255" y="384874"/>
                </a:lnTo>
                <a:cubicBezTo>
                  <a:pt x="17091" y="384874"/>
                  <a:pt x="0" y="367811"/>
                  <a:pt x="0" y="346739"/>
                </a:cubicBezTo>
                <a:lnTo>
                  <a:pt x="0" y="184121"/>
                </a:lnTo>
                <a:cubicBezTo>
                  <a:pt x="0" y="163050"/>
                  <a:pt x="17091" y="145986"/>
                  <a:pt x="38140" y="145929"/>
                </a:cubicBezTo>
                <a:close/>
                <a:moveTo>
                  <a:pt x="545532" y="89195"/>
                </a:moveTo>
                <a:lnTo>
                  <a:pt x="587343" y="89195"/>
                </a:lnTo>
                <a:lnTo>
                  <a:pt x="587343" y="124061"/>
                </a:lnTo>
                <a:lnTo>
                  <a:pt x="587228" y="124061"/>
                </a:lnTo>
                <a:cubicBezTo>
                  <a:pt x="587228" y="190989"/>
                  <a:pt x="587056" y="257859"/>
                  <a:pt x="587343" y="324787"/>
                </a:cubicBezTo>
                <a:cubicBezTo>
                  <a:pt x="587457" y="352669"/>
                  <a:pt x="567498" y="371104"/>
                  <a:pt x="541403" y="370989"/>
                </a:cubicBezTo>
                <a:cubicBezTo>
                  <a:pt x="453710" y="370646"/>
                  <a:pt x="366018" y="370703"/>
                  <a:pt x="278325" y="370531"/>
                </a:cubicBezTo>
                <a:cubicBezTo>
                  <a:pt x="255441" y="370474"/>
                  <a:pt x="234278" y="353527"/>
                  <a:pt x="233131" y="331027"/>
                </a:cubicBezTo>
                <a:cubicBezTo>
                  <a:pt x="231525" y="299024"/>
                  <a:pt x="232729" y="266905"/>
                  <a:pt x="232729" y="233012"/>
                </a:cubicBezTo>
                <a:lnTo>
                  <a:pt x="272475" y="233012"/>
                </a:lnTo>
                <a:lnTo>
                  <a:pt x="272475" y="330340"/>
                </a:lnTo>
                <a:cubicBezTo>
                  <a:pt x="364010" y="330512"/>
                  <a:pt x="453997" y="330398"/>
                  <a:pt x="545532" y="329997"/>
                </a:cubicBezTo>
                <a:lnTo>
                  <a:pt x="545532" y="124061"/>
                </a:lnTo>
                <a:close/>
                <a:moveTo>
                  <a:pt x="231948" y="89124"/>
                </a:moveTo>
                <a:lnTo>
                  <a:pt x="273793" y="89124"/>
                </a:lnTo>
                <a:lnTo>
                  <a:pt x="273793" y="135062"/>
                </a:lnTo>
                <a:lnTo>
                  <a:pt x="272240" y="135062"/>
                </a:lnTo>
                <a:lnTo>
                  <a:pt x="233571" y="135062"/>
                </a:lnTo>
                <a:lnTo>
                  <a:pt x="231948" y="135062"/>
                </a:lnTo>
                <a:close/>
                <a:moveTo>
                  <a:pt x="409822" y="10232"/>
                </a:moveTo>
                <a:cubicBezTo>
                  <a:pt x="424505" y="10232"/>
                  <a:pt x="436606" y="21455"/>
                  <a:pt x="437925" y="35771"/>
                </a:cubicBezTo>
                <a:lnTo>
                  <a:pt x="447503" y="35771"/>
                </a:lnTo>
                <a:cubicBezTo>
                  <a:pt x="491321" y="35771"/>
                  <a:pt x="535140" y="35771"/>
                  <a:pt x="578958" y="35828"/>
                </a:cubicBezTo>
                <a:cubicBezTo>
                  <a:pt x="583661" y="35828"/>
                  <a:pt x="588650" y="35599"/>
                  <a:pt x="593009" y="37031"/>
                </a:cubicBezTo>
                <a:cubicBezTo>
                  <a:pt x="601326" y="39665"/>
                  <a:pt x="607921" y="50144"/>
                  <a:pt x="607233" y="57874"/>
                </a:cubicBezTo>
                <a:cubicBezTo>
                  <a:pt x="606315" y="67380"/>
                  <a:pt x="597368" y="75912"/>
                  <a:pt x="587159" y="76828"/>
                </a:cubicBezTo>
                <a:cubicBezTo>
                  <a:pt x="584521" y="77057"/>
                  <a:pt x="581883" y="76885"/>
                  <a:pt x="579244" y="76885"/>
                </a:cubicBezTo>
                <a:cubicBezTo>
                  <a:pt x="466774" y="76885"/>
                  <a:pt x="354304" y="76885"/>
                  <a:pt x="241776" y="76885"/>
                </a:cubicBezTo>
                <a:cubicBezTo>
                  <a:pt x="239137" y="76885"/>
                  <a:pt x="236499" y="77057"/>
                  <a:pt x="233861" y="76828"/>
                </a:cubicBezTo>
                <a:cubicBezTo>
                  <a:pt x="223078" y="75740"/>
                  <a:pt x="213156" y="66120"/>
                  <a:pt x="212984" y="56672"/>
                </a:cubicBezTo>
                <a:cubicBezTo>
                  <a:pt x="212755" y="47166"/>
                  <a:pt x="222448" y="37088"/>
                  <a:pt x="233287" y="35943"/>
                </a:cubicBezTo>
                <a:cubicBezTo>
                  <a:pt x="236958" y="35542"/>
                  <a:pt x="240686" y="35771"/>
                  <a:pt x="244357" y="35771"/>
                </a:cubicBezTo>
                <a:cubicBezTo>
                  <a:pt x="286626" y="35771"/>
                  <a:pt x="328839" y="35771"/>
                  <a:pt x="371108" y="35771"/>
                </a:cubicBezTo>
                <a:lnTo>
                  <a:pt x="381661" y="35771"/>
                </a:lnTo>
                <a:cubicBezTo>
                  <a:pt x="382981" y="21455"/>
                  <a:pt x="395082" y="10232"/>
                  <a:pt x="409822" y="10232"/>
                </a:cubicBezTo>
                <a:close/>
                <a:moveTo>
                  <a:pt x="114034" y="0"/>
                </a:moveTo>
                <a:cubicBezTo>
                  <a:pt x="151642" y="0"/>
                  <a:pt x="182130" y="30440"/>
                  <a:pt x="182130" y="67990"/>
                </a:cubicBezTo>
                <a:cubicBezTo>
                  <a:pt x="182130" y="105540"/>
                  <a:pt x="151642" y="135980"/>
                  <a:pt x="114034" y="135980"/>
                </a:cubicBezTo>
                <a:cubicBezTo>
                  <a:pt x="76426" y="135980"/>
                  <a:pt x="45938" y="105540"/>
                  <a:pt x="45938" y="67990"/>
                </a:cubicBezTo>
                <a:cubicBezTo>
                  <a:pt x="45938" y="30440"/>
                  <a:pt x="76426" y="0"/>
                  <a:pt x="114034" y="0"/>
                </a:cubicBezTo>
                <a:close/>
              </a:path>
            </a:pathLst>
          </a:custGeom>
          <a:solidFill>
            <a:srgbClr val="3F3B3A"/>
          </a:solidFill>
          <a:ln w="127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1024175" y="422108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978293" y="262572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260648"/>
            <a:ext cx="2660986" cy="61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514810"/>
      </p:ext>
    </p:extLst>
  </p:cSld>
  <p:clrMapOvr>
    <a:masterClrMapping/>
  </p:clrMapOvr>
  <p:transition spd="slow">
    <p:circl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A6C852-5149-45FF-8DB9-261B2AD45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人类对人工智能的探索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5930640-B78B-452C-A35E-2B5F0B0731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63"/>
          <a:stretch/>
        </p:blipFill>
        <p:spPr>
          <a:xfrm>
            <a:off x="5436096" y="1232754"/>
            <a:ext cx="3486615" cy="367240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366C36C-BD03-4B87-98E6-6A967530A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64" y="1628800"/>
            <a:ext cx="4800600" cy="26574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A01D9F4-1B9F-4FCD-B557-38794FE99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933" y="5301208"/>
            <a:ext cx="6486134" cy="134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776982"/>
      </p:ext>
    </p:extLst>
  </p:cSld>
  <p:clrMapOvr>
    <a:masterClrMapping/>
  </p:clrMapOvr>
  <p:transition spd="slow">
    <p:circl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E6B2D5-C2D5-4AB9-9DF0-DB22D4B97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人工智能</a:t>
            </a:r>
            <a:r>
              <a:rPr lang="en-US" altLang="zh-CN" dirty="0"/>
              <a:t>1.0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基于知识推理的智能</a:t>
            </a:r>
            <a:endParaRPr lang="en-US" altLang="zh-CN" dirty="0"/>
          </a:p>
          <a:p>
            <a:pPr lvl="1"/>
            <a:r>
              <a:rPr lang="zh-CN" altLang="en-US" dirty="0"/>
              <a:t>理性主义、规则驱动</a:t>
            </a:r>
            <a:endParaRPr lang="en-US" altLang="zh-CN" dirty="0"/>
          </a:p>
          <a:p>
            <a:pPr lvl="1"/>
            <a:r>
              <a:rPr lang="zh-CN" altLang="en-US" dirty="0"/>
              <a:t>专家系统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人工智能</a:t>
            </a:r>
            <a:r>
              <a:rPr lang="en-US" altLang="zh-CN" dirty="0"/>
              <a:t>2.0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基于经验学习的智能</a:t>
            </a:r>
            <a:endParaRPr lang="en-US" altLang="zh-CN" dirty="0"/>
          </a:p>
          <a:p>
            <a:pPr lvl="1"/>
            <a:r>
              <a:rPr lang="zh-CN" altLang="en-US" dirty="0"/>
              <a:t>经验主义、数据驱动</a:t>
            </a:r>
            <a:endParaRPr lang="en-US" altLang="zh-CN" dirty="0"/>
          </a:p>
          <a:p>
            <a:pPr lvl="1"/>
            <a:r>
              <a:rPr lang="zh-CN" altLang="en-US" dirty="0"/>
              <a:t>深度学习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A1E15CB-0FF9-4DB4-975D-15C623ACA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人工智能发展的技术路径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5AE2CA-5C6C-4F18-A171-404CC6D39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035" y="1412776"/>
            <a:ext cx="2914650" cy="18383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4EC7C55-C8B3-4E30-BA87-4452CA8B2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4077072"/>
            <a:ext cx="2895600" cy="2181225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43CBFED5-A935-4D0A-82A7-9A85D0C885A2}"/>
              </a:ext>
            </a:extLst>
          </p:cNvPr>
          <p:cNvSpPr/>
          <p:nvPr/>
        </p:nvSpPr>
        <p:spPr bwMode="auto">
          <a:xfrm>
            <a:off x="4860032" y="1232475"/>
            <a:ext cx="3168352" cy="2232248"/>
          </a:xfrm>
          <a:prstGeom prst="roundRect">
            <a:avLst/>
          </a:prstGeom>
          <a:solidFill>
            <a:schemeClr val="accent1">
              <a:alpha val="8000"/>
            </a:schemeClr>
          </a:solidFill>
          <a:ln w="9525" cap="flat" cmpd="sng" algn="ctr">
            <a:solidFill>
              <a:srgbClr val="FF0000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BC6882D-1993-4A62-96F5-4DA86DD4AD0B}"/>
              </a:ext>
            </a:extLst>
          </p:cNvPr>
          <p:cNvSpPr/>
          <p:nvPr/>
        </p:nvSpPr>
        <p:spPr bwMode="auto">
          <a:xfrm>
            <a:off x="4860032" y="3933056"/>
            <a:ext cx="3168352" cy="2314748"/>
          </a:xfrm>
          <a:prstGeom prst="roundRect">
            <a:avLst/>
          </a:prstGeom>
          <a:solidFill>
            <a:schemeClr val="accent1">
              <a:alpha val="8000"/>
            </a:schemeClr>
          </a:solidFill>
          <a:ln w="9525" cap="flat" cmpd="sng" algn="ctr">
            <a:solidFill>
              <a:srgbClr val="FF0000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475832"/>
      </p:ext>
    </p:extLst>
  </p:cSld>
  <p:clrMapOvr>
    <a:masterClrMapping/>
  </p:clrMapOvr>
  <p:transition spd="slow">
    <p:circl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065B3CFD-9B2F-4207-A131-515B5C71A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634039"/>
            <a:ext cx="8172401" cy="312962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CC8E3B9-86E2-4B2C-BD8F-9842EE47C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从时间线上看人工智能发展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2B31F9E-D8E6-48CB-B6B0-C4BFE3DF5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36" y="3392596"/>
            <a:ext cx="2150130" cy="156431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B7A9DA4-FA3B-457F-B6D7-7EE631CB2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166" y="2909797"/>
            <a:ext cx="2100601" cy="141290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66D3691-1B41-4393-B378-9077F5730E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4767" y="2241592"/>
            <a:ext cx="2162379" cy="129614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6015E39-0530-48CB-8476-652A43A020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7146" y="1654826"/>
            <a:ext cx="2138958" cy="129614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BEFED4F8-FEDE-4D6D-BD2A-9FBE3D452E86}"/>
              </a:ext>
            </a:extLst>
          </p:cNvPr>
          <p:cNvSpPr txBox="1"/>
          <p:nvPr/>
        </p:nvSpPr>
        <p:spPr>
          <a:xfrm>
            <a:off x="295966" y="2754562"/>
            <a:ext cx="22662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/>
              <a:t>起步期</a:t>
            </a:r>
            <a:endParaRPr lang="en-US" altLang="zh-CN" sz="1600" dirty="0"/>
          </a:p>
          <a:p>
            <a:pPr algn="ctr"/>
            <a:r>
              <a:rPr lang="zh-CN" altLang="en-US" sz="1600" dirty="0"/>
              <a:t>（</a:t>
            </a:r>
            <a:r>
              <a:rPr lang="en-US" altLang="zh-CN" sz="1600" dirty="0"/>
              <a:t>1956-1980</a:t>
            </a:r>
            <a:r>
              <a:rPr lang="zh-CN" altLang="en-US" sz="1600" dirty="0"/>
              <a:t>年代初）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62CF6BE-D764-44AB-B5F1-EEF2FB868DBB}"/>
              </a:ext>
            </a:extLst>
          </p:cNvPr>
          <p:cNvSpPr txBox="1"/>
          <p:nvPr/>
        </p:nvSpPr>
        <p:spPr>
          <a:xfrm>
            <a:off x="2232560" y="2247426"/>
            <a:ext cx="25933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/>
              <a:t>机器学习</a:t>
            </a:r>
            <a:endParaRPr lang="en-US" altLang="zh-CN" sz="1600" dirty="0"/>
          </a:p>
          <a:p>
            <a:pPr algn="ctr"/>
            <a:r>
              <a:rPr lang="zh-CN" altLang="en-US" sz="1600" dirty="0"/>
              <a:t>（</a:t>
            </a:r>
            <a:r>
              <a:rPr lang="en-US" altLang="zh-CN" sz="1600" dirty="0"/>
              <a:t>1980</a:t>
            </a:r>
            <a:r>
              <a:rPr lang="zh-CN" altLang="en-US" sz="1600" dirty="0"/>
              <a:t>年代初</a:t>
            </a:r>
            <a:r>
              <a:rPr lang="en-US" altLang="zh-CN" sz="1600" dirty="0"/>
              <a:t>-21</a:t>
            </a:r>
            <a:r>
              <a:rPr lang="zh-CN" altLang="en-US" sz="1600" dirty="0"/>
              <a:t>世纪初）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B07D923-5388-42BA-A4A5-654488159B7C}"/>
              </a:ext>
            </a:extLst>
          </p:cNvPr>
          <p:cNvSpPr txBox="1"/>
          <p:nvPr/>
        </p:nvSpPr>
        <p:spPr>
          <a:xfrm>
            <a:off x="4370276" y="1605340"/>
            <a:ext cx="25933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/>
              <a:t>深度学习</a:t>
            </a:r>
            <a:endParaRPr lang="en-US" altLang="zh-CN" sz="1600" dirty="0"/>
          </a:p>
          <a:p>
            <a:pPr algn="ctr"/>
            <a:r>
              <a:rPr lang="zh-CN" altLang="en-US" sz="1600" dirty="0"/>
              <a:t>（</a:t>
            </a:r>
            <a:r>
              <a:rPr lang="en-US" altLang="zh-CN" sz="1600" dirty="0"/>
              <a:t>2006</a:t>
            </a:r>
            <a:r>
              <a:rPr lang="zh-CN" altLang="en-US" sz="1600" dirty="0"/>
              <a:t>年</a:t>
            </a:r>
            <a:r>
              <a:rPr lang="en-US" altLang="zh-CN" sz="1600" dirty="0"/>
              <a:t>-2022</a:t>
            </a:r>
            <a:r>
              <a:rPr lang="zh-CN" altLang="en-US" sz="1600" dirty="0"/>
              <a:t>年）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351FB9D-A6E7-4C86-BDB8-B905C0E5E587}"/>
              </a:ext>
            </a:extLst>
          </p:cNvPr>
          <p:cNvSpPr txBox="1"/>
          <p:nvPr/>
        </p:nvSpPr>
        <p:spPr>
          <a:xfrm>
            <a:off x="6550696" y="1053298"/>
            <a:ext cx="25933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/>
              <a:t>大模型与生成</a:t>
            </a:r>
            <a:r>
              <a:rPr lang="en-US" altLang="zh-CN" sz="1600" dirty="0"/>
              <a:t>AI</a:t>
            </a:r>
          </a:p>
          <a:p>
            <a:pPr algn="ctr"/>
            <a:r>
              <a:rPr lang="zh-CN" altLang="en-US" sz="1600" dirty="0"/>
              <a:t>（</a:t>
            </a:r>
            <a:r>
              <a:rPr lang="en-US" altLang="zh-CN" sz="1600" dirty="0"/>
              <a:t>2022</a:t>
            </a:r>
            <a:r>
              <a:rPr lang="zh-CN" altLang="en-US" sz="1600" dirty="0"/>
              <a:t>年</a:t>
            </a:r>
            <a:r>
              <a:rPr lang="en-US" altLang="zh-CN" sz="1600" dirty="0"/>
              <a:t>-</a:t>
            </a:r>
            <a:r>
              <a:rPr lang="zh-CN" altLang="en-US" sz="16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359434192"/>
      </p:ext>
    </p:extLst>
  </p:cSld>
  <p:clrMapOvr>
    <a:masterClrMapping/>
  </p:clrMapOvr>
  <p:transition spd="slow">
    <p:circl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机器学习与人工智能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BBFB7C9-6CC7-427E-B5CB-9354BBF5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196752"/>
            <a:ext cx="5184576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86421"/>
      </p:ext>
    </p:extLst>
  </p:cSld>
  <p:clrMapOvr>
    <a:masterClrMapping/>
  </p:clrMapOvr>
  <p:transition spd="slow">
    <p:circl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lang="zh-CN" altLang="en-US" spc="43" dirty="0"/>
              <a:t>人工智能</a:t>
            </a:r>
            <a:r>
              <a:rPr lang="en-US" altLang="zh-CN" spc="21" dirty="0"/>
              <a:t>&gt;</a:t>
            </a:r>
            <a:r>
              <a:rPr lang="zh-CN" altLang="en-US" spc="43" dirty="0"/>
              <a:t>机器学习</a:t>
            </a:r>
            <a:r>
              <a:rPr lang="en-US" altLang="zh-CN" spc="21" dirty="0"/>
              <a:t>&gt;</a:t>
            </a:r>
            <a:r>
              <a:rPr lang="zh-CN" altLang="en-US" spc="43" dirty="0"/>
              <a:t>深度学习</a:t>
            </a:r>
            <a:endParaRPr spc="43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4294967295"/>
          </p:nvPr>
        </p:nvSpPr>
        <p:spPr>
          <a:xfrm>
            <a:off x="6970713" y="6092825"/>
            <a:ext cx="2173287" cy="269875"/>
          </a:xfrm>
          <a:prstGeom prst="rect">
            <a:avLst/>
          </a:prstGeom>
        </p:spPr>
        <p:txBody>
          <a:bodyPr vert="horz" wrap="square" lIns="0" tIns="26607" rIns="0" bIns="0" rtlCol="0">
            <a:spAutoFit/>
          </a:bodyPr>
          <a:lstStyle/>
          <a:p>
            <a:pPr marL="10860">
              <a:spcBef>
                <a:spcPts val="209"/>
              </a:spcBef>
            </a:pPr>
            <a:r>
              <a:rPr lang="zh-CN" altLang="en-US" spc="-4" dirty="0">
                <a:hlinkClick r:id="rId2"/>
              </a:rPr>
              <a:t> </a:t>
            </a:r>
            <a:endParaRPr spc="-4" dirty="0">
              <a:hlinkClick r:id="rId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3538" y="1454292"/>
            <a:ext cx="7674768" cy="43843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</p:spTree>
    <p:extLst>
      <p:ext uri="{BB962C8B-B14F-4D97-AF65-F5344CB8AC3E}">
        <p14:creationId xmlns:p14="http://schemas.microsoft.com/office/powerpoint/2010/main" val="4240558272"/>
      </p:ext>
    </p:extLst>
  </p:cSld>
  <p:clrMapOvr>
    <a:masterClrMapping/>
  </p:clrMapOvr>
  <p:transition spd="slow">
    <p:circl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3200" b="0" spc="43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</a:t>
            </a:r>
            <a:r>
              <a:rPr sz="3200" b="0" spc="2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sz="3200" b="0" spc="43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机器学习</a:t>
            </a:r>
            <a:r>
              <a:rPr sz="3200" b="0" spc="2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sz="3200" b="0" spc="43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深度学习</a:t>
            </a:r>
          </a:p>
        </p:txBody>
      </p:sp>
      <p:sp>
        <p:nvSpPr>
          <p:cNvPr id="3" name="object 3"/>
          <p:cNvSpPr/>
          <p:nvPr/>
        </p:nvSpPr>
        <p:spPr>
          <a:xfrm>
            <a:off x="467545" y="1405447"/>
            <a:ext cx="8496944" cy="46878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4"/>
          <p:cNvSpPr/>
          <p:nvPr/>
        </p:nvSpPr>
        <p:spPr>
          <a:xfrm>
            <a:off x="495318" y="4401355"/>
            <a:ext cx="1078927" cy="539735"/>
          </a:xfrm>
          <a:custGeom>
            <a:avLst/>
            <a:gdLst/>
            <a:ahLst/>
            <a:cxnLst/>
            <a:rect l="l" t="t" r="r" b="b"/>
            <a:pathLst>
              <a:path w="1261745" h="631189">
                <a:moveTo>
                  <a:pt x="0" y="0"/>
                </a:moveTo>
                <a:lnTo>
                  <a:pt x="1261533" y="0"/>
                </a:lnTo>
                <a:lnTo>
                  <a:pt x="1261533" y="631048"/>
                </a:lnTo>
                <a:lnTo>
                  <a:pt x="0" y="631048"/>
                </a:lnTo>
                <a:lnTo>
                  <a:pt x="0" y="0"/>
                </a:lnTo>
                <a:close/>
              </a:path>
            </a:pathLst>
          </a:custGeom>
          <a:ln w="2957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5"/>
          <p:cNvSpPr/>
          <p:nvPr/>
        </p:nvSpPr>
        <p:spPr>
          <a:xfrm>
            <a:off x="2123728" y="3177297"/>
            <a:ext cx="1078927" cy="539735"/>
          </a:xfrm>
          <a:custGeom>
            <a:avLst/>
            <a:gdLst/>
            <a:ahLst/>
            <a:cxnLst/>
            <a:rect l="l" t="t" r="r" b="b"/>
            <a:pathLst>
              <a:path w="1261745" h="631189">
                <a:moveTo>
                  <a:pt x="0" y="0"/>
                </a:moveTo>
                <a:lnTo>
                  <a:pt x="1261533" y="0"/>
                </a:lnTo>
                <a:lnTo>
                  <a:pt x="1261533" y="631048"/>
                </a:lnTo>
                <a:lnTo>
                  <a:pt x="0" y="631048"/>
                </a:lnTo>
                <a:lnTo>
                  <a:pt x="0" y="0"/>
                </a:lnTo>
                <a:close/>
              </a:path>
            </a:pathLst>
          </a:custGeom>
          <a:ln w="29577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6"/>
          <p:cNvSpPr/>
          <p:nvPr/>
        </p:nvSpPr>
        <p:spPr>
          <a:xfrm>
            <a:off x="7583499" y="4725144"/>
            <a:ext cx="876933" cy="405072"/>
          </a:xfrm>
          <a:custGeom>
            <a:avLst/>
            <a:gdLst/>
            <a:ahLst/>
            <a:cxnLst/>
            <a:rect l="l" t="t" r="r" b="b"/>
            <a:pathLst>
              <a:path w="1025525" h="473710">
                <a:moveTo>
                  <a:pt x="0" y="0"/>
                </a:moveTo>
                <a:lnTo>
                  <a:pt x="1024995" y="0"/>
                </a:lnTo>
                <a:lnTo>
                  <a:pt x="1024995" y="473286"/>
                </a:lnTo>
                <a:lnTo>
                  <a:pt x="0" y="473286"/>
                </a:lnTo>
                <a:lnTo>
                  <a:pt x="0" y="0"/>
                </a:lnTo>
                <a:close/>
              </a:path>
            </a:pathLst>
          </a:custGeom>
          <a:ln w="2957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</p:spTree>
    <p:extLst>
      <p:ext uri="{BB962C8B-B14F-4D97-AF65-F5344CB8AC3E}">
        <p14:creationId xmlns:p14="http://schemas.microsoft.com/office/powerpoint/2010/main" val="396060393"/>
      </p:ext>
    </p:extLst>
  </p:cSld>
  <p:clrMapOvr>
    <a:masterClrMapping/>
  </p:clrMapOvr>
  <p:transition spd="slow">
    <p:circl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C8C357-ABDA-4E43-B7F7-E71C4A250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现代人工智能三大要素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595726-9E3D-4566-9562-A4D5DDE48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9" y="1844824"/>
            <a:ext cx="4546187" cy="367240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0B4EDFC-A75F-4AA6-94E8-D1EB5A344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725" y="1953732"/>
            <a:ext cx="4373488" cy="345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610870"/>
      </p:ext>
    </p:extLst>
  </p:cSld>
  <p:clrMapOvr>
    <a:masterClrMapping/>
  </p:clrMapOvr>
  <p:transition spd="slow">
    <p:circl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手机上的</a:t>
            </a:r>
            <a:r>
              <a:rPr lang="zh-CN" altLang="en-US" dirty="0"/>
              <a:t>人工智能</a:t>
            </a:r>
            <a:r>
              <a:rPr lang="zh-CN" altLang="zh-CN" dirty="0"/>
              <a:t>应用</a:t>
            </a:r>
            <a:endParaRPr lang="zh-CN" altLang="en-US" dirty="0"/>
          </a:p>
        </p:txBody>
      </p:sp>
      <p:pic>
        <p:nvPicPr>
          <p:cNvPr id="1026" name="图片 163" descr="说明: 图解十大经典的机器学习算法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24744"/>
            <a:ext cx="6624736" cy="5552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8673148"/>
      </p:ext>
    </p:extLst>
  </p:cSld>
  <p:clrMapOvr>
    <a:masterClrMapping/>
  </p:clrMapOvr>
  <p:transition spd="slow">
    <p:circl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1273" y="1076205"/>
            <a:ext cx="8090594" cy="34209"/>
          </a:xfrm>
          <a:custGeom>
            <a:avLst/>
            <a:gdLst/>
            <a:ahLst/>
            <a:cxnLst/>
            <a:rect l="l" t="t" r="r" b="b"/>
            <a:pathLst>
              <a:path w="9461500" h="40005">
                <a:moveTo>
                  <a:pt x="0" y="39439"/>
                </a:moveTo>
                <a:lnTo>
                  <a:pt x="9461500" y="39441"/>
                </a:lnTo>
                <a:lnTo>
                  <a:pt x="9461500" y="0"/>
                </a:lnTo>
                <a:lnTo>
                  <a:pt x="0" y="0"/>
                </a:lnTo>
                <a:lnTo>
                  <a:pt x="0" y="39439"/>
                </a:lnTo>
              </a:path>
            </a:pathLst>
          </a:custGeom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4"/>
          <p:cNvSpPr/>
          <p:nvPr/>
        </p:nvSpPr>
        <p:spPr>
          <a:xfrm>
            <a:off x="3640674" y="2498275"/>
            <a:ext cx="1664273" cy="1207616"/>
          </a:xfrm>
          <a:custGeom>
            <a:avLst/>
            <a:gdLst/>
            <a:ahLst/>
            <a:cxnLst/>
            <a:rect l="l" t="t" r="r" b="b"/>
            <a:pathLst>
              <a:path w="1946275" h="1412239">
                <a:moveTo>
                  <a:pt x="11716" y="920657"/>
                </a:moveTo>
                <a:lnTo>
                  <a:pt x="4719" y="882165"/>
                </a:lnTo>
                <a:lnTo>
                  <a:pt x="837" y="843563"/>
                </a:lnTo>
                <a:lnTo>
                  <a:pt x="0" y="804926"/>
                </a:lnTo>
                <a:lnTo>
                  <a:pt x="2140" y="766330"/>
                </a:lnTo>
                <a:lnTo>
                  <a:pt x="7188" y="727848"/>
                </a:lnTo>
                <a:lnTo>
                  <a:pt x="15077" y="689556"/>
                </a:lnTo>
                <a:lnTo>
                  <a:pt x="25738" y="651529"/>
                </a:lnTo>
                <a:lnTo>
                  <a:pt x="39102" y="613842"/>
                </a:lnTo>
                <a:lnTo>
                  <a:pt x="55101" y="576569"/>
                </a:lnTo>
                <a:lnTo>
                  <a:pt x="73666" y="539785"/>
                </a:lnTo>
                <a:lnTo>
                  <a:pt x="94728" y="503566"/>
                </a:lnTo>
                <a:lnTo>
                  <a:pt x="118220" y="467986"/>
                </a:lnTo>
                <a:lnTo>
                  <a:pt x="144073" y="433120"/>
                </a:lnTo>
                <a:lnTo>
                  <a:pt x="172219" y="399043"/>
                </a:lnTo>
                <a:lnTo>
                  <a:pt x="202588" y="365830"/>
                </a:lnTo>
                <a:lnTo>
                  <a:pt x="235112" y="333556"/>
                </a:lnTo>
                <a:lnTo>
                  <a:pt x="269723" y="302295"/>
                </a:lnTo>
                <a:lnTo>
                  <a:pt x="306353" y="272123"/>
                </a:lnTo>
                <a:lnTo>
                  <a:pt x="344933" y="243115"/>
                </a:lnTo>
                <a:lnTo>
                  <a:pt x="385394" y="215344"/>
                </a:lnTo>
                <a:lnTo>
                  <a:pt x="427669" y="188887"/>
                </a:lnTo>
                <a:lnTo>
                  <a:pt x="471687" y="163818"/>
                </a:lnTo>
                <a:lnTo>
                  <a:pt x="517382" y="140212"/>
                </a:lnTo>
                <a:lnTo>
                  <a:pt x="564684" y="118144"/>
                </a:lnTo>
                <a:lnTo>
                  <a:pt x="613526" y="97689"/>
                </a:lnTo>
                <a:lnTo>
                  <a:pt x="663838" y="78921"/>
                </a:lnTo>
                <a:lnTo>
                  <a:pt x="715552" y="61916"/>
                </a:lnTo>
                <a:lnTo>
                  <a:pt x="768600" y="46749"/>
                </a:lnTo>
                <a:lnTo>
                  <a:pt x="822912" y="33493"/>
                </a:lnTo>
                <a:lnTo>
                  <a:pt x="877701" y="22367"/>
                </a:lnTo>
                <a:lnTo>
                  <a:pt x="932157" y="13510"/>
                </a:lnTo>
                <a:lnTo>
                  <a:pt x="986189" y="6883"/>
                </a:lnTo>
                <a:lnTo>
                  <a:pt x="1039701" y="2448"/>
                </a:lnTo>
                <a:lnTo>
                  <a:pt x="1092600" y="166"/>
                </a:lnTo>
                <a:lnTo>
                  <a:pt x="1144792" y="0"/>
                </a:lnTo>
                <a:lnTo>
                  <a:pt x="1196184" y="1909"/>
                </a:lnTo>
                <a:lnTo>
                  <a:pt x="1246682" y="5855"/>
                </a:lnTo>
                <a:lnTo>
                  <a:pt x="1296191" y="11801"/>
                </a:lnTo>
                <a:lnTo>
                  <a:pt x="1344618" y="19707"/>
                </a:lnTo>
                <a:lnTo>
                  <a:pt x="1391869" y="29534"/>
                </a:lnTo>
                <a:lnTo>
                  <a:pt x="1437850" y="41244"/>
                </a:lnTo>
                <a:lnTo>
                  <a:pt x="1482467" y="54799"/>
                </a:lnTo>
                <a:lnTo>
                  <a:pt x="1525628" y="70160"/>
                </a:lnTo>
                <a:lnTo>
                  <a:pt x="1567237" y="87287"/>
                </a:lnTo>
                <a:lnTo>
                  <a:pt x="1607201" y="106143"/>
                </a:lnTo>
                <a:lnTo>
                  <a:pt x="1645426" y="126689"/>
                </a:lnTo>
                <a:lnTo>
                  <a:pt x="1681818" y="148886"/>
                </a:lnTo>
                <a:lnTo>
                  <a:pt x="1716284" y="172696"/>
                </a:lnTo>
                <a:lnTo>
                  <a:pt x="1748730" y="198080"/>
                </a:lnTo>
                <a:lnTo>
                  <a:pt x="1779061" y="224999"/>
                </a:lnTo>
                <a:lnTo>
                  <a:pt x="1807185" y="253415"/>
                </a:lnTo>
                <a:lnTo>
                  <a:pt x="1833006" y="283289"/>
                </a:lnTo>
                <a:lnTo>
                  <a:pt x="1856432" y="314582"/>
                </a:lnTo>
                <a:lnTo>
                  <a:pt x="1877368" y="347257"/>
                </a:lnTo>
                <a:lnTo>
                  <a:pt x="1895722" y="381274"/>
                </a:lnTo>
                <a:lnTo>
                  <a:pt x="1911398" y="416594"/>
                </a:lnTo>
                <a:lnTo>
                  <a:pt x="1924303" y="453179"/>
                </a:lnTo>
                <a:lnTo>
                  <a:pt x="1934343" y="490991"/>
                </a:lnTo>
                <a:lnTo>
                  <a:pt x="1941340" y="529483"/>
                </a:lnTo>
                <a:lnTo>
                  <a:pt x="1945222" y="568085"/>
                </a:lnTo>
                <a:lnTo>
                  <a:pt x="1946059" y="606722"/>
                </a:lnTo>
                <a:lnTo>
                  <a:pt x="1943919" y="645318"/>
                </a:lnTo>
                <a:lnTo>
                  <a:pt x="1938870" y="683800"/>
                </a:lnTo>
                <a:lnTo>
                  <a:pt x="1930981" y="722091"/>
                </a:lnTo>
                <a:lnTo>
                  <a:pt x="1920321" y="760118"/>
                </a:lnTo>
                <a:lnTo>
                  <a:pt x="1906957" y="797806"/>
                </a:lnTo>
                <a:lnTo>
                  <a:pt x="1890958" y="835079"/>
                </a:lnTo>
                <a:lnTo>
                  <a:pt x="1872393" y="871862"/>
                </a:lnTo>
                <a:lnTo>
                  <a:pt x="1851330" y="908081"/>
                </a:lnTo>
                <a:lnTo>
                  <a:pt x="1827838" y="943662"/>
                </a:lnTo>
                <a:lnTo>
                  <a:pt x="1801986" y="978527"/>
                </a:lnTo>
                <a:lnTo>
                  <a:pt x="1773840" y="1012604"/>
                </a:lnTo>
                <a:lnTo>
                  <a:pt x="1743471" y="1045817"/>
                </a:lnTo>
                <a:lnTo>
                  <a:pt x="1710947" y="1078092"/>
                </a:lnTo>
                <a:lnTo>
                  <a:pt x="1676335" y="1109352"/>
                </a:lnTo>
                <a:lnTo>
                  <a:pt x="1639706" y="1139525"/>
                </a:lnTo>
                <a:lnTo>
                  <a:pt x="1601126" y="1168533"/>
                </a:lnTo>
                <a:lnTo>
                  <a:pt x="1560665" y="1196304"/>
                </a:lnTo>
                <a:lnTo>
                  <a:pt x="1518390" y="1222761"/>
                </a:lnTo>
                <a:lnTo>
                  <a:pt x="1474372" y="1247830"/>
                </a:lnTo>
                <a:lnTo>
                  <a:pt x="1428677" y="1271436"/>
                </a:lnTo>
                <a:lnTo>
                  <a:pt x="1381374" y="1293504"/>
                </a:lnTo>
                <a:lnTo>
                  <a:pt x="1332533" y="1313959"/>
                </a:lnTo>
                <a:lnTo>
                  <a:pt x="1282221" y="1332727"/>
                </a:lnTo>
                <a:lnTo>
                  <a:pt x="1230507" y="1349732"/>
                </a:lnTo>
                <a:lnTo>
                  <a:pt x="1177459" y="1364899"/>
                </a:lnTo>
                <a:lnTo>
                  <a:pt x="1123146" y="1378154"/>
                </a:lnTo>
                <a:lnTo>
                  <a:pt x="1068358" y="1389281"/>
                </a:lnTo>
                <a:lnTo>
                  <a:pt x="1013902" y="1398138"/>
                </a:lnTo>
                <a:lnTo>
                  <a:pt x="959870" y="1404765"/>
                </a:lnTo>
                <a:lnTo>
                  <a:pt x="906358" y="1409200"/>
                </a:lnTo>
                <a:lnTo>
                  <a:pt x="853459" y="1411481"/>
                </a:lnTo>
                <a:lnTo>
                  <a:pt x="801266" y="1411648"/>
                </a:lnTo>
                <a:lnTo>
                  <a:pt x="749875" y="1409739"/>
                </a:lnTo>
                <a:lnTo>
                  <a:pt x="699377" y="1405792"/>
                </a:lnTo>
                <a:lnTo>
                  <a:pt x="649868" y="1399847"/>
                </a:lnTo>
                <a:lnTo>
                  <a:pt x="601441" y="1391941"/>
                </a:lnTo>
                <a:lnTo>
                  <a:pt x="554190" y="1382114"/>
                </a:lnTo>
                <a:lnTo>
                  <a:pt x="508209" y="1370403"/>
                </a:lnTo>
                <a:lnTo>
                  <a:pt x="463591" y="1356849"/>
                </a:lnTo>
                <a:lnTo>
                  <a:pt x="420431" y="1341488"/>
                </a:lnTo>
                <a:lnTo>
                  <a:pt x="378822" y="1324361"/>
                </a:lnTo>
                <a:lnTo>
                  <a:pt x="338858" y="1305505"/>
                </a:lnTo>
                <a:lnTo>
                  <a:pt x="300633" y="1284959"/>
                </a:lnTo>
                <a:lnTo>
                  <a:pt x="264240" y="1262762"/>
                </a:lnTo>
                <a:lnTo>
                  <a:pt x="229775" y="1238952"/>
                </a:lnTo>
                <a:lnTo>
                  <a:pt x="197329" y="1213568"/>
                </a:lnTo>
                <a:lnTo>
                  <a:pt x="166998" y="1186649"/>
                </a:lnTo>
                <a:lnTo>
                  <a:pt x="138874" y="1158233"/>
                </a:lnTo>
                <a:lnTo>
                  <a:pt x="113053" y="1128359"/>
                </a:lnTo>
                <a:lnTo>
                  <a:pt x="89627" y="1097065"/>
                </a:lnTo>
                <a:lnTo>
                  <a:pt x="68690" y="1064391"/>
                </a:lnTo>
                <a:lnTo>
                  <a:pt x="50337" y="1030374"/>
                </a:lnTo>
                <a:lnTo>
                  <a:pt x="34661" y="995054"/>
                </a:lnTo>
                <a:lnTo>
                  <a:pt x="21756" y="958468"/>
                </a:lnTo>
                <a:lnTo>
                  <a:pt x="11716" y="920657"/>
                </a:lnTo>
                <a:close/>
              </a:path>
            </a:pathLst>
          </a:custGeom>
          <a:ln w="78868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5"/>
          <p:cNvSpPr/>
          <p:nvPr/>
        </p:nvSpPr>
        <p:spPr>
          <a:xfrm>
            <a:off x="4895742" y="2434302"/>
            <a:ext cx="751502" cy="751502"/>
          </a:xfrm>
          <a:custGeom>
            <a:avLst/>
            <a:gdLst/>
            <a:ahLst/>
            <a:cxnLst/>
            <a:rect l="l" t="t" r="r" b="b"/>
            <a:pathLst>
              <a:path w="878840" h="878839">
                <a:moveTo>
                  <a:pt x="439141" y="0"/>
                </a:moveTo>
                <a:lnTo>
                  <a:pt x="391292" y="2577"/>
                </a:lnTo>
                <a:lnTo>
                  <a:pt x="344935" y="10133"/>
                </a:lnTo>
                <a:lnTo>
                  <a:pt x="300338" y="22397"/>
                </a:lnTo>
                <a:lnTo>
                  <a:pt x="257770" y="39103"/>
                </a:lnTo>
                <a:lnTo>
                  <a:pt x="217498" y="59982"/>
                </a:lnTo>
                <a:lnTo>
                  <a:pt x="179790" y="84766"/>
                </a:lnTo>
                <a:lnTo>
                  <a:pt x="144913" y="113187"/>
                </a:lnTo>
                <a:lnTo>
                  <a:pt x="113137" y="144978"/>
                </a:lnTo>
                <a:lnTo>
                  <a:pt x="84728" y="179870"/>
                </a:lnTo>
                <a:lnTo>
                  <a:pt x="59955" y="217595"/>
                </a:lnTo>
                <a:lnTo>
                  <a:pt x="39085" y="257885"/>
                </a:lnTo>
                <a:lnTo>
                  <a:pt x="22387" y="300472"/>
                </a:lnTo>
                <a:lnTo>
                  <a:pt x="10128" y="345089"/>
                </a:lnTo>
                <a:lnTo>
                  <a:pt x="2576" y="391466"/>
                </a:lnTo>
                <a:lnTo>
                  <a:pt x="0" y="439337"/>
                </a:lnTo>
                <a:lnTo>
                  <a:pt x="2576" y="487208"/>
                </a:lnTo>
                <a:lnTo>
                  <a:pt x="10128" y="533585"/>
                </a:lnTo>
                <a:lnTo>
                  <a:pt x="22387" y="578202"/>
                </a:lnTo>
                <a:lnTo>
                  <a:pt x="39085" y="620789"/>
                </a:lnTo>
                <a:lnTo>
                  <a:pt x="59955" y="661079"/>
                </a:lnTo>
                <a:lnTo>
                  <a:pt x="84728" y="698804"/>
                </a:lnTo>
                <a:lnTo>
                  <a:pt x="113137" y="733696"/>
                </a:lnTo>
                <a:lnTo>
                  <a:pt x="144913" y="765487"/>
                </a:lnTo>
                <a:lnTo>
                  <a:pt x="179790" y="793908"/>
                </a:lnTo>
                <a:lnTo>
                  <a:pt x="217498" y="818692"/>
                </a:lnTo>
                <a:lnTo>
                  <a:pt x="257770" y="839571"/>
                </a:lnTo>
                <a:lnTo>
                  <a:pt x="300338" y="856277"/>
                </a:lnTo>
                <a:lnTo>
                  <a:pt x="344935" y="868541"/>
                </a:lnTo>
                <a:lnTo>
                  <a:pt x="391292" y="876096"/>
                </a:lnTo>
                <a:lnTo>
                  <a:pt x="439141" y="878674"/>
                </a:lnTo>
                <a:lnTo>
                  <a:pt x="486991" y="876096"/>
                </a:lnTo>
                <a:lnTo>
                  <a:pt x="533347" y="868541"/>
                </a:lnTo>
                <a:lnTo>
                  <a:pt x="577944" y="856277"/>
                </a:lnTo>
                <a:lnTo>
                  <a:pt x="620512" y="839571"/>
                </a:lnTo>
                <a:lnTo>
                  <a:pt x="660784" y="818692"/>
                </a:lnTo>
                <a:lnTo>
                  <a:pt x="698492" y="793908"/>
                </a:lnTo>
                <a:lnTo>
                  <a:pt x="733368" y="765487"/>
                </a:lnTo>
                <a:lnTo>
                  <a:pt x="765145" y="733696"/>
                </a:lnTo>
                <a:lnTo>
                  <a:pt x="793553" y="698804"/>
                </a:lnTo>
                <a:lnTo>
                  <a:pt x="818326" y="661079"/>
                </a:lnTo>
                <a:lnTo>
                  <a:pt x="839196" y="620789"/>
                </a:lnTo>
                <a:lnTo>
                  <a:pt x="855894" y="578202"/>
                </a:lnTo>
                <a:lnTo>
                  <a:pt x="868153" y="533585"/>
                </a:lnTo>
                <a:lnTo>
                  <a:pt x="875705" y="487208"/>
                </a:lnTo>
                <a:lnTo>
                  <a:pt x="878282" y="439337"/>
                </a:lnTo>
                <a:lnTo>
                  <a:pt x="875705" y="391466"/>
                </a:lnTo>
                <a:lnTo>
                  <a:pt x="868153" y="345089"/>
                </a:lnTo>
                <a:lnTo>
                  <a:pt x="855894" y="300472"/>
                </a:lnTo>
                <a:lnTo>
                  <a:pt x="839196" y="257885"/>
                </a:lnTo>
                <a:lnTo>
                  <a:pt x="818326" y="217595"/>
                </a:lnTo>
                <a:lnTo>
                  <a:pt x="793553" y="179870"/>
                </a:lnTo>
                <a:lnTo>
                  <a:pt x="765145" y="144978"/>
                </a:lnTo>
                <a:lnTo>
                  <a:pt x="733368" y="113187"/>
                </a:lnTo>
                <a:lnTo>
                  <a:pt x="698492" y="84766"/>
                </a:lnTo>
                <a:lnTo>
                  <a:pt x="660784" y="59982"/>
                </a:lnTo>
                <a:lnTo>
                  <a:pt x="620512" y="39103"/>
                </a:lnTo>
                <a:lnTo>
                  <a:pt x="577944" y="22397"/>
                </a:lnTo>
                <a:lnTo>
                  <a:pt x="533347" y="10133"/>
                </a:lnTo>
                <a:lnTo>
                  <a:pt x="486991" y="2577"/>
                </a:lnTo>
                <a:lnTo>
                  <a:pt x="439141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6"/>
          <p:cNvSpPr/>
          <p:nvPr/>
        </p:nvSpPr>
        <p:spPr>
          <a:xfrm>
            <a:off x="4895742" y="2434302"/>
            <a:ext cx="751502" cy="751502"/>
          </a:xfrm>
          <a:custGeom>
            <a:avLst/>
            <a:gdLst/>
            <a:ahLst/>
            <a:cxnLst/>
            <a:rect l="l" t="t" r="r" b="b"/>
            <a:pathLst>
              <a:path w="878840" h="878839">
                <a:moveTo>
                  <a:pt x="0" y="439337"/>
                </a:moveTo>
                <a:lnTo>
                  <a:pt x="2576" y="391466"/>
                </a:lnTo>
                <a:lnTo>
                  <a:pt x="10128" y="345089"/>
                </a:lnTo>
                <a:lnTo>
                  <a:pt x="22387" y="300472"/>
                </a:lnTo>
                <a:lnTo>
                  <a:pt x="39085" y="257885"/>
                </a:lnTo>
                <a:lnTo>
                  <a:pt x="59955" y="217595"/>
                </a:lnTo>
                <a:lnTo>
                  <a:pt x="84728" y="179870"/>
                </a:lnTo>
                <a:lnTo>
                  <a:pt x="113137" y="144978"/>
                </a:lnTo>
                <a:lnTo>
                  <a:pt x="144913" y="113188"/>
                </a:lnTo>
                <a:lnTo>
                  <a:pt x="179790" y="84766"/>
                </a:lnTo>
                <a:lnTo>
                  <a:pt x="217498" y="59982"/>
                </a:lnTo>
                <a:lnTo>
                  <a:pt x="257770" y="39103"/>
                </a:lnTo>
                <a:lnTo>
                  <a:pt x="300338" y="22397"/>
                </a:lnTo>
                <a:lnTo>
                  <a:pt x="344935" y="10133"/>
                </a:lnTo>
                <a:lnTo>
                  <a:pt x="391291" y="2577"/>
                </a:lnTo>
                <a:lnTo>
                  <a:pt x="439141" y="0"/>
                </a:lnTo>
                <a:lnTo>
                  <a:pt x="486990" y="2577"/>
                </a:lnTo>
                <a:lnTo>
                  <a:pt x="533347" y="10133"/>
                </a:lnTo>
                <a:lnTo>
                  <a:pt x="577943" y="22397"/>
                </a:lnTo>
                <a:lnTo>
                  <a:pt x="620512" y="39103"/>
                </a:lnTo>
                <a:lnTo>
                  <a:pt x="660784" y="59982"/>
                </a:lnTo>
                <a:lnTo>
                  <a:pt x="698492" y="84766"/>
                </a:lnTo>
                <a:lnTo>
                  <a:pt x="733368" y="113188"/>
                </a:lnTo>
                <a:lnTo>
                  <a:pt x="765144" y="144978"/>
                </a:lnTo>
                <a:lnTo>
                  <a:pt x="793553" y="179870"/>
                </a:lnTo>
                <a:lnTo>
                  <a:pt x="818326" y="217595"/>
                </a:lnTo>
                <a:lnTo>
                  <a:pt x="839196" y="257885"/>
                </a:lnTo>
                <a:lnTo>
                  <a:pt x="855894" y="300472"/>
                </a:lnTo>
                <a:lnTo>
                  <a:pt x="868153" y="345089"/>
                </a:lnTo>
                <a:lnTo>
                  <a:pt x="875705" y="391466"/>
                </a:lnTo>
                <a:lnTo>
                  <a:pt x="878282" y="439337"/>
                </a:lnTo>
                <a:lnTo>
                  <a:pt x="875705" y="487208"/>
                </a:lnTo>
                <a:lnTo>
                  <a:pt x="868153" y="533585"/>
                </a:lnTo>
                <a:lnTo>
                  <a:pt x="855894" y="578202"/>
                </a:lnTo>
                <a:lnTo>
                  <a:pt x="839196" y="620789"/>
                </a:lnTo>
                <a:lnTo>
                  <a:pt x="818326" y="661079"/>
                </a:lnTo>
                <a:lnTo>
                  <a:pt x="793553" y="698804"/>
                </a:lnTo>
                <a:lnTo>
                  <a:pt x="765144" y="733696"/>
                </a:lnTo>
                <a:lnTo>
                  <a:pt x="733368" y="765487"/>
                </a:lnTo>
                <a:lnTo>
                  <a:pt x="698492" y="793908"/>
                </a:lnTo>
                <a:lnTo>
                  <a:pt x="660784" y="818692"/>
                </a:lnTo>
                <a:lnTo>
                  <a:pt x="620512" y="839571"/>
                </a:lnTo>
                <a:lnTo>
                  <a:pt x="577943" y="856277"/>
                </a:lnTo>
                <a:lnTo>
                  <a:pt x="533347" y="868542"/>
                </a:lnTo>
                <a:lnTo>
                  <a:pt x="486990" y="876097"/>
                </a:lnTo>
                <a:lnTo>
                  <a:pt x="439141" y="878675"/>
                </a:lnTo>
                <a:lnTo>
                  <a:pt x="391291" y="876097"/>
                </a:lnTo>
                <a:lnTo>
                  <a:pt x="344935" y="868542"/>
                </a:lnTo>
                <a:lnTo>
                  <a:pt x="300338" y="856277"/>
                </a:lnTo>
                <a:lnTo>
                  <a:pt x="257770" y="839571"/>
                </a:lnTo>
                <a:lnTo>
                  <a:pt x="217498" y="818692"/>
                </a:lnTo>
                <a:lnTo>
                  <a:pt x="179790" y="793908"/>
                </a:lnTo>
                <a:lnTo>
                  <a:pt x="144913" y="765487"/>
                </a:lnTo>
                <a:lnTo>
                  <a:pt x="113137" y="733696"/>
                </a:lnTo>
                <a:lnTo>
                  <a:pt x="84728" y="698804"/>
                </a:lnTo>
                <a:lnTo>
                  <a:pt x="59955" y="661079"/>
                </a:lnTo>
                <a:lnTo>
                  <a:pt x="39085" y="620789"/>
                </a:lnTo>
                <a:lnTo>
                  <a:pt x="22387" y="578202"/>
                </a:lnTo>
                <a:lnTo>
                  <a:pt x="10128" y="533585"/>
                </a:lnTo>
                <a:lnTo>
                  <a:pt x="2576" y="487208"/>
                </a:lnTo>
                <a:lnTo>
                  <a:pt x="0" y="439337"/>
                </a:lnTo>
                <a:close/>
              </a:path>
            </a:pathLst>
          </a:custGeom>
          <a:ln w="2628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object 7"/>
          <p:cNvSpPr/>
          <p:nvPr/>
        </p:nvSpPr>
        <p:spPr>
          <a:xfrm>
            <a:off x="4612631" y="3388855"/>
            <a:ext cx="751502" cy="751502"/>
          </a:xfrm>
          <a:custGeom>
            <a:avLst/>
            <a:gdLst/>
            <a:ahLst/>
            <a:cxnLst/>
            <a:rect l="l" t="t" r="r" b="b"/>
            <a:pathLst>
              <a:path w="878839" h="878839">
                <a:moveTo>
                  <a:pt x="439141" y="0"/>
                </a:moveTo>
                <a:lnTo>
                  <a:pt x="391292" y="2577"/>
                </a:lnTo>
                <a:lnTo>
                  <a:pt x="344935" y="10133"/>
                </a:lnTo>
                <a:lnTo>
                  <a:pt x="300339" y="22397"/>
                </a:lnTo>
                <a:lnTo>
                  <a:pt x="257771" y="39103"/>
                </a:lnTo>
                <a:lnTo>
                  <a:pt x="217498" y="59982"/>
                </a:lnTo>
                <a:lnTo>
                  <a:pt x="179790" y="84766"/>
                </a:lnTo>
                <a:lnTo>
                  <a:pt x="144914" y="113187"/>
                </a:lnTo>
                <a:lnTo>
                  <a:pt x="113137" y="144978"/>
                </a:lnTo>
                <a:lnTo>
                  <a:pt x="84729" y="179870"/>
                </a:lnTo>
                <a:lnTo>
                  <a:pt x="59955" y="217595"/>
                </a:lnTo>
                <a:lnTo>
                  <a:pt x="39086" y="257885"/>
                </a:lnTo>
                <a:lnTo>
                  <a:pt x="22387" y="300472"/>
                </a:lnTo>
                <a:lnTo>
                  <a:pt x="10128" y="345089"/>
                </a:lnTo>
                <a:lnTo>
                  <a:pt x="2576" y="391466"/>
                </a:lnTo>
                <a:lnTo>
                  <a:pt x="0" y="439337"/>
                </a:lnTo>
                <a:lnTo>
                  <a:pt x="2576" y="487208"/>
                </a:lnTo>
                <a:lnTo>
                  <a:pt x="10128" y="533585"/>
                </a:lnTo>
                <a:lnTo>
                  <a:pt x="22387" y="578202"/>
                </a:lnTo>
                <a:lnTo>
                  <a:pt x="39086" y="620789"/>
                </a:lnTo>
                <a:lnTo>
                  <a:pt x="59955" y="661080"/>
                </a:lnTo>
                <a:lnTo>
                  <a:pt x="84729" y="698805"/>
                </a:lnTo>
                <a:lnTo>
                  <a:pt x="113137" y="733696"/>
                </a:lnTo>
                <a:lnTo>
                  <a:pt x="144914" y="765487"/>
                </a:lnTo>
                <a:lnTo>
                  <a:pt x="179790" y="793909"/>
                </a:lnTo>
                <a:lnTo>
                  <a:pt x="217498" y="818693"/>
                </a:lnTo>
                <a:lnTo>
                  <a:pt x="257771" y="839572"/>
                </a:lnTo>
                <a:lnTo>
                  <a:pt x="300339" y="856278"/>
                </a:lnTo>
                <a:lnTo>
                  <a:pt x="344935" y="868542"/>
                </a:lnTo>
                <a:lnTo>
                  <a:pt x="391292" y="876098"/>
                </a:lnTo>
                <a:lnTo>
                  <a:pt x="439141" y="878676"/>
                </a:lnTo>
                <a:lnTo>
                  <a:pt x="486991" y="876098"/>
                </a:lnTo>
                <a:lnTo>
                  <a:pt x="533347" y="868542"/>
                </a:lnTo>
                <a:lnTo>
                  <a:pt x="577944" y="856278"/>
                </a:lnTo>
                <a:lnTo>
                  <a:pt x="620512" y="839572"/>
                </a:lnTo>
                <a:lnTo>
                  <a:pt x="660784" y="818693"/>
                </a:lnTo>
                <a:lnTo>
                  <a:pt x="698492" y="793909"/>
                </a:lnTo>
                <a:lnTo>
                  <a:pt x="733368" y="765487"/>
                </a:lnTo>
                <a:lnTo>
                  <a:pt x="765145" y="733696"/>
                </a:lnTo>
                <a:lnTo>
                  <a:pt x="793553" y="698805"/>
                </a:lnTo>
                <a:lnTo>
                  <a:pt x="818326" y="661080"/>
                </a:lnTo>
                <a:lnTo>
                  <a:pt x="839196" y="620789"/>
                </a:lnTo>
                <a:lnTo>
                  <a:pt x="855894" y="578202"/>
                </a:lnTo>
                <a:lnTo>
                  <a:pt x="868153" y="533585"/>
                </a:lnTo>
                <a:lnTo>
                  <a:pt x="875705" y="487208"/>
                </a:lnTo>
                <a:lnTo>
                  <a:pt x="878282" y="439337"/>
                </a:lnTo>
                <a:lnTo>
                  <a:pt x="875705" y="391466"/>
                </a:lnTo>
                <a:lnTo>
                  <a:pt x="868153" y="345089"/>
                </a:lnTo>
                <a:lnTo>
                  <a:pt x="855894" y="300472"/>
                </a:lnTo>
                <a:lnTo>
                  <a:pt x="839196" y="257885"/>
                </a:lnTo>
                <a:lnTo>
                  <a:pt x="818326" y="217595"/>
                </a:lnTo>
                <a:lnTo>
                  <a:pt x="793553" y="179870"/>
                </a:lnTo>
                <a:lnTo>
                  <a:pt x="765145" y="144978"/>
                </a:lnTo>
                <a:lnTo>
                  <a:pt x="733368" y="113187"/>
                </a:lnTo>
                <a:lnTo>
                  <a:pt x="698492" y="84766"/>
                </a:lnTo>
                <a:lnTo>
                  <a:pt x="660784" y="59982"/>
                </a:lnTo>
                <a:lnTo>
                  <a:pt x="620512" y="39103"/>
                </a:lnTo>
                <a:lnTo>
                  <a:pt x="577944" y="22397"/>
                </a:lnTo>
                <a:lnTo>
                  <a:pt x="533347" y="10133"/>
                </a:lnTo>
                <a:lnTo>
                  <a:pt x="486991" y="2577"/>
                </a:lnTo>
                <a:lnTo>
                  <a:pt x="439141" y="0"/>
                </a:lnTo>
                <a:close/>
              </a:path>
            </a:pathLst>
          </a:custGeom>
          <a:solidFill>
            <a:srgbClr val="C00000">
              <a:alpha val="90979"/>
            </a:srgbClr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" name="object 8"/>
          <p:cNvSpPr/>
          <p:nvPr/>
        </p:nvSpPr>
        <p:spPr>
          <a:xfrm>
            <a:off x="4612631" y="3388855"/>
            <a:ext cx="751502" cy="751502"/>
          </a:xfrm>
          <a:custGeom>
            <a:avLst/>
            <a:gdLst/>
            <a:ahLst/>
            <a:cxnLst/>
            <a:rect l="l" t="t" r="r" b="b"/>
            <a:pathLst>
              <a:path w="878839" h="878839">
                <a:moveTo>
                  <a:pt x="0" y="439337"/>
                </a:moveTo>
                <a:lnTo>
                  <a:pt x="2576" y="391466"/>
                </a:lnTo>
                <a:lnTo>
                  <a:pt x="10128" y="345089"/>
                </a:lnTo>
                <a:lnTo>
                  <a:pt x="22387" y="300472"/>
                </a:lnTo>
                <a:lnTo>
                  <a:pt x="39085" y="257885"/>
                </a:lnTo>
                <a:lnTo>
                  <a:pt x="59955" y="217595"/>
                </a:lnTo>
                <a:lnTo>
                  <a:pt x="84728" y="179870"/>
                </a:lnTo>
                <a:lnTo>
                  <a:pt x="113137" y="144978"/>
                </a:lnTo>
                <a:lnTo>
                  <a:pt x="144913" y="113188"/>
                </a:lnTo>
                <a:lnTo>
                  <a:pt x="179790" y="84766"/>
                </a:lnTo>
                <a:lnTo>
                  <a:pt x="217498" y="59982"/>
                </a:lnTo>
                <a:lnTo>
                  <a:pt x="257770" y="39103"/>
                </a:lnTo>
                <a:lnTo>
                  <a:pt x="300338" y="22397"/>
                </a:lnTo>
                <a:lnTo>
                  <a:pt x="344935" y="10133"/>
                </a:lnTo>
                <a:lnTo>
                  <a:pt x="391291" y="2577"/>
                </a:lnTo>
                <a:lnTo>
                  <a:pt x="439141" y="0"/>
                </a:lnTo>
                <a:lnTo>
                  <a:pt x="486990" y="2577"/>
                </a:lnTo>
                <a:lnTo>
                  <a:pt x="533347" y="10133"/>
                </a:lnTo>
                <a:lnTo>
                  <a:pt x="577943" y="22397"/>
                </a:lnTo>
                <a:lnTo>
                  <a:pt x="620512" y="39103"/>
                </a:lnTo>
                <a:lnTo>
                  <a:pt x="660784" y="59982"/>
                </a:lnTo>
                <a:lnTo>
                  <a:pt x="698492" y="84766"/>
                </a:lnTo>
                <a:lnTo>
                  <a:pt x="733368" y="113188"/>
                </a:lnTo>
                <a:lnTo>
                  <a:pt x="765144" y="144978"/>
                </a:lnTo>
                <a:lnTo>
                  <a:pt x="793553" y="179870"/>
                </a:lnTo>
                <a:lnTo>
                  <a:pt x="818326" y="217595"/>
                </a:lnTo>
                <a:lnTo>
                  <a:pt x="839196" y="257885"/>
                </a:lnTo>
                <a:lnTo>
                  <a:pt x="855894" y="300472"/>
                </a:lnTo>
                <a:lnTo>
                  <a:pt x="868153" y="345089"/>
                </a:lnTo>
                <a:lnTo>
                  <a:pt x="875705" y="391466"/>
                </a:lnTo>
                <a:lnTo>
                  <a:pt x="878282" y="439337"/>
                </a:lnTo>
                <a:lnTo>
                  <a:pt x="875705" y="487208"/>
                </a:lnTo>
                <a:lnTo>
                  <a:pt x="868153" y="533585"/>
                </a:lnTo>
                <a:lnTo>
                  <a:pt x="855894" y="578202"/>
                </a:lnTo>
                <a:lnTo>
                  <a:pt x="839196" y="620789"/>
                </a:lnTo>
                <a:lnTo>
                  <a:pt x="818326" y="661079"/>
                </a:lnTo>
                <a:lnTo>
                  <a:pt x="793553" y="698804"/>
                </a:lnTo>
                <a:lnTo>
                  <a:pt x="765144" y="733696"/>
                </a:lnTo>
                <a:lnTo>
                  <a:pt x="733368" y="765487"/>
                </a:lnTo>
                <a:lnTo>
                  <a:pt x="698492" y="793908"/>
                </a:lnTo>
                <a:lnTo>
                  <a:pt x="660784" y="818692"/>
                </a:lnTo>
                <a:lnTo>
                  <a:pt x="620512" y="839571"/>
                </a:lnTo>
                <a:lnTo>
                  <a:pt x="577943" y="856277"/>
                </a:lnTo>
                <a:lnTo>
                  <a:pt x="533347" y="868542"/>
                </a:lnTo>
                <a:lnTo>
                  <a:pt x="486990" y="876097"/>
                </a:lnTo>
                <a:lnTo>
                  <a:pt x="439141" y="878675"/>
                </a:lnTo>
                <a:lnTo>
                  <a:pt x="391291" y="876097"/>
                </a:lnTo>
                <a:lnTo>
                  <a:pt x="344935" y="868542"/>
                </a:lnTo>
                <a:lnTo>
                  <a:pt x="300338" y="856277"/>
                </a:lnTo>
                <a:lnTo>
                  <a:pt x="257770" y="839571"/>
                </a:lnTo>
                <a:lnTo>
                  <a:pt x="217498" y="818692"/>
                </a:lnTo>
                <a:lnTo>
                  <a:pt x="179790" y="793908"/>
                </a:lnTo>
                <a:lnTo>
                  <a:pt x="144913" y="765487"/>
                </a:lnTo>
                <a:lnTo>
                  <a:pt x="113137" y="733696"/>
                </a:lnTo>
                <a:lnTo>
                  <a:pt x="84728" y="698804"/>
                </a:lnTo>
                <a:lnTo>
                  <a:pt x="59955" y="661079"/>
                </a:lnTo>
                <a:lnTo>
                  <a:pt x="39085" y="620789"/>
                </a:lnTo>
                <a:lnTo>
                  <a:pt x="22387" y="578202"/>
                </a:lnTo>
                <a:lnTo>
                  <a:pt x="10128" y="533585"/>
                </a:lnTo>
                <a:lnTo>
                  <a:pt x="2576" y="487208"/>
                </a:lnTo>
                <a:lnTo>
                  <a:pt x="0" y="439337"/>
                </a:lnTo>
                <a:close/>
              </a:path>
            </a:pathLst>
          </a:custGeom>
          <a:ln w="2628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pc="43" dirty="0"/>
              <a:t>“</a:t>
            </a:r>
            <a:r>
              <a:rPr lang="zh-CN" altLang="en-US" spc="43" dirty="0"/>
              <a:t>琴棋书画</a:t>
            </a:r>
            <a:r>
              <a:rPr spc="43" dirty="0"/>
              <a:t>”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4294967295"/>
          </p:nvPr>
        </p:nvSpPr>
        <p:spPr>
          <a:xfrm>
            <a:off x="6970713" y="6092825"/>
            <a:ext cx="2173287" cy="269875"/>
          </a:xfrm>
          <a:prstGeom prst="rect">
            <a:avLst/>
          </a:prstGeom>
        </p:spPr>
        <p:txBody>
          <a:bodyPr vert="horz" wrap="square" lIns="0" tIns="26607" rIns="0" bIns="0" rtlCol="0">
            <a:spAutoFit/>
          </a:bodyPr>
          <a:lstStyle/>
          <a:p>
            <a:pPr marL="10860">
              <a:spcBef>
                <a:spcPts val="209"/>
              </a:spcBef>
            </a:pPr>
            <a:r>
              <a:rPr lang="zh-CN" altLang="en-US" spc="-4" dirty="0">
                <a:hlinkClick r:id="rId2"/>
              </a:rPr>
              <a:t> </a:t>
            </a:r>
            <a:endParaRPr spc="-4" dirty="0">
              <a:hlinkClick r:id="rId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67982" y="1365905"/>
            <a:ext cx="1426910" cy="25383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1" name="object 11"/>
          <p:cNvSpPr/>
          <p:nvPr/>
        </p:nvSpPr>
        <p:spPr>
          <a:xfrm>
            <a:off x="5895914" y="2189152"/>
            <a:ext cx="1291499" cy="17938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2" name="object 12"/>
          <p:cNvSpPr txBox="1"/>
          <p:nvPr/>
        </p:nvSpPr>
        <p:spPr>
          <a:xfrm>
            <a:off x="4990123" y="2678895"/>
            <a:ext cx="564713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>
              <a:lnSpc>
                <a:spcPts val="2428"/>
              </a:lnSpc>
            </a:pPr>
            <a:r>
              <a:rPr sz="2052" b="1" spc="77" dirty="0">
                <a:latin typeface="黑体"/>
                <a:cs typeface="黑体"/>
              </a:rPr>
              <a:t>写诗</a:t>
            </a:r>
            <a:endParaRPr sz="2052">
              <a:latin typeface="黑体"/>
              <a:cs typeface="黑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8695" y="3690393"/>
            <a:ext cx="3672943" cy="20605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4" name="object 14"/>
          <p:cNvSpPr/>
          <p:nvPr/>
        </p:nvSpPr>
        <p:spPr>
          <a:xfrm>
            <a:off x="1198462" y="1680838"/>
            <a:ext cx="2820543" cy="141090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5" name="object 15"/>
          <p:cNvSpPr txBox="1"/>
          <p:nvPr/>
        </p:nvSpPr>
        <p:spPr>
          <a:xfrm>
            <a:off x="4561002" y="3574281"/>
            <a:ext cx="83620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>
              <a:lnSpc>
                <a:spcPts val="2428"/>
              </a:lnSpc>
            </a:pPr>
            <a:r>
              <a:rPr sz="2052" b="1" spc="77" dirty="0">
                <a:latin typeface="黑体"/>
                <a:cs typeface="黑体"/>
              </a:rPr>
              <a:t>艺术画</a:t>
            </a:r>
            <a:endParaRPr sz="2052">
              <a:latin typeface="黑体"/>
              <a:cs typeface="黑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22899" y="3158974"/>
            <a:ext cx="751502" cy="751502"/>
          </a:xfrm>
          <a:custGeom>
            <a:avLst/>
            <a:gdLst/>
            <a:ahLst/>
            <a:cxnLst/>
            <a:rect l="l" t="t" r="r" b="b"/>
            <a:pathLst>
              <a:path w="878839" h="878839">
                <a:moveTo>
                  <a:pt x="439141" y="0"/>
                </a:moveTo>
                <a:lnTo>
                  <a:pt x="391292" y="2577"/>
                </a:lnTo>
                <a:lnTo>
                  <a:pt x="344935" y="10133"/>
                </a:lnTo>
                <a:lnTo>
                  <a:pt x="300338" y="22397"/>
                </a:lnTo>
                <a:lnTo>
                  <a:pt x="257770" y="39103"/>
                </a:lnTo>
                <a:lnTo>
                  <a:pt x="217498" y="59982"/>
                </a:lnTo>
                <a:lnTo>
                  <a:pt x="179790" y="84766"/>
                </a:lnTo>
                <a:lnTo>
                  <a:pt x="144913" y="113188"/>
                </a:lnTo>
                <a:lnTo>
                  <a:pt x="113137" y="144978"/>
                </a:lnTo>
                <a:lnTo>
                  <a:pt x="84728" y="179870"/>
                </a:lnTo>
                <a:lnTo>
                  <a:pt x="59955" y="217595"/>
                </a:lnTo>
                <a:lnTo>
                  <a:pt x="39085" y="257885"/>
                </a:lnTo>
                <a:lnTo>
                  <a:pt x="22387" y="300473"/>
                </a:lnTo>
                <a:lnTo>
                  <a:pt x="10128" y="345089"/>
                </a:lnTo>
                <a:lnTo>
                  <a:pt x="2576" y="391466"/>
                </a:lnTo>
                <a:lnTo>
                  <a:pt x="0" y="439337"/>
                </a:lnTo>
                <a:lnTo>
                  <a:pt x="2576" y="487208"/>
                </a:lnTo>
                <a:lnTo>
                  <a:pt x="10128" y="533585"/>
                </a:lnTo>
                <a:lnTo>
                  <a:pt x="22387" y="578202"/>
                </a:lnTo>
                <a:lnTo>
                  <a:pt x="39085" y="620789"/>
                </a:lnTo>
                <a:lnTo>
                  <a:pt x="59955" y="661080"/>
                </a:lnTo>
                <a:lnTo>
                  <a:pt x="84728" y="698805"/>
                </a:lnTo>
                <a:lnTo>
                  <a:pt x="113137" y="733696"/>
                </a:lnTo>
                <a:lnTo>
                  <a:pt x="144913" y="765487"/>
                </a:lnTo>
                <a:lnTo>
                  <a:pt x="179790" y="793909"/>
                </a:lnTo>
                <a:lnTo>
                  <a:pt x="217498" y="818693"/>
                </a:lnTo>
                <a:lnTo>
                  <a:pt x="257770" y="839572"/>
                </a:lnTo>
                <a:lnTo>
                  <a:pt x="300338" y="856278"/>
                </a:lnTo>
                <a:lnTo>
                  <a:pt x="344935" y="868542"/>
                </a:lnTo>
                <a:lnTo>
                  <a:pt x="391292" y="876098"/>
                </a:lnTo>
                <a:lnTo>
                  <a:pt x="439141" y="878676"/>
                </a:lnTo>
                <a:lnTo>
                  <a:pt x="486991" y="876098"/>
                </a:lnTo>
                <a:lnTo>
                  <a:pt x="533347" y="868542"/>
                </a:lnTo>
                <a:lnTo>
                  <a:pt x="577944" y="856278"/>
                </a:lnTo>
                <a:lnTo>
                  <a:pt x="620512" y="839572"/>
                </a:lnTo>
                <a:lnTo>
                  <a:pt x="660784" y="818693"/>
                </a:lnTo>
                <a:lnTo>
                  <a:pt x="698492" y="793909"/>
                </a:lnTo>
                <a:lnTo>
                  <a:pt x="733368" y="765487"/>
                </a:lnTo>
                <a:lnTo>
                  <a:pt x="765145" y="733696"/>
                </a:lnTo>
                <a:lnTo>
                  <a:pt x="793553" y="698805"/>
                </a:lnTo>
                <a:lnTo>
                  <a:pt x="818326" y="661080"/>
                </a:lnTo>
                <a:lnTo>
                  <a:pt x="839196" y="620789"/>
                </a:lnTo>
                <a:lnTo>
                  <a:pt x="855894" y="578202"/>
                </a:lnTo>
                <a:lnTo>
                  <a:pt x="868153" y="533585"/>
                </a:lnTo>
                <a:lnTo>
                  <a:pt x="875705" y="487208"/>
                </a:lnTo>
                <a:lnTo>
                  <a:pt x="878282" y="439337"/>
                </a:lnTo>
                <a:lnTo>
                  <a:pt x="875705" y="391466"/>
                </a:lnTo>
                <a:lnTo>
                  <a:pt x="868153" y="345089"/>
                </a:lnTo>
                <a:lnTo>
                  <a:pt x="855894" y="300473"/>
                </a:lnTo>
                <a:lnTo>
                  <a:pt x="839196" y="257885"/>
                </a:lnTo>
                <a:lnTo>
                  <a:pt x="818326" y="217595"/>
                </a:lnTo>
                <a:lnTo>
                  <a:pt x="793553" y="179870"/>
                </a:lnTo>
                <a:lnTo>
                  <a:pt x="765145" y="144978"/>
                </a:lnTo>
                <a:lnTo>
                  <a:pt x="733368" y="113188"/>
                </a:lnTo>
                <a:lnTo>
                  <a:pt x="698492" y="84766"/>
                </a:lnTo>
                <a:lnTo>
                  <a:pt x="660784" y="59982"/>
                </a:lnTo>
                <a:lnTo>
                  <a:pt x="620512" y="39103"/>
                </a:lnTo>
                <a:lnTo>
                  <a:pt x="577944" y="22397"/>
                </a:lnTo>
                <a:lnTo>
                  <a:pt x="533347" y="10133"/>
                </a:lnTo>
                <a:lnTo>
                  <a:pt x="486991" y="2577"/>
                </a:lnTo>
                <a:lnTo>
                  <a:pt x="439141" y="0"/>
                </a:lnTo>
                <a:close/>
              </a:path>
            </a:pathLst>
          </a:custGeom>
          <a:solidFill>
            <a:srgbClr val="8497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7" name="object 17"/>
          <p:cNvSpPr/>
          <p:nvPr/>
        </p:nvSpPr>
        <p:spPr>
          <a:xfrm>
            <a:off x="3322899" y="3158974"/>
            <a:ext cx="751502" cy="751502"/>
          </a:xfrm>
          <a:custGeom>
            <a:avLst/>
            <a:gdLst/>
            <a:ahLst/>
            <a:cxnLst/>
            <a:rect l="l" t="t" r="r" b="b"/>
            <a:pathLst>
              <a:path w="878839" h="878839">
                <a:moveTo>
                  <a:pt x="0" y="439337"/>
                </a:moveTo>
                <a:lnTo>
                  <a:pt x="2576" y="391466"/>
                </a:lnTo>
                <a:lnTo>
                  <a:pt x="10128" y="345089"/>
                </a:lnTo>
                <a:lnTo>
                  <a:pt x="22387" y="300472"/>
                </a:lnTo>
                <a:lnTo>
                  <a:pt x="39085" y="257885"/>
                </a:lnTo>
                <a:lnTo>
                  <a:pt x="59955" y="217595"/>
                </a:lnTo>
                <a:lnTo>
                  <a:pt x="84728" y="179870"/>
                </a:lnTo>
                <a:lnTo>
                  <a:pt x="113137" y="144978"/>
                </a:lnTo>
                <a:lnTo>
                  <a:pt x="144913" y="113188"/>
                </a:lnTo>
                <a:lnTo>
                  <a:pt x="179790" y="84766"/>
                </a:lnTo>
                <a:lnTo>
                  <a:pt x="217498" y="59982"/>
                </a:lnTo>
                <a:lnTo>
                  <a:pt x="257770" y="39103"/>
                </a:lnTo>
                <a:lnTo>
                  <a:pt x="300338" y="22397"/>
                </a:lnTo>
                <a:lnTo>
                  <a:pt x="344935" y="10133"/>
                </a:lnTo>
                <a:lnTo>
                  <a:pt x="391291" y="2577"/>
                </a:lnTo>
                <a:lnTo>
                  <a:pt x="439141" y="0"/>
                </a:lnTo>
                <a:lnTo>
                  <a:pt x="486990" y="2577"/>
                </a:lnTo>
                <a:lnTo>
                  <a:pt x="533347" y="10133"/>
                </a:lnTo>
                <a:lnTo>
                  <a:pt x="577943" y="22397"/>
                </a:lnTo>
                <a:lnTo>
                  <a:pt x="620512" y="39103"/>
                </a:lnTo>
                <a:lnTo>
                  <a:pt x="660784" y="59982"/>
                </a:lnTo>
                <a:lnTo>
                  <a:pt x="698492" y="84766"/>
                </a:lnTo>
                <a:lnTo>
                  <a:pt x="733368" y="113188"/>
                </a:lnTo>
                <a:lnTo>
                  <a:pt x="765144" y="144978"/>
                </a:lnTo>
                <a:lnTo>
                  <a:pt x="793553" y="179870"/>
                </a:lnTo>
                <a:lnTo>
                  <a:pt x="818326" y="217595"/>
                </a:lnTo>
                <a:lnTo>
                  <a:pt x="839196" y="257885"/>
                </a:lnTo>
                <a:lnTo>
                  <a:pt x="855894" y="300472"/>
                </a:lnTo>
                <a:lnTo>
                  <a:pt x="868153" y="345089"/>
                </a:lnTo>
                <a:lnTo>
                  <a:pt x="875705" y="391466"/>
                </a:lnTo>
                <a:lnTo>
                  <a:pt x="878282" y="439337"/>
                </a:lnTo>
                <a:lnTo>
                  <a:pt x="875705" y="487208"/>
                </a:lnTo>
                <a:lnTo>
                  <a:pt x="868153" y="533585"/>
                </a:lnTo>
                <a:lnTo>
                  <a:pt x="855894" y="578202"/>
                </a:lnTo>
                <a:lnTo>
                  <a:pt x="839196" y="620789"/>
                </a:lnTo>
                <a:lnTo>
                  <a:pt x="818326" y="661079"/>
                </a:lnTo>
                <a:lnTo>
                  <a:pt x="793553" y="698804"/>
                </a:lnTo>
                <a:lnTo>
                  <a:pt x="765144" y="733696"/>
                </a:lnTo>
                <a:lnTo>
                  <a:pt x="733368" y="765487"/>
                </a:lnTo>
                <a:lnTo>
                  <a:pt x="698492" y="793908"/>
                </a:lnTo>
                <a:lnTo>
                  <a:pt x="660784" y="818692"/>
                </a:lnTo>
                <a:lnTo>
                  <a:pt x="620512" y="839571"/>
                </a:lnTo>
                <a:lnTo>
                  <a:pt x="577943" y="856277"/>
                </a:lnTo>
                <a:lnTo>
                  <a:pt x="533347" y="868542"/>
                </a:lnTo>
                <a:lnTo>
                  <a:pt x="486990" y="876097"/>
                </a:lnTo>
                <a:lnTo>
                  <a:pt x="439141" y="878675"/>
                </a:lnTo>
                <a:lnTo>
                  <a:pt x="391291" y="876097"/>
                </a:lnTo>
                <a:lnTo>
                  <a:pt x="344935" y="868542"/>
                </a:lnTo>
                <a:lnTo>
                  <a:pt x="300338" y="856277"/>
                </a:lnTo>
                <a:lnTo>
                  <a:pt x="257770" y="839571"/>
                </a:lnTo>
                <a:lnTo>
                  <a:pt x="217498" y="818692"/>
                </a:lnTo>
                <a:lnTo>
                  <a:pt x="179790" y="793908"/>
                </a:lnTo>
                <a:lnTo>
                  <a:pt x="144913" y="765487"/>
                </a:lnTo>
                <a:lnTo>
                  <a:pt x="113137" y="733696"/>
                </a:lnTo>
                <a:lnTo>
                  <a:pt x="84728" y="698804"/>
                </a:lnTo>
                <a:lnTo>
                  <a:pt x="59955" y="661079"/>
                </a:lnTo>
                <a:lnTo>
                  <a:pt x="39085" y="620789"/>
                </a:lnTo>
                <a:lnTo>
                  <a:pt x="22387" y="578202"/>
                </a:lnTo>
                <a:lnTo>
                  <a:pt x="10128" y="533585"/>
                </a:lnTo>
                <a:lnTo>
                  <a:pt x="2576" y="487208"/>
                </a:lnTo>
                <a:lnTo>
                  <a:pt x="0" y="439337"/>
                </a:lnTo>
                <a:close/>
              </a:path>
            </a:pathLst>
          </a:custGeom>
          <a:ln w="2628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8" name="object 18"/>
          <p:cNvSpPr txBox="1"/>
          <p:nvPr/>
        </p:nvSpPr>
        <p:spPr>
          <a:xfrm>
            <a:off x="3420113" y="3366260"/>
            <a:ext cx="564713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>
              <a:lnSpc>
                <a:spcPts val="2428"/>
              </a:lnSpc>
            </a:pPr>
            <a:r>
              <a:rPr sz="2052" b="1" spc="77" dirty="0">
                <a:latin typeface="黑体"/>
                <a:cs typeface="黑体"/>
              </a:rPr>
              <a:t>作曲</a:t>
            </a:r>
            <a:endParaRPr sz="2052">
              <a:latin typeface="黑体"/>
              <a:cs typeface="黑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757975" y="2187245"/>
            <a:ext cx="751502" cy="751502"/>
          </a:xfrm>
          <a:custGeom>
            <a:avLst/>
            <a:gdLst/>
            <a:ahLst/>
            <a:cxnLst/>
            <a:rect l="l" t="t" r="r" b="b"/>
            <a:pathLst>
              <a:path w="878839" h="878839">
                <a:moveTo>
                  <a:pt x="439140" y="0"/>
                </a:moveTo>
                <a:lnTo>
                  <a:pt x="391291" y="2577"/>
                </a:lnTo>
                <a:lnTo>
                  <a:pt x="344934" y="10133"/>
                </a:lnTo>
                <a:lnTo>
                  <a:pt x="300338" y="22397"/>
                </a:lnTo>
                <a:lnTo>
                  <a:pt x="257770" y="39103"/>
                </a:lnTo>
                <a:lnTo>
                  <a:pt x="217497" y="59982"/>
                </a:lnTo>
                <a:lnTo>
                  <a:pt x="179789" y="84766"/>
                </a:lnTo>
                <a:lnTo>
                  <a:pt x="144913" y="113187"/>
                </a:lnTo>
                <a:lnTo>
                  <a:pt x="113137" y="144978"/>
                </a:lnTo>
                <a:lnTo>
                  <a:pt x="84728" y="179870"/>
                </a:lnTo>
                <a:lnTo>
                  <a:pt x="59955" y="217595"/>
                </a:lnTo>
                <a:lnTo>
                  <a:pt x="39085" y="257885"/>
                </a:lnTo>
                <a:lnTo>
                  <a:pt x="22387" y="300472"/>
                </a:lnTo>
                <a:lnTo>
                  <a:pt x="10128" y="345089"/>
                </a:lnTo>
                <a:lnTo>
                  <a:pt x="2576" y="391466"/>
                </a:lnTo>
                <a:lnTo>
                  <a:pt x="0" y="439337"/>
                </a:lnTo>
                <a:lnTo>
                  <a:pt x="2576" y="487208"/>
                </a:lnTo>
                <a:lnTo>
                  <a:pt x="10128" y="533585"/>
                </a:lnTo>
                <a:lnTo>
                  <a:pt x="22387" y="578202"/>
                </a:lnTo>
                <a:lnTo>
                  <a:pt x="39085" y="620789"/>
                </a:lnTo>
                <a:lnTo>
                  <a:pt x="59955" y="661079"/>
                </a:lnTo>
                <a:lnTo>
                  <a:pt x="84728" y="698804"/>
                </a:lnTo>
                <a:lnTo>
                  <a:pt x="113137" y="733696"/>
                </a:lnTo>
                <a:lnTo>
                  <a:pt x="144913" y="765487"/>
                </a:lnTo>
                <a:lnTo>
                  <a:pt x="179789" y="793908"/>
                </a:lnTo>
                <a:lnTo>
                  <a:pt x="217497" y="818692"/>
                </a:lnTo>
                <a:lnTo>
                  <a:pt x="257770" y="839571"/>
                </a:lnTo>
                <a:lnTo>
                  <a:pt x="300338" y="856277"/>
                </a:lnTo>
                <a:lnTo>
                  <a:pt x="344934" y="868541"/>
                </a:lnTo>
                <a:lnTo>
                  <a:pt x="391291" y="876096"/>
                </a:lnTo>
                <a:lnTo>
                  <a:pt x="439140" y="878674"/>
                </a:lnTo>
                <a:lnTo>
                  <a:pt x="486990" y="876096"/>
                </a:lnTo>
                <a:lnTo>
                  <a:pt x="533347" y="868541"/>
                </a:lnTo>
                <a:lnTo>
                  <a:pt x="577943" y="856277"/>
                </a:lnTo>
                <a:lnTo>
                  <a:pt x="620511" y="839571"/>
                </a:lnTo>
                <a:lnTo>
                  <a:pt x="660784" y="818692"/>
                </a:lnTo>
                <a:lnTo>
                  <a:pt x="698492" y="793908"/>
                </a:lnTo>
                <a:lnTo>
                  <a:pt x="733368" y="765487"/>
                </a:lnTo>
                <a:lnTo>
                  <a:pt x="765144" y="733696"/>
                </a:lnTo>
                <a:lnTo>
                  <a:pt x="793553" y="698804"/>
                </a:lnTo>
                <a:lnTo>
                  <a:pt x="818326" y="661079"/>
                </a:lnTo>
                <a:lnTo>
                  <a:pt x="839196" y="620789"/>
                </a:lnTo>
                <a:lnTo>
                  <a:pt x="855894" y="578202"/>
                </a:lnTo>
                <a:lnTo>
                  <a:pt x="868153" y="533585"/>
                </a:lnTo>
                <a:lnTo>
                  <a:pt x="875705" y="487208"/>
                </a:lnTo>
                <a:lnTo>
                  <a:pt x="878282" y="439337"/>
                </a:lnTo>
                <a:lnTo>
                  <a:pt x="875705" y="391466"/>
                </a:lnTo>
                <a:lnTo>
                  <a:pt x="868153" y="345089"/>
                </a:lnTo>
                <a:lnTo>
                  <a:pt x="855894" y="300472"/>
                </a:lnTo>
                <a:lnTo>
                  <a:pt x="839196" y="257885"/>
                </a:lnTo>
                <a:lnTo>
                  <a:pt x="818326" y="217595"/>
                </a:lnTo>
                <a:lnTo>
                  <a:pt x="793553" y="179870"/>
                </a:lnTo>
                <a:lnTo>
                  <a:pt x="765144" y="144978"/>
                </a:lnTo>
                <a:lnTo>
                  <a:pt x="733368" y="113187"/>
                </a:lnTo>
                <a:lnTo>
                  <a:pt x="698492" y="84766"/>
                </a:lnTo>
                <a:lnTo>
                  <a:pt x="660784" y="59982"/>
                </a:lnTo>
                <a:lnTo>
                  <a:pt x="620511" y="39103"/>
                </a:lnTo>
                <a:lnTo>
                  <a:pt x="577943" y="22397"/>
                </a:lnTo>
                <a:lnTo>
                  <a:pt x="533347" y="10133"/>
                </a:lnTo>
                <a:lnTo>
                  <a:pt x="486990" y="2577"/>
                </a:lnTo>
                <a:lnTo>
                  <a:pt x="43914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0" name="object 20"/>
          <p:cNvSpPr/>
          <p:nvPr/>
        </p:nvSpPr>
        <p:spPr>
          <a:xfrm>
            <a:off x="3757975" y="2187245"/>
            <a:ext cx="751502" cy="751502"/>
          </a:xfrm>
          <a:custGeom>
            <a:avLst/>
            <a:gdLst/>
            <a:ahLst/>
            <a:cxnLst/>
            <a:rect l="l" t="t" r="r" b="b"/>
            <a:pathLst>
              <a:path w="878839" h="878839">
                <a:moveTo>
                  <a:pt x="0" y="439337"/>
                </a:moveTo>
                <a:lnTo>
                  <a:pt x="2576" y="391466"/>
                </a:lnTo>
                <a:lnTo>
                  <a:pt x="10128" y="345089"/>
                </a:lnTo>
                <a:lnTo>
                  <a:pt x="22387" y="300472"/>
                </a:lnTo>
                <a:lnTo>
                  <a:pt x="39085" y="257885"/>
                </a:lnTo>
                <a:lnTo>
                  <a:pt x="59955" y="217595"/>
                </a:lnTo>
                <a:lnTo>
                  <a:pt x="84728" y="179870"/>
                </a:lnTo>
                <a:lnTo>
                  <a:pt x="113137" y="144978"/>
                </a:lnTo>
                <a:lnTo>
                  <a:pt x="144913" y="113188"/>
                </a:lnTo>
                <a:lnTo>
                  <a:pt x="179790" y="84766"/>
                </a:lnTo>
                <a:lnTo>
                  <a:pt x="217498" y="59982"/>
                </a:lnTo>
                <a:lnTo>
                  <a:pt x="257770" y="39103"/>
                </a:lnTo>
                <a:lnTo>
                  <a:pt x="300338" y="22397"/>
                </a:lnTo>
                <a:lnTo>
                  <a:pt x="344935" y="10133"/>
                </a:lnTo>
                <a:lnTo>
                  <a:pt x="391291" y="2577"/>
                </a:lnTo>
                <a:lnTo>
                  <a:pt x="439141" y="0"/>
                </a:lnTo>
                <a:lnTo>
                  <a:pt x="486990" y="2577"/>
                </a:lnTo>
                <a:lnTo>
                  <a:pt x="533347" y="10133"/>
                </a:lnTo>
                <a:lnTo>
                  <a:pt x="577943" y="22397"/>
                </a:lnTo>
                <a:lnTo>
                  <a:pt x="620512" y="39103"/>
                </a:lnTo>
                <a:lnTo>
                  <a:pt x="660784" y="59982"/>
                </a:lnTo>
                <a:lnTo>
                  <a:pt x="698492" y="84766"/>
                </a:lnTo>
                <a:lnTo>
                  <a:pt x="733368" y="113188"/>
                </a:lnTo>
                <a:lnTo>
                  <a:pt x="765144" y="144978"/>
                </a:lnTo>
                <a:lnTo>
                  <a:pt x="793553" y="179870"/>
                </a:lnTo>
                <a:lnTo>
                  <a:pt x="818326" y="217595"/>
                </a:lnTo>
                <a:lnTo>
                  <a:pt x="839196" y="257885"/>
                </a:lnTo>
                <a:lnTo>
                  <a:pt x="855894" y="300472"/>
                </a:lnTo>
                <a:lnTo>
                  <a:pt x="868153" y="345089"/>
                </a:lnTo>
                <a:lnTo>
                  <a:pt x="875705" y="391466"/>
                </a:lnTo>
                <a:lnTo>
                  <a:pt x="878282" y="439337"/>
                </a:lnTo>
                <a:lnTo>
                  <a:pt x="875705" y="487208"/>
                </a:lnTo>
                <a:lnTo>
                  <a:pt x="868153" y="533585"/>
                </a:lnTo>
                <a:lnTo>
                  <a:pt x="855894" y="578202"/>
                </a:lnTo>
                <a:lnTo>
                  <a:pt x="839196" y="620789"/>
                </a:lnTo>
                <a:lnTo>
                  <a:pt x="818326" y="661079"/>
                </a:lnTo>
                <a:lnTo>
                  <a:pt x="793553" y="698804"/>
                </a:lnTo>
                <a:lnTo>
                  <a:pt x="765144" y="733696"/>
                </a:lnTo>
                <a:lnTo>
                  <a:pt x="733368" y="765487"/>
                </a:lnTo>
                <a:lnTo>
                  <a:pt x="698492" y="793908"/>
                </a:lnTo>
                <a:lnTo>
                  <a:pt x="660784" y="818692"/>
                </a:lnTo>
                <a:lnTo>
                  <a:pt x="620512" y="839571"/>
                </a:lnTo>
                <a:lnTo>
                  <a:pt x="577943" y="856277"/>
                </a:lnTo>
                <a:lnTo>
                  <a:pt x="533347" y="868542"/>
                </a:lnTo>
                <a:lnTo>
                  <a:pt x="486990" y="876097"/>
                </a:lnTo>
                <a:lnTo>
                  <a:pt x="439141" y="878675"/>
                </a:lnTo>
                <a:lnTo>
                  <a:pt x="391291" y="876097"/>
                </a:lnTo>
                <a:lnTo>
                  <a:pt x="344935" y="868542"/>
                </a:lnTo>
                <a:lnTo>
                  <a:pt x="300338" y="856277"/>
                </a:lnTo>
                <a:lnTo>
                  <a:pt x="257770" y="839571"/>
                </a:lnTo>
                <a:lnTo>
                  <a:pt x="217498" y="818692"/>
                </a:lnTo>
                <a:lnTo>
                  <a:pt x="179790" y="793908"/>
                </a:lnTo>
                <a:lnTo>
                  <a:pt x="144913" y="765487"/>
                </a:lnTo>
                <a:lnTo>
                  <a:pt x="113137" y="733696"/>
                </a:lnTo>
                <a:lnTo>
                  <a:pt x="84728" y="698804"/>
                </a:lnTo>
                <a:lnTo>
                  <a:pt x="59955" y="661079"/>
                </a:lnTo>
                <a:lnTo>
                  <a:pt x="39085" y="620789"/>
                </a:lnTo>
                <a:lnTo>
                  <a:pt x="22387" y="578202"/>
                </a:lnTo>
                <a:lnTo>
                  <a:pt x="10128" y="533585"/>
                </a:lnTo>
                <a:lnTo>
                  <a:pt x="2576" y="487208"/>
                </a:lnTo>
                <a:lnTo>
                  <a:pt x="0" y="439337"/>
                </a:lnTo>
                <a:close/>
              </a:path>
            </a:pathLst>
          </a:custGeom>
          <a:ln w="2628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1" name="object 21"/>
          <p:cNvSpPr txBox="1"/>
          <p:nvPr/>
        </p:nvSpPr>
        <p:spPr>
          <a:xfrm>
            <a:off x="3832590" y="2387308"/>
            <a:ext cx="564713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>
              <a:lnSpc>
                <a:spcPts val="2428"/>
              </a:lnSpc>
            </a:pPr>
            <a:r>
              <a:rPr sz="2052" b="1" spc="77" dirty="0">
                <a:latin typeface="黑体"/>
                <a:cs typeface="黑体"/>
              </a:rPr>
              <a:t>下棋</a:t>
            </a:r>
            <a:endParaRPr sz="2052">
              <a:latin typeface="黑体"/>
              <a:cs typeface="黑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103113" y="4476091"/>
            <a:ext cx="955415" cy="95584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3" name="object 23"/>
          <p:cNvSpPr/>
          <p:nvPr/>
        </p:nvSpPr>
        <p:spPr>
          <a:xfrm>
            <a:off x="4731756" y="4532876"/>
            <a:ext cx="2238957" cy="171730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4" name="object 24"/>
          <p:cNvSpPr/>
          <p:nvPr/>
        </p:nvSpPr>
        <p:spPr>
          <a:xfrm>
            <a:off x="4038883" y="3610673"/>
            <a:ext cx="219912" cy="194934"/>
          </a:xfrm>
          <a:custGeom>
            <a:avLst/>
            <a:gdLst/>
            <a:ahLst/>
            <a:cxnLst/>
            <a:rect l="l" t="t" r="r" b="b"/>
            <a:pathLst>
              <a:path w="257175" h="227964">
                <a:moveTo>
                  <a:pt x="241145" y="0"/>
                </a:moveTo>
                <a:lnTo>
                  <a:pt x="233318" y="63"/>
                </a:lnTo>
                <a:lnTo>
                  <a:pt x="0" y="49155"/>
                </a:lnTo>
                <a:lnTo>
                  <a:pt x="168690" y="225342"/>
                </a:lnTo>
                <a:lnTo>
                  <a:pt x="173691" y="227375"/>
                </a:lnTo>
                <a:lnTo>
                  <a:pt x="183779" y="227592"/>
                </a:lnTo>
                <a:lnTo>
                  <a:pt x="188862" y="225775"/>
                </a:lnTo>
                <a:lnTo>
                  <a:pt x="105630" y="102464"/>
                </a:lnTo>
                <a:lnTo>
                  <a:pt x="153882" y="102464"/>
                </a:lnTo>
                <a:lnTo>
                  <a:pt x="161316" y="78404"/>
                </a:lnTo>
                <a:lnTo>
                  <a:pt x="117274" y="64782"/>
                </a:lnTo>
                <a:lnTo>
                  <a:pt x="241430" y="38659"/>
                </a:lnTo>
                <a:lnTo>
                  <a:pt x="248620" y="35563"/>
                </a:lnTo>
                <a:lnTo>
                  <a:pt x="253883" y="30137"/>
                </a:lnTo>
                <a:lnTo>
                  <a:pt x="256727" y="23133"/>
                </a:lnTo>
                <a:lnTo>
                  <a:pt x="256664" y="15303"/>
                </a:lnTo>
                <a:lnTo>
                  <a:pt x="253569" y="8110"/>
                </a:lnTo>
                <a:lnTo>
                  <a:pt x="248145" y="2845"/>
                </a:lnTo>
                <a:lnTo>
                  <a:pt x="241145" y="0"/>
                </a:lnTo>
                <a:close/>
              </a:path>
              <a:path w="257175" h="227964">
                <a:moveTo>
                  <a:pt x="153882" y="102464"/>
                </a:moveTo>
                <a:lnTo>
                  <a:pt x="105630" y="102464"/>
                </a:lnTo>
                <a:lnTo>
                  <a:pt x="149673" y="116085"/>
                </a:lnTo>
                <a:lnTo>
                  <a:pt x="153882" y="102464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5" name="object 25"/>
          <p:cNvSpPr/>
          <p:nvPr/>
        </p:nvSpPr>
        <p:spPr>
          <a:xfrm>
            <a:off x="6098794" y="1187862"/>
            <a:ext cx="944626" cy="94504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6" name="object 26"/>
          <p:cNvSpPr/>
          <p:nvPr/>
        </p:nvSpPr>
        <p:spPr>
          <a:xfrm>
            <a:off x="5105942" y="1185156"/>
            <a:ext cx="961590" cy="96202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7" name="object 27"/>
          <p:cNvSpPr txBox="1"/>
          <p:nvPr/>
        </p:nvSpPr>
        <p:spPr>
          <a:xfrm>
            <a:off x="1205941" y="1214637"/>
            <a:ext cx="3869367" cy="3812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197" u="heavy" spc="17" dirty="0">
                <a:solidFill>
                  <a:srgbClr val="0563C1"/>
                </a:solidFill>
                <a:latin typeface="Arial"/>
                <a:cs typeface="Arial"/>
              </a:rPr>
              <a:t>https://webapps.msxiaobing.com/V3/Portal?task=poem</a:t>
            </a:r>
            <a:endParaRPr sz="1197">
              <a:latin typeface="Arial"/>
              <a:cs typeface="Arial"/>
            </a:endParaRPr>
          </a:p>
          <a:p>
            <a:pPr marL="1993854">
              <a:spcBef>
                <a:spcPts val="60"/>
              </a:spcBef>
            </a:pPr>
            <a:r>
              <a:rPr sz="1197" u="heavy" spc="17" dirty="0">
                <a:solidFill>
                  <a:srgbClr val="0563C1"/>
                </a:solidFill>
                <a:latin typeface="Arial"/>
                <a:cs typeface="Arial"/>
                <a:hlinkClick r:id="rId11"/>
              </a:rPr>
              <a:t>http://poem.bosonnlp.com/</a:t>
            </a:r>
            <a:endParaRPr sz="119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8742539"/>
      </p:ext>
    </p:extLst>
  </p:cSld>
  <p:clrMapOvr>
    <a:masterClrMapping/>
  </p:clrMapOvr>
  <p:transition spd="slow">
    <p:circl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1273" y="1076205"/>
            <a:ext cx="8090594" cy="34209"/>
          </a:xfrm>
          <a:custGeom>
            <a:avLst/>
            <a:gdLst/>
            <a:ahLst/>
            <a:cxnLst/>
            <a:rect l="l" t="t" r="r" b="b"/>
            <a:pathLst>
              <a:path w="9461500" h="40005">
                <a:moveTo>
                  <a:pt x="0" y="39439"/>
                </a:moveTo>
                <a:lnTo>
                  <a:pt x="9461500" y="39441"/>
                </a:lnTo>
                <a:lnTo>
                  <a:pt x="9461500" y="0"/>
                </a:lnTo>
                <a:lnTo>
                  <a:pt x="0" y="0"/>
                </a:lnTo>
                <a:lnTo>
                  <a:pt x="0" y="39439"/>
                </a:lnTo>
              </a:path>
            </a:pathLst>
          </a:custGeom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4"/>
          <p:cNvSpPr txBox="1"/>
          <p:nvPr/>
        </p:nvSpPr>
        <p:spPr>
          <a:xfrm>
            <a:off x="3171325" y="5163095"/>
            <a:ext cx="3828100" cy="1335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822" dirty="0">
              <a:latin typeface="Times New Roman"/>
              <a:cs typeface="Times New Roman"/>
            </a:endParaRPr>
          </a:p>
          <a:p>
            <a:pPr>
              <a:spcBef>
                <a:spcPts val="13"/>
              </a:spcBef>
            </a:pPr>
            <a:endParaRPr sz="3720" dirty="0">
              <a:latin typeface="Times New Roman"/>
              <a:cs typeface="Times New Roman"/>
            </a:endParaRPr>
          </a:p>
          <a:p>
            <a:pPr marL="936655"/>
            <a:r>
              <a:rPr lang="zh-CN" altLang="en-US" sz="2138" spc="-4" dirty="0">
                <a:solidFill>
                  <a:srgbClr val="003366"/>
                </a:solidFill>
                <a:latin typeface="微软雅黑"/>
                <a:cs typeface="微软雅黑"/>
                <a:hlinkClick r:id="rId2"/>
              </a:rPr>
              <a:t> </a:t>
            </a:r>
            <a:endParaRPr sz="2138" dirty="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1992"/>
            <a:r>
              <a:rPr spc="43" dirty="0"/>
              <a:t>人工智能的核心部件</a:t>
            </a:r>
          </a:p>
        </p:txBody>
      </p:sp>
      <p:sp>
        <p:nvSpPr>
          <p:cNvPr id="6" name="object 6"/>
          <p:cNvSpPr/>
          <p:nvPr/>
        </p:nvSpPr>
        <p:spPr>
          <a:xfrm>
            <a:off x="3181938" y="1164720"/>
            <a:ext cx="3855249" cy="13249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object 7"/>
          <p:cNvSpPr/>
          <p:nvPr/>
        </p:nvSpPr>
        <p:spPr>
          <a:xfrm>
            <a:off x="3304654" y="1287939"/>
            <a:ext cx="3610006" cy="10792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" name="object 8"/>
          <p:cNvSpPr/>
          <p:nvPr/>
        </p:nvSpPr>
        <p:spPr>
          <a:xfrm>
            <a:off x="3095059" y="5085128"/>
            <a:ext cx="4029007" cy="13249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9" name="object 9"/>
          <p:cNvSpPr/>
          <p:nvPr/>
        </p:nvSpPr>
        <p:spPr>
          <a:xfrm>
            <a:off x="2987824" y="5142690"/>
            <a:ext cx="4209275" cy="13561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0" name="object 10"/>
          <p:cNvSpPr/>
          <p:nvPr/>
        </p:nvSpPr>
        <p:spPr>
          <a:xfrm>
            <a:off x="2856142" y="2326725"/>
            <a:ext cx="2313150" cy="51041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1" name="object 11"/>
          <p:cNvSpPr/>
          <p:nvPr/>
        </p:nvSpPr>
        <p:spPr>
          <a:xfrm>
            <a:off x="2914742" y="2367168"/>
            <a:ext cx="2195320" cy="387697"/>
          </a:xfrm>
          <a:custGeom>
            <a:avLst/>
            <a:gdLst/>
            <a:ahLst/>
            <a:cxnLst/>
            <a:rect l="l" t="t" r="r" b="b"/>
            <a:pathLst>
              <a:path w="2567304" h="453389">
                <a:moveTo>
                  <a:pt x="2566834" y="0"/>
                </a:moveTo>
                <a:lnTo>
                  <a:pt x="0" y="452943"/>
                </a:lnTo>
              </a:path>
            </a:pathLst>
          </a:custGeom>
          <a:ln w="19720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2" name="object 12"/>
          <p:cNvSpPr/>
          <p:nvPr/>
        </p:nvSpPr>
        <p:spPr>
          <a:xfrm>
            <a:off x="3952988" y="2326725"/>
            <a:ext cx="1216304" cy="51041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3" name="object 13"/>
          <p:cNvSpPr/>
          <p:nvPr/>
        </p:nvSpPr>
        <p:spPr>
          <a:xfrm>
            <a:off x="4019507" y="2367168"/>
            <a:ext cx="1090330" cy="387697"/>
          </a:xfrm>
          <a:custGeom>
            <a:avLst/>
            <a:gdLst/>
            <a:ahLst/>
            <a:cxnLst/>
            <a:rect l="l" t="t" r="r" b="b"/>
            <a:pathLst>
              <a:path w="1275079" h="453389">
                <a:moveTo>
                  <a:pt x="1274872" y="0"/>
                </a:moveTo>
                <a:lnTo>
                  <a:pt x="0" y="452943"/>
                </a:lnTo>
              </a:path>
            </a:pathLst>
          </a:custGeom>
          <a:ln w="19719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4" name="object 14"/>
          <p:cNvSpPr/>
          <p:nvPr/>
        </p:nvSpPr>
        <p:spPr>
          <a:xfrm>
            <a:off x="5038974" y="2337585"/>
            <a:ext cx="130318" cy="49955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5" name="object 15"/>
          <p:cNvSpPr/>
          <p:nvPr/>
        </p:nvSpPr>
        <p:spPr>
          <a:xfrm>
            <a:off x="5102996" y="2367168"/>
            <a:ext cx="7059" cy="387697"/>
          </a:xfrm>
          <a:custGeom>
            <a:avLst/>
            <a:gdLst/>
            <a:ahLst/>
            <a:cxnLst/>
            <a:rect l="l" t="t" r="r" b="b"/>
            <a:pathLst>
              <a:path w="8254" h="453389">
                <a:moveTo>
                  <a:pt x="7792" y="0"/>
                </a:moveTo>
                <a:lnTo>
                  <a:pt x="0" y="452943"/>
                </a:lnTo>
              </a:path>
            </a:pathLst>
          </a:custGeom>
          <a:ln w="19711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6" name="object 16"/>
          <p:cNvSpPr/>
          <p:nvPr/>
        </p:nvSpPr>
        <p:spPr>
          <a:xfrm>
            <a:off x="5049834" y="2326725"/>
            <a:ext cx="1172865" cy="51041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7" name="object 17"/>
          <p:cNvSpPr/>
          <p:nvPr/>
        </p:nvSpPr>
        <p:spPr>
          <a:xfrm>
            <a:off x="5109660" y="2367168"/>
            <a:ext cx="1049062" cy="387697"/>
          </a:xfrm>
          <a:custGeom>
            <a:avLst/>
            <a:gdLst/>
            <a:ahLst/>
            <a:cxnLst/>
            <a:rect l="l" t="t" r="r" b="b"/>
            <a:pathLst>
              <a:path w="1226820" h="453389">
                <a:moveTo>
                  <a:pt x="0" y="0"/>
                </a:moveTo>
                <a:lnTo>
                  <a:pt x="1226758" y="452943"/>
                </a:lnTo>
              </a:path>
            </a:pathLst>
          </a:custGeom>
          <a:ln w="19719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8" name="object 18"/>
          <p:cNvSpPr/>
          <p:nvPr/>
        </p:nvSpPr>
        <p:spPr>
          <a:xfrm>
            <a:off x="5049834" y="2326725"/>
            <a:ext cx="2247990" cy="51041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9" name="object 19"/>
          <p:cNvSpPr/>
          <p:nvPr/>
        </p:nvSpPr>
        <p:spPr>
          <a:xfrm>
            <a:off x="5109660" y="2367168"/>
            <a:ext cx="2120387" cy="387697"/>
          </a:xfrm>
          <a:custGeom>
            <a:avLst/>
            <a:gdLst/>
            <a:ahLst/>
            <a:cxnLst/>
            <a:rect l="l" t="t" r="r" b="b"/>
            <a:pathLst>
              <a:path w="2479675" h="453389">
                <a:moveTo>
                  <a:pt x="0" y="0"/>
                </a:moveTo>
                <a:lnTo>
                  <a:pt x="2479298" y="452943"/>
                </a:lnTo>
              </a:path>
            </a:pathLst>
          </a:custGeom>
          <a:ln w="19719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0" name="object 20"/>
          <p:cNvSpPr/>
          <p:nvPr/>
        </p:nvSpPr>
        <p:spPr>
          <a:xfrm>
            <a:off x="2856142" y="4520416"/>
            <a:ext cx="2313150" cy="72761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1" name="object 21"/>
          <p:cNvSpPr/>
          <p:nvPr/>
        </p:nvSpPr>
        <p:spPr>
          <a:xfrm>
            <a:off x="2914742" y="4559790"/>
            <a:ext cx="2195320" cy="603808"/>
          </a:xfrm>
          <a:custGeom>
            <a:avLst/>
            <a:gdLst/>
            <a:ahLst/>
            <a:cxnLst/>
            <a:rect l="l" t="t" r="r" b="b"/>
            <a:pathLst>
              <a:path w="2567304" h="706120">
                <a:moveTo>
                  <a:pt x="2566833" y="705531"/>
                </a:moveTo>
                <a:lnTo>
                  <a:pt x="0" y="0"/>
                </a:lnTo>
              </a:path>
            </a:pathLst>
          </a:custGeom>
          <a:ln w="19719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2" name="object 22"/>
          <p:cNvSpPr/>
          <p:nvPr/>
        </p:nvSpPr>
        <p:spPr>
          <a:xfrm>
            <a:off x="3952988" y="4520416"/>
            <a:ext cx="1216304" cy="72761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3" name="object 23"/>
          <p:cNvSpPr/>
          <p:nvPr/>
        </p:nvSpPr>
        <p:spPr>
          <a:xfrm>
            <a:off x="4019506" y="4559790"/>
            <a:ext cx="1090330" cy="603808"/>
          </a:xfrm>
          <a:custGeom>
            <a:avLst/>
            <a:gdLst/>
            <a:ahLst/>
            <a:cxnLst/>
            <a:rect l="l" t="t" r="r" b="b"/>
            <a:pathLst>
              <a:path w="1275079" h="706120">
                <a:moveTo>
                  <a:pt x="1274871" y="705531"/>
                </a:moveTo>
                <a:lnTo>
                  <a:pt x="0" y="0"/>
                </a:lnTo>
              </a:path>
            </a:pathLst>
          </a:custGeom>
          <a:ln w="19718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4" name="object 24"/>
          <p:cNvSpPr/>
          <p:nvPr/>
        </p:nvSpPr>
        <p:spPr>
          <a:xfrm>
            <a:off x="5038974" y="4520415"/>
            <a:ext cx="130318" cy="71675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5" name="object 25"/>
          <p:cNvSpPr/>
          <p:nvPr/>
        </p:nvSpPr>
        <p:spPr>
          <a:xfrm>
            <a:off x="5102996" y="4559790"/>
            <a:ext cx="7059" cy="603808"/>
          </a:xfrm>
          <a:custGeom>
            <a:avLst/>
            <a:gdLst/>
            <a:ahLst/>
            <a:cxnLst/>
            <a:rect l="l" t="t" r="r" b="b"/>
            <a:pathLst>
              <a:path w="8254" h="706120">
                <a:moveTo>
                  <a:pt x="7791" y="705531"/>
                </a:moveTo>
                <a:lnTo>
                  <a:pt x="0" y="0"/>
                </a:lnTo>
              </a:path>
            </a:pathLst>
          </a:custGeom>
          <a:ln w="19711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6" name="object 26"/>
          <p:cNvSpPr/>
          <p:nvPr/>
        </p:nvSpPr>
        <p:spPr>
          <a:xfrm>
            <a:off x="5049834" y="4520416"/>
            <a:ext cx="1172865" cy="72761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7" name="object 27"/>
          <p:cNvSpPr/>
          <p:nvPr/>
        </p:nvSpPr>
        <p:spPr>
          <a:xfrm>
            <a:off x="5109658" y="4559790"/>
            <a:ext cx="1049062" cy="603808"/>
          </a:xfrm>
          <a:custGeom>
            <a:avLst/>
            <a:gdLst/>
            <a:ahLst/>
            <a:cxnLst/>
            <a:rect l="l" t="t" r="r" b="b"/>
            <a:pathLst>
              <a:path w="1226820" h="706120">
                <a:moveTo>
                  <a:pt x="0" y="705531"/>
                </a:moveTo>
                <a:lnTo>
                  <a:pt x="1226759" y="0"/>
                </a:lnTo>
              </a:path>
            </a:pathLst>
          </a:custGeom>
          <a:ln w="19718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8" name="object 28"/>
          <p:cNvSpPr/>
          <p:nvPr/>
        </p:nvSpPr>
        <p:spPr>
          <a:xfrm>
            <a:off x="5049834" y="4520416"/>
            <a:ext cx="2237131" cy="72761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9" name="object 29"/>
          <p:cNvSpPr/>
          <p:nvPr/>
        </p:nvSpPr>
        <p:spPr>
          <a:xfrm>
            <a:off x="5109658" y="4559790"/>
            <a:ext cx="2120387" cy="603808"/>
          </a:xfrm>
          <a:custGeom>
            <a:avLst/>
            <a:gdLst/>
            <a:ahLst/>
            <a:cxnLst/>
            <a:rect l="l" t="t" r="r" b="b"/>
            <a:pathLst>
              <a:path w="2479675" h="706120">
                <a:moveTo>
                  <a:pt x="2479299" y="0"/>
                </a:moveTo>
                <a:lnTo>
                  <a:pt x="0" y="705531"/>
                </a:lnTo>
              </a:path>
            </a:pathLst>
          </a:custGeom>
          <a:ln w="19719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0" name="object 30"/>
          <p:cNvSpPr/>
          <p:nvPr/>
        </p:nvSpPr>
        <p:spPr>
          <a:xfrm>
            <a:off x="2867002" y="3238952"/>
            <a:ext cx="2291430" cy="46697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1" name="object 31"/>
          <p:cNvSpPr/>
          <p:nvPr/>
        </p:nvSpPr>
        <p:spPr>
          <a:xfrm>
            <a:off x="2925958" y="3273370"/>
            <a:ext cx="2176315" cy="353488"/>
          </a:xfrm>
          <a:custGeom>
            <a:avLst/>
            <a:gdLst/>
            <a:ahLst/>
            <a:cxnLst/>
            <a:rect l="l" t="t" r="r" b="b"/>
            <a:pathLst>
              <a:path w="2545079" h="413385">
                <a:moveTo>
                  <a:pt x="2544502" y="412988"/>
                </a:moveTo>
                <a:lnTo>
                  <a:pt x="0" y="0"/>
                </a:lnTo>
              </a:path>
            </a:pathLst>
          </a:custGeom>
          <a:ln w="13146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2" name="object 32"/>
          <p:cNvSpPr/>
          <p:nvPr/>
        </p:nvSpPr>
        <p:spPr>
          <a:xfrm>
            <a:off x="3974708" y="3238952"/>
            <a:ext cx="1183724" cy="46697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3" name="object 33"/>
          <p:cNvSpPr/>
          <p:nvPr/>
        </p:nvSpPr>
        <p:spPr>
          <a:xfrm>
            <a:off x="4030723" y="3273370"/>
            <a:ext cx="1071325" cy="353488"/>
          </a:xfrm>
          <a:custGeom>
            <a:avLst/>
            <a:gdLst/>
            <a:ahLst/>
            <a:cxnLst/>
            <a:rect l="l" t="t" r="r" b="b"/>
            <a:pathLst>
              <a:path w="1252854" h="413385">
                <a:moveTo>
                  <a:pt x="1252541" y="412988"/>
                </a:moveTo>
                <a:lnTo>
                  <a:pt x="0" y="0"/>
                </a:lnTo>
              </a:path>
            </a:pathLst>
          </a:custGeom>
          <a:ln w="13146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4" name="object 34"/>
          <p:cNvSpPr/>
          <p:nvPr/>
        </p:nvSpPr>
        <p:spPr>
          <a:xfrm>
            <a:off x="5038974" y="3238952"/>
            <a:ext cx="130318" cy="46697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5" name="object 35"/>
          <p:cNvSpPr/>
          <p:nvPr/>
        </p:nvSpPr>
        <p:spPr>
          <a:xfrm>
            <a:off x="5101779" y="3273370"/>
            <a:ext cx="12488" cy="353488"/>
          </a:xfrm>
          <a:custGeom>
            <a:avLst/>
            <a:gdLst/>
            <a:ahLst/>
            <a:cxnLst/>
            <a:rect l="l" t="t" r="r" b="b"/>
            <a:pathLst>
              <a:path w="14604" h="413385">
                <a:moveTo>
                  <a:pt x="0" y="412988"/>
                </a:moveTo>
                <a:lnTo>
                  <a:pt x="14538" y="0"/>
                </a:lnTo>
              </a:path>
            </a:pathLst>
          </a:custGeom>
          <a:ln w="13140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6" name="object 36"/>
          <p:cNvSpPr/>
          <p:nvPr/>
        </p:nvSpPr>
        <p:spPr>
          <a:xfrm>
            <a:off x="5049834" y="3238952"/>
            <a:ext cx="1183724" cy="46697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7" name="object 37"/>
          <p:cNvSpPr/>
          <p:nvPr/>
        </p:nvSpPr>
        <p:spPr>
          <a:xfrm>
            <a:off x="5101779" y="3273370"/>
            <a:ext cx="1068610" cy="353488"/>
          </a:xfrm>
          <a:custGeom>
            <a:avLst/>
            <a:gdLst/>
            <a:ahLst/>
            <a:cxnLst/>
            <a:rect l="l" t="t" r="r" b="b"/>
            <a:pathLst>
              <a:path w="1249679" h="413385">
                <a:moveTo>
                  <a:pt x="0" y="412988"/>
                </a:moveTo>
                <a:lnTo>
                  <a:pt x="1249089" y="0"/>
                </a:lnTo>
              </a:path>
            </a:pathLst>
          </a:custGeom>
          <a:ln w="13146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8" name="object 38"/>
          <p:cNvSpPr/>
          <p:nvPr/>
        </p:nvSpPr>
        <p:spPr>
          <a:xfrm>
            <a:off x="5038974" y="3238952"/>
            <a:ext cx="2258850" cy="46697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9" name="object 39"/>
          <p:cNvSpPr/>
          <p:nvPr/>
        </p:nvSpPr>
        <p:spPr>
          <a:xfrm>
            <a:off x="5101779" y="3273371"/>
            <a:ext cx="2139392" cy="353488"/>
          </a:xfrm>
          <a:custGeom>
            <a:avLst/>
            <a:gdLst/>
            <a:ahLst/>
            <a:cxnLst/>
            <a:rect l="l" t="t" r="r" b="b"/>
            <a:pathLst>
              <a:path w="2501900" h="413385">
                <a:moveTo>
                  <a:pt x="2501630" y="0"/>
                </a:moveTo>
                <a:lnTo>
                  <a:pt x="0" y="412988"/>
                </a:lnTo>
              </a:path>
            </a:pathLst>
          </a:custGeom>
          <a:ln w="13146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0" name="object 40"/>
          <p:cNvSpPr/>
          <p:nvPr/>
        </p:nvSpPr>
        <p:spPr>
          <a:xfrm>
            <a:off x="2856142" y="3673347"/>
            <a:ext cx="2291430" cy="46697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1" name="object 41"/>
          <p:cNvSpPr/>
          <p:nvPr/>
        </p:nvSpPr>
        <p:spPr>
          <a:xfrm>
            <a:off x="2914742" y="3717708"/>
            <a:ext cx="2176315" cy="337742"/>
          </a:xfrm>
          <a:custGeom>
            <a:avLst/>
            <a:gdLst/>
            <a:ahLst/>
            <a:cxnLst/>
            <a:rect l="l" t="t" r="r" b="b"/>
            <a:pathLst>
              <a:path w="2545079" h="394970">
                <a:moveTo>
                  <a:pt x="2544502" y="0"/>
                </a:moveTo>
                <a:lnTo>
                  <a:pt x="0" y="394405"/>
                </a:lnTo>
              </a:path>
            </a:pathLst>
          </a:custGeom>
          <a:ln w="13146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2" name="object 42"/>
          <p:cNvSpPr/>
          <p:nvPr/>
        </p:nvSpPr>
        <p:spPr>
          <a:xfrm>
            <a:off x="3963848" y="3673347"/>
            <a:ext cx="1183724" cy="46697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3" name="object 43"/>
          <p:cNvSpPr/>
          <p:nvPr/>
        </p:nvSpPr>
        <p:spPr>
          <a:xfrm>
            <a:off x="4019506" y="3717708"/>
            <a:ext cx="1071325" cy="337742"/>
          </a:xfrm>
          <a:custGeom>
            <a:avLst/>
            <a:gdLst/>
            <a:ahLst/>
            <a:cxnLst/>
            <a:rect l="l" t="t" r="r" b="b"/>
            <a:pathLst>
              <a:path w="1252854" h="394970">
                <a:moveTo>
                  <a:pt x="1252541" y="0"/>
                </a:moveTo>
                <a:lnTo>
                  <a:pt x="0" y="394405"/>
                </a:lnTo>
              </a:path>
            </a:pathLst>
          </a:custGeom>
          <a:ln w="13146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4" name="object 44"/>
          <p:cNvSpPr/>
          <p:nvPr/>
        </p:nvSpPr>
        <p:spPr>
          <a:xfrm>
            <a:off x="5028114" y="3684207"/>
            <a:ext cx="130318" cy="45611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5" name="object 45"/>
          <p:cNvSpPr/>
          <p:nvPr/>
        </p:nvSpPr>
        <p:spPr>
          <a:xfrm>
            <a:off x="5090563" y="3717708"/>
            <a:ext cx="12488" cy="337742"/>
          </a:xfrm>
          <a:custGeom>
            <a:avLst/>
            <a:gdLst/>
            <a:ahLst/>
            <a:cxnLst/>
            <a:rect l="l" t="t" r="r" b="b"/>
            <a:pathLst>
              <a:path w="14604" h="394970">
                <a:moveTo>
                  <a:pt x="0" y="0"/>
                </a:moveTo>
                <a:lnTo>
                  <a:pt x="14538" y="394405"/>
                </a:lnTo>
              </a:path>
            </a:pathLst>
          </a:custGeom>
          <a:ln w="13140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6" name="object 46"/>
          <p:cNvSpPr/>
          <p:nvPr/>
        </p:nvSpPr>
        <p:spPr>
          <a:xfrm>
            <a:off x="5038974" y="3673347"/>
            <a:ext cx="1183724" cy="46697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7" name="object 47"/>
          <p:cNvSpPr/>
          <p:nvPr/>
        </p:nvSpPr>
        <p:spPr>
          <a:xfrm>
            <a:off x="5090563" y="3717708"/>
            <a:ext cx="1068610" cy="337742"/>
          </a:xfrm>
          <a:custGeom>
            <a:avLst/>
            <a:gdLst/>
            <a:ahLst/>
            <a:cxnLst/>
            <a:rect l="l" t="t" r="r" b="b"/>
            <a:pathLst>
              <a:path w="1249679" h="394970">
                <a:moveTo>
                  <a:pt x="0" y="0"/>
                </a:moveTo>
                <a:lnTo>
                  <a:pt x="1249089" y="394405"/>
                </a:lnTo>
              </a:path>
            </a:pathLst>
          </a:custGeom>
          <a:ln w="13146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8" name="object 48"/>
          <p:cNvSpPr/>
          <p:nvPr/>
        </p:nvSpPr>
        <p:spPr>
          <a:xfrm>
            <a:off x="5038974" y="3673347"/>
            <a:ext cx="2247990" cy="466974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9" name="object 49"/>
          <p:cNvSpPr/>
          <p:nvPr/>
        </p:nvSpPr>
        <p:spPr>
          <a:xfrm>
            <a:off x="5090563" y="3717708"/>
            <a:ext cx="2139392" cy="337742"/>
          </a:xfrm>
          <a:custGeom>
            <a:avLst/>
            <a:gdLst/>
            <a:ahLst/>
            <a:cxnLst/>
            <a:rect l="l" t="t" r="r" b="b"/>
            <a:pathLst>
              <a:path w="2501900" h="394970">
                <a:moveTo>
                  <a:pt x="0" y="0"/>
                </a:moveTo>
                <a:lnTo>
                  <a:pt x="2501630" y="394405"/>
                </a:lnTo>
              </a:path>
            </a:pathLst>
          </a:custGeom>
          <a:ln w="13146">
            <a:solidFill>
              <a:srgbClr val="ED7D31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0" name="object 50"/>
          <p:cNvSpPr/>
          <p:nvPr/>
        </p:nvSpPr>
        <p:spPr>
          <a:xfrm>
            <a:off x="2476501" y="4061507"/>
            <a:ext cx="876933" cy="498467"/>
          </a:xfrm>
          <a:custGeom>
            <a:avLst/>
            <a:gdLst/>
            <a:ahLst/>
            <a:cxnLst/>
            <a:rect l="l" t="t" r="r" b="b"/>
            <a:pathLst>
              <a:path w="1025525" h="582929">
                <a:moveTo>
                  <a:pt x="927919" y="0"/>
                </a:moveTo>
                <a:lnTo>
                  <a:pt x="97077" y="0"/>
                </a:lnTo>
                <a:lnTo>
                  <a:pt x="59290" y="7632"/>
                </a:lnTo>
                <a:lnTo>
                  <a:pt x="28433" y="28445"/>
                </a:lnTo>
                <a:lnTo>
                  <a:pt x="7628" y="59316"/>
                </a:lnTo>
                <a:lnTo>
                  <a:pt x="0" y="97120"/>
                </a:lnTo>
                <a:lnTo>
                  <a:pt x="0" y="485593"/>
                </a:lnTo>
                <a:lnTo>
                  <a:pt x="7628" y="523397"/>
                </a:lnTo>
                <a:lnTo>
                  <a:pt x="28433" y="554268"/>
                </a:lnTo>
                <a:lnTo>
                  <a:pt x="59290" y="575081"/>
                </a:lnTo>
                <a:lnTo>
                  <a:pt x="97077" y="582714"/>
                </a:lnTo>
                <a:lnTo>
                  <a:pt x="927919" y="582714"/>
                </a:lnTo>
                <a:lnTo>
                  <a:pt x="965706" y="575081"/>
                </a:lnTo>
                <a:lnTo>
                  <a:pt x="996563" y="554268"/>
                </a:lnTo>
                <a:lnTo>
                  <a:pt x="1017367" y="523397"/>
                </a:lnTo>
                <a:lnTo>
                  <a:pt x="1024996" y="485593"/>
                </a:lnTo>
                <a:lnTo>
                  <a:pt x="1024996" y="97120"/>
                </a:lnTo>
                <a:lnTo>
                  <a:pt x="1017367" y="59316"/>
                </a:lnTo>
                <a:lnTo>
                  <a:pt x="996563" y="28445"/>
                </a:lnTo>
                <a:lnTo>
                  <a:pt x="965706" y="7632"/>
                </a:lnTo>
                <a:lnTo>
                  <a:pt x="9279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1" name="object 51"/>
          <p:cNvSpPr/>
          <p:nvPr/>
        </p:nvSpPr>
        <p:spPr>
          <a:xfrm>
            <a:off x="2476501" y="4061507"/>
            <a:ext cx="876933" cy="498467"/>
          </a:xfrm>
          <a:custGeom>
            <a:avLst/>
            <a:gdLst/>
            <a:ahLst/>
            <a:cxnLst/>
            <a:rect l="l" t="t" r="r" b="b"/>
            <a:pathLst>
              <a:path w="1025525" h="582929">
                <a:moveTo>
                  <a:pt x="0" y="97121"/>
                </a:moveTo>
                <a:lnTo>
                  <a:pt x="7628" y="59317"/>
                </a:lnTo>
                <a:lnTo>
                  <a:pt x="28433" y="28446"/>
                </a:lnTo>
                <a:lnTo>
                  <a:pt x="59290" y="7632"/>
                </a:lnTo>
                <a:lnTo>
                  <a:pt x="97077" y="0"/>
                </a:lnTo>
                <a:lnTo>
                  <a:pt x="927919" y="0"/>
                </a:lnTo>
                <a:lnTo>
                  <a:pt x="965706" y="7632"/>
                </a:lnTo>
                <a:lnTo>
                  <a:pt x="996563" y="28446"/>
                </a:lnTo>
                <a:lnTo>
                  <a:pt x="1017367" y="59317"/>
                </a:lnTo>
                <a:lnTo>
                  <a:pt x="1024996" y="97121"/>
                </a:lnTo>
                <a:lnTo>
                  <a:pt x="1024996" y="485592"/>
                </a:lnTo>
                <a:lnTo>
                  <a:pt x="1017367" y="523396"/>
                </a:lnTo>
                <a:lnTo>
                  <a:pt x="996563" y="554267"/>
                </a:lnTo>
                <a:lnTo>
                  <a:pt x="965706" y="575081"/>
                </a:lnTo>
                <a:lnTo>
                  <a:pt x="927919" y="582714"/>
                </a:lnTo>
                <a:lnTo>
                  <a:pt x="97077" y="582714"/>
                </a:lnTo>
                <a:lnTo>
                  <a:pt x="59290" y="575081"/>
                </a:lnTo>
                <a:lnTo>
                  <a:pt x="28433" y="554267"/>
                </a:lnTo>
                <a:lnTo>
                  <a:pt x="7628" y="523396"/>
                </a:lnTo>
                <a:lnTo>
                  <a:pt x="0" y="485592"/>
                </a:lnTo>
                <a:lnTo>
                  <a:pt x="0" y="97121"/>
                </a:lnTo>
                <a:close/>
              </a:path>
            </a:pathLst>
          </a:custGeom>
          <a:ln w="2629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2" name="object 52"/>
          <p:cNvSpPr/>
          <p:nvPr/>
        </p:nvSpPr>
        <p:spPr>
          <a:xfrm>
            <a:off x="3472441" y="4061507"/>
            <a:ext cx="1094131" cy="498467"/>
          </a:xfrm>
          <a:custGeom>
            <a:avLst/>
            <a:gdLst/>
            <a:ahLst/>
            <a:cxnLst/>
            <a:rect l="l" t="t" r="r" b="b"/>
            <a:pathLst>
              <a:path w="1279525" h="582929">
                <a:moveTo>
                  <a:pt x="1182444" y="0"/>
                </a:moveTo>
                <a:lnTo>
                  <a:pt x="97078" y="0"/>
                </a:lnTo>
                <a:lnTo>
                  <a:pt x="59291" y="7632"/>
                </a:lnTo>
                <a:lnTo>
                  <a:pt x="28434" y="28446"/>
                </a:lnTo>
                <a:lnTo>
                  <a:pt x="7629" y="59317"/>
                </a:lnTo>
                <a:lnTo>
                  <a:pt x="0" y="97121"/>
                </a:lnTo>
                <a:lnTo>
                  <a:pt x="0" y="485592"/>
                </a:lnTo>
                <a:lnTo>
                  <a:pt x="7629" y="523396"/>
                </a:lnTo>
                <a:lnTo>
                  <a:pt x="28434" y="554268"/>
                </a:lnTo>
                <a:lnTo>
                  <a:pt x="59291" y="575081"/>
                </a:lnTo>
                <a:lnTo>
                  <a:pt x="97078" y="582714"/>
                </a:lnTo>
                <a:lnTo>
                  <a:pt x="1182444" y="582714"/>
                </a:lnTo>
                <a:lnTo>
                  <a:pt x="1220231" y="575081"/>
                </a:lnTo>
                <a:lnTo>
                  <a:pt x="1251089" y="554268"/>
                </a:lnTo>
                <a:lnTo>
                  <a:pt x="1271893" y="523396"/>
                </a:lnTo>
                <a:lnTo>
                  <a:pt x="1279522" y="485592"/>
                </a:lnTo>
                <a:lnTo>
                  <a:pt x="1279522" y="97121"/>
                </a:lnTo>
                <a:lnTo>
                  <a:pt x="1271893" y="59317"/>
                </a:lnTo>
                <a:lnTo>
                  <a:pt x="1251089" y="28446"/>
                </a:lnTo>
                <a:lnTo>
                  <a:pt x="1220231" y="7632"/>
                </a:lnTo>
                <a:lnTo>
                  <a:pt x="11824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3" name="object 53"/>
          <p:cNvSpPr/>
          <p:nvPr/>
        </p:nvSpPr>
        <p:spPr>
          <a:xfrm>
            <a:off x="3472441" y="4061507"/>
            <a:ext cx="1094131" cy="498467"/>
          </a:xfrm>
          <a:custGeom>
            <a:avLst/>
            <a:gdLst/>
            <a:ahLst/>
            <a:cxnLst/>
            <a:rect l="l" t="t" r="r" b="b"/>
            <a:pathLst>
              <a:path w="1279525" h="582929">
                <a:moveTo>
                  <a:pt x="0" y="97121"/>
                </a:moveTo>
                <a:lnTo>
                  <a:pt x="7628" y="59317"/>
                </a:lnTo>
                <a:lnTo>
                  <a:pt x="28433" y="28446"/>
                </a:lnTo>
                <a:lnTo>
                  <a:pt x="59290" y="7632"/>
                </a:lnTo>
                <a:lnTo>
                  <a:pt x="97077" y="0"/>
                </a:lnTo>
                <a:lnTo>
                  <a:pt x="1182444" y="0"/>
                </a:lnTo>
                <a:lnTo>
                  <a:pt x="1220231" y="7632"/>
                </a:lnTo>
                <a:lnTo>
                  <a:pt x="1251088" y="28446"/>
                </a:lnTo>
                <a:lnTo>
                  <a:pt x="1271893" y="59317"/>
                </a:lnTo>
                <a:lnTo>
                  <a:pt x="1279521" y="97121"/>
                </a:lnTo>
                <a:lnTo>
                  <a:pt x="1279521" y="485592"/>
                </a:lnTo>
                <a:lnTo>
                  <a:pt x="1271893" y="523396"/>
                </a:lnTo>
                <a:lnTo>
                  <a:pt x="1251088" y="554267"/>
                </a:lnTo>
                <a:lnTo>
                  <a:pt x="1220231" y="575081"/>
                </a:lnTo>
                <a:lnTo>
                  <a:pt x="1182444" y="582714"/>
                </a:lnTo>
                <a:lnTo>
                  <a:pt x="97077" y="582714"/>
                </a:lnTo>
                <a:lnTo>
                  <a:pt x="59290" y="575081"/>
                </a:lnTo>
                <a:lnTo>
                  <a:pt x="28433" y="554267"/>
                </a:lnTo>
                <a:lnTo>
                  <a:pt x="7628" y="523396"/>
                </a:lnTo>
                <a:lnTo>
                  <a:pt x="0" y="485592"/>
                </a:lnTo>
                <a:lnTo>
                  <a:pt x="0" y="97121"/>
                </a:lnTo>
                <a:close/>
              </a:path>
            </a:pathLst>
          </a:custGeom>
          <a:ln w="26291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4" name="object 54"/>
          <p:cNvSpPr/>
          <p:nvPr/>
        </p:nvSpPr>
        <p:spPr>
          <a:xfrm>
            <a:off x="4664754" y="4061507"/>
            <a:ext cx="876933" cy="498467"/>
          </a:xfrm>
          <a:custGeom>
            <a:avLst/>
            <a:gdLst/>
            <a:ahLst/>
            <a:cxnLst/>
            <a:rect l="l" t="t" r="r" b="b"/>
            <a:pathLst>
              <a:path w="1025525" h="582929">
                <a:moveTo>
                  <a:pt x="927919" y="0"/>
                </a:moveTo>
                <a:lnTo>
                  <a:pt x="97077" y="0"/>
                </a:lnTo>
                <a:lnTo>
                  <a:pt x="59290" y="7632"/>
                </a:lnTo>
                <a:lnTo>
                  <a:pt x="28433" y="28445"/>
                </a:lnTo>
                <a:lnTo>
                  <a:pt x="7628" y="59316"/>
                </a:lnTo>
                <a:lnTo>
                  <a:pt x="0" y="97120"/>
                </a:lnTo>
                <a:lnTo>
                  <a:pt x="0" y="485593"/>
                </a:lnTo>
                <a:lnTo>
                  <a:pt x="7628" y="523397"/>
                </a:lnTo>
                <a:lnTo>
                  <a:pt x="28433" y="554268"/>
                </a:lnTo>
                <a:lnTo>
                  <a:pt x="59290" y="575081"/>
                </a:lnTo>
                <a:lnTo>
                  <a:pt x="97077" y="582714"/>
                </a:lnTo>
                <a:lnTo>
                  <a:pt x="927919" y="582714"/>
                </a:lnTo>
                <a:lnTo>
                  <a:pt x="965706" y="575081"/>
                </a:lnTo>
                <a:lnTo>
                  <a:pt x="996563" y="554268"/>
                </a:lnTo>
                <a:lnTo>
                  <a:pt x="1017367" y="523397"/>
                </a:lnTo>
                <a:lnTo>
                  <a:pt x="1024996" y="485593"/>
                </a:lnTo>
                <a:lnTo>
                  <a:pt x="1024996" y="97120"/>
                </a:lnTo>
                <a:lnTo>
                  <a:pt x="1017367" y="59316"/>
                </a:lnTo>
                <a:lnTo>
                  <a:pt x="996563" y="28445"/>
                </a:lnTo>
                <a:lnTo>
                  <a:pt x="965706" y="7632"/>
                </a:lnTo>
                <a:lnTo>
                  <a:pt x="9279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5" name="object 55"/>
          <p:cNvSpPr/>
          <p:nvPr/>
        </p:nvSpPr>
        <p:spPr>
          <a:xfrm>
            <a:off x="4664754" y="4061507"/>
            <a:ext cx="876933" cy="498467"/>
          </a:xfrm>
          <a:custGeom>
            <a:avLst/>
            <a:gdLst/>
            <a:ahLst/>
            <a:cxnLst/>
            <a:rect l="l" t="t" r="r" b="b"/>
            <a:pathLst>
              <a:path w="1025525" h="582929">
                <a:moveTo>
                  <a:pt x="0" y="97121"/>
                </a:moveTo>
                <a:lnTo>
                  <a:pt x="7628" y="59317"/>
                </a:lnTo>
                <a:lnTo>
                  <a:pt x="28433" y="28446"/>
                </a:lnTo>
                <a:lnTo>
                  <a:pt x="59290" y="7632"/>
                </a:lnTo>
                <a:lnTo>
                  <a:pt x="97077" y="0"/>
                </a:lnTo>
                <a:lnTo>
                  <a:pt x="927919" y="0"/>
                </a:lnTo>
                <a:lnTo>
                  <a:pt x="965706" y="7632"/>
                </a:lnTo>
                <a:lnTo>
                  <a:pt x="996563" y="28446"/>
                </a:lnTo>
                <a:lnTo>
                  <a:pt x="1017367" y="59317"/>
                </a:lnTo>
                <a:lnTo>
                  <a:pt x="1024996" y="97121"/>
                </a:lnTo>
                <a:lnTo>
                  <a:pt x="1024996" y="485592"/>
                </a:lnTo>
                <a:lnTo>
                  <a:pt x="1017367" y="523396"/>
                </a:lnTo>
                <a:lnTo>
                  <a:pt x="996563" y="554267"/>
                </a:lnTo>
                <a:lnTo>
                  <a:pt x="965706" y="575081"/>
                </a:lnTo>
                <a:lnTo>
                  <a:pt x="927919" y="582714"/>
                </a:lnTo>
                <a:lnTo>
                  <a:pt x="97077" y="582714"/>
                </a:lnTo>
                <a:lnTo>
                  <a:pt x="59290" y="575081"/>
                </a:lnTo>
                <a:lnTo>
                  <a:pt x="28433" y="554267"/>
                </a:lnTo>
                <a:lnTo>
                  <a:pt x="7628" y="523396"/>
                </a:lnTo>
                <a:lnTo>
                  <a:pt x="0" y="485592"/>
                </a:lnTo>
                <a:lnTo>
                  <a:pt x="0" y="97121"/>
                </a:lnTo>
                <a:close/>
              </a:path>
            </a:pathLst>
          </a:custGeom>
          <a:ln w="2629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6" name="object 56"/>
          <p:cNvSpPr/>
          <p:nvPr/>
        </p:nvSpPr>
        <p:spPr>
          <a:xfrm>
            <a:off x="5660698" y="4061507"/>
            <a:ext cx="996392" cy="498467"/>
          </a:xfrm>
          <a:custGeom>
            <a:avLst/>
            <a:gdLst/>
            <a:ahLst/>
            <a:cxnLst/>
            <a:rect l="l" t="t" r="r" b="b"/>
            <a:pathLst>
              <a:path w="1165225" h="582929">
                <a:moveTo>
                  <a:pt x="1067622" y="0"/>
                </a:moveTo>
                <a:lnTo>
                  <a:pt x="97077" y="0"/>
                </a:lnTo>
                <a:lnTo>
                  <a:pt x="59290" y="7632"/>
                </a:lnTo>
                <a:lnTo>
                  <a:pt x="28433" y="28445"/>
                </a:lnTo>
                <a:lnTo>
                  <a:pt x="7628" y="59316"/>
                </a:lnTo>
                <a:lnTo>
                  <a:pt x="0" y="97120"/>
                </a:lnTo>
                <a:lnTo>
                  <a:pt x="0" y="485593"/>
                </a:lnTo>
                <a:lnTo>
                  <a:pt x="7628" y="523397"/>
                </a:lnTo>
                <a:lnTo>
                  <a:pt x="28433" y="554268"/>
                </a:lnTo>
                <a:lnTo>
                  <a:pt x="59290" y="575081"/>
                </a:lnTo>
                <a:lnTo>
                  <a:pt x="97077" y="582714"/>
                </a:lnTo>
                <a:lnTo>
                  <a:pt x="1067622" y="582714"/>
                </a:lnTo>
                <a:lnTo>
                  <a:pt x="1105409" y="575081"/>
                </a:lnTo>
                <a:lnTo>
                  <a:pt x="1136267" y="554268"/>
                </a:lnTo>
                <a:lnTo>
                  <a:pt x="1157071" y="523397"/>
                </a:lnTo>
                <a:lnTo>
                  <a:pt x="1164700" y="485593"/>
                </a:lnTo>
                <a:lnTo>
                  <a:pt x="1164700" y="97120"/>
                </a:lnTo>
                <a:lnTo>
                  <a:pt x="1157071" y="59316"/>
                </a:lnTo>
                <a:lnTo>
                  <a:pt x="1136267" y="28445"/>
                </a:lnTo>
                <a:lnTo>
                  <a:pt x="1105409" y="7632"/>
                </a:lnTo>
                <a:lnTo>
                  <a:pt x="10676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7" name="object 57"/>
          <p:cNvSpPr/>
          <p:nvPr/>
        </p:nvSpPr>
        <p:spPr>
          <a:xfrm>
            <a:off x="5660698" y="4061507"/>
            <a:ext cx="996392" cy="498467"/>
          </a:xfrm>
          <a:custGeom>
            <a:avLst/>
            <a:gdLst/>
            <a:ahLst/>
            <a:cxnLst/>
            <a:rect l="l" t="t" r="r" b="b"/>
            <a:pathLst>
              <a:path w="1165225" h="582929">
                <a:moveTo>
                  <a:pt x="0" y="97120"/>
                </a:moveTo>
                <a:lnTo>
                  <a:pt x="7628" y="59317"/>
                </a:lnTo>
                <a:lnTo>
                  <a:pt x="28433" y="28446"/>
                </a:lnTo>
                <a:lnTo>
                  <a:pt x="59290" y="7632"/>
                </a:lnTo>
                <a:lnTo>
                  <a:pt x="97077" y="0"/>
                </a:lnTo>
                <a:lnTo>
                  <a:pt x="1067622" y="0"/>
                </a:lnTo>
                <a:lnTo>
                  <a:pt x="1105409" y="7632"/>
                </a:lnTo>
                <a:lnTo>
                  <a:pt x="1136266" y="28446"/>
                </a:lnTo>
                <a:lnTo>
                  <a:pt x="1157070" y="59317"/>
                </a:lnTo>
                <a:lnTo>
                  <a:pt x="1164699" y="97120"/>
                </a:lnTo>
                <a:lnTo>
                  <a:pt x="1164699" y="485593"/>
                </a:lnTo>
                <a:lnTo>
                  <a:pt x="1157070" y="523396"/>
                </a:lnTo>
                <a:lnTo>
                  <a:pt x="1136266" y="554267"/>
                </a:lnTo>
                <a:lnTo>
                  <a:pt x="1105409" y="575081"/>
                </a:lnTo>
                <a:lnTo>
                  <a:pt x="1067622" y="582714"/>
                </a:lnTo>
                <a:lnTo>
                  <a:pt x="97077" y="582714"/>
                </a:lnTo>
                <a:lnTo>
                  <a:pt x="59290" y="575081"/>
                </a:lnTo>
                <a:lnTo>
                  <a:pt x="28433" y="554267"/>
                </a:lnTo>
                <a:lnTo>
                  <a:pt x="7628" y="523396"/>
                </a:lnTo>
                <a:lnTo>
                  <a:pt x="0" y="485593"/>
                </a:lnTo>
                <a:lnTo>
                  <a:pt x="0" y="97120"/>
                </a:lnTo>
                <a:close/>
              </a:path>
            </a:pathLst>
          </a:custGeom>
          <a:ln w="26291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8" name="object 58"/>
          <p:cNvSpPr/>
          <p:nvPr/>
        </p:nvSpPr>
        <p:spPr>
          <a:xfrm>
            <a:off x="6791484" y="4061507"/>
            <a:ext cx="876933" cy="498467"/>
          </a:xfrm>
          <a:custGeom>
            <a:avLst/>
            <a:gdLst/>
            <a:ahLst/>
            <a:cxnLst/>
            <a:rect l="l" t="t" r="r" b="b"/>
            <a:pathLst>
              <a:path w="1025525" h="582929">
                <a:moveTo>
                  <a:pt x="927919" y="0"/>
                </a:moveTo>
                <a:lnTo>
                  <a:pt x="97077" y="0"/>
                </a:lnTo>
                <a:lnTo>
                  <a:pt x="59290" y="7632"/>
                </a:lnTo>
                <a:lnTo>
                  <a:pt x="28433" y="28445"/>
                </a:lnTo>
                <a:lnTo>
                  <a:pt x="7628" y="59316"/>
                </a:lnTo>
                <a:lnTo>
                  <a:pt x="0" y="97120"/>
                </a:lnTo>
                <a:lnTo>
                  <a:pt x="0" y="485593"/>
                </a:lnTo>
                <a:lnTo>
                  <a:pt x="7628" y="523397"/>
                </a:lnTo>
                <a:lnTo>
                  <a:pt x="28433" y="554268"/>
                </a:lnTo>
                <a:lnTo>
                  <a:pt x="59290" y="575081"/>
                </a:lnTo>
                <a:lnTo>
                  <a:pt x="97077" y="582714"/>
                </a:lnTo>
                <a:lnTo>
                  <a:pt x="927919" y="582714"/>
                </a:lnTo>
                <a:lnTo>
                  <a:pt x="965706" y="575081"/>
                </a:lnTo>
                <a:lnTo>
                  <a:pt x="996563" y="554268"/>
                </a:lnTo>
                <a:lnTo>
                  <a:pt x="1017367" y="523397"/>
                </a:lnTo>
                <a:lnTo>
                  <a:pt x="1024996" y="485593"/>
                </a:lnTo>
                <a:lnTo>
                  <a:pt x="1024996" y="97120"/>
                </a:lnTo>
                <a:lnTo>
                  <a:pt x="1017367" y="59316"/>
                </a:lnTo>
                <a:lnTo>
                  <a:pt x="996563" y="28445"/>
                </a:lnTo>
                <a:lnTo>
                  <a:pt x="965706" y="7632"/>
                </a:lnTo>
                <a:lnTo>
                  <a:pt x="9279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9" name="object 59"/>
          <p:cNvSpPr/>
          <p:nvPr/>
        </p:nvSpPr>
        <p:spPr>
          <a:xfrm>
            <a:off x="6791484" y="4061507"/>
            <a:ext cx="876933" cy="498467"/>
          </a:xfrm>
          <a:custGeom>
            <a:avLst/>
            <a:gdLst/>
            <a:ahLst/>
            <a:cxnLst/>
            <a:rect l="l" t="t" r="r" b="b"/>
            <a:pathLst>
              <a:path w="1025525" h="582929">
                <a:moveTo>
                  <a:pt x="0" y="97121"/>
                </a:moveTo>
                <a:lnTo>
                  <a:pt x="7628" y="59317"/>
                </a:lnTo>
                <a:lnTo>
                  <a:pt x="28433" y="28446"/>
                </a:lnTo>
                <a:lnTo>
                  <a:pt x="59290" y="7632"/>
                </a:lnTo>
                <a:lnTo>
                  <a:pt x="97077" y="0"/>
                </a:lnTo>
                <a:lnTo>
                  <a:pt x="927919" y="0"/>
                </a:lnTo>
                <a:lnTo>
                  <a:pt x="965706" y="7632"/>
                </a:lnTo>
                <a:lnTo>
                  <a:pt x="996563" y="28446"/>
                </a:lnTo>
                <a:lnTo>
                  <a:pt x="1017367" y="59317"/>
                </a:lnTo>
                <a:lnTo>
                  <a:pt x="1024996" y="97121"/>
                </a:lnTo>
                <a:lnTo>
                  <a:pt x="1024996" y="485592"/>
                </a:lnTo>
                <a:lnTo>
                  <a:pt x="1017367" y="523396"/>
                </a:lnTo>
                <a:lnTo>
                  <a:pt x="996563" y="554267"/>
                </a:lnTo>
                <a:lnTo>
                  <a:pt x="965706" y="575081"/>
                </a:lnTo>
                <a:lnTo>
                  <a:pt x="927919" y="582714"/>
                </a:lnTo>
                <a:lnTo>
                  <a:pt x="97077" y="582714"/>
                </a:lnTo>
                <a:lnTo>
                  <a:pt x="59290" y="575081"/>
                </a:lnTo>
                <a:lnTo>
                  <a:pt x="28433" y="554267"/>
                </a:lnTo>
                <a:lnTo>
                  <a:pt x="7628" y="523396"/>
                </a:lnTo>
                <a:lnTo>
                  <a:pt x="0" y="485592"/>
                </a:lnTo>
                <a:lnTo>
                  <a:pt x="0" y="97121"/>
                </a:lnTo>
                <a:close/>
              </a:path>
            </a:pathLst>
          </a:custGeom>
          <a:ln w="2629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0" name="object 60"/>
          <p:cNvSpPr txBox="1"/>
          <p:nvPr/>
        </p:nvSpPr>
        <p:spPr>
          <a:xfrm>
            <a:off x="4770806" y="4117248"/>
            <a:ext cx="3122395" cy="3816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tabLst>
                <a:tab pos="1046339" algn="l"/>
                <a:tab pos="2258832" algn="l"/>
              </a:tabLst>
            </a:pPr>
            <a:r>
              <a:rPr sz="2480" spc="4" dirty="0">
                <a:latin typeface="Times New Roman"/>
                <a:cs typeface="Times New Roman"/>
              </a:rPr>
              <a:t>R</a:t>
            </a:r>
            <a:r>
              <a:rPr sz="2480" spc="9" dirty="0">
                <a:latin typeface="Times New Roman"/>
                <a:cs typeface="Times New Roman"/>
              </a:rPr>
              <a:t>N</a:t>
            </a:r>
            <a:r>
              <a:rPr sz="2480" dirty="0">
                <a:latin typeface="Times New Roman"/>
                <a:cs typeface="Times New Roman"/>
              </a:rPr>
              <a:t>N	</a:t>
            </a:r>
            <a:r>
              <a:rPr sz="2480" spc="13" dirty="0">
                <a:latin typeface="Times New Roman"/>
                <a:cs typeface="Times New Roman"/>
              </a:rPr>
              <a:t>GA</a:t>
            </a:r>
            <a:r>
              <a:rPr sz="2480" dirty="0">
                <a:latin typeface="Times New Roman"/>
                <a:cs typeface="Times New Roman"/>
              </a:rPr>
              <a:t>N	</a:t>
            </a:r>
            <a:r>
              <a:rPr sz="2480" spc="4" dirty="0">
                <a:latin typeface="Times New Roman"/>
                <a:cs typeface="Times New Roman"/>
              </a:rPr>
              <a:t>RL</a:t>
            </a:r>
            <a:endParaRPr sz="248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476501" y="2754483"/>
            <a:ext cx="876933" cy="498467"/>
          </a:xfrm>
          <a:custGeom>
            <a:avLst/>
            <a:gdLst/>
            <a:ahLst/>
            <a:cxnLst/>
            <a:rect l="l" t="t" r="r" b="b"/>
            <a:pathLst>
              <a:path w="1025525" h="582929">
                <a:moveTo>
                  <a:pt x="927919" y="0"/>
                </a:moveTo>
                <a:lnTo>
                  <a:pt x="97077" y="0"/>
                </a:lnTo>
                <a:lnTo>
                  <a:pt x="59290" y="7632"/>
                </a:lnTo>
                <a:lnTo>
                  <a:pt x="28433" y="28445"/>
                </a:lnTo>
                <a:lnTo>
                  <a:pt x="7628" y="59316"/>
                </a:lnTo>
                <a:lnTo>
                  <a:pt x="0" y="97120"/>
                </a:lnTo>
                <a:lnTo>
                  <a:pt x="0" y="485592"/>
                </a:lnTo>
                <a:lnTo>
                  <a:pt x="7628" y="523396"/>
                </a:lnTo>
                <a:lnTo>
                  <a:pt x="28433" y="554268"/>
                </a:lnTo>
                <a:lnTo>
                  <a:pt x="59290" y="575081"/>
                </a:lnTo>
                <a:lnTo>
                  <a:pt x="97077" y="582714"/>
                </a:lnTo>
                <a:lnTo>
                  <a:pt x="927919" y="582714"/>
                </a:lnTo>
                <a:lnTo>
                  <a:pt x="965706" y="575081"/>
                </a:lnTo>
                <a:lnTo>
                  <a:pt x="996563" y="554268"/>
                </a:lnTo>
                <a:lnTo>
                  <a:pt x="1017367" y="523396"/>
                </a:lnTo>
                <a:lnTo>
                  <a:pt x="1024996" y="485592"/>
                </a:lnTo>
                <a:lnTo>
                  <a:pt x="1024996" y="97120"/>
                </a:lnTo>
                <a:lnTo>
                  <a:pt x="1017367" y="59316"/>
                </a:lnTo>
                <a:lnTo>
                  <a:pt x="996563" y="28445"/>
                </a:lnTo>
                <a:lnTo>
                  <a:pt x="965706" y="7632"/>
                </a:lnTo>
                <a:lnTo>
                  <a:pt x="9279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2" name="object 62"/>
          <p:cNvSpPr/>
          <p:nvPr/>
        </p:nvSpPr>
        <p:spPr>
          <a:xfrm>
            <a:off x="2476501" y="2754483"/>
            <a:ext cx="876933" cy="498467"/>
          </a:xfrm>
          <a:custGeom>
            <a:avLst/>
            <a:gdLst/>
            <a:ahLst/>
            <a:cxnLst/>
            <a:rect l="l" t="t" r="r" b="b"/>
            <a:pathLst>
              <a:path w="1025525" h="582929">
                <a:moveTo>
                  <a:pt x="0" y="97121"/>
                </a:moveTo>
                <a:lnTo>
                  <a:pt x="7628" y="59317"/>
                </a:lnTo>
                <a:lnTo>
                  <a:pt x="28433" y="28446"/>
                </a:lnTo>
                <a:lnTo>
                  <a:pt x="59290" y="7632"/>
                </a:lnTo>
                <a:lnTo>
                  <a:pt x="97077" y="0"/>
                </a:lnTo>
                <a:lnTo>
                  <a:pt x="927919" y="0"/>
                </a:lnTo>
                <a:lnTo>
                  <a:pt x="965706" y="7632"/>
                </a:lnTo>
                <a:lnTo>
                  <a:pt x="996563" y="28446"/>
                </a:lnTo>
                <a:lnTo>
                  <a:pt x="1017367" y="59317"/>
                </a:lnTo>
                <a:lnTo>
                  <a:pt x="1024996" y="97121"/>
                </a:lnTo>
                <a:lnTo>
                  <a:pt x="1024996" y="485592"/>
                </a:lnTo>
                <a:lnTo>
                  <a:pt x="1017367" y="523396"/>
                </a:lnTo>
                <a:lnTo>
                  <a:pt x="996563" y="554267"/>
                </a:lnTo>
                <a:lnTo>
                  <a:pt x="965706" y="575081"/>
                </a:lnTo>
                <a:lnTo>
                  <a:pt x="927919" y="582714"/>
                </a:lnTo>
                <a:lnTo>
                  <a:pt x="97077" y="582714"/>
                </a:lnTo>
                <a:lnTo>
                  <a:pt x="59290" y="575081"/>
                </a:lnTo>
                <a:lnTo>
                  <a:pt x="28433" y="554267"/>
                </a:lnTo>
                <a:lnTo>
                  <a:pt x="7628" y="523396"/>
                </a:lnTo>
                <a:lnTo>
                  <a:pt x="0" y="485592"/>
                </a:lnTo>
                <a:lnTo>
                  <a:pt x="0" y="97121"/>
                </a:lnTo>
                <a:close/>
              </a:path>
            </a:pathLst>
          </a:custGeom>
          <a:ln w="2629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3" name="object 63"/>
          <p:cNvSpPr/>
          <p:nvPr/>
        </p:nvSpPr>
        <p:spPr>
          <a:xfrm>
            <a:off x="3472441" y="2754483"/>
            <a:ext cx="1094131" cy="498467"/>
          </a:xfrm>
          <a:custGeom>
            <a:avLst/>
            <a:gdLst/>
            <a:ahLst/>
            <a:cxnLst/>
            <a:rect l="l" t="t" r="r" b="b"/>
            <a:pathLst>
              <a:path w="1279525" h="582929">
                <a:moveTo>
                  <a:pt x="1182444" y="0"/>
                </a:moveTo>
                <a:lnTo>
                  <a:pt x="97078" y="0"/>
                </a:lnTo>
                <a:lnTo>
                  <a:pt x="59291" y="7632"/>
                </a:lnTo>
                <a:lnTo>
                  <a:pt x="28434" y="28446"/>
                </a:lnTo>
                <a:lnTo>
                  <a:pt x="7629" y="59317"/>
                </a:lnTo>
                <a:lnTo>
                  <a:pt x="0" y="97121"/>
                </a:lnTo>
                <a:lnTo>
                  <a:pt x="0" y="485592"/>
                </a:lnTo>
                <a:lnTo>
                  <a:pt x="7629" y="523396"/>
                </a:lnTo>
                <a:lnTo>
                  <a:pt x="28434" y="554267"/>
                </a:lnTo>
                <a:lnTo>
                  <a:pt x="59291" y="575081"/>
                </a:lnTo>
                <a:lnTo>
                  <a:pt x="97078" y="582714"/>
                </a:lnTo>
                <a:lnTo>
                  <a:pt x="1182444" y="582714"/>
                </a:lnTo>
                <a:lnTo>
                  <a:pt x="1220231" y="575081"/>
                </a:lnTo>
                <a:lnTo>
                  <a:pt x="1251089" y="554267"/>
                </a:lnTo>
                <a:lnTo>
                  <a:pt x="1271893" y="523396"/>
                </a:lnTo>
                <a:lnTo>
                  <a:pt x="1279522" y="485592"/>
                </a:lnTo>
                <a:lnTo>
                  <a:pt x="1279522" y="97121"/>
                </a:lnTo>
                <a:lnTo>
                  <a:pt x="1271893" y="59317"/>
                </a:lnTo>
                <a:lnTo>
                  <a:pt x="1251089" y="28446"/>
                </a:lnTo>
                <a:lnTo>
                  <a:pt x="1220231" y="7632"/>
                </a:lnTo>
                <a:lnTo>
                  <a:pt x="11824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4" name="object 64"/>
          <p:cNvSpPr/>
          <p:nvPr/>
        </p:nvSpPr>
        <p:spPr>
          <a:xfrm>
            <a:off x="3472441" y="2754483"/>
            <a:ext cx="1094131" cy="498467"/>
          </a:xfrm>
          <a:custGeom>
            <a:avLst/>
            <a:gdLst/>
            <a:ahLst/>
            <a:cxnLst/>
            <a:rect l="l" t="t" r="r" b="b"/>
            <a:pathLst>
              <a:path w="1279525" h="582929">
                <a:moveTo>
                  <a:pt x="0" y="97121"/>
                </a:moveTo>
                <a:lnTo>
                  <a:pt x="7628" y="59317"/>
                </a:lnTo>
                <a:lnTo>
                  <a:pt x="28433" y="28446"/>
                </a:lnTo>
                <a:lnTo>
                  <a:pt x="59290" y="7632"/>
                </a:lnTo>
                <a:lnTo>
                  <a:pt x="97077" y="0"/>
                </a:lnTo>
                <a:lnTo>
                  <a:pt x="1182444" y="0"/>
                </a:lnTo>
                <a:lnTo>
                  <a:pt x="1220231" y="7632"/>
                </a:lnTo>
                <a:lnTo>
                  <a:pt x="1251088" y="28446"/>
                </a:lnTo>
                <a:lnTo>
                  <a:pt x="1271893" y="59317"/>
                </a:lnTo>
                <a:lnTo>
                  <a:pt x="1279521" y="97121"/>
                </a:lnTo>
                <a:lnTo>
                  <a:pt x="1279521" y="485592"/>
                </a:lnTo>
                <a:lnTo>
                  <a:pt x="1271893" y="523396"/>
                </a:lnTo>
                <a:lnTo>
                  <a:pt x="1251088" y="554267"/>
                </a:lnTo>
                <a:lnTo>
                  <a:pt x="1220231" y="575081"/>
                </a:lnTo>
                <a:lnTo>
                  <a:pt x="1182444" y="582714"/>
                </a:lnTo>
                <a:lnTo>
                  <a:pt x="97077" y="582714"/>
                </a:lnTo>
                <a:lnTo>
                  <a:pt x="59290" y="575081"/>
                </a:lnTo>
                <a:lnTo>
                  <a:pt x="28433" y="554267"/>
                </a:lnTo>
                <a:lnTo>
                  <a:pt x="7628" y="523396"/>
                </a:lnTo>
                <a:lnTo>
                  <a:pt x="0" y="485592"/>
                </a:lnTo>
                <a:lnTo>
                  <a:pt x="0" y="97121"/>
                </a:lnTo>
                <a:close/>
              </a:path>
            </a:pathLst>
          </a:custGeom>
          <a:ln w="26291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6" name="object 66"/>
          <p:cNvSpPr/>
          <p:nvPr/>
        </p:nvSpPr>
        <p:spPr>
          <a:xfrm>
            <a:off x="4664754" y="2754483"/>
            <a:ext cx="876933" cy="498467"/>
          </a:xfrm>
          <a:custGeom>
            <a:avLst/>
            <a:gdLst/>
            <a:ahLst/>
            <a:cxnLst/>
            <a:rect l="l" t="t" r="r" b="b"/>
            <a:pathLst>
              <a:path w="1025525" h="582929">
                <a:moveTo>
                  <a:pt x="927919" y="0"/>
                </a:moveTo>
                <a:lnTo>
                  <a:pt x="97077" y="0"/>
                </a:lnTo>
                <a:lnTo>
                  <a:pt x="59290" y="7632"/>
                </a:lnTo>
                <a:lnTo>
                  <a:pt x="28433" y="28445"/>
                </a:lnTo>
                <a:lnTo>
                  <a:pt x="7628" y="59316"/>
                </a:lnTo>
                <a:lnTo>
                  <a:pt x="0" y="97120"/>
                </a:lnTo>
                <a:lnTo>
                  <a:pt x="0" y="485592"/>
                </a:lnTo>
                <a:lnTo>
                  <a:pt x="7628" y="523396"/>
                </a:lnTo>
                <a:lnTo>
                  <a:pt x="28433" y="554268"/>
                </a:lnTo>
                <a:lnTo>
                  <a:pt x="59290" y="575081"/>
                </a:lnTo>
                <a:lnTo>
                  <a:pt x="97077" y="582714"/>
                </a:lnTo>
                <a:lnTo>
                  <a:pt x="927919" y="582714"/>
                </a:lnTo>
                <a:lnTo>
                  <a:pt x="965706" y="575081"/>
                </a:lnTo>
                <a:lnTo>
                  <a:pt x="996563" y="554268"/>
                </a:lnTo>
                <a:lnTo>
                  <a:pt x="1017367" y="523396"/>
                </a:lnTo>
                <a:lnTo>
                  <a:pt x="1024996" y="485592"/>
                </a:lnTo>
                <a:lnTo>
                  <a:pt x="1024996" y="97120"/>
                </a:lnTo>
                <a:lnTo>
                  <a:pt x="1017367" y="59316"/>
                </a:lnTo>
                <a:lnTo>
                  <a:pt x="996563" y="28445"/>
                </a:lnTo>
                <a:lnTo>
                  <a:pt x="965706" y="7632"/>
                </a:lnTo>
                <a:lnTo>
                  <a:pt x="9279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7" name="object 67"/>
          <p:cNvSpPr/>
          <p:nvPr/>
        </p:nvSpPr>
        <p:spPr>
          <a:xfrm>
            <a:off x="4664754" y="2754483"/>
            <a:ext cx="876933" cy="498467"/>
          </a:xfrm>
          <a:custGeom>
            <a:avLst/>
            <a:gdLst/>
            <a:ahLst/>
            <a:cxnLst/>
            <a:rect l="l" t="t" r="r" b="b"/>
            <a:pathLst>
              <a:path w="1025525" h="582929">
                <a:moveTo>
                  <a:pt x="0" y="97121"/>
                </a:moveTo>
                <a:lnTo>
                  <a:pt x="7628" y="59317"/>
                </a:lnTo>
                <a:lnTo>
                  <a:pt x="28433" y="28446"/>
                </a:lnTo>
                <a:lnTo>
                  <a:pt x="59290" y="7632"/>
                </a:lnTo>
                <a:lnTo>
                  <a:pt x="97077" y="0"/>
                </a:lnTo>
                <a:lnTo>
                  <a:pt x="927919" y="0"/>
                </a:lnTo>
                <a:lnTo>
                  <a:pt x="965706" y="7632"/>
                </a:lnTo>
                <a:lnTo>
                  <a:pt x="996563" y="28446"/>
                </a:lnTo>
                <a:lnTo>
                  <a:pt x="1017367" y="59317"/>
                </a:lnTo>
                <a:lnTo>
                  <a:pt x="1024996" y="97121"/>
                </a:lnTo>
                <a:lnTo>
                  <a:pt x="1024996" y="485592"/>
                </a:lnTo>
                <a:lnTo>
                  <a:pt x="1017367" y="523396"/>
                </a:lnTo>
                <a:lnTo>
                  <a:pt x="996563" y="554267"/>
                </a:lnTo>
                <a:lnTo>
                  <a:pt x="965706" y="575081"/>
                </a:lnTo>
                <a:lnTo>
                  <a:pt x="927919" y="582714"/>
                </a:lnTo>
                <a:lnTo>
                  <a:pt x="97077" y="582714"/>
                </a:lnTo>
                <a:lnTo>
                  <a:pt x="59290" y="575081"/>
                </a:lnTo>
                <a:lnTo>
                  <a:pt x="28433" y="554267"/>
                </a:lnTo>
                <a:lnTo>
                  <a:pt x="7628" y="523396"/>
                </a:lnTo>
                <a:lnTo>
                  <a:pt x="0" y="485592"/>
                </a:lnTo>
                <a:lnTo>
                  <a:pt x="0" y="97121"/>
                </a:lnTo>
                <a:close/>
              </a:path>
            </a:pathLst>
          </a:custGeom>
          <a:ln w="2629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8" name="object 68"/>
          <p:cNvSpPr/>
          <p:nvPr/>
        </p:nvSpPr>
        <p:spPr>
          <a:xfrm>
            <a:off x="5660698" y="2754483"/>
            <a:ext cx="996392" cy="498467"/>
          </a:xfrm>
          <a:custGeom>
            <a:avLst/>
            <a:gdLst/>
            <a:ahLst/>
            <a:cxnLst/>
            <a:rect l="l" t="t" r="r" b="b"/>
            <a:pathLst>
              <a:path w="1165225" h="582929">
                <a:moveTo>
                  <a:pt x="1067622" y="0"/>
                </a:moveTo>
                <a:lnTo>
                  <a:pt x="97077" y="0"/>
                </a:lnTo>
                <a:lnTo>
                  <a:pt x="59290" y="7632"/>
                </a:lnTo>
                <a:lnTo>
                  <a:pt x="28433" y="28445"/>
                </a:lnTo>
                <a:lnTo>
                  <a:pt x="7628" y="59316"/>
                </a:lnTo>
                <a:lnTo>
                  <a:pt x="0" y="97120"/>
                </a:lnTo>
                <a:lnTo>
                  <a:pt x="0" y="485593"/>
                </a:lnTo>
                <a:lnTo>
                  <a:pt x="7628" y="523397"/>
                </a:lnTo>
                <a:lnTo>
                  <a:pt x="28433" y="554268"/>
                </a:lnTo>
                <a:lnTo>
                  <a:pt x="59290" y="575081"/>
                </a:lnTo>
                <a:lnTo>
                  <a:pt x="97077" y="582714"/>
                </a:lnTo>
                <a:lnTo>
                  <a:pt x="1067622" y="582714"/>
                </a:lnTo>
                <a:lnTo>
                  <a:pt x="1105409" y="575081"/>
                </a:lnTo>
                <a:lnTo>
                  <a:pt x="1136267" y="554268"/>
                </a:lnTo>
                <a:lnTo>
                  <a:pt x="1157071" y="523397"/>
                </a:lnTo>
                <a:lnTo>
                  <a:pt x="1164700" y="485593"/>
                </a:lnTo>
                <a:lnTo>
                  <a:pt x="1164700" y="97120"/>
                </a:lnTo>
                <a:lnTo>
                  <a:pt x="1157071" y="59316"/>
                </a:lnTo>
                <a:lnTo>
                  <a:pt x="1136267" y="28445"/>
                </a:lnTo>
                <a:lnTo>
                  <a:pt x="1105409" y="7632"/>
                </a:lnTo>
                <a:lnTo>
                  <a:pt x="10676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9" name="object 69"/>
          <p:cNvSpPr/>
          <p:nvPr/>
        </p:nvSpPr>
        <p:spPr>
          <a:xfrm>
            <a:off x="5660698" y="2754483"/>
            <a:ext cx="996392" cy="498467"/>
          </a:xfrm>
          <a:custGeom>
            <a:avLst/>
            <a:gdLst/>
            <a:ahLst/>
            <a:cxnLst/>
            <a:rect l="l" t="t" r="r" b="b"/>
            <a:pathLst>
              <a:path w="1165225" h="582929">
                <a:moveTo>
                  <a:pt x="0" y="97120"/>
                </a:moveTo>
                <a:lnTo>
                  <a:pt x="7628" y="59317"/>
                </a:lnTo>
                <a:lnTo>
                  <a:pt x="28433" y="28446"/>
                </a:lnTo>
                <a:lnTo>
                  <a:pt x="59290" y="7632"/>
                </a:lnTo>
                <a:lnTo>
                  <a:pt x="97077" y="0"/>
                </a:lnTo>
                <a:lnTo>
                  <a:pt x="1067622" y="0"/>
                </a:lnTo>
                <a:lnTo>
                  <a:pt x="1105409" y="7632"/>
                </a:lnTo>
                <a:lnTo>
                  <a:pt x="1136266" y="28446"/>
                </a:lnTo>
                <a:lnTo>
                  <a:pt x="1157070" y="59317"/>
                </a:lnTo>
                <a:lnTo>
                  <a:pt x="1164699" y="97120"/>
                </a:lnTo>
                <a:lnTo>
                  <a:pt x="1164699" y="485593"/>
                </a:lnTo>
                <a:lnTo>
                  <a:pt x="1157070" y="523396"/>
                </a:lnTo>
                <a:lnTo>
                  <a:pt x="1136266" y="554267"/>
                </a:lnTo>
                <a:lnTo>
                  <a:pt x="1105409" y="575081"/>
                </a:lnTo>
                <a:lnTo>
                  <a:pt x="1067622" y="582714"/>
                </a:lnTo>
                <a:lnTo>
                  <a:pt x="97077" y="582714"/>
                </a:lnTo>
                <a:lnTo>
                  <a:pt x="59290" y="575081"/>
                </a:lnTo>
                <a:lnTo>
                  <a:pt x="28433" y="554267"/>
                </a:lnTo>
                <a:lnTo>
                  <a:pt x="7628" y="523396"/>
                </a:lnTo>
                <a:lnTo>
                  <a:pt x="0" y="485593"/>
                </a:lnTo>
                <a:lnTo>
                  <a:pt x="0" y="97120"/>
                </a:lnTo>
                <a:close/>
              </a:path>
            </a:pathLst>
          </a:custGeom>
          <a:ln w="26291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0" name="object 70"/>
          <p:cNvSpPr/>
          <p:nvPr/>
        </p:nvSpPr>
        <p:spPr>
          <a:xfrm>
            <a:off x="6791484" y="2754483"/>
            <a:ext cx="876933" cy="498467"/>
          </a:xfrm>
          <a:custGeom>
            <a:avLst/>
            <a:gdLst/>
            <a:ahLst/>
            <a:cxnLst/>
            <a:rect l="l" t="t" r="r" b="b"/>
            <a:pathLst>
              <a:path w="1025525" h="582929">
                <a:moveTo>
                  <a:pt x="927919" y="0"/>
                </a:moveTo>
                <a:lnTo>
                  <a:pt x="97077" y="0"/>
                </a:lnTo>
                <a:lnTo>
                  <a:pt x="59290" y="7632"/>
                </a:lnTo>
                <a:lnTo>
                  <a:pt x="28433" y="28445"/>
                </a:lnTo>
                <a:lnTo>
                  <a:pt x="7628" y="59316"/>
                </a:lnTo>
                <a:lnTo>
                  <a:pt x="0" y="97120"/>
                </a:lnTo>
                <a:lnTo>
                  <a:pt x="0" y="485592"/>
                </a:lnTo>
                <a:lnTo>
                  <a:pt x="7628" y="523396"/>
                </a:lnTo>
                <a:lnTo>
                  <a:pt x="28433" y="554268"/>
                </a:lnTo>
                <a:lnTo>
                  <a:pt x="59290" y="575081"/>
                </a:lnTo>
                <a:lnTo>
                  <a:pt x="97077" y="582714"/>
                </a:lnTo>
                <a:lnTo>
                  <a:pt x="927919" y="582714"/>
                </a:lnTo>
                <a:lnTo>
                  <a:pt x="965706" y="575081"/>
                </a:lnTo>
                <a:lnTo>
                  <a:pt x="996563" y="554268"/>
                </a:lnTo>
                <a:lnTo>
                  <a:pt x="1017367" y="523396"/>
                </a:lnTo>
                <a:lnTo>
                  <a:pt x="1024996" y="485592"/>
                </a:lnTo>
                <a:lnTo>
                  <a:pt x="1024996" y="97120"/>
                </a:lnTo>
                <a:lnTo>
                  <a:pt x="1017367" y="59316"/>
                </a:lnTo>
                <a:lnTo>
                  <a:pt x="996563" y="28445"/>
                </a:lnTo>
                <a:lnTo>
                  <a:pt x="965706" y="7632"/>
                </a:lnTo>
                <a:lnTo>
                  <a:pt x="9279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1" name="object 71"/>
          <p:cNvSpPr/>
          <p:nvPr/>
        </p:nvSpPr>
        <p:spPr>
          <a:xfrm>
            <a:off x="6791484" y="2754483"/>
            <a:ext cx="876933" cy="498467"/>
          </a:xfrm>
          <a:custGeom>
            <a:avLst/>
            <a:gdLst/>
            <a:ahLst/>
            <a:cxnLst/>
            <a:rect l="l" t="t" r="r" b="b"/>
            <a:pathLst>
              <a:path w="1025525" h="582929">
                <a:moveTo>
                  <a:pt x="0" y="97121"/>
                </a:moveTo>
                <a:lnTo>
                  <a:pt x="7628" y="59317"/>
                </a:lnTo>
                <a:lnTo>
                  <a:pt x="28433" y="28446"/>
                </a:lnTo>
                <a:lnTo>
                  <a:pt x="59290" y="7632"/>
                </a:lnTo>
                <a:lnTo>
                  <a:pt x="97077" y="0"/>
                </a:lnTo>
                <a:lnTo>
                  <a:pt x="927919" y="0"/>
                </a:lnTo>
                <a:lnTo>
                  <a:pt x="965706" y="7632"/>
                </a:lnTo>
                <a:lnTo>
                  <a:pt x="996563" y="28446"/>
                </a:lnTo>
                <a:lnTo>
                  <a:pt x="1017367" y="59317"/>
                </a:lnTo>
                <a:lnTo>
                  <a:pt x="1024996" y="97121"/>
                </a:lnTo>
                <a:lnTo>
                  <a:pt x="1024996" y="485592"/>
                </a:lnTo>
                <a:lnTo>
                  <a:pt x="1017367" y="523396"/>
                </a:lnTo>
                <a:lnTo>
                  <a:pt x="996563" y="554267"/>
                </a:lnTo>
                <a:lnTo>
                  <a:pt x="965706" y="575081"/>
                </a:lnTo>
                <a:lnTo>
                  <a:pt x="927919" y="582714"/>
                </a:lnTo>
                <a:lnTo>
                  <a:pt x="97077" y="582714"/>
                </a:lnTo>
                <a:lnTo>
                  <a:pt x="59290" y="575081"/>
                </a:lnTo>
                <a:lnTo>
                  <a:pt x="28433" y="554267"/>
                </a:lnTo>
                <a:lnTo>
                  <a:pt x="7628" y="523396"/>
                </a:lnTo>
                <a:lnTo>
                  <a:pt x="0" y="485592"/>
                </a:lnTo>
                <a:lnTo>
                  <a:pt x="0" y="97121"/>
                </a:lnTo>
                <a:close/>
              </a:path>
            </a:pathLst>
          </a:custGeom>
          <a:ln w="26290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2" name="object 72"/>
          <p:cNvSpPr txBox="1"/>
          <p:nvPr/>
        </p:nvSpPr>
        <p:spPr>
          <a:xfrm>
            <a:off x="4770806" y="2809639"/>
            <a:ext cx="3099514" cy="3816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tabLst>
                <a:tab pos="1046339" algn="l"/>
                <a:tab pos="2258832" algn="l"/>
              </a:tabLst>
            </a:pPr>
            <a:r>
              <a:rPr sz="2480" spc="4" dirty="0">
                <a:latin typeface="Times New Roman"/>
                <a:cs typeface="Times New Roman"/>
              </a:rPr>
              <a:t>R</a:t>
            </a:r>
            <a:r>
              <a:rPr sz="2480" spc="9" dirty="0">
                <a:latin typeface="Times New Roman"/>
                <a:cs typeface="Times New Roman"/>
              </a:rPr>
              <a:t>N</a:t>
            </a:r>
            <a:r>
              <a:rPr sz="2480" dirty="0">
                <a:latin typeface="Times New Roman"/>
                <a:cs typeface="Times New Roman"/>
              </a:rPr>
              <a:t>N	</a:t>
            </a:r>
            <a:r>
              <a:rPr sz="2480" spc="13" dirty="0">
                <a:latin typeface="Times New Roman"/>
                <a:cs typeface="Times New Roman"/>
              </a:rPr>
              <a:t>GA</a:t>
            </a:r>
            <a:r>
              <a:rPr sz="2480" dirty="0">
                <a:latin typeface="Times New Roman"/>
                <a:cs typeface="Times New Roman"/>
              </a:rPr>
              <a:t>N	</a:t>
            </a:r>
            <a:r>
              <a:rPr sz="2480" spc="4" dirty="0">
                <a:latin typeface="Times New Roman"/>
                <a:cs typeface="Times New Roman"/>
              </a:rPr>
              <a:t>RL</a:t>
            </a:r>
            <a:endParaRPr sz="2480" dirty="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2274236" y="2619579"/>
            <a:ext cx="5596084" cy="2158940"/>
          </a:xfrm>
          <a:custGeom>
            <a:avLst/>
            <a:gdLst/>
            <a:ahLst/>
            <a:cxnLst/>
            <a:rect l="l" t="t" r="r" b="b"/>
            <a:pathLst>
              <a:path w="6544309" h="2524760">
                <a:moveTo>
                  <a:pt x="0" y="0"/>
                </a:moveTo>
                <a:lnTo>
                  <a:pt x="6544203" y="0"/>
                </a:lnTo>
                <a:lnTo>
                  <a:pt x="6544203" y="2524195"/>
                </a:lnTo>
                <a:lnTo>
                  <a:pt x="0" y="2524195"/>
                </a:lnTo>
                <a:lnTo>
                  <a:pt x="0" y="0"/>
                </a:lnTo>
                <a:close/>
              </a:path>
            </a:pathLst>
          </a:custGeom>
          <a:ln w="295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4" name="object 74"/>
          <p:cNvSpPr/>
          <p:nvPr/>
        </p:nvSpPr>
        <p:spPr>
          <a:xfrm>
            <a:off x="4713178" y="3532169"/>
            <a:ext cx="249777" cy="238917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5" name="object 75"/>
          <p:cNvSpPr/>
          <p:nvPr/>
        </p:nvSpPr>
        <p:spPr>
          <a:xfrm>
            <a:off x="4776268" y="3571339"/>
            <a:ext cx="127603" cy="127603"/>
          </a:xfrm>
          <a:custGeom>
            <a:avLst/>
            <a:gdLst/>
            <a:ahLst/>
            <a:cxnLst/>
            <a:rect l="l" t="t" r="r" b="b"/>
            <a:pathLst>
              <a:path w="149225" h="149225">
                <a:moveTo>
                  <a:pt x="74499" y="0"/>
                </a:moveTo>
                <a:lnTo>
                  <a:pt x="45500" y="5857"/>
                </a:lnTo>
                <a:lnTo>
                  <a:pt x="21820" y="21830"/>
                </a:lnTo>
                <a:lnTo>
                  <a:pt x="5854" y="45521"/>
                </a:lnTo>
                <a:lnTo>
                  <a:pt x="0" y="74533"/>
                </a:lnTo>
                <a:lnTo>
                  <a:pt x="5854" y="103545"/>
                </a:lnTo>
                <a:lnTo>
                  <a:pt x="21820" y="127236"/>
                </a:lnTo>
                <a:lnTo>
                  <a:pt x="45500" y="143209"/>
                </a:lnTo>
                <a:lnTo>
                  <a:pt x="74499" y="149066"/>
                </a:lnTo>
                <a:lnTo>
                  <a:pt x="103498" y="143209"/>
                </a:lnTo>
                <a:lnTo>
                  <a:pt x="127179" y="127236"/>
                </a:lnTo>
                <a:lnTo>
                  <a:pt x="143145" y="103545"/>
                </a:lnTo>
                <a:lnTo>
                  <a:pt x="149000" y="74533"/>
                </a:lnTo>
                <a:lnTo>
                  <a:pt x="143145" y="45521"/>
                </a:lnTo>
                <a:lnTo>
                  <a:pt x="127179" y="21830"/>
                </a:lnTo>
                <a:lnTo>
                  <a:pt x="103498" y="5857"/>
                </a:lnTo>
                <a:lnTo>
                  <a:pt x="74499" y="0"/>
                </a:lnTo>
              </a:path>
            </a:pathLst>
          </a:custGeom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6" name="object 76"/>
          <p:cNvSpPr/>
          <p:nvPr/>
        </p:nvSpPr>
        <p:spPr>
          <a:xfrm>
            <a:off x="4776267" y="3571339"/>
            <a:ext cx="127411" cy="12746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7" name="object 77"/>
          <p:cNvSpPr/>
          <p:nvPr/>
        </p:nvSpPr>
        <p:spPr>
          <a:xfrm>
            <a:off x="4776268" y="3571339"/>
            <a:ext cx="127603" cy="127603"/>
          </a:xfrm>
          <a:custGeom>
            <a:avLst/>
            <a:gdLst/>
            <a:ahLst/>
            <a:cxnLst/>
            <a:rect l="l" t="t" r="r" b="b"/>
            <a:pathLst>
              <a:path w="149225" h="149225">
                <a:moveTo>
                  <a:pt x="0" y="74533"/>
                </a:moveTo>
                <a:lnTo>
                  <a:pt x="5854" y="45521"/>
                </a:lnTo>
                <a:lnTo>
                  <a:pt x="21820" y="21830"/>
                </a:lnTo>
                <a:lnTo>
                  <a:pt x="45501" y="5857"/>
                </a:lnTo>
                <a:lnTo>
                  <a:pt x="74499" y="0"/>
                </a:lnTo>
                <a:lnTo>
                  <a:pt x="103498" y="5857"/>
                </a:lnTo>
                <a:lnTo>
                  <a:pt x="127179" y="21830"/>
                </a:lnTo>
                <a:lnTo>
                  <a:pt x="143145" y="45521"/>
                </a:lnTo>
                <a:lnTo>
                  <a:pt x="148999" y="74533"/>
                </a:lnTo>
                <a:lnTo>
                  <a:pt x="143145" y="103545"/>
                </a:lnTo>
                <a:lnTo>
                  <a:pt x="127179" y="127236"/>
                </a:lnTo>
                <a:lnTo>
                  <a:pt x="103498" y="143209"/>
                </a:lnTo>
                <a:lnTo>
                  <a:pt x="74499" y="149066"/>
                </a:lnTo>
                <a:lnTo>
                  <a:pt x="45501" y="143209"/>
                </a:lnTo>
                <a:lnTo>
                  <a:pt x="21820" y="127236"/>
                </a:lnTo>
                <a:lnTo>
                  <a:pt x="5854" y="103545"/>
                </a:lnTo>
                <a:lnTo>
                  <a:pt x="0" y="74533"/>
                </a:lnTo>
                <a:close/>
              </a:path>
            </a:pathLst>
          </a:custGeom>
          <a:ln w="12702">
            <a:solidFill>
              <a:srgbClr val="5698D3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8" name="object 78"/>
          <p:cNvSpPr/>
          <p:nvPr/>
        </p:nvSpPr>
        <p:spPr>
          <a:xfrm>
            <a:off x="4854356" y="3532169"/>
            <a:ext cx="238917" cy="238917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9" name="object 79"/>
          <p:cNvSpPr/>
          <p:nvPr/>
        </p:nvSpPr>
        <p:spPr>
          <a:xfrm>
            <a:off x="4911110" y="3571339"/>
            <a:ext cx="127603" cy="127603"/>
          </a:xfrm>
          <a:custGeom>
            <a:avLst/>
            <a:gdLst/>
            <a:ahLst/>
            <a:cxnLst/>
            <a:rect l="l" t="t" r="r" b="b"/>
            <a:pathLst>
              <a:path w="149225" h="149225">
                <a:moveTo>
                  <a:pt x="74500" y="0"/>
                </a:moveTo>
                <a:lnTo>
                  <a:pt x="45501" y="5857"/>
                </a:lnTo>
                <a:lnTo>
                  <a:pt x="21820" y="21830"/>
                </a:lnTo>
                <a:lnTo>
                  <a:pt x="5854" y="45521"/>
                </a:lnTo>
                <a:lnTo>
                  <a:pt x="0" y="74533"/>
                </a:lnTo>
                <a:lnTo>
                  <a:pt x="5854" y="103545"/>
                </a:lnTo>
                <a:lnTo>
                  <a:pt x="21820" y="127236"/>
                </a:lnTo>
                <a:lnTo>
                  <a:pt x="45501" y="143209"/>
                </a:lnTo>
                <a:lnTo>
                  <a:pt x="74500" y="149066"/>
                </a:lnTo>
                <a:lnTo>
                  <a:pt x="103499" y="143209"/>
                </a:lnTo>
                <a:lnTo>
                  <a:pt x="127180" y="127236"/>
                </a:lnTo>
                <a:lnTo>
                  <a:pt x="143145" y="103545"/>
                </a:lnTo>
                <a:lnTo>
                  <a:pt x="149000" y="74533"/>
                </a:lnTo>
                <a:lnTo>
                  <a:pt x="143145" y="45521"/>
                </a:lnTo>
                <a:lnTo>
                  <a:pt x="127180" y="21830"/>
                </a:lnTo>
                <a:lnTo>
                  <a:pt x="103499" y="5857"/>
                </a:lnTo>
                <a:lnTo>
                  <a:pt x="74500" y="0"/>
                </a:lnTo>
              </a:path>
            </a:pathLst>
          </a:custGeom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0" name="object 80"/>
          <p:cNvSpPr/>
          <p:nvPr/>
        </p:nvSpPr>
        <p:spPr>
          <a:xfrm>
            <a:off x="4911110" y="3571339"/>
            <a:ext cx="127411" cy="12746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1" name="object 81"/>
          <p:cNvSpPr/>
          <p:nvPr/>
        </p:nvSpPr>
        <p:spPr>
          <a:xfrm>
            <a:off x="4911110" y="3571339"/>
            <a:ext cx="127603" cy="127603"/>
          </a:xfrm>
          <a:custGeom>
            <a:avLst/>
            <a:gdLst/>
            <a:ahLst/>
            <a:cxnLst/>
            <a:rect l="l" t="t" r="r" b="b"/>
            <a:pathLst>
              <a:path w="149225" h="149225">
                <a:moveTo>
                  <a:pt x="0" y="74533"/>
                </a:moveTo>
                <a:lnTo>
                  <a:pt x="5854" y="45521"/>
                </a:lnTo>
                <a:lnTo>
                  <a:pt x="21820" y="21830"/>
                </a:lnTo>
                <a:lnTo>
                  <a:pt x="45501" y="5857"/>
                </a:lnTo>
                <a:lnTo>
                  <a:pt x="74499" y="0"/>
                </a:lnTo>
                <a:lnTo>
                  <a:pt x="103498" y="5857"/>
                </a:lnTo>
                <a:lnTo>
                  <a:pt x="127179" y="21830"/>
                </a:lnTo>
                <a:lnTo>
                  <a:pt x="143145" y="45521"/>
                </a:lnTo>
                <a:lnTo>
                  <a:pt x="148999" y="74533"/>
                </a:lnTo>
                <a:lnTo>
                  <a:pt x="143145" y="103545"/>
                </a:lnTo>
                <a:lnTo>
                  <a:pt x="127179" y="127236"/>
                </a:lnTo>
                <a:lnTo>
                  <a:pt x="103498" y="143209"/>
                </a:lnTo>
                <a:lnTo>
                  <a:pt x="74499" y="149066"/>
                </a:lnTo>
                <a:lnTo>
                  <a:pt x="45501" y="143209"/>
                </a:lnTo>
                <a:lnTo>
                  <a:pt x="21820" y="127236"/>
                </a:lnTo>
                <a:lnTo>
                  <a:pt x="5854" y="103545"/>
                </a:lnTo>
                <a:lnTo>
                  <a:pt x="0" y="74533"/>
                </a:lnTo>
                <a:close/>
              </a:path>
            </a:pathLst>
          </a:custGeom>
          <a:ln w="12702">
            <a:solidFill>
              <a:srgbClr val="5698D3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2" name="object 82"/>
          <p:cNvSpPr/>
          <p:nvPr/>
        </p:nvSpPr>
        <p:spPr>
          <a:xfrm>
            <a:off x="4984674" y="3532169"/>
            <a:ext cx="249777" cy="238917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3" name="object 83"/>
          <p:cNvSpPr/>
          <p:nvPr/>
        </p:nvSpPr>
        <p:spPr>
          <a:xfrm>
            <a:off x="5045954" y="3571339"/>
            <a:ext cx="127603" cy="127603"/>
          </a:xfrm>
          <a:custGeom>
            <a:avLst/>
            <a:gdLst/>
            <a:ahLst/>
            <a:cxnLst/>
            <a:rect l="l" t="t" r="r" b="b"/>
            <a:pathLst>
              <a:path w="149225" h="149225">
                <a:moveTo>
                  <a:pt x="74500" y="0"/>
                </a:moveTo>
                <a:lnTo>
                  <a:pt x="45501" y="5857"/>
                </a:lnTo>
                <a:lnTo>
                  <a:pt x="21820" y="21830"/>
                </a:lnTo>
                <a:lnTo>
                  <a:pt x="5854" y="45521"/>
                </a:lnTo>
                <a:lnTo>
                  <a:pt x="0" y="74533"/>
                </a:lnTo>
                <a:lnTo>
                  <a:pt x="5854" y="103545"/>
                </a:lnTo>
                <a:lnTo>
                  <a:pt x="21820" y="127236"/>
                </a:lnTo>
                <a:lnTo>
                  <a:pt x="45501" y="143209"/>
                </a:lnTo>
                <a:lnTo>
                  <a:pt x="74500" y="149066"/>
                </a:lnTo>
                <a:lnTo>
                  <a:pt x="103499" y="143209"/>
                </a:lnTo>
                <a:lnTo>
                  <a:pt x="127180" y="127236"/>
                </a:lnTo>
                <a:lnTo>
                  <a:pt x="143145" y="103545"/>
                </a:lnTo>
                <a:lnTo>
                  <a:pt x="149000" y="74533"/>
                </a:lnTo>
                <a:lnTo>
                  <a:pt x="143145" y="45521"/>
                </a:lnTo>
                <a:lnTo>
                  <a:pt x="127180" y="21830"/>
                </a:lnTo>
                <a:lnTo>
                  <a:pt x="103499" y="5857"/>
                </a:lnTo>
                <a:lnTo>
                  <a:pt x="74500" y="0"/>
                </a:lnTo>
              </a:path>
            </a:pathLst>
          </a:custGeom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4" name="object 84"/>
          <p:cNvSpPr/>
          <p:nvPr/>
        </p:nvSpPr>
        <p:spPr>
          <a:xfrm>
            <a:off x="5045953" y="3571339"/>
            <a:ext cx="127411" cy="12746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5" name="object 85"/>
          <p:cNvSpPr/>
          <p:nvPr/>
        </p:nvSpPr>
        <p:spPr>
          <a:xfrm>
            <a:off x="5045954" y="3571339"/>
            <a:ext cx="127603" cy="127603"/>
          </a:xfrm>
          <a:custGeom>
            <a:avLst/>
            <a:gdLst/>
            <a:ahLst/>
            <a:cxnLst/>
            <a:rect l="l" t="t" r="r" b="b"/>
            <a:pathLst>
              <a:path w="149225" h="149225">
                <a:moveTo>
                  <a:pt x="0" y="74533"/>
                </a:moveTo>
                <a:lnTo>
                  <a:pt x="5854" y="45521"/>
                </a:lnTo>
                <a:lnTo>
                  <a:pt x="21820" y="21830"/>
                </a:lnTo>
                <a:lnTo>
                  <a:pt x="45501" y="5857"/>
                </a:lnTo>
                <a:lnTo>
                  <a:pt x="74499" y="0"/>
                </a:lnTo>
                <a:lnTo>
                  <a:pt x="103498" y="5857"/>
                </a:lnTo>
                <a:lnTo>
                  <a:pt x="127179" y="21830"/>
                </a:lnTo>
                <a:lnTo>
                  <a:pt x="143145" y="45521"/>
                </a:lnTo>
                <a:lnTo>
                  <a:pt x="148999" y="74533"/>
                </a:lnTo>
                <a:lnTo>
                  <a:pt x="143145" y="103545"/>
                </a:lnTo>
                <a:lnTo>
                  <a:pt x="127179" y="127236"/>
                </a:lnTo>
                <a:lnTo>
                  <a:pt x="103498" y="143209"/>
                </a:lnTo>
                <a:lnTo>
                  <a:pt x="74499" y="149066"/>
                </a:lnTo>
                <a:lnTo>
                  <a:pt x="45501" y="143209"/>
                </a:lnTo>
                <a:lnTo>
                  <a:pt x="21820" y="127236"/>
                </a:lnTo>
                <a:lnTo>
                  <a:pt x="5854" y="103545"/>
                </a:lnTo>
                <a:lnTo>
                  <a:pt x="0" y="74533"/>
                </a:lnTo>
                <a:close/>
              </a:path>
            </a:pathLst>
          </a:custGeom>
          <a:ln w="12702">
            <a:solidFill>
              <a:srgbClr val="5698D3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6" name="object 86"/>
          <p:cNvSpPr/>
          <p:nvPr/>
        </p:nvSpPr>
        <p:spPr>
          <a:xfrm>
            <a:off x="5125853" y="3532169"/>
            <a:ext cx="238917" cy="238917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7" name="object 87"/>
          <p:cNvSpPr/>
          <p:nvPr/>
        </p:nvSpPr>
        <p:spPr>
          <a:xfrm>
            <a:off x="5180797" y="3571339"/>
            <a:ext cx="127603" cy="127603"/>
          </a:xfrm>
          <a:custGeom>
            <a:avLst/>
            <a:gdLst/>
            <a:ahLst/>
            <a:cxnLst/>
            <a:rect l="l" t="t" r="r" b="b"/>
            <a:pathLst>
              <a:path w="149225" h="149225">
                <a:moveTo>
                  <a:pt x="74499" y="0"/>
                </a:moveTo>
                <a:lnTo>
                  <a:pt x="45500" y="5857"/>
                </a:lnTo>
                <a:lnTo>
                  <a:pt x="21820" y="21830"/>
                </a:lnTo>
                <a:lnTo>
                  <a:pt x="5854" y="45521"/>
                </a:lnTo>
                <a:lnTo>
                  <a:pt x="0" y="74533"/>
                </a:lnTo>
                <a:lnTo>
                  <a:pt x="5854" y="103545"/>
                </a:lnTo>
                <a:lnTo>
                  <a:pt x="21820" y="127236"/>
                </a:lnTo>
                <a:lnTo>
                  <a:pt x="45500" y="143209"/>
                </a:lnTo>
                <a:lnTo>
                  <a:pt x="74499" y="149066"/>
                </a:lnTo>
                <a:lnTo>
                  <a:pt x="103498" y="143209"/>
                </a:lnTo>
                <a:lnTo>
                  <a:pt x="127179" y="127236"/>
                </a:lnTo>
                <a:lnTo>
                  <a:pt x="143145" y="103545"/>
                </a:lnTo>
                <a:lnTo>
                  <a:pt x="149000" y="74533"/>
                </a:lnTo>
                <a:lnTo>
                  <a:pt x="143145" y="45521"/>
                </a:lnTo>
                <a:lnTo>
                  <a:pt x="127179" y="21830"/>
                </a:lnTo>
                <a:lnTo>
                  <a:pt x="103498" y="5857"/>
                </a:lnTo>
                <a:lnTo>
                  <a:pt x="74499" y="0"/>
                </a:lnTo>
              </a:path>
            </a:pathLst>
          </a:custGeom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8" name="object 88"/>
          <p:cNvSpPr/>
          <p:nvPr/>
        </p:nvSpPr>
        <p:spPr>
          <a:xfrm>
            <a:off x="5180797" y="3571339"/>
            <a:ext cx="127411" cy="12746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9" name="object 89"/>
          <p:cNvSpPr/>
          <p:nvPr/>
        </p:nvSpPr>
        <p:spPr>
          <a:xfrm>
            <a:off x="5180797" y="3571339"/>
            <a:ext cx="127603" cy="127603"/>
          </a:xfrm>
          <a:custGeom>
            <a:avLst/>
            <a:gdLst/>
            <a:ahLst/>
            <a:cxnLst/>
            <a:rect l="l" t="t" r="r" b="b"/>
            <a:pathLst>
              <a:path w="149225" h="149225">
                <a:moveTo>
                  <a:pt x="0" y="74533"/>
                </a:moveTo>
                <a:lnTo>
                  <a:pt x="5854" y="45521"/>
                </a:lnTo>
                <a:lnTo>
                  <a:pt x="21820" y="21830"/>
                </a:lnTo>
                <a:lnTo>
                  <a:pt x="45501" y="5857"/>
                </a:lnTo>
                <a:lnTo>
                  <a:pt x="74499" y="0"/>
                </a:lnTo>
                <a:lnTo>
                  <a:pt x="103498" y="5857"/>
                </a:lnTo>
                <a:lnTo>
                  <a:pt x="127179" y="21830"/>
                </a:lnTo>
                <a:lnTo>
                  <a:pt x="143145" y="45521"/>
                </a:lnTo>
                <a:lnTo>
                  <a:pt x="148999" y="74533"/>
                </a:lnTo>
                <a:lnTo>
                  <a:pt x="143145" y="103545"/>
                </a:lnTo>
                <a:lnTo>
                  <a:pt x="127179" y="127236"/>
                </a:lnTo>
                <a:lnTo>
                  <a:pt x="103498" y="143209"/>
                </a:lnTo>
                <a:lnTo>
                  <a:pt x="74499" y="149066"/>
                </a:lnTo>
                <a:lnTo>
                  <a:pt x="45501" y="143209"/>
                </a:lnTo>
                <a:lnTo>
                  <a:pt x="21820" y="127236"/>
                </a:lnTo>
                <a:lnTo>
                  <a:pt x="5854" y="103545"/>
                </a:lnTo>
                <a:lnTo>
                  <a:pt x="0" y="74533"/>
                </a:lnTo>
                <a:close/>
              </a:path>
            </a:pathLst>
          </a:custGeom>
          <a:ln w="12702">
            <a:solidFill>
              <a:srgbClr val="5698D3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90" name="object 90"/>
          <p:cNvSpPr/>
          <p:nvPr/>
        </p:nvSpPr>
        <p:spPr>
          <a:xfrm>
            <a:off x="5256171" y="3532169"/>
            <a:ext cx="249777" cy="238917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91" name="object 91"/>
          <p:cNvSpPr/>
          <p:nvPr/>
        </p:nvSpPr>
        <p:spPr>
          <a:xfrm>
            <a:off x="5315640" y="3571339"/>
            <a:ext cx="127603" cy="127603"/>
          </a:xfrm>
          <a:custGeom>
            <a:avLst/>
            <a:gdLst/>
            <a:ahLst/>
            <a:cxnLst/>
            <a:rect l="l" t="t" r="r" b="b"/>
            <a:pathLst>
              <a:path w="149225" h="149225">
                <a:moveTo>
                  <a:pt x="74500" y="0"/>
                </a:moveTo>
                <a:lnTo>
                  <a:pt x="45501" y="5857"/>
                </a:lnTo>
                <a:lnTo>
                  <a:pt x="21820" y="21830"/>
                </a:lnTo>
                <a:lnTo>
                  <a:pt x="5854" y="45521"/>
                </a:lnTo>
                <a:lnTo>
                  <a:pt x="0" y="74533"/>
                </a:lnTo>
                <a:lnTo>
                  <a:pt x="5854" y="103545"/>
                </a:lnTo>
                <a:lnTo>
                  <a:pt x="21820" y="127236"/>
                </a:lnTo>
                <a:lnTo>
                  <a:pt x="45501" y="143209"/>
                </a:lnTo>
                <a:lnTo>
                  <a:pt x="74500" y="149066"/>
                </a:lnTo>
                <a:lnTo>
                  <a:pt x="103499" y="143209"/>
                </a:lnTo>
                <a:lnTo>
                  <a:pt x="127180" y="127236"/>
                </a:lnTo>
                <a:lnTo>
                  <a:pt x="143145" y="103545"/>
                </a:lnTo>
                <a:lnTo>
                  <a:pt x="149000" y="74533"/>
                </a:lnTo>
                <a:lnTo>
                  <a:pt x="143145" y="45521"/>
                </a:lnTo>
                <a:lnTo>
                  <a:pt x="127180" y="21830"/>
                </a:lnTo>
                <a:lnTo>
                  <a:pt x="103499" y="5857"/>
                </a:lnTo>
                <a:lnTo>
                  <a:pt x="74500" y="0"/>
                </a:lnTo>
              </a:path>
            </a:pathLst>
          </a:custGeom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92" name="object 92"/>
          <p:cNvSpPr/>
          <p:nvPr/>
        </p:nvSpPr>
        <p:spPr>
          <a:xfrm>
            <a:off x="5315639" y="3571339"/>
            <a:ext cx="127411" cy="12746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93" name="object 93"/>
          <p:cNvSpPr/>
          <p:nvPr/>
        </p:nvSpPr>
        <p:spPr>
          <a:xfrm>
            <a:off x="5315640" y="3571339"/>
            <a:ext cx="127603" cy="127603"/>
          </a:xfrm>
          <a:custGeom>
            <a:avLst/>
            <a:gdLst/>
            <a:ahLst/>
            <a:cxnLst/>
            <a:rect l="l" t="t" r="r" b="b"/>
            <a:pathLst>
              <a:path w="149225" h="149225">
                <a:moveTo>
                  <a:pt x="0" y="74533"/>
                </a:moveTo>
                <a:lnTo>
                  <a:pt x="5854" y="45521"/>
                </a:lnTo>
                <a:lnTo>
                  <a:pt x="21820" y="21830"/>
                </a:lnTo>
                <a:lnTo>
                  <a:pt x="45501" y="5857"/>
                </a:lnTo>
                <a:lnTo>
                  <a:pt x="74499" y="0"/>
                </a:lnTo>
                <a:lnTo>
                  <a:pt x="103498" y="5857"/>
                </a:lnTo>
                <a:lnTo>
                  <a:pt x="127179" y="21830"/>
                </a:lnTo>
                <a:lnTo>
                  <a:pt x="143145" y="45521"/>
                </a:lnTo>
                <a:lnTo>
                  <a:pt x="148999" y="74533"/>
                </a:lnTo>
                <a:lnTo>
                  <a:pt x="143145" y="103545"/>
                </a:lnTo>
                <a:lnTo>
                  <a:pt x="127179" y="127236"/>
                </a:lnTo>
                <a:lnTo>
                  <a:pt x="103498" y="143209"/>
                </a:lnTo>
                <a:lnTo>
                  <a:pt x="74499" y="149066"/>
                </a:lnTo>
                <a:lnTo>
                  <a:pt x="45501" y="143209"/>
                </a:lnTo>
                <a:lnTo>
                  <a:pt x="21820" y="127236"/>
                </a:lnTo>
                <a:lnTo>
                  <a:pt x="5854" y="103545"/>
                </a:lnTo>
                <a:lnTo>
                  <a:pt x="0" y="74533"/>
                </a:lnTo>
                <a:close/>
              </a:path>
            </a:pathLst>
          </a:custGeom>
          <a:ln w="12702">
            <a:solidFill>
              <a:srgbClr val="5698D3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95" name="object 95"/>
          <p:cNvSpPr/>
          <p:nvPr/>
        </p:nvSpPr>
        <p:spPr>
          <a:xfrm>
            <a:off x="3054208" y="3880393"/>
            <a:ext cx="506612" cy="393670"/>
          </a:xfrm>
          <a:custGeom>
            <a:avLst/>
            <a:gdLst/>
            <a:ahLst/>
            <a:cxnLst/>
            <a:rect l="l" t="t" r="r" b="b"/>
            <a:pathLst>
              <a:path w="592454" h="460375">
                <a:moveTo>
                  <a:pt x="375342" y="402041"/>
                </a:moveTo>
                <a:lnTo>
                  <a:pt x="183149" y="402041"/>
                </a:lnTo>
                <a:lnTo>
                  <a:pt x="210576" y="420804"/>
                </a:lnTo>
                <a:lnTo>
                  <a:pt x="256082" y="446727"/>
                </a:lnTo>
                <a:lnTo>
                  <a:pt x="306850" y="459817"/>
                </a:lnTo>
                <a:lnTo>
                  <a:pt x="322930" y="459390"/>
                </a:lnTo>
                <a:lnTo>
                  <a:pt x="363950" y="449114"/>
                </a:lnTo>
                <a:lnTo>
                  <a:pt x="384392" y="439599"/>
                </a:lnTo>
                <a:lnTo>
                  <a:pt x="375342" y="402041"/>
                </a:lnTo>
                <a:close/>
              </a:path>
              <a:path w="592454" h="460375">
                <a:moveTo>
                  <a:pt x="152387" y="75574"/>
                </a:moveTo>
                <a:lnTo>
                  <a:pt x="88227" y="91179"/>
                </a:lnTo>
                <a:lnTo>
                  <a:pt x="37397" y="127247"/>
                </a:lnTo>
                <a:lnTo>
                  <a:pt x="6769" y="181143"/>
                </a:lnTo>
                <a:lnTo>
                  <a:pt x="0" y="245431"/>
                </a:lnTo>
                <a:lnTo>
                  <a:pt x="5790" y="281007"/>
                </a:lnTo>
                <a:lnTo>
                  <a:pt x="29738" y="338354"/>
                </a:lnTo>
                <a:lnTo>
                  <a:pt x="70316" y="380630"/>
                </a:lnTo>
                <a:lnTo>
                  <a:pt x="122971" y="403353"/>
                </a:lnTo>
                <a:lnTo>
                  <a:pt x="152120" y="405701"/>
                </a:lnTo>
                <a:lnTo>
                  <a:pt x="183149" y="402041"/>
                </a:lnTo>
                <a:lnTo>
                  <a:pt x="375342" y="402041"/>
                </a:lnTo>
                <a:lnTo>
                  <a:pt x="375036" y="400774"/>
                </a:lnTo>
                <a:lnTo>
                  <a:pt x="314358" y="400774"/>
                </a:lnTo>
                <a:lnTo>
                  <a:pt x="302349" y="400349"/>
                </a:lnTo>
                <a:lnTo>
                  <a:pt x="257678" y="383952"/>
                </a:lnTo>
                <a:lnTo>
                  <a:pt x="245605" y="376435"/>
                </a:lnTo>
                <a:lnTo>
                  <a:pt x="265004" y="361828"/>
                </a:lnTo>
                <a:lnTo>
                  <a:pt x="280138" y="345774"/>
                </a:lnTo>
                <a:lnTo>
                  <a:pt x="161737" y="345774"/>
                </a:lnTo>
                <a:lnTo>
                  <a:pt x="144779" y="344359"/>
                </a:lnTo>
                <a:lnTo>
                  <a:pt x="100661" y="317041"/>
                </a:lnTo>
                <a:lnTo>
                  <a:pt x="80664" y="282539"/>
                </a:lnTo>
                <a:lnTo>
                  <a:pt x="70047" y="238368"/>
                </a:lnTo>
                <a:lnTo>
                  <a:pt x="69493" y="217560"/>
                </a:lnTo>
                <a:lnTo>
                  <a:pt x="72295" y="198338"/>
                </a:lnTo>
                <a:lnTo>
                  <a:pt x="99704" y="153143"/>
                </a:lnTo>
                <a:lnTo>
                  <a:pt x="150219" y="135289"/>
                </a:lnTo>
                <a:lnTo>
                  <a:pt x="274850" y="135289"/>
                </a:lnTo>
                <a:lnTo>
                  <a:pt x="260091" y="117085"/>
                </a:lnTo>
                <a:lnTo>
                  <a:pt x="236633" y="98082"/>
                </a:lnTo>
                <a:lnTo>
                  <a:pt x="210209" y="84466"/>
                </a:lnTo>
                <a:lnTo>
                  <a:pt x="182127" y="76963"/>
                </a:lnTo>
                <a:lnTo>
                  <a:pt x="152387" y="75574"/>
                </a:lnTo>
                <a:close/>
              </a:path>
              <a:path w="592454" h="460375">
                <a:moveTo>
                  <a:pt x="371011" y="384070"/>
                </a:moveTo>
                <a:lnTo>
                  <a:pt x="327333" y="399636"/>
                </a:lnTo>
                <a:lnTo>
                  <a:pt x="314358" y="400774"/>
                </a:lnTo>
                <a:lnTo>
                  <a:pt x="375036" y="400774"/>
                </a:lnTo>
                <a:lnTo>
                  <a:pt x="371011" y="384070"/>
                </a:lnTo>
                <a:close/>
              </a:path>
              <a:path w="592454" h="460375">
                <a:moveTo>
                  <a:pt x="274850" y="135289"/>
                </a:moveTo>
                <a:lnTo>
                  <a:pt x="150219" y="135289"/>
                </a:lnTo>
                <a:lnTo>
                  <a:pt x="167119" y="136658"/>
                </a:lnTo>
                <a:lnTo>
                  <a:pt x="182821" y="141951"/>
                </a:lnTo>
                <a:lnTo>
                  <a:pt x="221138" y="180217"/>
                </a:lnTo>
                <a:lnTo>
                  <a:pt x="236973" y="222675"/>
                </a:lnTo>
                <a:lnTo>
                  <a:pt x="241645" y="266089"/>
                </a:lnTo>
                <a:lnTo>
                  <a:pt x="238961" y="284980"/>
                </a:lnTo>
                <a:lnTo>
                  <a:pt x="211924" y="328388"/>
                </a:lnTo>
                <a:lnTo>
                  <a:pt x="161737" y="345774"/>
                </a:lnTo>
                <a:lnTo>
                  <a:pt x="280138" y="345774"/>
                </a:lnTo>
                <a:lnTo>
                  <a:pt x="302998" y="303613"/>
                </a:lnTo>
                <a:lnTo>
                  <a:pt x="311073" y="255226"/>
                </a:lnTo>
                <a:lnTo>
                  <a:pt x="309747" y="229247"/>
                </a:lnTo>
                <a:lnTo>
                  <a:pt x="304846" y="202078"/>
                </a:lnTo>
                <a:lnTo>
                  <a:pt x="294198" y="169084"/>
                </a:lnTo>
                <a:lnTo>
                  <a:pt x="279280" y="140752"/>
                </a:lnTo>
                <a:lnTo>
                  <a:pt x="274850" y="135289"/>
                </a:lnTo>
                <a:close/>
              </a:path>
              <a:path w="592454" h="460375">
                <a:moveTo>
                  <a:pt x="472226" y="80791"/>
                </a:moveTo>
                <a:lnTo>
                  <a:pt x="404232" y="80791"/>
                </a:lnTo>
                <a:lnTo>
                  <a:pt x="451758" y="278023"/>
                </a:lnTo>
                <a:lnTo>
                  <a:pt x="387501" y="293533"/>
                </a:lnTo>
                <a:lnTo>
                  <a:pt x="399826" y="344683"/>
                </a:lnTo>
                <a:lnTo>
                  <a:pt x="592196" y="298246"/>
                </a:lnTo>
                <a:lnTo>
                  <a:pt x="583586" y="262512"/>
                </a:lnTo>
                <a:lnTo>
                  <a:pt x="516014" y="262512"/>
                </a:lnTo>
                <a:lnTo>
                  <a:pt x="472226" y="80791"/>
                </a:lnTo>
                <a:close/>
              </a:path>
              <a:path w="592454" h="460375">
                <a:moveTo>
                  <a:pt x="579872" y="247097"/>
                </a:moveTo>
                <a:lnTo>
                  <a:pt x="516014" y="262512"/>
                </a:lnTo>
                <a:lnTo>
                  <a:pt x="583586" y="262512"/>
                </a:lnTo>
                <a:lnTo>
                  <a:pt x="579872" y="247097"/>
                </a:lnTo>
                <a:close/>
              </a:path>
              <a:path w="592454" h="460375">
                <a:moveTo>
                  <a:pt x="452759" y="0"/>
                </a:moveTo>
                <a:lnTo>
                  <a:pt x="329075" y="58919"/>
                </a:lnTo>
                <a:lnTo>
                  <a:pt x="341782" y="111660"/>
                </a:lnTo>
                <a:lnTo>
                  <a:pt x="404232" y="80791"/>
                </a:lnTo>
                <a:lnTo>
                  <a:pt x="472226" y="80791"/>
                </a:lnTo>
                <a:lnTo>
                  <a:pt x="4527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00" name="object 100"/>
          <p:cNvSpPr/>
          <p:nvPr/>
        </p:nvSpPr>
        <p:spPr>
          <a:xfrm>
            <a:off x="2274236" y="2625819"/>
            <a:ext cx="5596084" cy="2158940"/>
          </a:xfrm>
          <a:custGeom>
            <a:avLst/>
            <a:gdLst/>
            <a:ahLst/>
            <a:cxnLst/>
            <a:rect l="l" t="t" r="r" b="b"/>
            <a:pathLst>
              <a:path w="6544309" h="2524760">
                <a:moveTo>
                  <a:pt x="0" y="2524196"/>
                </a:moveTo>
                <a:lnTo>
                  <a:pt x="6544204" y="2524196"/>
                </a:lnTo>
                <a:lnTo>
                  <a:pt x="6544204" y="0"/>
                </a:lnTo>
                <a:lnTo>
                  <a:pt x="0" y="0"/>
                </a:lnTo>
                <a:lnTo>
                  <a:pt x="0" y="2524196"/>
                </a:lnTo>
              </a:path>
            </a:pathLst>
          </a:custGeom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01" name="object 101"/>
          <p:cNvSpPr/>
          <p:nvPr/>
        </p:nvSpPr>
        <p:spPr>
          <a:xfrm>
            <a:off x="2274236" y="2625821"/>
            <a:ext cx="5596084" cy="2158940"/>
          </a:xfrm>
          <a:custGeom>
            <a:avLst/>
            <a:gdLst/>
            <a:ahLst/>
            <a:cxnLst/>
            <a:rect l="l" t="t" r="r" b="b"/>
            <a:pathLst>
              <a:path w="6544309" h="2524760">
                <a:moveTo>
                  <a:pt x="0" y="0"/>
                </a:moveTo>
                <a:lnTo>
                  <a:pt x="6544203" y="0"/>
                </a:lnTo>
                <a:lnTo>
                  <a:pt x="6544203" y="2524195"/>
                </a:lnTo>
                <a:lnTo>
                  <a:pt x="0" y="2524195"/>
                </a:lnTo>
                <a:lnTo>
                  <a:pt x="0" y="0"/>
                </a:lnTo>
                <a:close/>
              </a:path>
            </a:pathLst>
          </a:custGeom>
          <a:ln w="12704">
            <a:solidFill>
              <a:srgbClr val="A1A1A1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" name="矩形 2"/>
          <p:cNvSpPr/>
          <p:nvPr/>
        </p:nvSpPr>
        <p:spPr>
          <a:xfrm>
            <a:off x="838200" y="3504529"/>
            <a:ext cx="11129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2142"/>
              </a:spcBef>
            </a:pPr>
            <a:r>
              <a:rPr lang="zh-CN" altLang="en-US" sz="2400" spc="13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模型层</a:t>
            </a:r>
          </a:p>
        </p:txBody>
      </p:sp>
      <p:sp>
        <p:nvSpPr>
          <p:cNvPr id="94" name="矩形 93"/>
          <p:cNvSpPr/>
          <p:nvPr/>
        </p:nvSpPr>
        <p:spPr>
          <a:xfrm>
            <a:off x="838200" y="1719607"/>
            <a:ext cx="11129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2142"/>
              </a:spcBef>
            </a:pPr>
            <a:r>
              <a:rPr lang="zh-CN" altLang="en-US" sz="2400" spc="13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数据层</a:t>
            </a:r>
          </a:p>
        </p:txBody>
      </p:sp>
      <p:sp>
        <p:nvSpPr>
          <p:cNvPr id="96" name="矩形 95"/>
          <p:cNvSpPr/>
          <p:nvPr/>
        </p:nvSpPr>
        <p:spPr>
          <a:xfrm>
            <a:off x="914400" y="5748793"/>
            <a:ext cx="11129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2142"/>
              </a:spcBef>
            </a:pPr>
            <a:r>
              <a:rPr lang="zh-CN" altLang="en-US" sz="2400" spc="13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sz="half" idx="4294967295"/>
          </p:nvPr>
        </p:nvSpPr>
        <p:spPr>
          <a:xfrm>
            <a:off x="2547261" y="2709125"/>
            <a:ext cx="2083803" cy="1914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>
              <a:buNone/>
            </a:pPr>
            <a:r>
              <a:rPr sz="2400" b="1" spc="4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r>
              <a:rPr sz="2400" b="1" spc="9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lang="en-US"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     </a:t>
            </a:r>
            <a:r>
              <a:rPr sz="2400" b="1" spc="4" dirty="0">
                <a:solidFill>
                  <a:srgbClr val="000000"/>
                </a:solidFill>
                <a:latin typeface="Times New Roman"/>
                <a:cs typeface="Times New Roman"/>
              </a:rPr>
              <a:t>RC</a:t>
            </a:r>
            <a:r>
              <a:rPr sz="2400" b="1" spc="9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endParaRPr lang="en-US" b="1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800" b="1" spc="4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sz="2400" b="1" spc="4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  <a:r>
              <a:rPr sz="2400" b="1" spc="9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lang="en-US"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     </a:t>
            </a:r>
            <a:r>
              <a:rPr sz="2400" b="1" spc="4" dirty="0">
                <a:solidFill>
                  <a:srgbClr val="000000"/>
                </a:solidFill>
                <a:latin typeface="Times New Roman"/>
                <a:cs typeface="Times New Roman"/>
              </a:rPr>
              <a:t>RC</a:t>
            </a:r>
            <a:r>
              <a:rPr sz="2400" b="1" spc="9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endParaRPr sz="24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76594660"/>
      </p:ext>
    </p:extLst>
  </p:cSld>
  <p:clrMapOvr>
    <a:masterClrMapping/>
  </p:clrMapOvr>
  <p:transition spd="slow">
    <p:circl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lang="zh-CN" altLang="en-US" sz="3200" b="0" spc="43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什么是人工智能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6970713" y="6092825"/>
            <a:ext cx="2173287" cy="269875"/>
          </a:xfrm>
          <a:prstGeom prst="rect">
            <a:avLst/>
          </a:prstGeom>
        </p:spPr>
        <p:txBody>
          <a:bodyPr vert="horz" wrap="square" lIns="0" tIns="26607" rIns="0" bIns="0" rtlCol="0">
            <a:spAutoFit/>
          </a:bodyPr>
          <a:lstStyle/>
          <a:p>
            <a:pPr marL="10860">
              <a:spcBef>
                <a:spcPts val="209"/>
              </a:spcBef>
            </a:pPr>
            <a:r>
              <a:rPr lang="zh-CN" altLang="en-US" spc="-4" dirty="0">
                <a:hlinkClick r:id="rId2"/>
              </a:rPr>
              <a:t> </a:t>
            </a:r>
            <a:endParaRPr spc="-4" dirty="0">
              <a:hlinkClick r:id="rId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75086" y="1578023"/>
            <a:ext cx="4595890" cy="28967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6"/>
          <p:cNvSpPr txBox="1"/>
          <p:nvPr/>
        </p:nvSpPr>
        <p:spPr>
          <a:xfrm>
            <a:off x="522514" y="4572000"/>
            <a:ext cx="8020881" cy="1423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47972" marR="1703355" indent="-718374">
              <a:lnSpc>
                <a:spcPct val="188900"/>
              </a:lnSpc>
            </a:pPr>
            <a:r>
              <a:rPr sz="1796" b="1" spc="-9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1956</a:t>
            </a:r>
            <a:r>
              <a:rPr sz="1796" b="1" spc="-2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年美国达特茅斯会“人工智能</a:t>
            </a:r>
            <a:r>
              <a:rPr sz="1796" b="1" spc="-4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”</a:t>
            </a:r>
            <a:r>
              <a:rPr sz="1796" b="1" spc="-38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sz="1796" b="1" spc="-2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概念诞生 人工智能</a:t>
            </a:r>
            <a:r>
              <a:rPr sz="1796" b="1" spc="-9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(Artificial</a:t>
            </a:r>
            <a:r>
              <a:rPr sz="1796" b="1" spc="-17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sz="1796" b="1" spc="-1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Intelligence)</a:t>
            </a:r>
            <a:endParaRPr sz="1796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10860">
              <a:spcBef>
                <a:spcPts val="838"/>
              </a:spcBef>
            </a:pPr>
            <a:r>
              <a:rPr sz="1796" b="1" spc="-2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使一部机器的反应方式像人一样进行感知、认知、决策、执行的人工程序或系统</a:t>
            </a:r>
            <a:endParaRPr sz="1796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875110522"/>
      </p:ext>
    </p:extLst>
  </p:cSld>
  <p:clrMapOvr>
    <a:masterClrMapping/>
  </p:clrMapOvr>
  <p:transition spd="slow">
    <p:circl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lang="zh-CN" altLang="en-US" sz="3200" b="0" spc="43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人工智能的演进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dt" sz="half" idx="4294967295"/>
          </p:nvPr>
        </p:nvSpPr>
        <p:spPr>
          <a:xfrm>
            <a:off x="6970713" y="6092825"/>
            <a:ext cx="2173287" cy="269875"/>
          </a:xfrm>
          <a:prstGeom prst="rect">
            <a:avLst/>
          </a:prstGeom>
        </p:spPr>
        <p:txBody>
          <a:bodyPr vert="horz" wrap="square" lIns="0" tIns="26607" rIns="0" bIns="0" rtlCol="0">
            <a:spAutoFit/>
          </a:bodyPr>
          <a:lstStyle/>
          <a:p>
            <a:pPr marL="10860">
              <a:spcBef>
                <a:spcPts val="209"/>
              </a:spcBef>
            </a:pPr>
            <a:r>
              <a:rPr lang="zh-CN" altLang="en-US" spc="-4" dirty="0">
                <a:hlinkClick r:id="rId2"/>
              </a:rPr>
              <a:t> </a:t>
            </a:r>
            <a:endParaRPr spc="-4" dirty="0">
              <a:hlinkClick r:id="rId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44714" y="4713006"/>
            <a:ext cx="1056290" cy="2560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53563" y="4169345"/>
            <a:ext cx="1265542" cy="2916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87194" y="4390884"/>
            <a:ext cx="135748" cy="38552"/>
          </a:xfrm>
          <a:custGeom>
            <a:avLst/>
            <a:gdLst/>
            <a:ahLst/>
            <a:cxnLst/>
            <a:rect l="l" t="t" r="r" b="b"/>
            <a:pathLst>
              <a:path w="158750" h="45085">
                <a:moveTo>
                  <a:pt x="0" y="0"/>
                </a:moveTo>
                <a:lnTo>
                  <a:pt x="0" y="44618"/>
                </a:lnTo>
                <a:lnTo>
                  <a:pt x="158253" y="44618"/>
                </a:lnTo>
                <a:lnTo>
                  <a:pt x="158253" y="0"/>
                </a:lnTo>
                <a:lnTo>
                  <a:pt x="0" y="0"/>
                </a:lnTo>
                <a:close/>
              </a:path>
            </a:pathLst>
          </a:custGeom>
          <a:ln w="12705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97514" y="4353961"/>
            <a:ext cx="66788" cy="38552"/>
          </a:xfrm>
          <a:custGeom>
            <a:avLst/>
            <a:gdLst/>
            <a:ahLst/>
            <a:cxnLst/>
            <a:rect l="l" t="t" r="r" b="b"/>
            <a:pathLst>
              <a:path w="78105" h="45085">
                <a:moveTo>
                  <a:pt x="4747" y="0"/>
                </a:moveTo>
                <a:lnTo>
                  <a:pt x="3857" y="11424"/>
                </a:lnTo>
                <a:lnTo>
                  <a:pt x="2769" y="22669"/>
                </a:lnTo>
                <a:lnTo>
                  <a:pt x="1483" y="33734"/>
                </a:lnTo>
                <a:lnTo>
                  <a:pt x="0" y="44618"/>
                </a:lnTo>
                <a:lnTo>
                  <a:pt x="77543" y="44618"/>
                </a:lnTo>
                <a:lnTo>
                  <a:pt x="77543" y="0"/>
                </a:lnTo>
                <a:lnTo>
                  <a:pt x="4747" y="0"/>
                </a:lnTo>
                <a:close/>
              </a:path>
            </a:pathLst>
          </a:custGeom>
          <a:ln w="12704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87194" y="4344115"/>
            <a:ext cx="135748" cy="39638"/>
          </a:xfrm>
          <a:custGeom>
            <a:avLst/>
            <a:gdLst/>
            <a:ahLst/>
            <a:cxnLst/>
            <a:rect l="l" t="t" r="r" b="b"/>
            <a:pathLst>
              <a:path w="158750" h="46354">
                <a:moveTo>
                  <a:pt x="0" y="0"/>
                </a:moveTo>
                <a:lnTo>
                  <a:pt x="0" y="46058"/>
                </a:lnTo>
                <a:lnTo>
                  <a:pt x="158253" y="46058"/>
                </a:lnTo>
                <a:lnTo>
                  <a:pt x="158253" y="0"/>
                </a:lnTo>
                <a:lnTo>
                  <a:pt x="0" y="0"/>
                </a:lnTo>
                <a:close/>
              </a:path>
            </a:pathLst>
          </a:custGeom>
          <a:ln w="12705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55224" y="4331806"/>
            <a:ext cx="72218" cy="35838"/>
          </a:xfrm>
          <a:custGeom>
            <a:avLst/>
            <a:gdLst/>
            <a:ahLst/>
            <a:cxnLst/>
            <a:rect l="l" t="t" r="r" b="b"/>
            <a:pathLst>
              <a:path w="84455" h="41910">
                <a:moveTo>
                  <a:pt x="0" y="0"/>
                </a:moveTo>
                <a:lnTo>
                  <a:pt x="0" y="41740"/>
                </a:lnTo>
                <a:lnTo>
                  <a:pt x="83874" y="41740"/>
                </a:lnTo>
                <a:lnTo>
                  <a:pt x="83874" y="0"/>
                </a:lnTo>
                <a:lnTo>
                  <a:pt x="0" y="0"/>
                </a:lnTo>
                <a:close/>
              </a:path>
            </a:pathLst>
          </a:custGeom>
          <a:ln w="12704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68249" y="4325653"/>
            <a:ext cx="184075" cy="133033"/>
          </a:xfrm>
          <a:custGeom>
            <a:avLst/>
            <a:gdLst/>
            <a:ahLst/>
            <a:cxnLst/>
            <a:rect l="l" t="t" r="r" b="b"/>
            <a:pathLst>
              <a:path w="215264" h="155575">
                <a:moveTo>
                  <a:pt x="0" y="0"/>
                </a:moveTo>
                <a:lnTo>
                  <a:pt x="23738" y="12953"/>
                </a:lnTo>
                <a:lnTo>
                  <a:pt x="178826" y="12953"/>
                </a:lnTo>
                <a:lnTo>
                  <a:pt x="193069" y="0"/>
                </a:lnTo>
                <a:lnTo>
                  <a:pt x="215225" y="18711"/>
                </a:lnTo>
                <a:lnTo>
                  <a:pt x="200982" y="27347"/>
                </a:lnTo>
                <a:lnTo>
                  <a:pt x="201081" y="72415"/>
                </a:lnTo>
                <a:lnTo>
                  <a:pt x="201378" y="106869"/>
                </a:lnTo>
                <a:lnTo>
                  <a:pt x="201872" y="130707"/>
                </a:lnTo>
                <a:lnTo>
                  <a:pt x="202565" y="143931"/>
                </a:lnTo>
                <a:lnTo>
                  <a:pt x="180408" y="154006"/>
                </a:lnTo>
                <a:lnTo>
                  <a:pt x="180408" y="129538"/>
                </a:lnTo>
                <a:lnTo>
                  <a:pt x="22155" y="129538"/>
                </a:lnTo>
                <a:lnTo>
                  <a:pt x="22155" y="145370"/>
                </a:lnTo>
                <a:lnTo>
                  <a:pt x="0" y="155445"/>
                </a:lnTo>
                <a:lnTo>
                  <a:pt x="692" y="135115"/>
                </a:lnTo>
                <a:lnTo>
                  <a:pt x="1187" y="115864"/>
                </a:lnTo>
                <a:lnTo>
                  <a:pt x="1484" y="97693"/>
                </a:lnTo>
                <a:lnTo>
                  <a:pt x="1583" y="80601"/>
                </a:lnTo>
                <a:lnTo>
                  <a:pt x="1484" y="63149"/>
                </a:lnTo>
                <a:lnTo>
                  <a:pt x="1187" y="43899"/>
                </a:lnTo>
                <a:lnTo>
                  <a:pt x="692" y="22849"/>
                </a:lnTo>
                <a:lnTo>
                  <a:pt x="0" y="0"/>
                </a:lnTo>
                <a:close/>
              </a:path>
            </a:pathLst>
          </a:custGeom>
          <a:ln w="12703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56916" y="4320729"/>
            <a:ext cx="146608" cy="26064"/>
          </a:xfrm>
          <a:custGeom>
            <a:avLst/>
            <a:gdLst/>
            <a:ahLst/>
            <a:cxnLst/>
            <a:rect l="l" t="t" r="r" b="b"/>
            <a:pathLst>
              <a:path w="171450" h="30479">
                <a:moveTo>
                  <a:pt x="0" y="0"/>
                </a:moveTo>
                <a:lnTo>
                  <a:pt x="0" y="30225"/>
                </a:lnTo>
                <a:lnTo>
                  <a:pt x="170914" y="30225"/>
                </a:lnTo>
                <a:lnTo>
                  <a:pt x="170914" y="0"/>
                </a:lnTo>
                <a:lnTo>
                  <a:pt x="0" y="0"/>
                </a:lnTo>
                <a:close/>
              </a:path>
            </a:pathLst>
          </a:custGeom>
          <a:ln w="12705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85136" y="4315807"/>
            <a:ext cx="134119" cy="133033"/>
          </a:xfrm>
          <a:custGeom>
            <a:avLst/>
            <a:gdLst/>
            <a:ahLst/>
            <a:cxnLst/>
            <a:rect l="l" t="t" r="r" b="b"/>
            <a:pathLst>
              <a:path w="156844" h="155575">
                <a:moveTo>
                  <a:pt x="0" y="0"/>
                </a:moveTo>
                <a:lnTo>
                  <a:pt x="36398" y="15832"/>
                </a:lnTo>
                <a:lnTo>
                  <a:pt x="22155" y="25907"/>
                </a:lnTo>
                <a:lnTo>
                  <a:pt x="22155" y="71965"/>
                </a:lnTo>
                <a:lnTo>
                  <a:pt x="48069" y="57842"/>
                </a:lnTo>
                <a:lnTo>
                  <a:pt x="70422" y="42819"/>
                </a:lnTo>
                <a:lnTo>
                  <a:pt x="89215" y="26897"/>
                </a:lnTo>
                <a:lnTo>
                  <a:pt x="104446" y="10075"/>
                </a:lnTo>
                <a:lnTo>
                  <a:pt x="129767" y="37422"/>
                </a:lnTo>
                <a:lnTo>
                  <a:pt x="115524" y="37422"/>
                </a:lnTo>
                <a:lnTo>
                  <a:pt x="90105" y="49836"/>
                </a:lnTo>
                <a:lnTo>
                  <a:pt x="66070" y="61170"/>
                </a:lnTo>
                <a:lnTo>
                  <a:pt x="43420" y="71426"/>
                </a:lnTo>
                <a:lnTo>
                  <a:pt x="22155" y="80601"/>
                </a:lnTo>
                <a:lnTo>
                  <a:pt x="22155" y="116584"/>
                </a:lnTo>
                <a:lnTo>
                  <a:pt x="23639" y="126569"/>
                </a:lnTo>
                <a:lnTo>
                  <a:pt x="28089" y="133496"/>
                </a:lnTo>
                <a:lnTo>
                  <a:pt x="35507" y="137364"/>
                </a:lnTo>
                <a:lnTo>
                  <a:pt x="45893" y="138174"/>
                </a:lnTo>
                <a:lnTo>
                  <a:pt x="107612" y="138174"/>
                </a:lnTo>
                <a:lnTo>
                  <a:pt x="126256" y="109522"/>
                </a:lnTo>
                <a:lnTo>
                  <a:pt x="126800" y="99852"/>
                </a:lnTo>
                <a:lnTo>
                  <a:pt x="127443" y="89732"/>
                </a:lnTo>
                <a:lnTo>
                  <a:pt x="128185" y="79162"/>
                </a:lnTo>
                <a:lnTo>
                  <a:pt x="134515" y="79162"/>
                </a:lnTo>
                <a:lnTo>
                  <a:pt x="135455" y="90721"/>
                </a:lnTo>
                <a:lnTo>
                  <a:pt x="136691" y="100932"/>
                </a:lnTo>
                <a:lnTo>
                  <a:pt x="156671" y="133856"/>
                </a:lnTo>
                <a:lnTo>
                  <a:pt x="150736" y="142762"/>
                </a:lnTo>
                <a:lnTo>
                  <a:pt x="140845" y="149329"/>
                </a:lnTo>
                <a:lnTo>
                  <a:pt x="126998" y="153557"/>
                </a:lnTo>
                <a:lnTo>
                  <a:pt x="109195" y="155446"/>
                </a:lnTo>
                <a:lnTo>
                  <a:pt x="36398" y="155446"/>
                </a:lnTo>
                <a:lnTo>
                  <a:pt x="1582" y="129538"/>
                </a:lnTo>
                <a:lnTo>
                  <a:pt x="1483" y="79342"/>
                </a:lnTo>
                <a:lnTo>
                  <a:pt x="1186" y="41020"/>
                </a:lnTo>
                <a:lnTo>
                  <a:pt x="692" y="14573"/>
                </a:lnTo>
                <a:lnTo>
                  <a:pt x="0" y="0"/>
                </a:lnTo>
                <a:close/>
              </a:path>
            </a:pathLst>
          </a:custGeom>
          <a:ln w="12702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55224" y="4293653"/>
            <a:ext cx="72218" cy="30951"/>
          </a:xfrm>
          <a:custGeom>
            <a:avLst/>
            <a:gdLst/>
            <a:ahLst/>
            <a:cxnLst/>
            <a:rect l="l" t="t" r="r" b="b"/>
            <a:pathLst>
              <a:path w="84455" h="36195">
                <a:moveTo>
                  <a:pt x="0" y="0"/>
                </a:moveTo>
                <a:lnTo>
                  <a:pt x="0" y="35982"/>
                </a:lnTo>
                <a:lnTo>
                  <a:pt x="83874" y="35982"/>
                </a:lnTo>
                <a:lnTo>
                  <a:pt x="83874" y="0"/>
                </a:lnTo>
                <a:lnTo>
                  <a:pt x="0" y="0"/>
                </a:lnTo>
                <a:close/>
              </a:path>
            </a:pathLst>
          </a:custGeom>
          <a:ln w="12704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56916" y="4289960"/>
            <a:ext cx="146608" cy="23892"/>
          </a:xfrm>
          <a:custGeom>
            <a:avLst/>
            <a:gdLst/>
            <a:ahLst/>
            <a:cxnLst/>
            <a:rect l="l" t="t" r="r" b="b"/>
            <a:pathLst>
              <a:path w="171450" h="27939">
                <a:moveTo>
                  <a:pt x="0" y="0"/>
                </a:moveTo>
                <a:lnTo>
                  <a:pt x="0" y="27346"/>
                </a:lnTo>
                <a:lnTo>
                  <a:pt x="170914" y="27346"/>
                </a:lnTo>
                <a:lnTo>
                  <a:pt x="170914" y="0"/>
                </a:lnTo>
                <a:lnTo>
                  <a:pt x="0" y="0"/>
                </a:lnTo>
                <a:close/>
              </a:path>
            </a:pathLst>
          </a:custGeom>
          <a:ln w="12705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34926" y="4273960"/>
            <a:ext cx="120544" cy="184618"/>
          </a:xfrm>
          <a:custGeom>
            <a:avLst/>
            <a:gdLst/>
            <a:ahLst/>
            <a:cxnLst/>
            <a:rect l="l" t="t" r="r" b="b"/>
            <a:pathLst>
              <a:path w="140969" h="215900">
                <a:moveTo>
                  <a:pt x="117107" y="0"/>
                </a:moveTo>
                <a:lnTo>
                  <a:pt x="140845" y="18711"/>
                </a:lnTo>
                <a:lnTo>
                  <a:pt x="128185" y="28786"/>
                </a:lnTo>
                <a:lnTo>
                  <a:pt x="128185" y="175596"/>
                </a:lnTo>
                <a:lnTo>
                  <a:pt x="127394" y="188370"/>
                </a:lnTo>
                <a:lnTo>
                  <a:pt x="121855" y="199345"/>
                </a:lnTo>
                <a:lnTo>
                  <a:pt x="111568" y="208520"/>
                </a:lnTo>
                <a:lnTo>
                  <a:pt x="96534" y="215897"/>
                </a:lnTo>
                <a:lnTo>
                  <a:pt x="93369" y="207081"/>
                </a:lnTo>
                <a:lnTo>
                  <a:pt x="85456" y="199345"/>
                </a:lnTo>
                <a:lnTo>
                  <a:pt x="72796" y="192688"/>
                </a:lnTo>
                <a:lnTo>
                  <a:pt x="55388" y="187111"/>
                </a:lnTo>
                <a:lnTo>
                  <a:pt x="55388" y="181353"/>
                </a:lnTo>
                <a:lnTo>
                  <a:pt x="69235" y="182613"/>
                </a:lnTo>
                <a:lnTo>
                  <a:pt x="80708" y="183512"/>
                </a:lnTo>
                <a:lnTo>
                  <a:pt x="89808" y="184052"/>
                </a:lnTo>
                <a:lnTo>
                  <a:pt x="96534" y="184232"/>
                </a:lnTo>
                <a:lnTo>
                  <a:pt x="103919" y="184232"/>
                </a:lnTo>
                <a:lnTo>
                  <a:pt x="107612" y="178954"/>
                </a:lnTo>
                <a:lnTo>
                  <a:pt x="107612" y="168399"/>
                </a:lnTo>
                <a:lnTo>
                  <a:pt x="107612" y="118023"/>
                </a:lnTo>
                <a:lnTo>
                  <a:pt x="23737" y="118023"/>
                </a:lnTo>
                <a:lnTo>
                  <a:pt x="23737" y="204382"/>
                </a:lnTo>
                <a:lnTo>
                  <a:pt x="0" y="215897"/>
                </a:lnTo>
                <a:lnTo>
                  <a:pt x="692" y="197636"/>
                </a:lnTo>
                <a:lnTo>
                  <a:pt x="1186" y="173077"/>
                </a:lnTo>
                <a:lnTo>
                  <a:pt x="1483" y="142222"/>
                </a:lnTo>
                <a:lnTo>
                  <a:pt x="1582" y="105070"/>
                </a:lnTo>
                <a:lnTo>
                  <a:pt x="1483" y="68457"/>
                </a:lnTo>
                <a:lnTo>
                  <a:pt x="1186" y="39221"/>
                </a:lnTo>
                <a:lnTo>
                  <a:pt x="692" y="17361"/>
                </a:lnTo>
                <a:lnTo>
                  <a:pt x="0" y="2878"/>
                </a:lnTo>
                <a:lnTo>
                  <a:pt x="23737" y="14393"/>
                </a:lnTo>
                <a:lnTo>
                  <a:pt x="104446" y="14393"/>
                </a:lnTo>
                <a:lnTo>
                  <a:pt x="117107" y="0"/>
                </a:lnTo>
                <a:close/>
              </a:path>
            </a:pathLst>
          </a:custGeom>
          <a:ln w="12701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53563" y="4270268"/>
            <a:ext cx="131404" cy="176473"/>
          </a:xfrm>
          <a:custGeom>
            <a:avLst/>
            <a:gdLst/>
            <a:ahLst/>
            <a:cxnLst/>
            <a:rect l="l" t="t" r="r" b="b"/>
            <a:pathLst>
              <a:path w="153669" h="206375">
                <a:moveTo>
                  <a:pt x="82292" y="0"/>
                </a:moveTo>
                <a:lnTo>
                  <a:pt x="104447" y="20150"/>
                </a:lnTo>
                <a:lnTo>
                  <a:pt x="88622" y="30225"/>
                </a:lnTo>
                <a:lnTo>
                  <a:pt x="88622" y="164082"/>
                </a:lnTo>
                <a:lnTo>
                  <a:pt x="150341" y="115145"/>
                </a:lnTo>
                <a:lnTo>
                  <a:pt x="153506" y="119463"/>
                </a:lnTo>
                <a:lnTo>
                  <a:pt x="128482" y="149149"/>
                </a:lnTo>
                <a:lnTo>
                  <a:pt x="108799" y="173437"/>
                </a:lnTo>
                <a:lnTo>
                  <a:pt x="94457" y="192328"/>
                </a:lnTo>
                <a:lnTo>
                  <a:pt x="85457" y="205822"/>
                </a:lnTo>
                <a:lnTo>
                  <a:pt x="61719" y="181353"/>
                </a:lnTo>
                <a:lnTo>
                  <a:pt x="64488" y="176406"/>
                </a:lnTo>
                <a:lnTo>
                  <a:pt x="66466" y="170199"/>
                </a:lnTo>
                <a:lnTo>
                  <a:pt x="67653" y="162732"/>
                </a:lnTo>
                <a:lnTo>
                  <a:pt x="68049" y="154006"/>
                </a:lnTo>
                <a:lnTo>
                  <a:pt x="68049" y="24468"/>
                </a:lnTo>
                <a:lnTo>
                  <a:pt x="41146" y="24468"/>
                </a:lnTo>
                <a:lnTo>
                  <a:pt x="35903" y="24738"/>
                </a:lnTo>
                <a:lnTo>
                  <a:pt x="29672" y="25547"/>
                </a:lnTo>
                <a:lnTo>
                  <a:pt x="22452" y="26897"/>
                </a:lnTo>
                <a:lnTo>
                  <a:pt x="14242" y="28786"/>
                </a:lnTo>
                <a:lnTo>
                  <a:pt x="0" y="15832"/>
                </a:lnTo>
                <a:lnTo>
                  <a:pt x="64884" y="15832"/>
                </a:lnTo>
                <a:lnTo>
                  <a:pt x="82292" y="0"/>
                </a:lnTo>
                <a:close/>
              </a:path>
            </a:pathLst>
          </a:custGeom>
          <a:ln w="12702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56916" y="4260422"/>
            <a:ext cx="146608" cy="22262"/>
          </a:xfrm>
          <a:custGeom>
            <a:avLst/>
            <a:gdLst/>
            <a:ahLst/>
            <a:cxnLst/>
            <a:rect l="l" t="t" r="r" b="b"/>
            <a:pathLst>
              <a:path w="171450" h="26035">
                <a:moveTo>
                  <a:pt x="0" y="0"/>
                </a:moveTo>
                <a:lnTo>
                  <a:pt x="0" y="25907"/>
                </a:lnTo>
                <a:lnTo>
                  <a:pt x="170914" y="25907"/>
                </a:lnTo>
                <a:lnTo>
                  <a:pt x="170914" y="0"/>
                </a:lnTo>
                <a:lnTo>
                  <a:pt x="0" y="0"/>
                </a:lnTo>
                <a:close/>
              </a:path>
            </a:pathLst>
          </a:custGeom>
          <a:ln w="12705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773016" y="4241960"/>
            <a:ext cx="314393" cy="219369"/>
          </a:xfrm>
          <a:custGeom>
            <a:avLst/>
            <a:gdLst/>
            <a:ahLst/>
            <a:cxnLst/>
            <a:rect l="l" t="t" r="r" b="b"/>
            <a:pathLst>
              <a:path w="367664" h="256539">
                <a:moveTo>
                  <a:pt x="276944" y="0"/>
                </a:moveTo>
                <a:lnTo>
                  <a:pt x="302264" y="15832"/>
                </a:lnTo>
                <a:lnTo>
                  <a:pt x="291187" y="24468"/>
                </a:lnTo>
                <a:lnTo>
                  <a:pt x="291187" y="99312"/>
                </a:lnTo>
                <a:lnTo>
                  <a:pt x="291286" y="105969"/>
                </a:lnTo>
                <a:lnTo>
                  <a:pt x="291582" y="114425"/>
                </a:lnTo>
                <a:lnTo>
                  <a:pt x="292077" y="124680"/>
                </a:lnTo>
                <a:lnTo>
                  <a:pt x="292770" y="136734"/>
                </a:lnTo>
                <a:lnTo>
                  <a:pt x="269031" y="145370"/>
                </a:lnTo>
                <a:lnTo>
                  <a:pt x="269031" y="130977"/>
                </a:lnTo>
                <a:lnTo>
                  <a:pt x="245292" y="130977"/>
                </a:lnTo>
                <a:lnTo>
                  <a:pt x="245292" y="174157"/>
                </a:lnTo>
                <a:lnTo>
                  <a:pt x="316507" y="174157"/>
                </a:lnTo>
                <a:lnTo>
                  <a:pt x="338663" y="155446"/>
                </a:lnTo>
                <a:lnTo>
                  <a:pt x="367149" y="182793"/>
                </a:lnTo>
                <a:lnTo>
                  <a:pt x="245292" y="182793"/>
                </a:lnTo>
                <a:lnTo>
                  <a:pt x="245391" y="205102"/>
                </a:lnTo>
                <a:lnTo>
                  <a:pt x="245688" y="223093"/>
                </a:lnTo>
                <a:lnTo>
                  <a:pt x="246183" y="236767"/>
                </a:lnTo>
                <a:lnTo>
                  <a:pt x="246876" y="246122"/>
                </a:lnTo>
                <a:lnTo>
                  <a:pt x="221555" y="256198"/>
                </a:lnTo>
                <a:lnTo>
                  <a:pt x="222247" y="235508"/>
                </a:lnTo>
                <a:lnTo>
                  <a:pt x="222742" y="216616"/>
                </a:lnTo>
                <a:lnTo>
                  <a:pt x="223038" y="199525"/>
                </a:lnTo>
                <a:lnTo>
                  <a:pt x="223137" y="184232"/>
                </a:lnTo>
                <a:lnTo>
                  <a:pt x="144011" y="184232"/>
                </a:lnTo>
                <a:lnTo>
                  <a:pt x="136939" y="199165"/>
                </a:lnTo>
                <a:lnTo>
                  <a:pt x="126800" y="212299"/>
                </a:lnTo>
                <a:lnTo>
                  <a:pt x="79176" y="241085"/>
                </a:lnTo>
                <a:lnTo>
                  <a:pt x="40799" y="252599"/>
                </a:lnTo>
                <a:lnTo>
                  <a:pt x="20572" y="256198"/>
                </a:lnTo>
                <a:lnTo>
                  <a:pt x="18990" y="251880"/>
                </a:lnTo>
                <a:lnTo>
                  <a:pt x="40503" y="244638"/>
                </a:lnTo>
                <a:lnTo>
                  <a:pt x="59147" y="237307"/>
                </a:lnTo>
                <a:lnTo>
                  <a:pt x="98463" y="214323"/>
                </a:lnTo>
                <a:lnTo>
                  <a:pt x="120272" y="184232"/>
                </a:lnTo>
                <a:lnTo>
                  <a:pt x="52223" y="184232"/>
                </a:lnTo>
                <a:lnTo>
                  <a:pt x="42135" y="184502"/>
                </a:lnTo>
                <a:lnTo>
                  <a:pt x="32442" y="185311"/>
                </a:lnTo>
                <a:lnTo>
                  <a:pt x="23144" y="186661"/>
                </a:lnTo>
                <a:lnTo>
                  <a:pt x="14242" y="188550"/>
                </a:lnTo>
                <a:lnTo>
                  <a:pt x="0" y="175596"/>
                </a:lnTo>
                <a:lnTo>
                  <a:pt x="121855" y="175596"/>
                </a:lnTo>
                <a:lnTo>
                  <a:pt x="123339" y="165251"/>
                </a:lnTo>
                <a:lnTo>
                  <a:pt x="124624" y="154366"/>
                </a:lnTo>
                <a:lnTo>
                  <a:pt x="125712" y="142942"/>
                </a:lnTo>
                <a:lnTo>
                  <a:pt x="126603" y="130977"/>
                </a:lnTo>
                <a:lnTo>
                  <a:pt x="98117" y="130977"/>
                </a:lnTo>
                <a:lnTo>
                  <a:pt x="98117" y="142492"/>
                </a:lnTo>
                <a:lnTo>
                  <a:pt x="75961" y="149688"/>
                </a:lnTo>
                <a:lnTo>
                  <a:pt x="76604" y="127244"/>
                </a:lnTo>
                <a:lnTo>
                  <a:pt x="76950" y="104530"/>
                </a:lnTo>
                <a:lnTo>
                  <a:pt x="77000" y="81546"/>
                </a:lnTo>
                <a:lnTo>
                  <a:pt x="76753" y="58292"/>
                </a:lnTo>
                <a:lnTo>
                  <a:pt x="76308" y="37197"/>
                </a:lnTo>
                <a:lnTo>
                  <a:pt x="75763" y="20690"/>
                </a:lnTo>
                <a:lnTo>
                  <a:pt x="75121" y="8770"/>
                </a:lnTo>
                <a:lnTo>
                  <a:pt x="74379" y="1439"/>
                </a:lnTo>
                <a:lnTo>
                  <a:pt x="98117" y="12953"/>
                </a:lnTo>
                <a:lnTo>
                  <a:pt x="267449" y="12953"/>
                </a:lnTo>
                <a:lnTo>
                  <a:pt x="276944" y="0"/>
                </a:lnTo>
                <a:close/>
              </a:path>
            </a:pathLst>
          </a:custGeom>
          <a:ln w="12703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296807" y="4213653"/>
            <a:ext cx="64073" cy="76562"/>
          </a:xfrm>
          <a:custGeom>
            <a:avLst/>
            <a:gdLst/>
            <a:ahLst/>
            <a:cxnLst/>
            <a:rect l="l" t="t" r="r" b="b"/>
            <a:pathLst>
              <a:path w="74930" h="89535">
                <a:moveTo>
                  <a:pt x="0" y="0"/>
                </a:moveTo>
                <a:lnTo>
                  <a:pt x="0" y="89237"/>
                </a:lnTo>
                <a:lnTo>
                  <a:pt x="74379" y="89237"/>
                </a:lnTo>
                <a:lnTo>
                  <a:pt x="74379" y="0"/>
                </a:lnTo>
                <a:lnTo>
                  <a:pt x="0" y="0"/>
                </a:lnTo>
                <a:close/>
              </a:path>
            </a:pathLst>
          </a:custGeom>
          <a:ln w="12702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77861" y="4195191"/>
            <a:ext cx="109685" cy="127060"/>
          </a:xfrm>
          <a:custGeom>
            <a:avLst/>
            <a:gdLst/>
            <a:ahLst/>
            <a:cxnLst/>
            <a:rect l="l" t="t" r="r" b="b"/>
            <a:pathLst>
              <a:path w="128269" h="148589">
                <a:moveTo>
                  <a:pt x="106030" y="0"/>
                </a:moveTo>
                <a:lnTo>
                  <a:pt x="128185" y="17271"/>
                </a:lnTo>
                <a:lnTo>
                  <a:pt x="117107" y="25907"/>
                </a:lnTo>
                <a:lnTo>
                  <a:pt x="117206" y="56403"/>
                </a:lnTo>
                <a:lnTo>
                  <a:pt x="117503" y="84559"/>
                </a:lnTo>
                <a:lnTo>
                  <a:pt x="117998" y="110377"/>
                </a:lnTo>
                <a:lnTo>
                  <a:pt x="118690" y="133856"/>
                </a:lnTo>
                <a:lnTo>
                  <a:pt x="96535" y="145370"/>
                </a:lnTo>
                <a:lnTo>
                  <a:pt x="96535" y="119463"/>
                </a:lnTo>
                <a:lnTo>
                  <a:pt x="22155" y="119463"/>
                </a:lnTo>
                <a:lnTo>
                  <a:pt x="22155" y="139613"/>
                </a:lnTo>
                <a:lnTo>
                  <a:pt x="0" y="148249"/>
                </a:lnTo>
                <a:lnTo>
                  <a:pt x="692" y="127964"/>
                </a:lnTo>
                <a:lnTo>
                  <a:pt x="1187" y="108848"/>
                </a:lnTo>
                <a:lnTo>
                  <a:pt x="1484" y="90901"/>
                </a:lnTo>
                <a:lnTo>
                  <a:pt x="1583" y="74124"/>
                </a:lnTo>
                <a:lnTo>
                  <a:pt x="1484" y="57437"/>
                </a:lnTo>
                <a:lnTo>
                  <a:pt x="1187" y="39761"/>
                </a:lnTo>
                <a:lnTo>
                  <a:pt x="692" y="21094"/>
                </a:lnTo>
                <a:lnTo>
                  <a:pt x="0" y="1439"/>
                </a:lnTo>
                <a:lnTo>
                  <a:pt x="23738" y="12953"/>
                </a:lnTo>
                <a:lnTo>
                  <a:pt x="93370" y="12953"/>
                </a:lnTo>
                <a:lnTo>
                  <a:pt x="106030" y="0"/>
                </a:lnTo>
                <a:close/>
              </a:path>
            </a:pathLst>
          </a:custGeom>
          <a:ln w="12702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492807" y="4180422"/>
            <a:ext cx="54299" cy="54842"/>
          </a:xfrm>
          <a:custGeom>
            <a:avLst/>
            <a:gdLst/>
            <a:ahLst/>
            <a:cxnLst/>
            <a:rect l="l" t="t" r="r" b="b"/>
            <a:pathLst>
              <a:path w="63500" h="64135">
                <a:moveTo>
                  <a:pt x="1582" y="0"/>
                </a:moveTo>
                <a:lnTo>
                  <a:pt x="41788" y="19160"/>
                </a:lnTo>
                <a:lnTo>
                  <a:pt x="63301" y="37901"/>
                </a:lnTo>
                <a:lnTo>
                  <a:pt x="63301" y="44618"/>
                </a:lnTo>
                <a:lnTo>
                  <a:pt x="63301" y="51335"/>
                </a:lnTo>
                <a:lnTo>
                  <a:pt x="60400" y="57092"/>
                </a:lnTo>
                <a:lnTo>
                  <a:pt x="54597" y="61890"/>
                </a:lnTo>
                <a:lnTo>
                  <a:pt x="50146" y="63644"/>
                </a:lnTo>
                <a:lnTo>
                  <a:pt x="45498" y="61710"/>
                </a:lnTo>
                <a:lnTo>
                  <a:pt x="40651" y="56088"/>
                </a:lnTo>
                <a:lnTo>
                  <a:pt x="35607" y="46777"/>
                </a:lnTo>
                <a:lnTo>
                  <a:pt x="29524" y="35757"/>
                </a:lnTo>
                <a:lnTo>
                  <a:pt x="21562" y="25008"/>
                </a:lnTo>
                <a:lnTo>
                  <a:pt x="11720" y="14528"/>
                </a:lnTo>
                <a:lnTo>
                  <a:pt x="0" y="4317"/>
                </a:lnTo>
                <a:lnTo>
                  <a:pt x="1582" y="0"/>
                </a:lnTo>
                <a:close/>
              </a:path>
            </a:pathLst>
          </a:custGeom>
          <a:ln w="12702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589195" y="4177961"/>
            <a:ext cx="125974" cy="122173"/>
          </a:xfrm>
          <a:custGeom>
            <a:avLst/>
            <a:gdLst/>
            <a:ahLst/>
            <a:cxnLst/>
            <a:rect l="l" t="t" r="r" b="b"/>
            <a:pathLst>
              <a:path w="147319" h="142875">
                <a:moveTo>
                  <a:pt x="0" y="0"/>
                </a:moveTo>
                <a:lnTo>
                  <a:pt x="36398" y="14393"/>
                </a:lnTo>
                <a:lnTo>
                  <a:pt x="22155" y="25907"/>
                </a:lnTo>
                <a:lnTo>
                  <a:pt x="22155" y="76283"/>
                </a:lnTo>
                <a:lnTo>
                  <a:pt x="45102" y="64409"/>
                </a:lnTo>
                <a:lnTo>
                  <a:pt x="64884" y="51815"/>
                </a:lnTo>
                <a:lnTo>
                  <a:pt x="81500" y="38501"/>
                </a:lnTo>
                <a:lnTo>
                  <a:pt x="94952" y="24468"/>
                </a:lnTo>
                <a:lnTo>
                  <a:pt x="118689" y="48936"/>
                </a:lnTo>
                <a:lnTo>
                  <a:pt x="104447" y="50376"/>
                </a:lnTo>
                <a:lnTo>
                  <a:pt x="82094" y="60541"/>
                </a:lnTo>
                <a:lnTo>
                  <a:pt x="60927" y="69446"/>
                </a:lnTo>
                <a:lnTo>
                  <a:pt x="40948" y="77093"/>
                </a:lnTo>
                <a:lnTo>
                  <a:pt x="22155" y="83480"/>
                </a:lnTo>
                <a:lnTo>
                  <a:pt x="22155" y="110827"/>
                </a:lnTo>
                <a:lnTo>
                  <a:pt x="23639" y="117753"/>
                </a:lnTo>
                <a:lnTo>
                  <a:pt x="28089" y="122701"/>
                </a:lnTo>
                <a:lnTo>
                  <a:pt x="35507" y="125670"/>
                </a:lnTo>
                <a:lnTo>
                  <a:pt x="45893" y="126659"/>
                </a:lnTo>
                <a:lnTo>
                  <a:pt x="99699" y="126659"/>
                </a:lnTo>
                <a:lnTo>
                  <a:pt x="118591" y="85774"/>
                </a:lnTo>
                <a:lnTo>
                  <a:pt x="118689" y="74844"/>
                </a:lnTo>
                <a:lnTo>
                  <a:pt x="125020" y="74844"/>
                </a:lnTo>
                <a:lnTo>
                  <a:pt x="131878" y="114905"/>
                </a:lnTo>
                <a:lnTo>
                  <a:pt x="147175" y="123781"/>
                </a:lnTo>
                <a:lnTo>
                  <a:pt x="140746" y="131967"/>
                </a:lnTo>
                <a:lnTo>
                  <a:pt x="130954" y="137814"/>
                </a:lnTo>
                <a:lnTo>
                  <a:pt x="117800" y="141322"/>
                </a:lnTo>
                <a:lnTo>
                  <a:pt x="101282" y="142492"/>
                </a:lnTo>
                <a:lnTo>
                  <a:pt x="34815" y="142492"/>
                </a:lnTo>
                <a:lnTo>
                  <a:pt x="1582" y="116584"/>
                </a:lnTo>
                <a:lnTo>
                  <a:pt x="1483" y="71515"/>
                </a:lnTo>
                <a:lnTo>
                  <a:pt x="1186" y="37062"/>
                </a:lnTo>
                <a:lnTo>
                  <a:pt x="692" y="13223"/>
                </a:lnTo>
                <a:lnTo>
                  <a:pt x="0" y="0"/>
                </a:lnTo>
                <a:close/>
              </a:path>
            </a:pathLst>
          </a:custGeom>
          <a:ln w="12702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556410" y="4177961"/>
            <a:ext cx="215568" cy="280727"/>
          </a:xfrm>
          <a:custGeom>
            <a:avLst/>
            <a:gdLst/>
            <a:ahLst/>
            <a:cxnLst/>
            <a:rect l="l" t="t" r="r" b="b"/>
            <a:pathLst>
              <a:path w="252094" h="328295">
                <a:moveTo>
                  <a:pt x="106030" y="0"/>
                </a:moveTo>
                <a:lnTo>
                  <a:pt x="144010" y="15832"/>
                </a:lnTo>
                <a:lnTo>
                  <a:pt x="131350" y="27347"/>
                </a:lnTo>
                <a:lnTo>
                  <a:pt x="131350" y="125220"/>
                </a:lnTo>
                <a:lnTo>
                  <a:pt x="202564" y="125220"/>
                </a:lnTo>
                <a:lnTo>
                  <a:pt x="223137" y="106509"/>
                </a:lnTo>
                <a:lnTo>
                  <a:pt x="251623" y="133856"/>
                </a:lnTo>
                <a:lnTo>
                  <a:pt x="131350" y="133856"/>
                </a:lnTo>
                <a:lnTo>
                  <a:pt x="131350" y="264834"/>
                </a:lnTo>
                <a:lnTo>
                  <a:pt x="131449" y="278957"/>
                </a:lnTo>
                <a:lnTo>
                  <a:pt x="131746" y="292540"/>
                </a:lnTo>
                <a:lnTo>
                  <a:pt x="132240" y="305584"/>
                </a:lnTo>
                <a:lnTo>
                  <a:pt x="132933" y="318088"/>
                </a:lnTo>
                <a:lnTo>
                  <a:pt x="106030" y="328163"/>
                </a:lnTo>
                <a:lnTo>
                  <a:pt x="106722" y="307203"/>
                </a:lnTo>
                <a:lnTo>
                  <a:pt x="107216" y="288942"/>
                </a:lnTo>
                <a:lnTo>
                  <a:pt x="107513" y="273379"/>
                </a:lnTo>
                <a:lnTo>
                  <a:pt x="107612" y="260516"/>
                </a:lnTo>
                <a:lnTo>
                  <a:pt x="107612" y="133856"/>
                </a:lnTo>
                <a:lnTo>
                  <a:pt x="50641" y="133856"/>
                </a:lnTo>
                <a:lnTo>
                  <a:pt x="41244" y="134126"/>
                </a:lnTo>
                <a:lnTo>
                  <a:pt x="32046" y="134935"/>
                </a:lnTo>
                <a:lnTo>
                  <a:pt x="23045" y="136285"/>
                </a:lnTo>
                <a:lnTo>
                  <a:pt x="14242" y="138174"/>
                </a:lnTo>
                <a:lnTo>
                  <a:pt x="0" y="125220"/>
                </a:lnTo>
                <a:lnTo>
                  <a:pt x="107612" y="125220"/>
                </a:lnTo>
                <a:lnTo>
                  <a:pt x="107513" y="81231"/>
                </a:lnTo>
                <a:lnTo>
                  <a:pt x="107217" y="45698"/>
                </a:lnTo>
                <a:lnTo>
                  <a:pt x="106722" y="18621"/>
                </a:lnTo>
                <a:lnTo>
                  <a:pt x="106030" y="0"/>
                </a:lnTo>
                <a:close/>
              </a:path>
            </a:pathLst>
          </a:custGeom>
          <a:ln w="12702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417333" y="4170576"/>
            <a:ext cx="150952" cy="100454"/>
          </a:xfrm>
          <a:custGeom>
            <a:avLst/>
            <a:gdLst/>
            <a:ahLst/>
            <a:cxnLst/>
            <a:rect l="l" t="t" r="r" b="b"/>
            <a:pathLst>
              <a:path w="176530" h="117475">
                <a:moveTo>
                  <a:pt x="80709" y="0"/>
                </a:moveTo>
                <a:lnTo>
                  <a:pt x="109195" y="21589"/>
                </a:lnTo>
                <a:lnTo>
                  <a:pt x="99996" y="25053"/>
                </a:lnTo>
                <a:lnTo>
                  <a:pt x="89808" y="31125"/>
                </a:lnTo>
                <a:lnTo>
                  <a:pt x="78632" y="39806"/>
                </a:lnTo>
                <a:lnTo>
                  <a:pt x="66466" y="51095"/>
                </a:lnTo>
                <a:lnTo>
                  <a:pt x="54399" y="62925"/>
                </a:lnTo>
                <a:lnTo>
                  <a:pt x="43519" y="73225"/>
                </a:lnTo>
                <a:lnTo>
                  <a:pt x="33826" y="81996"/>
                </a:lnTo>
                <a:lnTo>
                  <a:pt x="25320" y="89237"/>
                </a:lnTo>
                <a:lnTo>
                  <a:pt x="145593" y="86358"/>
                </a:lnTo>
                <a:lnTo>
                  <a:pt x="138570" y="74844"/>
                </a:lnTo>
                <a:lnTo>
                  <a:pt x="131746" y="64769"/>
                </a:lnTo>
                <a:lnTo>
                  <a:pt x="125118" y="56133"/>
                </a:lnTo>
                <a:lnTo>
                  <a:pt x="118689" y="48936"/>
                </a:lnTo>
                <a:lnTo>
                  <a:pt x="121855" y="44618"/>
                </a:lnTo>
                <a:lnTo>
                  <a:pt x="155088" y="64994"/>
                </a:lnTo>
                <a:lnTo>
                  <a:pt x="176453" y="94275"/>
                </a:lnTo>
                <a:lnTo>
                  <a:pt x="175925" y="101471"/>
                </a:lnTo>
                <a:lnTo>
                  <a:pt x="172760" y="107468"/>
                </a:lnTo>
                <a:lnTo>
                  <a:pt x="166957" y="112266"/>
                </a:lnTo>
                <a:lnTo>
                  <a:pt x="161154" y="117064"/>
                </a:lnTo>
                <a:lnTo>
                  <a:pt x="157461" y="116824"/>
                </a:lnTo>
                <a:lnTo>
                  <a:pt x="155879" y="111547"/>
                </a:lnTo>
                <a:lnTo>
                  <a:pt x="154297" y="106269"/>
                </a:lnTo>
                <a:lnTo>
                  <a:pt x="151923" y="99792"/>
                </a:lnTo>
                <a:lnTo>
                  <a:pt x="148758" y="92116"/>
                </a:lnTo>
                <a:lnTo>
                  <a:pt x="134120" y="93645"/>
                </a:lnTo>
                <a:lnTo>
                  <a:pt x="117107" y="95354"/>
                </a:lnTo>
                <a:lnTo>
                  <a:pt x="97721" y="97243"/>
                </a:lnTo>
                <a:lnTo>
                  <a:pt x="75962" y="99312"/>
                </a:lnTo>
                <a:lnTo>
                  <a:pt x="54993" y="101831"/>
                </a:lnTo>
                <a:lnTo>
                  <a:pt x="37981" y="105070"/>
                </a:lnTo>
                <a:lnTo>
                  <a:pt x="24924" y="109028"/>
                </a:lnTo>
                <a:lnTo>
                  <a:pt x="15825" y="113705"/>
                </a:lnTo>
                <a:lnTo>
                  <a:pt x="0" y="86358"/>
                </a:lnTo>
                <a:lnTo>
                  <a:pt x="42728" y="56133"/>
                </a:lnTo>
                <a:lnTo>
                  <a:pt x="74181" y="13223"/>
                </a:lnTo>
                <a:lnTo>
                  <a:pt x="80709" y="0"/>
                </a:lnTo>
                <a:close/>
              </a:path>
            </a:pathLst>
          </a:custGeom>
          <a:ln w="12703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927285" y="4170576"/>
            <a:ext cx="154753" cy="82535"/>
          </a:xfrm>
          <a:custGeom>
            <a:avLst/>
            <a:gdLst/>
            <a:ahLst/>
            <a:cxnLst/>
            <a:rect l="l" t="t" r="r" b="b"/>
            <a:pathLst>
              <a:path w="180975" h="96520">
                <a:moveTo>
                  <a:pt x="53805" y="0"/>
                </a:moveTo>
                <a:lnTo>
                  <a:pt x="82291" y="17271"/>
                </a:lnTo>
                <a:lnTo>
                  <a:pt x="77016" y="18231"/>
                </a:lnTo>
                <a:lnTo>
                  <a:pt x="71741" y="21589"/>
                </a:lnTo>
                <a:lnTo>
                  <a:pt x="66466" y="27347"/>
                </a:lnTo>
                <a:lnTo>
                  <a:pt x="61191" y="33104"/>
                </a:lnTo>
                <a:lnTo>
                  <a:pt x="56444" y="38861"/>
                </a:lnTo>
                <a:lnTo>
                  <a:pt x="52223" y="44618"/>
                </a:lnTo>
                <a:lnTo>
                  <a:pt x="137680" y="44618"/>
                </a:lnTo>
                <a:lnTo>
                  <a:pt x="156671" y="28786"/>
                </a:lnTo>
                <a:lnTo>
                  <a:pt x="180409" y="53254"/>
                </a:lnTo>
                <a:lnTo>
                  <a:pt x="96534" y="53254"/>
                </a:lnTo>
                <a:lnTo>
                  <a:pt x="113843" y="58966"/>
                </a:lnTo>
                <a:lnTo>
                  <a:pt x="126207" y="64589"/>
                </a:lnTo>
                <a:lnTo>
                  <a:pt x="133625" y="70121"/>
                </a:lnTo>
                <a:lnTo>
                  <a:pt x="136098" y="75564"/>
                </a:lnTo>
                <a:lnTo>
                  <a:pt x="136098" y="82760"/>
                </a:lnTo>
                <a:lnTo>
                  <a:pt x="133724" y="88278"/>
                </a:lnTo>
                <a:lnTo>
                  <a:pt x="128976" y="92116"/>
                </a:lnTo>
                <a:lnTo>
                  <a:pt x="124229" y="95954"/>
                </a:lnTo>
                <a:lnTo>
                  <a:pt x="120273" y="95234"/>
                </a:lnTo>
                <a:lnTo>
                  <a:pt x="117108" y="89957"/>
                </a:lnTo>
                <a:lnTo>
                  <a:pt x="113942" y="84679"/>
                </a:lnTo>
                <a:lnTo>
                  <a:pt x="110777" y="79402"/>
                </a:lnTo>
                <a:lnTo>
                  <a:pt x="107612" y="74124"/>
                </a:lnTo>
                <a:lnTo>
                  <a:pt x="104447" y="69851"/>
                </a:lnTo>
                <a:lnTo>
                  <a:pt x="99699" y="64949"/>
                </a:lnTo>
                <a:lnTo>
                  <a:pt x="93369" y="59416"/>
                </a:lnTo>
                <a:lnTo>
                  <a:pt x="85456" y="53254"/>
                </a:lnTo>
                <a:lnTo>
                  <a:pt x="47476" y="53254"/>
                </a:lnTo>
                <a:lnTo>
                  <a:pt x="41986" y="58337"/>
                </a:lnTo>
                <a:lnTo>
                  <a:pt x="36596" y="63509"/>
                </a:lnTo>
                <a:lnTo>
                  <a:pt x="31304" y="68772"/>
                </a:lnTo>
                <a:lnTo>
                  <a:pt x="26111" y="74124"/>
                </a:lnTo>
                <a:lnTo>
                  <a:pt x="20919" y="79387"/>
                </a:lnTo>
                <a:lnTo>
                  <a:pt x="15627" y="84379"/>
                </a:lnTo>
                <a:lnTo>
                  <a:pt x="10237" y="89102"/>
                </a:lnTo>
                <a:lnTo>
                  <a:pt x="4747" y="93555"/>
                </a:lnTo>
                <a:lnTo>
                  <a:pt x="0" y="90676"/>
                </a:lnTo>
                <a:lnTo>
                  <a:pt x="9346" y="79387"/>
                </a:lnTo>
                <a:lnTo>
                  <a:pt x="18397" y="67108"/>
                </a:lnTo>
                <a:lnTo>
                  <a:pt x="42975" y="26042"/>
                </a:lnTo>
                <a:lnTo>
                  <a:pt x="52075" y="6252"/>
                </a:lnTo>
                <a:lnTo>
                  <a:pt x="53805" y="0"/>
                </a:lnTo>
                <a:close/>
              </a:path>
            </a:pathLst>
          </a:custGeom>
          <a:ln w="12704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095174" y="4169345"/>
            <a:ext cx="174844" cy="182446"/>
          </a:xfrm>
          <a:custGeom>
            <a:avLst/>
            <a:gdLst/>
            <a:ahLst/>
            <a:cxnLst/>
            <a:rect l="l" t="t" r="r" b="b"/>
            <a:pathLst>
              <a:path w="204469" h="213360">
                <a:moveTo>
                  <a:pt x="63301" y="0"/>
                </a:moveTo>
                <a:lnTo>
                  <a:pt x="93369" y="14393"/>
                </a:lnTo>
                <a:lnTo>
                  <a:pt x="80709" y="20150"/>
                </a:lnTo>
                <a:lnTo>
                  <a:pt x="68048" y="43179"/>
                </a:lnTo>
                <a:lnTo>
                  <a:pt x="145592" y="43179"/>
                </a:lnTo>
                <a:lnTo>
                  <a:pt x="163000" y="27347"/>
                </a:lnTo>
                <a:lnTo>
                  <a:pt x="189904" y="51815"/>
                </a:lnTo>
                <a:lnTo>
                  <a:pt x="125020" y="51815"/>
                </a:lnTo>
                <a:lnTo>
                  <a:pt x="124031" y="64769"/>
                </a:lnTo>
                <a:lnTo>
                  <a:pt x="122646" y="77723"/>
                </a:lnTo>
                <a:lnTo>
                  <a:pt x="120865" y="90676"/>
                </a:lnTo>
                <a:lnTo>
                  <a:pt x="118689" y="103630"/>
                </a:lnTo>
                <a:lnTo>
                  <a:pt x="156670" y="103630"/>
                </a:lnTo>
                <a:lnTo>
                  <a:pt x="175661" y="86358"/>
                </a:lnTo>
                <a:lnTo>
                  <a:pt x="204147" y="112266"/>
                </a:lnTo>
                <a:lnTo>
                  <a:pt x="117107" y="112266"/>
                </a:lnTo>
                <a:lnTo>
                  <a:pt x="113942" y="125220"/>
                </a:lnTo>
                <a:lnTo>
                  <a:pt x="158253" y="141592"/>
                </a:lnTo>
                <a:lnTo>
                  <a:pt x="187233" y="171368"/>
                </a:lnTo>
                <a:lnTo>
                  <a:pt x="185156" y="179194"/>
                </a:lnTo>
                <a:lnTo>
                  <a:pt x="181546" y="185176"/>
                </a:lnTo>
                <a:lnTo>
                  <a:pt x="177046" y="186571"/>
                </a:lnTo>
                <a:lnTo>
                  <a:pt x="171655" y="183377"/>
                </a:lnTo>
                <a:lnTo>
                  <a:pt x="165374" y="175596"/>
                </a:lnTo>
                <a:lnTo>
                  <a:pt x="157017" y="165251"/>
                </a:lnTo>
                <a:lnTo>
                  <a:pt x="145395" y="154366"/>
                </a:lnTo>
                <a:lnTo>
                  <a:pt x="130509" y="142942"/>
                </a:lnTo>
                <a:lnTo>
                  <a:pt x="112359" y="130977"/>
                </a:lnTo>
                <a:lnTo>
                  <a:pt x="105188" y="144786"/>
                </a:lnTo>
                <a:lnTo>
                  <a:pt x="96336" y="157425"/>
                </a:lnTo>
                <a:lnTo>
                  <a:pt x="59493" y="188595"/>
                </a:lnTo>
                <a:lnTo>
                  <a:pt x="25073" y="205507"/>
                </a:lnTo>
                <a:lnTo>
                  <a:pt x="4747" y="213018"/>
                </a:lnTo>
                <a:lnTo>
                  <a:pt x="1582" y="208700"/>
                </a:lnTo>
                <a:lnTo>
                  <a:pt x="21660" y="198985"/>
                </a:lnTo>
                <a:lnTo>
                  <a:pt x="39167" y="188550"/>
                </a:lnTo>
                <a:lnTo>
                  <a:pt x="76654" y="153017"/>
                </a:lnTo>
                <a:lnTo>
                  <a:pt x="96534" y="112266"/>
                </a:lnTo>
                <a:lnTo>
                  <a:pt x="52223" y="112266"/>
                </a:lnTo>
                <a:lnTo>
                  <a:pt x="42134" y="112536"/>
                </a:lnTo>
                <a:lnTo>
                  <a:pt x="32441" y="113346"/>
                </a:lnTo>
                <a:lnTo>
                  <a:pt x="23144" y="114695"/>
                </a:lnTo>
                <a:lnTo>
                  <a:pt x="14242" y="116584"/>
                </a:lnTo>
                <a:lnTo>
                  <a:pt x="0" y="103630"/>
                </a:lnTo>
                <a:lnTo>
                  <a:pt x="98117" y="103630"/>
                </a:lnTo>
                <a:lnTo>
                  <a:pt x="100194" y="89057"/>
                </a:lnTo>
                <a:lnTo>
                  <a:pt x="101677" y="75564"/>
                </a:lnTo>
                <a:lnTo>
                  <a:pt x="102568" y="63149"/>
                </a:lnTo>
                <a:lnTo>
                  <a:pt x="102864" y="51815"/>
                </a:lnTo>
                <a:lnTo>
                  <a:pt x="64883" y="51815"/>
                </a:lnTo>
                <a:lnTo>
                  <a:pt x="56575" y="63599"/>
                </a:lnTo>
                <a:lnTo>
                  <a:pt x="47475" y="74484"/>
                </a:lnTo>
                <a:lnTo>
                  <a:pt x="37585" y="84469"/>
                </a:lnTo>
                <a:lnTo>
                  <a:pt x="26902" y="93555"/>
                </a:lnTo>
                <a:lnTo>
                  <a:pt x="22155" y="90676"/>
                </a:lnTo>
                <a:lnTo>
                  <a:pt x="35409" y="72055"/>
                </a:lnTo>
                <a:lnTo>
                  <a:pt x="46684" y="50735"/>
                </a:lnTo>
                <a:lnTo>
                  <a:pt x="55981" y="26717"/>
                </a:lnTo>
                <a:lnTo>
                  <a:pt x="63301" y="0"/>
                </a:lnTo>
                <a:close/>
              </a:path>
            </a:pathLst>
          </a:custGeom>
          <a:ln w="12702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779782" y="4169345"/>
            <a:ext cx="161269" cy="100997"/>
          </a:xfrm>
          <a:custGeom>
            <a:avLst/>
            <a:gdLst/>
            <a:ahLst/>
            <a:cxnLst/>
            <a:rect l="l" t="t" r="r" b="b"/>
            <a:pathLst>
              <a:path w="188594" h="118110">
                <a:moveTo>
                  <a:pt x="72796" y="0"/>
                </a:moveTo>
                <a:lnTo>
                  <a:pt x="104447" y="15832"/>
                </a:lnTo>
                <a:lnTo>
                  <a:pt x="98117" y="18711"/>
                </a:lnTo>
                <a:lnTo>
                  <a:pt x="93106" y="22069"/>
                </a:lnTo>
                <a:lnTo>
                  <a:pt x="89413" y="25907"/>
                </a:lnTo>
                <a:lnTo>
                  <a:pt x="85720" y="29745"/>
                </a:lnTo>
                <a:lnTo>
                  <a:pt x="80709" y="35982"/>
                </a:lnTo>
                <a:lnTo>
                  <a:pt x="74379" y="44618"/>
                </a:lnTo>
                <a:lnTo>
                  <a:pt x="144011" y="44618"/>
                </a:lnTo>
                <a:lnTo>
                  <a:pt x="163001" y="27347"/>
                </a:lnTo>
                <a:lnTo>
                  <a:pt x="188322" y="53254"/>
                </a:lnTo>
                <a:lnTo>
                  <a:pt x="107612" y="53254"/>
                </a:lnTo>
                <a:lnTo>
                  <a:pt x="121905" y="60856"/>
                </a:lnTo>
                <a:lnTo>
                  <a:pt x="131548" y="67827"/>
                </a:lnTo>
                <a:lnTo>
                  <a:pt x="136543" y="74169"/>
                </a:lnTo>
                <a:lnTo>
                  <a:pt x="136889" y="79882"/>
                </a:lnTo>
                <a:lnTo>
                  <a:pt x="134252" y="87078"/>
                </a:lnTo>
                <a:lnTo>
                  <a:pt x="130559" y="91876"/>
                </a:lnTo>
                <a:lnTo>
                  <a:pt x="125811" y="94275"/>
                </a:lnTo>
                <a:lnTo>
                  <a:pt x="121064" y="96674"/>
                </a:lnTo>
                <a:lnTo>
                  <a:pt x="117899" y="95714"/>
                </a:lnTo>
                <a:lnTo>
                  <a:pt x="116316" y="91396"/>
                </a:lnTo>
                <a:lnTo>
                  <a:pt x="114734" y="87078"/>
                </a:lnTo>
                <a:lnTo>
                  <a:pt x="113151" y="81801"/>
                </a:lnTo>
                <a:lnTo>
                  <a:pt x="111569" y="75564"/>
                </a:lnTo>
                <a:lnTo>
                  <a:pt x="109739" y="70661"/>
                </a:lnTo>
                <a:lnTo>
                  <a:pt x="106623" y="65308"/>
                </a:lnTo>
                <a:lnTo>
                  <a:pt x="102222" y="59506"/>
                </a:lnTo>
                <a:lnTo>
                  <a:pt x="96534" y="53254"/>
                </a:lnTo>
                <a:lnTo>
                  <a:pt x="69631" y="53254"/>
                </a:lnTo>
                <a:lnTo>
                  <a:pt x="61818" y="63599"/>
                </a:lnTo>
                <a:lnTo>
                  <a:pt x="54202" y="73045"/>
                </a:lnTo>
                <a:lnTo>
                  <a:pt x="23342" y="103630"/>
                </a:lnTo>
                <a:lnTo>
                  <a:pt x="3165" y="118023"/>
                </a:lnTo>
                <a:lnTo>
                  <a:pt x="0" y="113705"/>
                </a:lnTo>
                <a:lnTo>
                  <a:pt x="7418" y="106509"/>
                </a:lnTo>
                <a:lnTo>
                  <a:pt x="15429" y="97873"/>
                </a:lnTo>
                <a:lnTo>
                  <a:pt x="42827" y="62340"/>
                </a:lnTo>
                <a:lnTo>
                  <a:pt x="62609" y="24198"/>
                </a:lnTo>
                <a:lnTo>
                  <a:pt x="72796" y="0"/>
                </a:lnTo>
                <a:close/>
              </a:path>
            </a:pathLst>
          </a:custGeom>
          <a:ln w="12704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498187" y="4716191"/>
            <a:ext cx="2416954" cy="2539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071970" y="4166376"/>
            <a:ext cx="1286780" cy="29916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565027" y="4738958"/>
            <a:ext cx="1877143" cy="2560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763512" y="4169346"/>
            <a:ext cx="1265541" cy="28923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97142" y="4390884"/>
            <a:ext cx="135748" cy="38552"/>
          </a:xfrm>
          <a:custGeom>
            <a:avLst/>
            <a:gdLst/>
            <a:ahLst/>
            <a:cxnLst/>
            <a:rect l="l" t="t" r="r" b="b"/>
            <a:pathLst>
              <a:path w="158750" h="45085">
                <a:moveTo>
                  <a:pt x="0" y="0"/>
                </a:moveTo>
                <a:lnTo>
                  <a:pt x="0" y="44618"/>
                </a:lnTo>
                <a:lnTo>
                  <a:pt x="158253" y="44618"/>
                </a:lnTo>
                <a:lnTo>
                  <a:pt x="158253" y="0"/>
                </a:lnTo>
                <a:lnTo>
                  <a:pt x="0" y="0"/>
                </a:lnTo>
                <a:close/>
              </a:path>
            </a:pathLst>
          </a:custGeom>
          <a:ln w="12705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97142" y="4344115"/>
            <a:ext cx="135748" cy="39638"/>
          </a:xfrm>
          <a:custGeom>
            <a:avLst/>
            <a:gdLst/>
            <a:ahLst/>
            <a:cxnLst/>
            <a:rect l="l" t="t" r="r" b="b"/>
            <a:pathLst>
              <a:path w="158750" h="46354">
                <a:moveTo>
                  <a:pt x="0" y="0"/>
                </a:moveTo>
                <a:lnTo>
                  <a:pt x="0" y="46058"/>
                </a:lnTo>
                <a:lnTo>
                  <a:pt x="158253" y="46058"/>
                </a:lnTo>
                <a:lnTo>
                  <a:pt x="158253" y="0"/>
                </a:lnTo>
                <a:lnTo>
                  <a:pt x="0" y="0"/>
                </a:lnTo>
                <a:close/>
              </a:path>
            </a:pathLst>
          </a:custGeom>
          <a:ln w="12705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765172" y="4331806"/>
            <a:ext cx="72218" cy="35838"/>
          </a:xfrm>
          <a:custGeom>
            <a:avLst/>
            <a:gdLst/>
            <a:ahLst/>
            <a:cxnLst/>
            <a:rect l="l" t="t" r="r" b="b"/>
            <a:pathLst>
              <a:path w="84454" h="41910">
                <a:moveTo>
                  <a:pt x="0" y="0"/>
                </a:moveTo>
                <a:lnTo>
                  <a:pt x="0" y="41740"/>
                </a:lnTo>
                <a:lnTo>
                  <a:pt x="83874" y="41740"/>
                </a:lnTo>
                <a:lnTo>
                  <a:pt x="83874" y="0"/>
                </a:lnTo>
                <a:lnTo>
                  <a:pt x="0" y="0"/>
                </a:lnTo>
                <a:close/>
              </a:path>
            </a:pathLst>
          </a:custGeom>
          <a:ln w="12704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78196" y="4325653"/>
            <a:ext cx="184075" cy="133033"/>
          </a:xfrm>
          <a:custGeom>
            <a:avLst/>
            <a:gdLst/>
            <a:ahLst/>
            <a:cxnLst/>
            <a:rect l="l" t="t" r="r" b="b"/>
            <a:pathLst>
              <a:path w="215265" h="155575">
                <a:moveTo>
                  <a:pt x="0" y="0"/>
                </a:moveTo>
                <a:lnTo>
                  <a:pt x="23738" y="12953"/>
                </a:lnTo>
                <a:lnTo>
                  <a:pt x="178826" y="12953"/>
                </a:lnTo>
                <a:lnTo>
                  <a:pt x="193069" y="0"/>
                </a:lnTo>
                <a:lnTo>
                  <a:pt x="215225" y="18711"/>
                </a:lnTo>
                <a:lnTo>
                  <a:pt x="200982" y="27347"/>
                </a:lnTo>
                <a:lnTo>
                  <a:pt x="201081" y="72415"/>
                </a:lnTo>
                <a:lnTo>
                  <a:pt x="201378" y="106869"/>
                </a:lnTo>
                <a:lnTo>
                  <a:pt x="201872" y="130707"/>
                </a:lnTo>
                <a:lnTo>
                  <a:pt x="202565" y="143931"/>
                </a:lnTo>
                <a:lnTo>
                  <a:pt x="180408" y="154006"/>
                </a:lnTo>
                <a:lnTo>
                  <a:pt x="180408" y="129538"/>
                </a:lnTo>
                <a:lnTo>
                  <a:pt x="22155" y="129538"/>
                </a:lnTo>
                <a:lnTo>
                  <a:pt x="22155" y="145370"/>
                </a:lnTo>
                <a:lnTo>
                  <a:pt x="0" y="155445"/>
                </a:lnTo>
                <a:lnTo>
                  <a:pt x="692" y="135115"/>
                </a:lnTo>
                <a:lnTo>
                  <a:pt x="1187" y="115864"/>
                </a:lnTo>
                <a:lnTo>
                  <a:pt x="1484" y="97693"/>
                </a:lnTo>
                <a:lnTo>
                  <a:pt x="1583" y="80601"/>
                </a:lnTo>
                <a:lnTo>
                  <a:pt x="1484" y="63149"/>
                </a:lnTo>
                <a:lnTo>
                  <a:pt x="1187" y="43899"/>
                </a:lnTo>
                <a:lnTo>
                  <a:pt x="692" y="22849"/>
                </a:lnTo>
                <a:lnTo>
                  <a:pt x="0" y="0"/>
                </a:lnTo>
                <a:close/>
              </a:path>
            </a:pathLst>
          </a:custGeom>
          <a:ln w="12703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895084" y="4315807"/>
            <a:ext cx="134119" cy="133033"/>
          </a:xfrm>
          <a:custGeom>
            <a:avLst/>
            <a:gdLst/>
            <a:ahLst/>
            <a:cxnLst/>
            <a:rect l="l" t="t" r="r" b="b"/>
            <a:pathLst>
              <a:path w="156845" h="155575">
                <a:moveTo>
                  <a:pt x="0" y="0"/>
                </a:moveTo>
                <a:lnTo>
                  <a:pt x="36398" y="15832"/>
                </a:lnTo>
                <a:lnTo>
                  <a:pt x="22155" y="25907"/>
                </a:lnTo>
                <a:lnTo>
                  <a:pt x="22155" y="71965"/>
                </a:lnTo>
                <a:lnTo>
                  <a:pt x="48069" y="57842"/>
                </a:lnTo>
                <a:lnTo>
                  <a:pt x="70422" y="42819"/>
                </a:lnTo>
                <a:lnTo>
                  <a:pt x="89215" y="26897"/>
                </a:lnTo>
                <a:lnTo>
                  <a:pt x="104446" y="10075"/>
                </a:lnTo>
                <a:lnTo>
                  <a:pt x="129767" y="37422"/>
                </a:lnTo>
                <a:lnTo>
                  <a:pt x="115524" y="37422"/>
                </a:lnTo>
                <a:lnTo>
                  <a:pt x="90105" y="49836"/>
                </a:lnTo>
                <a:lnTo>
                  <a:pt x="66070" y="61170"/>
                </a:lnTo>
                <a:lnTo>
                  <a:pt x="43420" y="71426"/>
                </a:lnTo>
                <a:lnTo>
                  <a:pt x="22155" y="80601"/>
                </a:lnTo>
                <a:lnTo>
                  <a:pt x="22155" y="116584"/>
                </a:lnTo>
                <a:lnTo>
                  <a:pt x="23639" y="126569"/>
                </a:lnTo>
                <a:lnTo>
                  <a:pt x="28089" y="133496"/>
                </a:lnTo>
                <a:lnTo>
                  <a:pt x="35507" y="137364"/>
                </a:lnTo>
                <a:lnTo>
                  <a:pt x="45893" y="138174"/>
                </a:lnTo>
                <a:lnTo>
                  <a:pt x="107612" y="138174"/>
                </a:lnTo>
                <a:lnTo>
                  <a:pt x="126256" y="109522"/>
                </a:lnTo>
                <a:lnTo>
                  <a:pt x="126800" y="99852"/>
                </a:lnTo>
                <a:lnTo>
                  <a:pt x="127443" y="89732"/>
                </a:lnTo>
                <a:lnTo>
                  <a:pt x="128185" y="79162"/>
                </a:lnTo>
                <a:lnTo>
                  <a:pt x="134515" y="79162"/>
                </a:lnTo>
                <a:lnTo>
                  <a:pt x="135455" y="90721"/>
                </a:lnTo>
                <a:lnTo>
                  <a:pt x="136691" y="100932"/>
                </a:lnTo>
                <a:lnTo>
                  <a:pt x="156671" y="133856"/>
                </a:lnTo>
                <a:lnTo>
                  <a:pt x="150736" y="142762"/>
                </a:lnTo>
                <a:lnTo>
                  <a:pt x="140845" y="149329"/>
                </a:lnTo>
                <a:lnTo>
                  <a:pt x="126998" y="153557"/>
                </a:lnTo>
                <a:lnTo>
                  <a:pt x="109195" y="155446"/>
                </a:lnTo>
                <a:lnTo>
                  <a:pt x="36398" y="155446"/>
                </a:lnTo>
                <a:lnTo>
                  <a:pt x="1582" y="129538"/>
                </a:lnTo>
                <a:lnTo>
                  <a:pt x="1483" y="79342"/>
                </a:lnTo>
                <a:lnTo>
                  <a:pt x="1186" y="41020"/>
                </a:lnTo>
                <a:lnTo>
                  <a:pt x="692" y="14573"/>
                </a:lnTo>
                <a:lnTo>
                  <a:pt x="0" y="0"/>
                </a:lnTo>
                <a:close/>
              </a:path>
            </a:pathLst>
          </a:custGeom>
          <a:ln w="12702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765172" y="4293653"/>
            <a:ext cx="72218" cy="30951"/>
          </a:xfrm>
          <a:custGeom>
            <a:avLst/>
            <a:gdLst/>
            <a:ahLst/>
            <a:cxnLst/>
            <a:rect l="l" t="t" r="r" b="b"/>
            <a:pathLst>
              <a:path w="84454" h="36195">
                <a:moveTo>
                  <a:pt x="0" y="0"/>
                </a:moveTo>
                <a:lnTo>
                  <a:pt x="0" y="35982"/>
                </a:lnTo>
                <a:lnTo>
                  <a:pt x="83874" y="35982"/>
                </a:lnTo>
                <a:lnTo>
                  <a:pt x="83874" y="0"/>
                </a:lnTo>
                <a:lnTo>
                  <a:pt x="0" y="0"/>
                </a:lnTo>
                <a:close/>
              </a:path>
            </a:pathLst>
          </a:custGeom>
          <a:ln w="12704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744873" y="4273960"/>
            <a:ext cx="120544" cy="184618"/>
          </a:xfrm>
          <a:custGeom>
            <a:avLst/>
            <a:gdLst/>
            <a:ahLst/>
            <a:cxnLst/>
            <a:rect l="l" t="t" r="r" b="b"/>
            <a:pathLst>
              <a:path w="140970" h="215900">
                <a:moveTo>
                  <a:pt x="117107" y="0"/>
                </a:moveTo>
                <a:lnTo>
                  <a:pt x="140845" y="18711"/>
                </a:lnTo>
                <a:lnTo>
                  <a:pt x="128185" y="28786"/>
                </a:lnTo>
                <a:lnTo>
                  <a:pt x="128185" y="175596"/>
                </a:lnTo>
                <a:lnTo>
                  <a:pt x="127394" y="188370"/>
                </a:lnTo>
                <a:lnTo>
                  <a:pt x="121855" y="199345"/>
                </a:lnTo>
                <a:lnTo>
                  <a:pt x="111568" y="208520"/>
                </a:lnTo>
                <a:lnTo>
                  <a:pt x="96534" y="215897"/>
                </a:lnTo>
                <a:lnTo>
                  <a:pt x="93369" y="207081"/>
                </a:lnTo>
                <a:lnTo>
                  <a:pt x="85456" y="199345"/>
                </a:lnTo>
                <a:lnTo>
                  <a:pt x="72796" y="192688"/>
                </a:lnTo>
                <a:lnTo>
                  <a:pt x="55388" y="187111"/>
                </a:lnTo>
                <a:lnTo>
                  <a:pt x="55388" y="181353"/>
                </a:lnTo>
                <a:lnTo>
                  <a:pt x="69235" y="182613"/>
                </a:lnTo>
                <a:lnTo>
                  <a:pt x="80708" y="183512"/>
                </a:lnTo>
                <a:lnTo>
                  <a:pt x="89808" y="184052"/>
                </a:lnTo>
                <a:lnTo>
                  <a:pt x="96534" y="184232"/>
                </a:lnTo>
                <a:lnTo>
                  <a:pt x="103919" y="184232"/>
                </a:lnTo>
                <a:lnTo>
                  <a:pt x="107612" y="178954"/>
                </a:lnTo>
                <a:lnTo>
                  <a:pt x="107612" y="168399"/>
                </a:lnTo>
                <a:lnTo>
                  <a:pt x="107612" y="118023"/>
                </a:lnTo>
                <a:lnTo>
                  <a:pt x="23737" y="118023"/>
                </a:lnTo>
                <a:lnTo>
                  <a:pt x="23737" y="204382"/>
                </a:lnTo>
                <a:lnTo>
                  <a:pt x="0" y="215897"/>
                </a:lnTo>
                <a:lnTo>
                  <a:pt x="692" y="197636"/>
                </a:lnTo>
                <a:lnTo>
                  <a:pt x="1186" y="173077"/>
                </a:lnTo>
                <a:lnTo>
                  <a:pt x="1483" y="142222"/>
                </a:lnTo>
                <a:lnTo>
                  <a:pt x="1582" y="105070"/>
                </a:lnTo>
                <a:lnTo>
                  <a:pt x="1483" y="68457"/>
                </a:lnTo>
                <a:lnTo>
                  <a:pt x="1186" y="39221"/>
                </a:lnTo>
                <a:lnTo>
                  <a:pt x="692" y="17361"/>
                </a:lnTo>
                <a:lnTo>
                  <a:pt x="0" y="2878"/>
                </a:lnTo>
                <a:lnTo>
                  <a:pt x="23737" y="14393"/>
                </a:lnTo>
                <a:lnTo>
                  <a:pt x="104446" y="14393"/>
                </a:lnTo>
                <a:lnTo>
                  <a:pt x="117107" y="0"/>
                </a:lnTo>
                <a:close/>
              </a:path>
            </a:pathLst>
          </a:custGeom>
          <a:ln w="12701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763511" y="4273961"/>
            <a:ext cx="143893" cy="160183"/>
          </a:xfrm>
          <a:custGeom>
            <a:avLst/>
            <a:gdLst/>
            <a:ahLst/>
            <a:cxnLst/>
            <a:rect l="l" t="t" r="r" b="b"/>
            <a:pathLst>
              <a:path w="168275" h="187325">
                <a:moveTo>
                  <a:pt x="75961" y="0"/>
                </a:moveTo>
                <a:lnTo>
                  <a:pt x="102865" y="18711"/>
                </a:lnTo>
                <a:lnTo>
                  <a:pt x="90204" y="28786"/>
                </a:lnTo>
                <a:lnTo>
                  <a:pt x="90204" y="143931"/>
                </a:lnTo>
                <a:lnTo>
                  <a:pt x="163001" y="83480"/>
                </a:lnTo>
                <a:lnTo>
                  <a:pt x="167749" y="87798"/>
                </a:lnTo>
                <a:lnTo>
                  <a:pt x="135208" y="122611"/>
                </a:lnTo>
                <a:lnTo>
                  <a:pt x="110382" y="150768"/>
                </a:lnTo>
                <a:lnTo>
                  <a:pt x="93270" y="172268"/>
                </a:lnTo>
                <a:lnTo>
                  <a:pt x="83874" y="187111"/>
                </a:lnTo>
                <a:lnTo>
                  <a:pt x="61719" y="166960"/>
                </a:lnTo>
                <a:lnTo>
                  <a:pt x="65939" y="161203"/>
                </a:lnTo>
                <a:lnTo>
                  <a:pt x="68049" y="154006"/>
                </a:lnTo>
                <a:lnTo>
                  <a:pt x="68049" y="145370"/>
                </a:lnTo>
                <a:lnTo>
                  <a:pt x="68049" y="24468"/>
                </a:lnTo>
                <a:lnTo>
                  <a:pt x="44311" y="24468"/>
                </a:lnTo>
                <a:lnTo>
                  <a:pt x="37684" y="24738"/>
                </a:lnTo>
                <a:lnTo>
                  <a:pt x="30463" y="25547"/>
                </a:lnTo>
                <a:lnTo>
                  <a:pt x="22650" y="26897"/>
                </a:lnTo>
                <a:lnTo>
                  <a:pt x="14242" y="28786"/>
                </a:lnTo>
                <a:lnTo>
                  <a:pt x="0" y="15832"/>
                </a:lnTo>
                <a:lnTo>
                  <a:pt x="64884" y="15832"/>
                </a:lnTo>
                <a:lnTo>
                  <a:pt x="75961" y="0"/>
                </a:lnTo>
                <a:close/>
              </a:path>
            </a:pathLst>
          </a:custGeom>
          <a:ln w="12702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287303" y="4244423"/>
            <a:ext cx="70589" cy="151495"/>
          </a:xfrm>
          <a:custGeom>
            <a:avLst/>
            <a:gdLst/>
            <a:ahLst/>
            <a:cxnLst/>
            <a:rect l="l" t="t" r="r" b="b"/>
            <a:pathLst>
              <a:path w="82550" h="177164">
                <a:moveTo>
                  <a:pt x="0" y="0"/>
                </a:moveTo>
                <a:lnTo>
                  <a:pt x="0" y="177035"/>
                </a:lnTo>
                <a:lnTo>
                  <a:pt x="82291" y="177035"/>
                </a:lnTo>
                <a:lnTo>
                  <a:pt x="82291" y="0"/>
                </a:lnTo>
                <a:lnTo>
                  <a:pt x="0" y="0"/>
                </a:lnTo>
                <a:close/>
              </a:path>
            </a:pathLst>
          </a:custGeom>
          <a:ln w="12701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268358" y="4223499"/>
            <a:ext cx="117829" cy="219369"/>
          </a:xfrm>
          <a:custGeom>
            <a:avLst/>
            <a:gdLst/>
            <a:ahLst/>
            <a:cxnLst/>
            <a:rect l="l" t="t" r="r" b="b"/>
            <a:pathLst>
              <a:path w="137795" h="256539">
                <a:moveTo>
                  <a:pt x="113942" y="0"/>
                </a:moveTo>
                <a:lnTo>
                  <a:pt x="137681" y="18711"/>
                </a:lnTo>
                <a:lnTo>
                  <a:pt x="125020" y="28786"/>
                </a:lnTo>
                <a:lnTo>
                  <a:pt x="125119" y="109297"/>
                </a:lnTo>
                <a:lnTo>
                  <a:pt x="125416" y="172358"/>
                </a:lnTo>
                <a:lnTo>
                  <a:pt x="125911" y="217966"/>
                </a:lnTo>
                <a:lnTo>
                  <a:pt x="126603" y="246122"/>
                </a:lnTo>
                <a:lnTo>
                  <a:pt x="104447" y="254758"/>
                </a:lnTo>
                <a:lnTo>
                  <a:pt x="104447" y="210140"/>
                </a:lnTo>
                <a:lnTo>
                  <a:pt x="22155" y="210140"/>
                </a:lnTo>
                <a:lnTo>
                  <a:pt x="22155" y="247562"/>
                </a:lnTo>
                <a:lnTo>
                  <a:pt x="0" y="256198"/>
                </a:lnTo>
                <a:lnTo>
                  <a:pt x="692" y="238476"/>
                </a:lnTo>
                <a:lnTo>
                  <a:pt x="1186" y="211219"/>
                </a:lnTo>
                <a:lnTo>
                  <a:pt x="1483" y="174427"/>
                </a:lnTo>
                <a:lnTo>
                  <a:pt x="1582" y="128099"/>
                </a:lnTo>
                <a:lnTo>
                  <a:pt x="1483" y="81861"/>
                </a:lnTo>
                <a:lnTo>
                  <a:pt x="1186" y="45338"/>
                </a:lnTo>
                <a:lnTo>
                  <a:pt x="692" y="18531"/>
                </a:lnTo>
                <a:lnTo>
                  <a:pt x="0" y="1439"/>
                </a:lnTo>
                <a:lnTo>
                  <a:pt x="22155" y="15832"/>
                </a:lnTo>
                <a:lnTo>
                  <a:pt x="101282" y="15832"/>
                </a:lnTo>
                <a:lnTo>
                  <a:pt x="113942" y="0"/>
                </a:lnTo>
                <a:close/>
              </a:path>
            </a:pathLst>
          </a:custGeom>
          <a:ln w="12701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606755" y="4213653"/>
            <a:ext cx="64073" cy="76562"/>
          </a:xfrm>
          <a:custGeom>
            <a:avLst/>
            <a:gdLst/>
            <a:ahLst/>
            <a:cxnLst/>
            <a:rect l="l" t="t" r="r" b="b"/>
            <a:pathLst>
              <a:path w="74929" h="89535">
                <a:moveTo>
                  <a:pt x="0" y="0"/>
                </a:moveTo>
                <a:lnTo>
                  <a:pt x="0" y="89237"/>
                </a:lnTo>
                <a:lnTo>
                  <a:pt x="74379" y="89237"/>
                </a:lnTo>
                <a:lnTo>
                  <a:pt x="74379" y="0"/>
                </a:lnTo>
                <a:lnTo>
                  <a:pt x="0" y="0"/>
                </a:lnTo>
                <a:close/>
              </a:path>
            </a:pathLst>
          </a:custGeom>
          <a:ln w="12702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587809" y="4195191"/>
            <a:ext cx="109685" cy="127060"/>
          </a:xfrm>
          <a:custGeom>
            <a:avLst/>
            <a:gdLst/>
            <a:ahLst/>
            <a:cxnLst/>
            <a:rect l="l" t="t" r="r" b="b"/>
            <a:pathLst>
              <a:path w="128270" h="148589">
                <a:moveTo>
                  <a:pt x="106030" y="0"/>
                </a:moveTo>
                <a:lnTo>
                  <a:pt x="128185" y="17271"/>
                </a:lnTo>
                <a:lnTo>
                  <a:pt x="117107" y="25907"/>
                </a:lnTo>
                <a:lnTo>
                  <a:pt x="117206" y="56403"/>
                </a:lnTo>
                <a:lnTo>
                  <a:pt x="117503" y="84559"/>
                </a:lnTo>
                <a:lnTo>
                  <a:pt x="117998" y="110377"/>
                </a:lnTo>
                <a:lnTo>
                  <a:pt x="118690" y="133856"/>
                </a:lnTo>
                <a:lnTo>
                  <a:pt x="96535" y="145370"/>
                </a:lnTo>
                <a:lnTo>
                  <a:pt x="96535" y="119463"/>
                </a:lnTo>
                <a:lnTo>
                  <a:pt x="22155" y="119463"/>
                </a:lnTo>
                <a:lnTo>
                  <a:pt x="22155" y="139613"/>
                </a:lnTo>
                <a:lnTo>
                  <a:pt x="0" y="148249"/>
                </a:lnTo>
                <a:lnTo>
                  <a:pt x="692" y="127964"/>
                </a:lnTo>
                <a:lnTo>
                  <a:pt x="1187" y="108848"/>
                </a:lnTo>
                <a:lnTo>
                  <a:pt x="1484" y="90901"/>
                </a:lnTo>
                <a:lnTo>
                  <a:pt x="1583" y="74124"/>
                </a:lnTo>
                <a:lnTo>
                  <a:pt x="1484" y="57437"/>
                </a:lnTo>
                <a:lnTo>
                  <a:pt x="1187" y="39761"/>
                </a:lnTo>
                <a:lnTo>
                  <a:pt x="692" y="21094"/>
                </a:lnTo>
                <a:lnTo>
                  <a:pt x="0" y="1439"/>
                </a:lnTo>
                <a:lnTo>
                  <a:pt x="23738" y="12953"/>
                </a:lnTo>
                <a:lnTo>
                  <a:pt x="93370" y="12953"/>
                </a:lnTo>
                <a:lnTo>
                  <a:pt x="106030" y="0"/>
                </a:lnTo>
                <a:close/>
              </a:path>
            </a:pathLst>
          </a:custGeom>
          <a:ln w="12702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812228" y="4185346"/>
            <a:ext cx="46154" cy="62444"/>
          </a:xfrm>
          <a:custGeom>
            <a:avLst/>
            <a:gdLst/>
            <a:ahLst/>
            <a:cxnLst/>
            <a:rect l="l" t="t" r="r" b="b"/>
            <a:pathLst>
              <a:path w="53975" h="73025">
                <a:moveTo>
                  <a:pt x="4747" y="0"/>
                </a:moveTo>
                <a:lnTo>
                  <a:pt x="36200" y="21949"/>
                </a:lnTo>
                <a:lnTo>
                  <a:pt x="53707" y="46058"/>
                </a:lnTo>
                <a:lnTo>
                  <a:pt x="53410" y="53254"/>
                </a:lnTo>
                <a:lnTo>
                  <a:pt x="50542" y="60451"/>
                </a:lnTo>
                <a:lnTo>
                  <a:pt x="45102" y="67647"/>
                </a:lnTo>
                <a:lnTo>
                  <a:pt x="38871" y="72415"/>
                </a:lnTo>
                <a:lnTo>
                  <a:pt x="33629" y="72325"/>
                </a:lnTo>
                <a:lnTo>
                  <a:pt x="29375" y="67377"/>
                </a:lnTo>
                <a:lnTo>
                  <a:pt x="26111" y="57572"/>
                </a:lnTo>
                <a:lnTo>
                  <a:pt x="22402" y="44978"/>
                </a:lnTo>
                <a:lnTo>
                  <a:pt x="16814" y="31664"/>
                </a:lnTo>
                <a:lnTo>
                  <a:pt x="9346" y="17631"/>
                </a:lnTo>
                <a:lnTo>
                  <a:pt x="0" y="2878"/>
                </a:lnTo>
                <a:lnTo>
                  <a:pt x="4747" y="0"/>
                </a:lnTo>
                <a:close/>
              </a:path>
            </a:pathLst>
          </a:custGeom>
          <a:ln w="12702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829819" y="4179192"/>
            <a:ext cx="249234" cy="279641"/>
          </a:xfrm>
          <a:custGeom>
            <a:avLst/>
            <a:gdLst/>
            <a:ahLst/>
            <a:cxnLst/>
            <a:rect l="l" t="t" r="r" b="b"/>
            <a:pathLst>
              <a:path w="291465" h="327025">
                <a:moveTo>
                  <a:pt x="140845" y="0"/>
                </a:moveTo>
                <a:lnTo>
                  <a:pt x="180409" y="18711"/>
                </a:lnTo>
                <a:lnTo>
                  <a:pt x="166166" y="28786"/>
                </a:lnTo>
                <a:lnTo>
                  <a:pt x="168194" y="79702"/>
                </a:lnTo>
                <a:lnTo>
                  <a:pt x="174277" y="125940"/>
                </a:lnTo>
                <a:lnTo>
                  <a:pt x="184415" y="167500"/>
                </a:lnTo>
                <a:lnTo>
                  <a:pt x="198608" y="204382"/>
                </a:lnTo>
                <a:lnTo>
                  <a:pt x="237974" y="261955"/>
                </a:lnTo>
                <a:lnTo>
                  <a:pt x="291187" y="296498"/>
                </a:lnTo>
                <a:lnTo>
                  <a:pt x="291187" y="302256"/>
                </a:lnTo>
                <a:lnTo>
                  <a:pt x="278625" y="301986"/>
                </a:lnTo>
                <a:lnTo>
                  <a:pt x="267844" y="304055"/>
                </a:lnTo>
                <a:lnTo>
                  <a:pt x="258844" y="308463"/>
                </a:lnTo>
                <a:lnTo>
                  <a:pt x="251623" y="315210"/>
                </a:lnTo>
                <a:lnTo>
                  <a:pt x="234166" y="297263"/>
                </a:lnTo>
                <a:lnTo>
                  <a:pt x="203702" y="253004"/>
                </a:lnTo>
                <a:lnTo>
                  <a:pt x="179667" y="197591"/>
                </a:lnTo>
                <a:lnTo>
                  <a:pt x="165029" y="131022"/>
                </a:lnTo>
                <a:lnTo>
                  <a:pt x="161418" y="93555"/>
                </a:lnTo>
                <a:lnTo>
                  <a:pt x="159984" y="113750"/>
                </a:lnTo>
                <a:lnTo>
                  <a:pt x="153258" y="158729"/>
                </a:lnTo>
                <a:lnTo>
                  <a:pt x="140400" y="208026"/>
                </a:lnTo>
                <a:lnTo>
                  <a:pt x="115475" y="250845"/>
                </a:lnTo>
                <a:lnTo>
                  <a:pt x="77940" y="285704"/>
                </a:lnTo>
                <a:lnTo>
                  <a:pt x="30463" y="314490"/>
                </a:lnTo>
                <a:lnTo>
                  <a:pt x="3165" y="326724"/>
                </a:lnTo>
                <a:lnTo>
                  <a:pt x="0" y="322406"/>
                </a:lnTo>
                <a:lnTo>
                  <a:pt x="30908" y="303560"/>
                </a:lnTo>
                <a:lnTo>
                  <a:pt x="57169" y="284444"/>
                </a:lnTo>
                <a:lnTo>
                  <a:pt x="95743" y="245403"/>
                </a:lnTo>
                <a:lnTo>
                  <a:pt x="119877" y="200244"/>
                </a:lnTo>
                <a:lnTo>
                  <a:pt x="133724" y="143931"/>
                </a:lnTo>
                <a:lnTo>
                  <a:pt x="139856" y="77003"/>
                </a:lnTo>
                <a:lnTo>
                  <a:pt x="140994" y="39761"/>
                </a:lnTo>
                <a:lnTo>
                  <a:pt x="140845" y="0"/>
                </a:lnTo>
                <a:close/>
              </a:path>
            </a:pathLst>
          </a:custGeom>
          <a:ln w="12702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899142" y="4177961"/>
            <a:ext cx="125974" cy="122173"/>
          </a:xfrm>
          <a:custGeom>
            <a:avLst/>
            <a:gdLst/>
            <a:ahLst/>
            <a:cxnLst/>
            <a:rect l="l" t="t" r="r" b="b"/>
            <a:pathLst>
              <a:path w="147320" h="142875">
                <a:moveTo>
                  <a:pt x="0" y="0"/>
                </a:moveTo>
                <a:lnTo>
                  <a:pt x="36398" y="14393"/>
                </a:lnTo>
                <a:lnTo>
                  <a:pt x="22155" y="25907"/>
                </a:lnTo>
                <a:lnTo>
                  <a:pt x="22155" y="76283"/>
                </a:lnTo>
                <a:lnTo>
                  <a:pt x="45102" y="64409"/>
                </a:lnTo>
                <a:lnTo>
                  <a:pt x="64884" y="51815"/>
                </a:lnTo>
                <a:lnTo>
                  <a:pt x="81500" y="38501"/>
                </a:lnTo>
                <a:lnTo>
                  <a:pt x="94952" y="24468"/>
                </a:lnTo>
                <a:lnTo>
                  <a:pt x="118689" y="48936"/>
                </a:lnTo>
                <a:lnTo>
                  <a:pt x="104447" y="50376"/>
                </a:lnTo>
                <a:lnTo>
                  <a:pt x="82094" y="60541"/>
                </a:lnTo>
                <a:lnTo>
                  <a:pt x="60927" y="69446"/>
                </a:lnTo>
                <a:lnTo>
                  <a:pt x="40948" y="77093"/>
                </a:lnTo>
                <a:lnTo>
                  <a:pt x="22155" y="83480"/>
                </a:lnTo>
                <a:lnTo>
                  <a:pt x="22155" y="110827"/>
                </a:lnTo>
                <a:lnTo>
                  <a:pt x="23639" y="117753"/>
                </a:lnTo>
                <a:lnTo>
                  <a:pt x="28089" y="122701"/>
                </a:lnTo>
                <a:lnTo>
                  <a:pt x="35507" y="125670"/>
                </a:lnTo>
                <a:lnTo>
                  <a:pt x="45893" y="126659"/>
                </a:lnTo>
                <a:lnTo>
                  <a:pt x="99699" y="126659"/>
                </a:lnTo>
                <a:lnTo>
                  <a:pt x="118591" y="85774"/>
                </a:lnTo>
                <a:lnTo>
                  <a:pt x="118689" y="74844"/>
                </a:lnTo>
                <a:lnTo>
                  <a:pt x="125020" y="74844"/>
                </a:lnTo>
                <a:lnTo>
                  <a:pt x="131878" y="114905"/>
                </a:lnTo>
                <a:lnTo>
                  <a:pt x="147175" y="123781"/>
                </a:lnTo>
                <a:lnTo>
                  <a:pt x="140746" y="131967"/>
                </a:lnTo>
                <a:lnTo>
                  <a:pt x="130954" y="137814"/>
                </a:lnTo>
                <a:lnTo>
                  <a:pt x="117800" y="141322"/>
                </a:lnTo>
                <a:lnTo>
                  <a:pt x="101282" y="142492"/>
                </a:lnTo>
                <a:lnTo>
                  <a:pt x="34815" y="142492"/>
                </a:lnTo>
                <a:lnTo>
                  <a:pt x="1582" y="116584"/>
                </a:lnTo>
                <a:lnTo>
                  <a:pt x="1483" y="71515"/>
                </a:lnTo>
                <a:lnTo>
                  <a:pt x="1186" y="37062"/>
                </a:lnTo>
                <a:lnTo>
                  <a:pt x="692" y="13223"/>
                </a:lnTo>
                <a:lnTo>
                  <a:pt x="0" y="0"/>
                </a:lnTo>
                <a:close/>
              </a:path>
            </a:pathLst>
          </a:custGeom>
          <a:ln w="12702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087024" y="4175499"/>
            <a:ext cx="173215" cy="282356"/>
          </a:xfrm>
          <a:custGeom>
            <a:avLst/>
            <a:gdLst/>
            <a:ahLst/>
            <a:cxnLst/>
            <a:rect l="l" t="t" r="r" b="b"/>
            <a:pathLst>
              <a:path w="202565" h="330200">
                <a:moveTo>
                  <a:pt x="66466" y="0"/>
                </a:moveTo>
                <a:lnTo>
                  <a:pt x="99699" y="15832"/>
                </a:lnTo>
                <a:lnTo>
                  <a:pt x="87039" y="21589"/>
                </a:lnTo>
                <a:lnTo>
                  <a:pt x="80907" y="36792"/>
                </a:lnTo>
                <a:lnTo>
                  <a:pt x="75170" y="50735"/>
                </a:lnTo>
                <a:lnTo>
                  <a:pt x="69829" y="63419"/>
                </a:lnTo>
                <a:lnTo>
                  <a:pt x="64884" y="74844"/>
                </a:lnTo>
                <a:lnTo>
                  <a:pt x="139263" y="74844"/>
                </a:lnTo>
                <a:lnTo>
                  <a:pt x="161418" y="56133"/>
                </a:lnTo>
                <a:lnTo>
                  <a:pt x="188322" y="83480"/>
                </a:lnTo>
                <a:lnTo>
                  <a:pt x="115525" y="83480"/>
                </a:lnTo>
                <a:lnTo>
                  <a:pt x="115525" y="164081"/>
                </a:lnTo>
                <a:lnTo>
                  <a:pt x="153506" y="164081"/>
                </a:lnTo>
                <a:lnTo>
                  <a:pt x="175661" y="143931"/>
                </a:lnTo>
                <a:lnTo>
                  <a:pt x="202564" y="172717"/>
                </a:lnTo>
                <a:lnTo>
                  <a:pt x="113942" y="172717"/>
                </a:lnTo>
                <a:lnTo>
                  <a:pt x="113744" y="180094"/>
                </a:lnTo>
                <a:lnTo>
                  <a:pt x="113151" y="187830"/>
                </a:lnTo>
                <a:lnTo>
                  <a:pt x="112162" y="195926"/>
                </a:lnTo>
                <a:lnTo>
                  <a:pt x="110777" y="204382"/>
                </a:lnTo>
                <a:lnTo>
                  <a:pt x="139115" y="221699"/>
                </a:lnTo>
                <a:lnTo>
                  <a:pt x="175909" y="247967"/>
                </a:lnTo>
                <a:lnTo>
                  <a:pt x="189904" y="272390"/>
                </a:lnTo>
                <a:lnTo>
                  <a:pt x="189113" y="280396"/>
                </a:lnTo>
                <a:lnTo>
                  <a:pt x="185948" y="288582"/>
                </a:lnTo>
                <a:lnTo>
                  <a:pt x="181695" y="294834"/>
                </a:lnTo>
                <a:lnTo>
                  <a:pt x="177640" y="297038"/>
                </a:lnTo>
                <a:lnTo>
                  <a:pt x="173782" y="295194"/>
                </a:lnTo>
                <a:lnTo>
                  <a:pt x="170122" y="289302"/>
                </a:lnTo>
                <a:lnTo>
                  <a:pt x="166166" y="281161"/>
                </a:lnTo>
                <a:lnTo>
                  <a:pt x="161418" y="272570"/>
                </a:lnTo>
                <a:lnTo>
                  <a:pt x="132735" y="233708"/>
                </a:lnTo>
                <a:lnTo>
                  <a:pt x="109195" y="211579"/>
                </a:lnTo>
                <a:lnTo>
                  <a:pt x="100540" y="233483"/>
                </a:lnTo>
                <a:lnTo>
                  <a:pt x="90402" y="253139"/>
                </a:lnTo>
                <a:lnTo>
                  <a:pt x="65675" y="285704"/>
                </a:lnTo>
                <a:lnTo>
                  <a:pt x="36200" y="310712"/>
                </a:lnTo>
                <a:lnTo>
                  <a:pt x="3165" y="329603"/>
                </a:lnTo>
                <a:lnTo>
                  <a:pt x="0" y="325285"/>
                </a:lnTo>
                <a:lnTo>
                  <a:pt x="19534" y="310847"/>
                </a:lnTo>
                <a:lnTo>
                  <a:pt x="36991" y="294879"/>
                </a:lnTo>
                <a:lnTo>
                  <a:pt x="65675" y="258357"/>
                </a:lnTo>
                <a:lnTo>
                  <a:pt x="84863" y="217156"/>
                </a:lnTo>
                <a:lnTo>
                  <a:pt x="93369" y="172717"/>
                </a:lnTo>
                <a:lnTo>
                  <a:pt x="52223" y="172717"/>
                </a:lnTo>
                <a:lnTo>
                  <a:pt x="42135" y="172987"/>
                </a:lnTo>
                <a:lnTo>
                  <a:pt x="32442" y="173797"/>
                </a:lnTo>
                <a:lnTo>
                  <a:pt x="23144" y="175146"/>
                </a:lnTo>
                <a:lnTo>
                  <a:pt x="14242" y="177035"/>
                </a:lnTo>
                <a:lnTo>
                  <a:pt x="0" y="164081"/>
                </a:lnTo>
                <a:lnTo>
                  <a:pt x="93369" y="164081"/>
                </a:lnTo>
                <a:lnTo>
                  <a:pt x="93369" y="83480"/>
                </a:lnTo>
                <a:lnTo>
                  <a:pt x="61719" y="83480"/>
                </a:lnTo>
                <a:lnTo>
                  <a:pt x="50542" y="102551"/>
                </a:lnTo>
                <a:lnTo>
                  <a:pt x="39167" y="119463"/>
                </a:lnTo>
                <a:lnTo>
                  <a:pt x="27595" y="134216"/>
                </a:lnTo>
                <a:lnTo>
                  <a:pt x="15825" y="146810"/>
                </a:lnTo>
                <a:lnTo>
                  <a:pt x="11077" y="143931"/>
                </a:lnTo>
                <a:lnTo>
                  <a:pt x="21710" y="126794"/>
                </a:lnTo>
                <a:lnTo>
                  <a:pt x="31452" y="108488"/>
                </a:lnTo>
                <a:lnTo>
                  <a:pt x="48267" y="68367"/>
                </a:lnTo>
                <a:lnTo>
                  <a:pt x="60334" y="30045"/>
                </a:lnTo>
                <a:lnTo>
                  <a:pt x="64142" y="13988"/>
                </a:lnTo>
                <a:lnTo>
                  <a:pt x="66466" y="0"/>
                </a:lnTo>
                <a:close/>
              </a:path>
            </a:pathLst>
          </a:custGeom>
          <a:ln w="12701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727280" y="4170576"/>
            <a:ext cx="150952" cy="100454"/>
          </a:xfrm>
          <a:custGeom>
            <a:avLst/>
            <a:gdLst/>
            <a:ahLst/>
            <a:cxnLst/>
            <a:rect l="l" t="t" r="r" b="b"/>
            <a:pathLst>
              <a:path w="176529" h="117475">
                <a:moveTo>
                  <a:pt x="80709" y="0"/>
                </a:moveTo>
                <a:lnTo>
                  <a:pt x="109195" y="21589"/>
                </a:lnTo>
                <a:lnTo>
                  <a:pt x="99996" y="25053"/>
                </a:lnTo>
                <a:lnTo>
                  <a:pt x="89808" y="31125"/>
                </a:lnTo>
                <a:lnTo>
                  <a:pt x="78632" y="39806"/>
                </a:lnTo>
                <a:lnTo>
                  <a:pt x="66466" y="51095"/>
                </a:lnTo>
                <a:lnTo>
                  <a:pt x="54399" y="62925"/>
                </a:lnTo>
                <a:lnTo>
                  <a:pt x="43519" y="73225"/>
                </a:lnTo>
                <a:lnTo>
                  <a:pt x="33826" y="81996"/>
                </a:lnTo>
                <a:lnTo>
                  <a:pt x="25320" y="89237"/>
                </a:lnTo>
                <a:lnTo>
                  <a:pt x="145593" y="86358"/>
                </a:lnTo>
                <a:lnTo>
                  <a:pt x="138571" y="74844"/>
                </a:lnTo>
                <a:lnTo>
                  <a:pt x="131746" y="64769"/>
                </a:lnTo>
                <a:lnTo>
                  <a:pt x="125119" y="56133"/>
                </a:lnTo>
                <a:lnTo>
                  <a:pt x="118689" y="48936"/>
                </a:lnTo>
                <a:lnTo>
                  <a:pt x="121855" y="44618"/>
                </a:lnTo>
                <a:lnTo>
                  <a:pt x="155088" y="64994"/>
                </a:lnTo>
                <a:lnTo>
                  <a:pt x="176453" y="94275"/>
                </a:lnTo>
                <a:lnTo>
                  <a:pt x="175925" y="101471"/>
                </a:lnTo>
                <a:lnTo>
                  <a:pt x="172760" y="107468"/>
                </a:lnTo>
                <a:lnTo>
                  <a:pt x="166957" y="112266"/>
                </a:lnTo>
                <a:lnTo>
                  <a:pt x="161154" y="117064"/>
                </a:lnTo>
                <a:lnTo>
                  <a:pt x="157462" y="116824"/>
                </a:lnTo>
                <a:lnTo>
                  <a:pt x="155879" y="111547"/>
                </a:lnTo>
                <a:lnTo>
                  <a:pt x="154297" y="106269"/>
                </a:lnTo>
                <a:lnTo>
                  <a:pt x="151923" y="99792"/>
                </a:lnTo>
                <a:lnTo>
                  <a:pt x="148758" y="92116"/>
                </a:lnTo>
                <a:lnTo>
                  <a:pt x="134120" y="93645"/>
                </a:lnTo>
                <a:lnTo>
                  <a:pt x="117107" y="95354"/>
                </a:lnTo>
                <a:lnTo>
                  <a:pt x="97721" y="97243"/>
                </a:lnTo>
                <a:lnTo>
                  <a:pt x="75962" y="99312"/>
                </a:lnTo>
                <a:lnTo>
                  <a:pt x="54993" y="101831"/>
                </a:lnTo>
                <a:lnTo>
                  <a:pt x="37981" y="105070"/>
                </a:lnTo>
                <a:lnTo>
                  <a:pt x="24924" y="109028"/>
                </a:lnTo>
                <a:lnTo>
                  <a:pt x="15825" y="113705"/>
                </a:lnTo>
                <a:lnTo>
                  <a:pt x="0" y="86358"/>
                </a:lnTo>
                <a:lnTo>
                  <a:pt x="42728" y="56133"/>
                </a:lnTo>
                <a:lnTo>
                  <a:pt x="74181" y="13223"/>
                </a:lnTo>
                <a:lnTo>
                  <a:pt x="80709" y="0"/>
                </a:lnTo>
                <a:close/>
              </a:path>
            </a:pathLst>
          </a:custGeom>
          <a:ln w="12703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405122" y="4169345"/>
            <a:ext cx="174844" cy="182446"/>
          </a:xfrm>
          <a:custGeom>
            <a:avLst/>
            <a:gdLst/>
            <a:ahLst/>
            <a:cxnLst/>
            <a:rect l="l" t="t" r="r" b="b"/>
            <a:pathLst>
              <a:path w="204470" h="213360">
                <a:moveTo>
                  <a:pt x="63301" y="0"/>
                </a:moveTo>
                <a:lnTo>
                  <a:pt x="93369" y="14393"/>
                </a:lnTo>
                <a:lnTo>
                  <a:pt x="80709" y="20150"/>
                </a:lnTo>
                <a:lnTo>
                  <a:pt x="68048" y="43179"/>
                </a:lnTo>
                <a:lnTo>
                  <a:pt x="145592" y="43179"/>
                </a:lnTo>
                <a:lnTo>
                  <a:pt x="163000" y="27347"/>
                </a:lnTo>
                <a:lnTo>
                  <a:pt x="189904" y="51815"/>
                </a:lnTo>
                <a:lnTo>
                  <a:pt x="125020" y="51815"/>
                </a:lnTo>
                <a:lnTo>
                  <a:pt x="124031" y="64769"/>
                </a:lnTo>
                <a:lnTo>
                  <a:pt x="122646" y="77723"/>
                </a:lnTo>
                <a:lnTo>
                  <a:pt x="120865" y="90676"/>
                </a:lnTo>
                <a:lnTo>
                  <a:pt x="118689" y="103630"/>
                </a:lnTo>
                <a:lnTo>
                  <a:pt x="156670" y="103630"/>
                </a:lnTo>
                <a:lnTo>
                  <a:pt x="175661" y="86358"/>
                </a:lnTo>
                <a:lnTo>
                  <a:pt x="204147" y="112266"/>
                </a:lnTo>
                <a:lnTo>
                  <a:pt x="117107" y="112266"/>
                </a:lnTo>
                <a:lnTo>
                  <a:pt x="113942" y="125220"/>
                </a:lnTo>
                <a:lnTo>
                  <a:pt x="158253" y="141592"/>
                </a:lnTo>
                <a:lnTo>
                  <a:pt x="187233" y="171368"/>
                </a:lnTo>
                <a:lnTo>
                  <a:pt x="185156" y="179194"/>
                </a:lnTo>
                <a:lnTo>
                  <a:pt x="181546" y="185176"/>
                </a:lnTo>
                <a:lnTo>
                  <a:pt x="177046" y="186571"/>
                </a:lnTo>
                <a:lnTo>
                  <a:pt x="171655" y="183377"/>
                </a:lnTo>
                <a:lnTo>
                  <a:pt x="165374" y="175596"/>
                </a:lnTo>
                <a:lnTo>
                  <a:pt x="157017" y="165251"/>
                </a:lnTo>
                <a:lnTo>
                  <a:pt x="145395" y="154366"/>
                </a:lnTo>
                <a:lnTo>
                  <a:pt x="130509" y="142942"/>
                </a:lnTo>
                <a:lnTo>
                  <a:pt x="112359" y="130977"/>
                </a:lnTo>
                <a:lnTo>
                  <a:pt x="105188" y="144786"/>
                </a:lnTo>
                <a:lnTo>
                  <a:pt x="96336" y="157425"/>
                </a:lnTo>
                <a:lnTo>
                  <a:pt x="59493" y="188595"/>
                </a:lnTo>
                <a:lnTo>
                  <a:pt x="25073" y="205507"/>
                </a:lnTo>
                <a:lnTo>
                  <a:pt x="4747" y="213018"/>
                </a:lnTo>
                <a:lnTo>
                  <a:pt x="1582" y="208700"/>
                </a:lnTo>
                <a:lnTo>
                  <a:pt x="21660" y="198985"/>
                </a:lnTo>
                <a:lnTo>
                  <a:pt x="39167" y="188550"/>
                </a:lnTo>
                <a:lnTo>
                  <a:pt x="76654" y="153017"/>
                </a:lnTo>
                <a:lnTo>
                  <a:pt x="96534" y="112266"/>
                </a:lnTo>
                <a:lnTo>
                  <a:pt x="52223" y="112266"/>
                </a:lnTo>
                <a:lnTo>
                  <a:pt x="42134" y="112536"/>
                </a:lnTo>
                <a:lnTo>
                  <a:pt x="32441" y="113346"/>
                </a:lnTo>
                <a:lnTo>
                  <a:pt x="23144" y="114695"/>
                </a:lnTo>
                <a:lnTo>
                  <a:pt x="14242" y="116584"/>
                </a:lnTo>
                <a:lnTo>
                  <a:pt x="0" y="103630"/>
                </a:lnTo>
                <a:lnTo>
                  <a:pt x="98117" y="103630"/>
                </a:lnTo>
                <a:lnTo>
                  <a:pt x="100194" y="89057"/>
                </a:lnTo>
                <a:lnTo>
                  <a:pt x="101677" y="75564"/>
                </a:lnTo>
                <a:lnTo>
                  <a:pt x="102568" y="63149"/>
                </a:lnTo>
                <a:lnTo>
                  <a:pt x="102864" y="51815"/>
                </a:lnTo>
                <a:lnTo>
                  <a:pt x="64883" y="51815"/>
                </a:lnTo>
                <a:lnTo>
                  <a:pt x="56575" y="63599"/>
                </a:lnTo>
                <a:lnTo>
                  <a:pt x="47475" y="74484"/>
                </a:lnTo>
                <a:lnTo>
                  <a:pt x="37585" y="84469"/>
                </a:lnTo>
                <a:lnTo>
                  <a:pt x="26902" y="93555"/>
                </a:lnTo>
                <a:lnTo>
                  <a:pt x="22155" y="90676"/>
                </a:lnTo>
                <a:lnTo>
                  <a:pt x="35409" y="72055"/>
                </a:lnTo>
                <a:lnTo>
                  <a:pt x="46684" y="50735"/>
                </a:lnTo>
                <a:lnTo>
                  <a:pt x="55981" y="26717"/>
                </a:lnTo>
                <a:lnTo>
                  <a:pt x="63301" y="0"/>
                </a:lnTo>
                <a:close/>
              </a:path>
            </a:pathLst>
          </a:custGeom>
          <a:ln w="12702">
            <a:solidFill>
              <a:srgbClr val="5093C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096079" y="2147417"/>
            <a:ext cx="1942664" cy="14285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0" name="object 50"/>
          <p:cNvSpPr/>
          <p:nvPr/>
        </p:nvSpPr>
        <p:spPr>
          <a:xfrm>
            <a:off x="3706406" y="2130056"/>
            <a:ext cx="1942664" cy="14285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1" name="object 51"/>
          <p:cNvSpPr/>
          <p:nvPr/>
        </p:nvSpPr>
        <p:spPr>
          <a:xfrm>
            <a:off x="6312114" y="2120465"/>
            <a:ext cx="2031732" cy="143907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2" name="object 52"/>
          <p:cNvSpPr/>
          <p:nvPr/>
        </p:nvSpPr>
        <p:spPr>
          <a:xfrm>
            <a:off x="723538" y="1774057"/>
            <a:ext cx="641275" cy="611410"/>
          </a:xfrm>
          <a:custGeom>
            <a:avLst/>
            <a:gdLst/>
            <a:ahLst/>
            <a:cxnLst/>
            <a:rect l="l" t="t" r="r" b="b"/>
            <a:pathLst>
              <a:path w="749935" h="715010">
                <a:moveTo>
                  <a:pt x="0" y="714859"/>
                </a:moveTo>
                <a:lnTo>
                  <a:pt x="749778" y="714859"/>
                </a:lnTo>
                <a:lnTo>
                  <a:pt x="749778" y="0"/>
                </a:lnTo>
                <a:lnTo>
                  <a:pt x="0" y="0"/>
                </a:lnTo>
                <a:lnTo>
                  <a:pt x="0" y="714859"/>
                </a:lnTo>
                <a:close/>
              </a:path>
            </a:pathLst>
          </a:custGeom>
          <a:solidFill>
            <a:srgbClr val="9DC3E6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3" name="object 53"/>
          <p:cNvSpPr/>
          <p:nvPr/>
        </p:nvSpPr>
        <p:spPr>
          <a:xfrm>
            <a:off x="803630" y="1816311"/>
            <a:ext cx="510413" cy="29321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4" name="object 54"/>
          <p:cNvSpPr/>
          <p:nvPr/>
        </p:nvSpPr>
        <p:spPr>
          <a:xfrm>
            <a:off x="820359" y="1842467"/>
            <a:ext cx="447176" cy="22013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5" name="object 55"/>
          <p:cNvSpPr/>
          <p:nvPr/>
        </p:nvSpPr>
        <p:spPr>
          <a:xfrm>
            <a:off x="803630" y="2066088"/>
            <a:ext cx="510413" cy="28235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6" name="object 56"/>
          <p:cNvSpPr/>
          <p:nvPr/>
        </p:nvSpPr>
        <p:spPr>
          <a:xfrm>
            <a:off x="822809" y="2091295"/>
            <a:ext cx="444282" cy="21300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7" name="object 57"/>
          <p:cNvSpPr/>
          <p:nvPr/>
        </p:nvSpPr>
        <p:spPr>
          <a:xfrm>
            <a:off x="3387327" y="1774057"/>
            <a:ext cx="641275" cy="611410"/>
          </a:xfrm>
          <a:custGeom>
            <a:avLst/>
            <a:gdLst/>
            <a:ahLst/>
            <a:cxnLst/>
            <a:rect l="l" t="t" r="r" b="b"/>
            <a:pathLst>
              <a:path w="749935" h="715010">
                <a:moveTo>
                  <a:pt x="0" y="714859"/>
                </a:moveTo>
                <a:lnTo>
                  <a:pt x="749778" y="714859"/>
                </a:lnTo>
                <a:lnTo>
                  <a:pt x="749778" y="0"/>
                </a:lnTo>
                <a:lnTo>
                  <a:pt x="0" y="0"/>
                </a:lnTo>
                <a:lnTo>
                  <a:pt x="0" y="714859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8" name="object 58"/>
          <p:cNvSpPr/>
          <p:nvPr/>
        </p:nvSpPr>
        <p:spPr>
          <a:xfrm>
            <a:off x="3464295" y="1816311"/>
            <a:ext cx="510413" cy="29321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9" name="object 59"/>
          <p:cNvSpPr/>
          <p:nvPr/>
        </p:nvSpPr>
        <p:spPr>
          <a:xfrm>
            <a:off x="3484148" y="1842467"/>
            <a:ext cx="446731" cy="22013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0" name="object 60"/>
          <p:cNvSpPr/>
          <p:nvPr/>
        </p:nvSpPr>
        <p:spPr>
          <a:xfrm>
            <a:off x="3464295" y="2066088"/>
            <a:ext cx="510413" cy="28235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1" name="object 61"/>
          <p:cNvSpPr/>
          <p:nvPr/>
        </p:nvSpPr>
        <p:spPr>
          <a:xfrm>
            <a:off x="3486598" y="2091295"/>
            <a:ext cx="444281" cy="21300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2" name="object 62"/>
          <p:cNvSpPr/>
          <p:nvPr/>
        </p:nvSpPr>
        <p:spPr>
          <a:xfrm>
            <a:off x="6049846" y="1774057"/>
            <a:ext cx="641275" cy="611410"/>
          </a:xfrm>
          <a:custGeom>
            <a:avLst/>
            <a:gdLst/>
            <a:ahLst/>
            <a:cxnLst/>
            <a:rect l="l" t="t" r="r" b="b"/>
            <a:pathLst>
              <a:path w="749934" h="715010">
                <a:moveTo>
                  <a:pt x="0" y="714859"/>
                </a:moveTo>
                <a:lnTo>
                  <a:pt x="749778" y="714859"/>
                </a:lnTo>
                <a:lnTo>
                  <a:pt x="749778" y="0"/>
                </a:lnTo>
                <a:lnTo>
                  <a:pt x="0" y="0"/>
                </a:lnTo>
                <a:lnTo>
                  <a:pt x="0" y="714859"/>
                </a:lnTo>
                <a:close/>
              </a:path>
            </a:pathLst>
          </a:custGeom>
          <a:solidFill>
            <a:srgbClr val="2E75B6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3" name="object 63"/>
          <p:cNvSpPr/>
          <p:nvPr/>
        </p:nvSpPr>
        <p:spPr>
          <a:xfrm>
            <a:off x="6124960" y="1816311"/>
            <a:ext cx="510413" cy="29321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4" name="object 64"/>
          <p:cNvSpPr/>
          <p:nvPr/>
        </p:nvSpPr>
        <p:spPr>
          <a:xfrm>
            <a:off x="6146666" y="1842467"/>
            <a:ext cx="447177" cy="22013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5" name="object 65"/>
          <p:cNvSpPr/>
          <p:nvPr/>
        </p:nvSpPr>
        <p:spPr>
          <a:xfrm>
            <a:off x="6124960" y="2066088"/>
            <a:ext cx="510413" cy="28235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6" name="object 66"/>
          <p:cNvSpPr/>
          <p:nvPr/>
        </p:nvSpPr>
        <p:spPr>
          <a:xfrm>
            <a:off x="6149117" y="2091295"/>
            <a:ext cx="444282" cy="21300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</p:spTree>
    <p:extLst>
      <p:ext uri="{BB962C8B-B14F-4D97-AF65-F5344CB8AC3E}">
        <p14:creationId xmlns:p14="http://schemas.microsoft.com/office/powerpoint/2010/main" val="1712004449"/>
      </p:ext>
    </p:extLst>
  </p:cSld>
  <p:clrMapOvr>
    <a:masterClrMapping/>
  </p:clrMapOvr>
  <p:transition spd="slow">
    <p:circl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lang="zh-CN" altLang="en-US" sz="3200" b="0" spc="43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人工智能第一个层面</a:t>
            </a:r>
            <a:r>
              <a:rPr sz="3078" spc="13" dirty="0"/>
              <a:t>-</a:t>
            </a:r>
            <a:r>
              <a:rPr sz="3078" spc="38" dirty="0"/>
              <a:t>计算智能</a:t>
            </a:r>
            <a:endParaRPr sz="3078" dirty="0"/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4294967295"/>
          </p:nvPr>
        </p:nvSpPr>
        <p:spPr>
          <a:xfrm>
            <a:off x="6970713" y="6092825"/>
            <a:ext cx="2173287" cy="269875"/>
          </a:xfrm>
          <a:prstGeom prst="rect">
            <a:avLst/>
          </a:prstGeom>
        </p:spPr>
        <p:txBody>
          <a:bodyPr vert="horz" wrap="square" lIns="0" tIns="26607" rIns="0" bIns="0" rtlCol="0">
            <a:spAutoFit/>
          </a:bodyPr>
          <a:lstStyle/>
          <a:p>
            <a:pPr marL="10860">
              <a:spcBef>
                <a:spcPts val="209"/>
              </a:spcBef>
            </a:pPr>
            <a:r>
              <a:rPr lang="zh-CN" altLang="en-US" spc="-4" dirty="0">
                <a:hlinkClick r:id="rId2"/>
              </a:rPr>
              <a:t> </a:t>
            </a:r>
            <a:endParaRPr spc="-4" dirty="0">
              <a:hlinkClick r:id="rId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4232973"/>
            <a:ext cx="3028813" cy="395842"/>
          </a:xfrm>
          <a:custGeom>
            <a:avLst/>
            <a:gdLst/>
            <a:ahLst/>
            <a:cxnLst/>
            <a:rect l="l" t="t" r="r" b="b"/>
            <a:pathLst>
              <a:path w="3542029" h="462914">
                <a:moveTo>
                  <a:pt x="3541947" y="0"/>
                </a:moveTo>
                <a:lnTo>
                  <a:pt x="166096" y="0"/>
                </a:lnTo>
                <a:lnTo>
                  <a:pt x="0" y="462530"/>
                </a:lnTo>
                <a:lnTo>
                  <a:pt x="3375852" y="462530"/>
                </a:lnTo>
                <a:lnTo>
                  <a:pt x="3541947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4"/>
          <p:cNvSpPr/>
          <p:nvPr/>
        </p:nvSpPr>
        <p:spPr>
          <a:xfrm>
            <a:off x="304800" y="4232973"/>
            <a:ext cx="3028813" cy="395842"/>
          </a:xfrm>
          <a:custGeom>
            <a:avLst/>
            <a:gdLst/>
            <a:ahLst/>
            <a:cxnLst/>
            <a:rect l="l" t="t" r="r" b="b"/>
            <a:pathLst>
              <a:path w="3542029" h="462914">
                <a:moveTo>
                  <a:pt x="0" y="462530"/>
                </a:moveTo>
                <a:lnTo>
                  <a:pt x="166096" y="0"/>
                </a:lnTo>
                <a:lnTo>
                  <a:pt x="3541948" y="0"/>
                </a:lnTo>
                <a:lnTo>
                  <a:pt x="3375851" y="462530"/>
                </a:lnTo>
                <a:lnTo>
                  <a:pt x="0" y="462530"/>
                </a:lnTo>
                <a:close/>
              </a:path>
            </a:pathLst>
          </a:custGeom>
          <a:ln w="29580">
            <a:solidFill>
              <a:srgbClr val="FBB43A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5"/>
          <p:cNvSpPr txBox="1"/>
          <p:nvPr/>
        </p:nvSpPr>
        <p:spPr>
          <a:xfrm>
            <a:off x="1703297" y="4310930"/>
            <a:ext cx="1243454" cy="250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625" b="1" spc="-26" dirty="0">
                <a:solidFill>
                  <a:srgbClr val="FFFFFF"/>
                </a:solidFill>
                <a:latin typeface="微软雅黑"/>
                <a:cs typeface="微软雅黑"/>
              </a:rPr>
              <a:t>能存储会计算</a:t>
            </a:r>
            <a:endParaRPr sz="1625" dirty="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4885" y="4316958"/>
            <a:ext cx="899448" cy="2228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object 7"/>
          <p:cNvSpPr/>
          <p:nvPr/>
        </p:nvSpPr>
        <p:spPr>
          <a:xfrm>
            <a:off x="422205" y="2276872"/>
            <a:ext cx="2752666" cy="17556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" name="object 8"/>
          <p:cNvSpPr txBox="1"/>
          <p:nvPr/>
        </p:nvSpPr>
        <p:spPr>
          <a:xfrm>
            <a:off x="3990564" y="1532427"/>
            <a:ext cx="4613883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pc="-9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计算机具有</a:t>
            </a:r>
            <a:r>
              <a:rPr b="1" spc="-9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快速计算</a:t>
            </a:r>
            <a:r>
              <a:rPr spc="-9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和</a:t>
            </a:r>
            <a:r>
              <a:rPr b="1" spc="-9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记忆存储</a:t>
            </a:r>
            <a:r>
              <a:rPr spc="-9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能力：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39952" y="2160267"/>
            <a:ext cx="4824536" cy="3388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>
              <a:lnSpc>
                <a:spcPct val="150000"/>
              </a:lnSpc>
            </a:pPr>
            <a:r>
              <a:rPr b="0" spc="-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（1）“</a:t>
            </a:r>
            <a:r>
              <a:rPr b="0" spc="-34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深蓝”重量达</a:t>
            </a:r>
            <a:r>
              <a:rPr b="0" spc="-17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1.4</a:t>
            </a:r>
            <a:r>
              <a:rPr b="0" spc="-34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吨，有</a:t>
            </a:r>
            <a:r>
              <a:rPr b="0" spc="-2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32</a:t>
            </a:r>
            <a:r>
              <a:rPr b="0" spc="-34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个节点，每个节点有</a:t>
            </a:r>
            <a:r>
              <a:rPr b="0" spc="-2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8</a:t>
            </a:r>
            <a:r>
              <a:rPr b="0" spc="-34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块专门为进行国际象棋对弈设计的处理器，平均运算速 度为每秒</a:t>
            </a:r>
            <a:r>
              <a:rPr b="0" spc="-2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200</a:t>
            </a:r>
            <a:r>
              <a:rPr b="0" spc="-34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万步</a:t>
            </a:r>
            <a:endParaRPr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10860" marR="4344">
              <a:lnSpc>
                <a:spcPct val="150000"/>
              </a:lnSpc>
              <a:spcBef>
                <a:spcPts val="462"/>
              </a:spcBef>
            </a:pPr>
            <a:r>
              <a:rPr b="0" spc="-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（2）</a:t>
            </a:r>
            <a:r>
              <a:rPr b="0" spc="-34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深蓝算法的核心是基于</a:t>
            </a:r>
            <a:r>
              <a:rPr b="0" spc="-34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暴力穷举</a:t>
            </a:r>
            <a:r>
              <a:rPr b="0" spc="-34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：生成所有可能的 走法，然后执行尽可能深的搜索，并不断对局面进行评 估，尝试找出最佳走法</a:t>
            </a:r>
            <a:r>
              <a:rPr sz="2400" b="0" spc="-4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。</a:t>
            </a:r>
            <a:endParaRPr sz="2400" b="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4753159"/>
      </p:ext>
    </p:extLst>
  </p:cSld>
  <p:clrMapOvr>
    <a:masterClrMapping/>
  </p:clrMapOvr>
  <p:transition spd="slow">
    <p:circl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77862" y="3325831"/>
            <a:ext cx="3149359" cy="18353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" name="object 3"/>
          <p:cNvSpPr/>
          <p:nvPr/>
        </p:nvSpPr>
        <p:spPr>
          <a:xfrm>
            <a:off x="3067703" y="3506357"/>
            <a:ext cx="2779876" cy="14740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4"/>
          <p:cNvSpPr/>
          <p:nvPr/>
        </p:nvSpPr>
        <p:spPr>
          <a:xfrm>
            <a:off x="732139" y="4149549"/>
            <a:ext cx="2120930" cy="550052"/>
          </a:xfrm>
          <a:custGeom>
            <a:avLst/>
            <a:gdLst/>
            <a:ahLst/>
            <a:cxnLst/>
            <a:rect l="l" t="t" r="r" b="b"/>
            <a:pathLst>
              <a:path w="2480310" h="643254">
                <a:moveTo>
                  <a:pt x="2480208" y="0"/>
                </a:moveTo>
                <a:lnTo>
                  <a:pt x="230930" y="0"/>
                </a:lnTo>
                <a:lnTo>
                  <a:pt x="0" y="643068"/>
                </a:lnTo>
                <a:lnTo>
                  <a:pt x="2249279" y="643068"/>
                </a:lnTo>
                <a:lnTo>
                  <a:pt x="2480208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5"/>
          <p:cNvSpPr/>
          <p:nvPr/>
        </p:nvSpPr>
        <p:spPr>
          <a:xfrm>
            <a:off x="732139" y="4161136"/>
            <a:ext cx="2120930" cy="550052"/>
          </a:xfrm>
          <a:custGeom>
            <a:avLst/>
            <a:gdLst/>
            <a:ahLst/>
            <a:cxnLst/>
            <a:rect l="l" t="t" r="r" b="b"/>
            <a:pathLst>
              <a:path w="2480310" h="643254">
                <a:moveTo>
                  <a:pt x="0" y="643068"/>
                </a:moveTo>
                <a:lnTo>
                  <a:pt x="230930" y="0"/>
                </a:lnTo>
                <a:lnTo>
                  <a:pt x="2480208" y="0"/>
                </a:lnTo>
                <a:lnTo>
                  <a:pt x="2249278" y="643068"/>
                </a:lnTo>
                <a:lnTo>
                  <a:pt x="0" y="643068"/>
                </a:lnTo>
                <a:close/>
              </a:path>
            </a:pathLst>
          </a:custGeom>
          <a:ln w="29579">
            <a:solidFill>
              <a:srgbClr val="FBB43A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6"/>
          <p:cNvSpPr txBox="1"/>
          <p:nvPr/>
        </p:nvSpPr>
        <p:spPr>
          <a:xfrm>
            <a:off x="1924381" y="4149611"/>
            <a:ext cx="701004" cy="505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 marR="4344">
              <a:lnSpc>
                <a:spcPct val="119800"/>
              </a:lnSpc>
            </a:pPr>
            <a:r>
              <a:rPr sz="1368" b="1" spc="-38" dirty="0">
                <a:solidFill>
                  <a:srgbClr val="FFFFFF"/>
                </a:solidFill>
                <a:latin typeface="微软雅黑"/>
                <a:cs typeface="微软雅黑"/>
              </a:rPr>
              <a:t>能听会说 能看会认</a:t>
            </a:r>
            <a:endParaRPr sz="1368" dirty="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04883" y="4324292"/>
            <a:ext cx="811965" cy="2005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" name="object 8"/>
          <p:cNvSpPr txBox="1"/>
          <p:nvPr/>
        </p:nvSpPr>
        <p:spPr>
          <a:xfrm>
            <a:off x="2401538" y="5695603"/>
            <a:ext cx="5142147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2000" b="1" spc="-26" dirty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类似于人的视觉、听觉、触觉等感知能力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45240" y="1953011"/>
            <a:ext cx="2805359" cy="16108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0" name="object 10"/>
          <p:cNvSpPr/>
          <p:nvPr/>
        </p:nvSpPr>
        <p:spPr>
          <a:xfrm>
            <a:off x="5617902" y="3490284"/>
            <a:ext cx="2522014" cy="14358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1" name="object 11"/>
          <p:cNvSpPr/>
          <p:nvPr/>
        </p:nvSpPr>
        <p:spPr>
          <a:xfrm>
            <a:off x="3562033" y="1805451"/>
            <a:ext cx="2410888" cy="161811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2" name="object 12"/>
          <p:cNvSpPr/>
          <p:nvPr/>
        </p:nvSpPr>
        <p:spPr>
          <a:xfrm>
            <a:off x="6135820" y="1903190"/>
            <a:ext cx="1878755" cy="141178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lang="zh-CN" altLang="en-US" sz="3200" b="0" spc="43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人工智能第二个层面-感知智能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4294967295"/>
          </p:nvPr>
        </p:nvSpPr>
        <p:spPr>
          <a:xfrm>
            <a:off x="6970713" y="6092825"/>
            <a:ext cx="2173287" cy="269875"/>
          </a:xfrm>
          <a:prstGeom prst="rect">
            <a:avLst/>
          </a:prstGeom>
        </p:spPr>
        <p:txBody>
          <a:bodyPr vert="horz" wrap="square" lIns="0" tIns="26607" rIns="0" bIns="0" rtlCol="0">
            <a:spAutoFit/>
          </a:bodyPr>
          <a:lstStyle/>
          <a:p>
            <a:pPr marL="10860">
              <a:spcBef>
                <a:spcPts val="209"/>
              </a:spcBef>
            </a:pPr>
            <a:r>
              <a:rPr lang="zh-CN" altLang="en-US" spc="-4" dirty="0">
                <a:hlinkClick r:id="rId9"/>
              </a:rPr>
              <a:t> </a:t>
            </a:r>
            <a:endParaRPr spc="-4" dirty="0">
              <a:hlinkClick r:id="rId9"/>
            </a:endParaRPr>
          </a:p>
        </p:txBody>
      </p:sp>
    </p:spTree>
    <p:extLst>
      <p:ext uri="{BB962C8B-B14F-4D97-AF65-F5344CB8AC3E}">
        <p14:creationId xmlns:p14="http://schemas.microsoft.com/office/powerpoint/2010/main" val="3495284707"/>
      </p:ext>
    </p:extLst>
  </p:cSld>
  <p:clrMapOvr>
    <a:masterClrMapping/>
  </p:clrMapOvr>
  <p:transition spd="slow">
    <p:circl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7481" y="1997636"/>
            <a:ext cx="1933055" cy="19547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88635" y="1707923"/>
            <a:ext cx="3174147" cy="2641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4"/>
          <p:cNvSpPr/>
          <p:nvPr/>
        </p:nvSpPr>
        <p:spPr>
          <a:xfrm>
            <a:off x="5508104" y="4151517"/>
            <a:ext cx="2873518" cy="382267"/>
          </a:xfrm>
          <a:custGeom>
            <a:avLst/>
            <a:gdLst/>
            <a:ahLst/>
            <a:cxnLst/>
            <a:rect l="l" t="t" r="r" b="b"/>
            <a:pathLst>
              <a:path w="3360420" h="447039">
                <a:moveTo>
                  <a:pt x="3360117" y="0"/>
                </a:moveTo>
                <a:lnTo>
                  <a:pt x="160402" y="0"/>
                </a:lnTo>
                <a:lnTo>
                  <a:pt x="0" y="446665"/>
                </a:lnTo>
                <a:lnTo>
                  <a:pt x="3199714" y="446665"/>
                </a:lnTo>
                <a:lnTo>
                  <a:pt x="3360117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12149" y="4151517"/>
            <a:ext cx="2873518" cy="382267"/>
          </a:xfrm>
          <a:custGeom>
            <a:avLst/>
            <a:gdLst/>
            <a:ahLst/>
            <a:cxnLst/>
            <a:rect l="l" t="t" r="r" b="b"/>
            <a:pathLst>
              <a:path w="3360420" h="447039">
                <a:moveTo>
                  <a:pt x="0" y="446664"/>
                </a:moveTo>
                <a:lnTo>
                  <a:pt x="160402" y="0"/>
                </a:lnTo>
                <a:lnTo>
                  <a:pt x="3360117" y="0"/>
                </a:lnTo>
                <a:lnTo>
                  <a:pt x="3199714" y="446664"/>
                </a:lnTo>
                <a:lnTo>
                  <a:pt x="0" y="446664"/>
                </a:lnTo>
                <a:close/>
              </a:path>
            </a:pathLst>
          </a:custGeom>
          <a:ln w="29580">
            <a:solidFill>
              <a:srgbClr val="FBB43A"/>
            </a:solidFill>
          </a:ln>
        </p:spPr>
        <p:txBody>
          <a:bodyPr wrap="square" lIns="0" tIns="0" rIns="0" bIns="0" rtlCol="0"/>
          <a:lstStyle/>
          <a:p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93406" y="4242776"/>
            <a:ext cx="899448" cy="2216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00397" y="4238927"/>
            <a:ext cx="812166" cy="20179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00397" y="4238927"/>
            <a:ext cx="812166" cy="2017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37509" y="4242205"/>
            <a:ext cx="812368" cy="20118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37509" y="4242205"/>
            <a:ext cx="812368" cy="2011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58329" y="4235724"/>
            <a:ext cx="811360" cy="2011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58329" y="4235724"/>
            <a:ext cx="811360" cy="2011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11760" y="4232500"/>
            <a:ext cx="6266617" cy="954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04903"/>
            <a:r>
              <a:rPr lang="en-US" sz="1600" b="1" spc="-34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sz="1600" b="1" spc="-34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理解、思考、决策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>
              <a:spcBef>
                <a:spcPts val="43"/>
              </a:spcBef>
            </a:pP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  <a:p>
            <a:pPr marL="10860"/>
            <a:r>
              <a:rPr sz="1800" b="1" spc="-21" dirty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概念、意识、观念都是认知智能的表现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78696" y="2434929"/>
            <a:ext cx="1948189" cy="146075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97483" y="2384674"/>
            <a:ext cx="1730431" cy="147211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lang="zh-CN" altLang="en-US" sz="3200" b="0" spc="43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人工智能第三个层面-认知智能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4294967295"/>
          </p:nvPr>
        </p:nvSpPr>
        <p:spPr>
          <a:xfrm>
            <a:off x="6970713" y="6092825"/>
            <a:ext cx="2173287" cy="269875"/>
          </a:xfrm>
          <a:prstGeom prst="rect">
            <a:avLst/>
          </a:prstGeom>
        </p:spPr>
        <p:txBody>
          <a:bodyPr vert="horz" wrap="square" lIns="0" tIns="26607" rIns="0" bIns="0" rtlCol="0">
            <a:spAutoFit/>
          </a:bodyPr>
          <a:lstStyle/>
          <a:p>
            <a:pPr marL="10860">
              <a:spcBef>
                <a:spcPts val="209"/>
              </a:spcBef>
            </a:pPr>
            <a:r>
              <a:rPr lang="zh-CN" altLang="en-US" spc="-4" dirty="0"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 </a:t>
            </a:r>
            <a:endParaRPr spc="-4" dirty="0">
              <a:latin typeface="微软雅黑" panose="020B0503020204020204" pitchFamily="34" charset="-122"/>
              <a:ea typeface="微软雅黑" panose="020B0503020204020204" pitchFamily="34" charset="-122"/>
              <a:hlinkClick r:id="rId12"/>
            </a:endParaRPr>
          </a:p>
        </p:txBody>
      </p:sp>
    </p:spTree>
    <p:extLst>
      <p:ext uri="{BB962C8B-B14F-4D97-AF65-F5344CB8AC3E}">
        <p14:creationId xmlns:p14="http://schemas.microsoft.com/office/powerpoint/2010/main" val="512480774"/>
      </p:ext>
    </p:extLst>
  </p:cSld>
  <p:clrMapOvr>
    <a:masterClrMapping/>
  </p:clrMapOvr>
  <p:transition spd="slow">
    <p:circl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D1A8D4-A673-4A3B-8AB4-E1C064BCB58F}"/>
              </a:ext>
            </a:extLst>
          </p:cNvPr>
          <p:cNvSpPr txBox="1"/>
          <p:nvPr/>
        </p:nvSpPr>
        <p:spPr>
          <a:xfrm>
            <a:off x="683568" y="2937718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5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人工智能应用</a:t>
            </a:r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B602F2C2-90ED-4AB6-9B44-1F7F2F037278}"/>
              </a:ext>
            </a:extLst>
          </p:cNvPr>
          <p:cNvSpPr/>
          <p:nvPr/>
        </p:nvSpPr>
        <p:spPr>
          <a:xfrm>
            <a:off x="4053105" y="1407496"/>
            <a:ext cx="1108861" cy="1039289"/>
          </a:xfrm>
          <a:custGeom>
            <a:avLst/>
            <a:gdLst>
              <a:gd name="connsiteX0" fmla="*/ 388426 w 607282"/>
              <a:gd name="connsiteY0" fmla="*/ 385710 h 569180"/>
              <a:gd name="connsiteX1" fmla="*/ 431276 w 607282"/>
              <a:gd name="connsiteY1" fmla="*/ 385710 h 569180"/>
              <a:gd name="connsiteX2" fmla="*/ 431276 w 607282"/>
              <a:gd name="connsiteY2" fmla="*/ 438433 h 569180"/>
              <a:gd name="connsiteX3" fmla="*/ 522771 w 607282"/>
              <a:gd name="connsiteY3" fmla="*/ 529738 h 569180"/>
              <a:gd name="connsiteX4" fmla="*/ 522771 w 607282"/>
              <a:gd name="connsiteY4" fmla="*/ 559964 h 569180"/>
              <a:gd name="connsiteX5" fmla="*/ 492483 w 607282"/>
              <a:gd name="connsiteY5" fmla="*/ 559964 h 569180"/>
              <a:gd name="connsiteX6" fmla="*/ 431276 w 607282"/>
              <a:gd name="connsiteY6" fmla="*/ 498941 h 569180"/>
              <a:gd name="connsiteX7" fmla="*/ 431276 w 607282"/>
              <a:gd name="connsiteY7" fmla="*/ 547771 h 569180"/>
              <a:gd name="connsiteX8" fmla="*/ 409822 w 607282"/>
              <a:gd name="connsiteY8" fmla="*/ 569180 h 569180"/>
              <a:gd name="connsiteX9" fmla="*/ 388426 w 607282"/>
              <a:gd name="connsiteY9" fmla="*/ 547771 h 569180"/>
              <a:gd name="connsiteX10" fmla="*/ 388426 w 607282"/>
              <a:gd name="connsiteY10" fmla="*/ 498941 h 569180"/>
              <a:gd name="connsiteX11" fmla="*/ 327276 w 607282"/>
              <a:gd name="connsiteY11" fmla="*/ 559964 h 569180"/>
              <a:gd name="connsiteX12" fmla="*/ 296988 w 607282"/>
              <a:gd name="connsiteY12" fmla="*/ 559964 h 569180"/>
              <a:gd name="connsiteX13" fmla="*/ 296988 w 607282"/>
              <a:gd name="connsiteY13" fmla="*/ 529738 h 569180"/>
              <a:gd name="connsiteX14" fmla="*/ 296931 w 607282"/>
              <a:gd name="connsiteY14" fmla="*/ 529738 h 569180"/>
              <a:gd name="connsiteX15" fmla="*/ 388426 w 607282"/>
              <a:gd name="connsiteY15" fmla="*/ 438433 h 569180"/>
              <a:gd name="connsiteX16" fmla="*/ 388426 w 607282"/>
              <a:gd name="connsiteY16" fmla="*/ 434597 h 569180"/>
              <a:gd name="connsiteX17" fmla="*/ 38140 w 607282"/>
              <a:gd name="connsiteY17" fmla="*/ 145929 h 569180"/>
              <a:gd name="connsiteX18" fmla="*/ 38255 w 607282"/>
              <a:gd name="connsiteY18" fmla="*/ 145929 h 569180"/>
              <a:gd name="connsiteX19" fmla="*/ 66358 w 607282"/>
              <a:gd name="connsiteY19" fmla="*/ 145929 h 569180"/>
              <a:gd name="connsiteX20" fmla="*/ 68767 w 607282"/>
              <a:gd name="connsiteY20" fmla="*/ 161160 h 569180"/>
              <a:gd name="connsiteX21" fmla="*/ 76453 w 607282"/>
              <a:gd name="connsiteY21" fmla="*/ 208857 h 569180"/>
              <a:gd name="connsiteX22" fmla="*/ 82589 w 607282"/>
              <a:gd name="connsiteY22" fmla="*/ 246763 h 569180"/>
              <a:gd name="connsiteX23" fmla="*/ 92684 w 607282"/>
              <a:gd name="connsiteY23" fmla="*/ 246763 h 569180"/>
              <a:gd name="connsiteX24" fmla="*/ 99222 w 607282"/>
              <a:gd name="connsiteY24" fmla="*/ 172898 h 569180"/>
              <a:gd name="connsiteX25" fmla="*/ 91594 w 607282"/>
              <a:gd name="connsiteY25" fmla="*/ 145929 h 569180"/>
              <a:gd name="connsiteX26" fmla="*/ 136502 w 607282"/>
              <a:gd name="connsiteY26" fmla="*/ 145929 h 569180"/>
              <a:gd name="connsiteX27" fmla="*/ 128874 w 607282"/>
              <a:gd name="connsiteY27" fmla="*/ 172898 h 569180"/>
              <a:gd name="connsiteX28" fmla="*/ 135355 w 607282"/>
              <a:gd name="connsiteY28" fmla="*/ 246763 h 569180"/>
              <a:gd name="connsiteX29" fmla="*/ 145507 w 607282"/>
              <a:gd name="connsiteY29" fmla="*/ 246763 h 569180"/>
              <a:gd name="connsiteX30" fmla="*/ 153192 w 607282"/>
              <a:gd name="connsiteY30" fmla="*/ 198780 h 569180"/>
              <a:gd name="connsiteX31" fmla="*/ 161738 w 607282"/>
              <a:gd name="connsiteY31" fmla="*/ 145929 h 569180"/>
              <a:gd name="connsiteX32" fmla="*/ 336094 w 607282"/>
              <a:gd name="connsiteY32" fmla="*/ 145929 h 569180"/>
              <a:gd name="connsiteX33" fmla="*/ 374349 w 607282"/>
              <a:gd name="connsiteY33" fmla="*/ 184121 h 569180"/>
              <a:gd name="connsiteX34" fmla="*/ 336094 w 607282"/>
              <a:gd name="connsiteY34" fmla="*/ 222256 h 569180"/>
              <a:gd name="connsiteX35" fmla="*/ 189841 w 607282"/>
              <a:gd name="connsiteY35" fmla="*/ 222256 h 569180"/>
              <a:gd name="connsiteX36" fmla="*/ 189841 w 607282"/>
              <a:gd name="connsiteY36" fmla="*/ 298011 h 569180"/>
              <a:gd name="connsiteX37" fmla="*/ 189841 w 607282"/>
              <a:gd name="connsiteY37" fmla="*/ 365807 h 569180"/>
              <a:gd name="connsiteX38" fmla="*/ 189841 w 607282"/>
              <a:gd name="connsiteY38" fmla="*/ 528081 h 569180"/>
              <a:gd name="connsiteX39" fmla="*/ 151586 w 607282"/>
              <a:gd name="connsiteY39" fmla="*/ 566216 h 569180"/>
              <a:gd name="connsiteX40" fmla="*/ 114019 w 607282"/>
              <a:gd name="connsiteY40" fmla="*/ 535239 h 569180"/>
              <a:gd name="connsiteX41" fmla="*/ 76453 w 607282"/>
              <a:gd name="connsiteY41" fmla="*/ 566216 h 569180"/>
              <a:gd name="connsiteX42" fmla="*/ 38255 w 607282"/>
              <a:gd name="connsiteY42" fmla="*/ 528081 h 569180"/>
              <a:gd name="connsiteX43" fmla="*/ 38255 w 607282"/>
              <a:gd name="connsiteY43" fmla="*/ 384874 h 569180"/>
              <a:gd name="connsiteX44" fmla="*/ 0 w 607282"/>
              <a:gd name="connsiteY44" fmla="*/ 346739 h 569180"/>
              <a:gd name="connsiteX45" fmla="*/ 0 w 607282"/>
              <a:gd name="connsiteY45" fmla="*/ 184121 h 569180"/>
              <a:gd name="connsiteX46" fmla="*/ 38140 w 607282"/>
              <a:gd name="connsiteY46" fmla="*/ 145929 h 569180"/>
              <a:gd name="connsiteX47" fmla="*/ 545532 w 607282"/>
              <a:gd name="connsiteY47" fmla="*/ 89195 h 569180"/>
              <a:gd name="connsiteX48" fmla="*/ 587343 w 607282"/>
              <a:gd name="connsiteY48" fmla="*/ 89195 h 569180"/>
              <a:gd name="connsiteX49" fmla="*/ 587343 w 607282"/>
              <a:gd name="connsiteY49" fmla="*/ 124061 h 569180"/>
              <a:gd name="connsiteX50" fmla="*/ 587228 w 607282"/>
              <a:gd name="connsiteY50" fmla="*/ 124061 h 569180"/>
              <a:gd name="connsiteX51" fmla="*/ 587343 w 607282"/>
              <a:gd name="connsiteY51" fmla="*/ 324787 h 569180"/>
              <a:gd name="connsiteX52" fmla="*/ 541403 w 607282"/>
              <a:gd name="connsiteY52" fmla="*/ 370989 h 569180"/>
              <a:gd name="connsiteX53" fmla="*/ 278325 w 607282"/>
              <a:gd name="connsiteY53" fmla="*/ 370531 h 569180"/>
              <a:gd name="connsiteX54" fmla="*/ 233131 w 607282"/>
              <a:gd name="connsiteY54" fmla="*/ 331027 h 569180"/>
              <a:gd name="connsiteX55" fmla="*/ 232729 w 607282"/>
              <a:gd name="connsiteY55" fmla="*/ 233012 h 569180"/>
              <a:gd name="connsiteX56" fmla="*/ 272475 w 607282"/>
              <a:gd name="connsiteY56" fmla="*/ 233012 h 569180"/>
              <a:gd name="connsiteX57" fmla="*/ 272475 w 607282"/>
              <a:gd name="connsiteY57" fmla="*/ 330340 h 569180"/>
              <a:gd name="connsiteX58" fmla="*/ 545532 w 607282"/>
              <a:gd name="connsiteY58" fmla="*/ 329997 h 569180"/>
              <a:gd name="connsiteX59" fmla="*/ 545532 w 607282"/>
              <a:gd name="connsiteY59" fmla="*/ 124061 h 569180"/>
              <a:gd name="connsiteX60" fmla="*/ 231948 w 607282"/>
              <a:gd name="connsiteY60" fmla="*/ 89124 h 569180"/>
              <a:gd name="connsiteX61" fmla="*/ 273793 w 607282"/>
              <a:gd name="connsiteY61" fmla="*/ 89124 h 569180"/>
              <a:gd name="connsiteX62" fmla="*/ 273793 w 607282"/>
              <a:gd name="connsiteY62" fmla="*/ 135062 h 569180"/>
              <a:gd name="connsiteX63" fmla="*/ 272240 w 607282"/>
              <a:gd name="connsiteY63" fmla="*/ 135062 h 569180"/>
              <a:gd name="connsiteX64" fmla="*/ 233571 w 607282"/>
              <a:gd name="connsiteY64" fmla="*/ 135062 h 569180"/>
              <a:gd name="connsiteX65" fmla="*/ 231948 w 607282"/>
              <a:gd name="connsiteY65" fmla="*/ 135062 h 569180"/>
              <a:gd name="connsiteX66" fmla="*/ 409822 w 607282"/>
              <a:gd name="connsiteY66" fmla="*/ 10232 h 569180"/>
              <a:gd name="connsiteX67" fmla="*/ 437925 w 607282"/>
              <a:gd name="connsiteY67" fmla="*/ 35771 h 569180"/>
              <a:gd name="connsiteX68" fmla="*/ 447503 w 607282"/>
              <a:gd name="connsiteY68" fmla="*/ 35771 h 569180"/>
              <a:gd name="connsiteX69" fmla="*/ 578958 w 607282"/>
              <a:gd name="connsiteY69" fmla="*/ 35828 h 569180"/>
              <a:gd name="connsiteX70" fmla="*/ 593009 w 607282"/>
              <a:gd name="connsiteY70" fmla="*/ 37031 h 569180"/>
              <a:gd name="connsiteX71" fmla="*/ 607233 w 607282"/>
              <a:gd name="connsiteY71" fmla="*/ 57874 h 569180"/>
              <a:gd name="connsiteX72" fmla="*/ 587159 w 607282"/>
              <a:gd name="connsiteY72" fmla="*/ 76828 h 569180"/>
              <a:gd name="connsiteX73" fmla="*/ 579244 w 607282"/>
              <a:gd name="connsiteY73" fmla="*/ 76885 h 569180"/>
              <a:gd name="connsiteX74" fmla="*/ 241776 w 607282"/>
              <a:gd name="connsiteY74" fmla="*/ 76885 h 569180"/>
              <a:gd name="connsiteX75" fmla="*/ 233861 w 607282"/>
              <a:gd name="connsiteY75" fmla="*/ 76828 h 569180"/>
              <a:gd name="connsiteX76" fmla="*/ 212984 w 607282"/>
              <a:gd name="connsiteY76" fmla="*/ 56672 h 569180"/>
              <a:gd name="connsiteX77" fmla="*/ 233287 w 607282"/>
              <a:gd name="connsiteY77" fmla="*/ 35943 h 569180"/>
              <a:gd name="connsiteX78" fmla="*/ 244357 w 607282"/>
              <a:gd name="connsiteY78" fmla="*/ 35771 h 569180"/>
              <a:gd name="connsiteX79" fmla="*/ 371108 w 607282"/>
              <a:gd name="connsiteY79" fmla="*/ 35771 h 569180"/>
              <a:gd name="connsiteX80" fmla="*/ 381661 w 607282"/>
              <a:gd name="connsiteY80" fmla="*/ 35771 h 569180"/>
              <a:gd name="connsiteX81" fmla="*/ 409822 w 607282"/>
              <a:gd name="connsiteY81" fmla="*/ 10232 h 569180"/>
              <a:gd name="connsiteX82" fmla="*/ 114034 w 607282"/>
              <a:gd name="connsiteY82" fmla="*/ 0 h 569180"/>
              <a:gd name="connsiteX83" fmla="*/ 182130 w 607282"/>
              <a:gd name="connsiteY83" fmla="*/ 67990 h 569180"/>
              <a:gd name="connsiteX84" fmla="*/ 114034 w 607282"/>
              <a:gd name="connsiteY84" fmla="*/ 135980 h 569180"/>
              <a:gd name="connsiteX85" fmla="*/ 45938 w 607282"/>
              <a:gd name="connsiteY85" fmla="*/ 67990 h 569180"/>
              <a:gd name="connsiteX86" fmla="*/ 114034 w 607282"/>
              <a:gd name="connsiteY86" fmla="*/ 0 h 5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607282" h="569180">
                <a:moveTo>
                  <a:pt x="388426" y="385710"/>
                </a:moveTo>
                <a:lnTo>
                  <a:pt x="431276" y="385710"/>
                </a:lnTo>
                <a:lnTo>
                  <a:pt x="431276" y="438433"/>
                </a:lnTo>
                <a:lnTo>
                  <a:pt x="522771" y="529738"/>
                </a:lnTo>
                <a:cubicBezTo>
                  <a:pt x="531146" y="538096"/>
                  <a:pt x="531146" y="551606"/>
                  <a:pt x="522771" y="559964"/>
                </a:cubicBezTo>
                <a:cubicBezTo>
                  <a:pt x="514396" y="568321"/>
                  <a:pt x="500858" y="568321"/>
                  <a:pt x="492483" y="559964"/>
                </a:cubicBezTo>
                <a:lnTo>
                  <a:pt x="431276" y="498941"/>
                </a:lnTo>
                <a:lnTo>
                  <a:pt x="431276" y="547771"/>
                </a:lnTo>
                <a:cubicBezTo>
                  <a:pt x="431276" y="559563"/>
                  <a:pt x="421697" y="569180"/>
                  <a:pt x="409822" y="569180"/>
                </a:cubicBezTo>
                <a:cubicBezTo>
                  <a:pt x="398005" y="569180"/>
                  <a:pt x="388426" y="559563"/>
                  <a:pt x="388426" y="547771"/>
                </a:cubicBezTo>
                <a:lnTo>
                  <a:pt x="388426" y="498941"/>
                </a:lnTo>
                <a:lnTo>
                  <a:pt x="327276" y="559964"/>
                </a:lnTo>
                <a:cubicBezTo>
                  <a:pt x="318901" y="568321"/>
                  <a:pt x="305306" y="568321"/>
                  <a:pt x="296988" y="559964"/>
                </a:cubicBezTo>
                <a:cubicBezTo>
                  <a:pt x="288613" y="551606"/>
                  <a:pt x="288613" y="538096"/>
                  <a:pt x="296988" y="529738"/>
                </a:cubicBezTo>
                <a:lnTo>
                  <a:pt x="296931" y="529738"/>
                </a:lnTo>
                <a:lnTo>
                  <a:pt x="388426" y="438433"/>
                </a:lnTo>
                <a:lnTo>
                  <a:pt x="388426" y="434597"/>
                </a:lnTo>
                <a:close/>
                <a:moveTo>
                  <a:pt x="38140" y="145929"/>
                </a:moveTo>
                <a:lnTo>
                  <a:pt x="38255" y="145929"/>
                </a:lnTo>
                <a:lnTo>
                  <a:pt x="66358" y="145929"/>
                </a:lnTo>
                <a:lnTo>
                  <a:pt x="68767" y="161160"/>
                </a:lnTo>
                <a:lnTo>
                  <a:pt x="76453" y="208857"/>
                </a:lnTo>
                <a:lnTo>
                  <a:pt x="82589" y="246763"/>
                </a:lnTo>
                <a:lnTo>
                  <a:pt x="92684" y="246763"/>
                </a:lnTo>
                <a:lnTo>
                  <a:pt x="99222" y="172898"/>
                </a:lnTo>
                <a:lnTo>
                  <a:pt x="91594" y="145929"/>
                </a:lnTo>
                <a:lnTo>
                  <a:pt x="136502" y="145929"/>
                </a:lnTo>
                <a:lnTo>
                  <a:pt x="128874" y="172898"/>
                </a:lnTo>
                <a:lnTo>
                  <a:pt x="135355" y="246763"/>
                </a:lnTo>
                <a:lnTo>
                  <a:pt x="145507" y="246763"/>
                </a:lnTo>
                <a:lnTo>
                  <a:pt x="153192" y="198780"/>
                </a:lnTo>
                <a:lnTo>
                  <a:pt x="161738" y="145929"/>
                </a:lnTo>
                <a:lnTo>
                  <a:pt x="336094" y="145929"/>
                </a:lnTo>
                <a:cubicBezTo>
                  <a:pt x="357200" y="145929"/>
                  <a:pt x="374349" y="162992"/>
                  <a:pt x="374349" y="184121"/>
                </a:cubicBezTo>
                <a:cubicBezTo>
                  <a:pt x="374349" y="205193"/>
                  <a:pt x="357200" y="222256"/>
                  <a:pt x="336094" y="222256"/>
                </a:cubicBezTo>
                <a:lnTo>
                  <a:pt x="189841" y="222256"/>
                </a:lnTo>
                <a:lnTo>
                  <a:pt x="189841" y="298011"/>
                </a:lnTo>
                <a:lnTo>
                  <a:pt x="189841" y="365807"/>
                </a:lnTo>
                <a:lnTo>
                  <a:pt x="189841" y="528081"/>
                </a:lnTo>
                <a:cubicBezTo>
                  <a:pt x="189841" y="549153"/>
                  <a:pt x="172692" y="566216"/>
                  <a:pt x="151586" y="566216"/>
                </a:cubicBezTo>
                <a:cubicBezTo>
                  <a:pt x="132889" y="566216"/>
                  <a:pt x="117403" y="552875"/>
                  <a:pt x="114019" y="535239"/>
                </a:cubicBezTo>
                <a:cubicBezTo>
                  <a:pt x="110693" y="552875"/>
                  <a:pt x="95150" y="566216"/>
                  <a:pt x="76453" y="566216"/>
                </a:cubicBezTo>
                <a:cubicBezTo>
                  <a:pt x="55346" y="566216"/>
                  <a:pt x="38255" y="549153"/>
                  <a:pt x="38255" y="528081"/>
                </a:cubicBezTo>
                <a:lnTo>
                  <a:pt x="38255" y="384874"/>
                </a:lnTo>
                <a:cubicBezTo>
                  <a:pt x="17091" y="384874"/>
                  <a:pt x="0" y="367811"/>
                  <a:pt x="0" y="346739"/>
                </a:cubicBezTo>
                <a:lnTo>
                  <a:pt x="0" y="184121"/>
                </a:lnTo>
                <a:cubicBezTo>
                  <a:pt x="0" y="163050"/>
                  <a:pt x="17091" y="145986"/>
                  <a:pt x="38140" y="145929"/>
                </a:cubicBezTo>
                <a:close/>
                <a:moveTo>
                  <a:pt x="545532" y="89195"/>
                </a:moveTo>
                <a:lnTo>
                  <a:pt x="587343" y="89195"/>
                </a:lnTo>
                <a:lnTo>
                  <a:pt x="587343" y="124061"/>
                </a:lnTo>
                <a:lnTo>
                  <a:pt x="587228" y="124061"/>
                </a:lnTo>
                <a:cubicBezTo>
                  <a:pt x="587228" y="190989"/>
                  <a:pt x="587056" y="257859"/>
                  <a:pt x="587343" y="324787"/>
                </a:cubicBezTo>
                <a:cubicBezTo>
                  <a:pt x="587457" y="352669"/>
                  <a:pt x="567498" y="371104"/>
                  <a:pt x="541403" y="370989"/>
                </a:cubicBezTo>
                <a:cubicBezTo>
                  <a:pt x="453710" y="370646"/>
                  <a:pt x="366018" y="370703"/>
                  <a:pt x="278325" y="370531"/>
                </a:cubicBezTo>
                <a:cubicBezTo>
                  <a:pt x="255441" y="370474"/>
                  <a:pt x="234278" y="353527"/>
                  <a:pt x="233131" y="331027"/>
                </a:cubicBezTo>
                <a:cubicBezTo>
                  <a:pt x="231525" y="299024"/>
                  <a:pt x="232729" y="266905"/>
                  <a:pt x="232729" y="233012"/>
                </a:cubicBezTo>
                <a:lnTo>
                  <a:pt x="272475" y="233012"/>
                </a:lnTo>
                <a:lnTo>
                  <a:pt x="272475" y="330340"/>
                </a:lnTo>
                <a:cubicBezTo>
                  <a:pt x="364010" y="330512"/>
                  <a:pt x="453997" y="330398"/>
                  <a:pt x="545532" y="329997"/>
                </a:cubicBezTo>
                <a:lnTo>
                  <a:pt x="545532" y="124061"/>
                </a:lnTo>
                <a:close/>
                <a:moveTo>
                  <a:pt x="231948" y="89124"/>
                </a:moveTo>
                <a:lnTo>
                  <a:pt x="273793" y="89124"/>
                </a:lnTo>
                <a:lnTo>
                  <a:pt x="273793" y="135062"/>
                </a:lnTo>
                <a:lnTo>
                  <a:pt x="272240" y="135062"/>
                </a:lnTo>
                <a:lnTo>
                  <a:pt x="233571" y="135062"/>
                </a:lnTo>
                <a:lnTo>
                  <a:pt x="231948" y="135062"/>
                </a:lnTo>
                <a:close/>
                <a:moveTo>
                  <a:pt x="409822" y="10232"/>
                </a:moveTo>
                <a:cubicBezTo>
                  <a:pt x="424505" y="10232"/>
                  <a:pt x="436606" y="21455"/>
                  <a:pt x="437925" y="35771"/>
                </a:cubicBezTo>
                <a:lnTo>
                  <a:pt x="447503" y="35771"/>
                </a:lnTo>
                <a:cubicBezTo>
                  <a:pt x="491321" y="35771"/>
                  <a:pt x="535140" y="35771"/>
                  <a:pt x="578958" y="35828"/>
                </a:cubicBezTo>
                <a:cubicBezTo>
                  <a:pt x="583661" y="35828"/>
                  <a:pt x="588650" y="35599"/>
                  <a:pt x="593009" y="37031"/>
                </a:cubicBezTo>
                <a:cubicBezTo>
                  <a:pt x="601326" y="39665"/>
                  <a:pt x="607921" y="50144"/>
                  <a:pt x="607233" y="57874"/>
                </a:cubicBezTo>
                <a:cubicBezTo>
                  <a:pt x="606315" y="67380"/>
                  <a:pt x="597368" y="75912"/>
                  <a:pt x="587159" y="76828"/>
                </a:cubicBezTo>
                <a:cubicBezTo>
                  <a:pt x="584521" y="77057"/>
                  <a:pt x="581883" y="76885"/>
                  <a:pt x="579244" y="76885"/>
                </a:cubicBezTo>
                <a:cubicBezTo>
                  <a:pt x="466774" y="76885"/>
                  <a:pt x="354304" y="76885"/>
                  <a:pt x="241776" y="76885"/>
                </a:cubicBezTo>
                <a:cubicBezTo>
                  <a:pt x="239137" y="76885"/>
                  <a:pt x="236499" y="77057"/>
                  <a:pt x="233861" y="76828"/>
                </a:cubicBezTo>
                <a:cubicBezTo>
                  <a:pt x="223078" y="75740"/>
                  <a:pt x="213156" y="66120"/>
                  <a:pt x="212984" y="56672"/>
                </a:cubicBezTo>
                <a:cubicBezTo>
                  <a:pt x="212755" y="47166"/>
                  <a:pt x="222448" y="37088"/>
                  <a:pt x="233287" y="35943"/>
                </a:cubicBezTo>
                <a:cubicBezTo>
                  <a:pt x="236958" y="35542"/>
                  <a:pt x="240686" y="35771"/>
                  <a:pt x="244357" y="35771"/>
                </a:cubicBezTo>
                <a:cubicBezTo>
                  <a:pt x="286626" y="35771"/>
                  <a:pt x="328839" y="35771"/>
                  <a:pt x="371108" y="35771"/>
                </a:cubicBezTo>
                <a:lnTo>
                  <a:pt x="381661" y="35771"/>
                </a:lnTo>
                <a:cubicBezTo>
                  <a:pt x="382981" y="21455"/>
                  <a:pt x="395082" y="10232"/>
                  <a:pt x="409822" y="10232"/>
                </a:cubicBezTo>
                <a:close/>
                <a:moveTo>
                  <a:pt x="114034" y="0"/>
                </a:moveTo>
                <a:cubicBezTo>
                  <a:pt x="151642" y="0"/>
                  <a:pt x="182130" y="30440"/>
                  <a:pt x="182130" y="67990"/>
                </a:cubicBezTo>
                <a:cubicBezTo>
                  <a:pt x="182130" y="105540"/>
                  <a:pt x="151642" y="135980"/>
                  <a:pt x="114034" y="135980"/>
                </a:cubicBezTo>
                <a:cubicBezTo>
                  <a:pt x="76426" y="135980"/>
                  <a:pt x="45938" y="105540"/>
                  <a:pt x="45938" y="67990"/>
                </a:cubicBezTo>
                <a:cubicBezTo>
                  <a:pt x="45938" y="30440"/>
                  <a:pt x="76426" y="0"/>
                  <a:pt x="114034" y="0"/>
                </a:cubicBezTo>
                <a:close/>
              </a:path>
            </a:pathLst>
          </a:custGeom>
          <a:solidFill>
            <a:srgbClr val="3F3B3A"/>
          </a:solidFill>
          <a:ln w="127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1024175" y="422108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978293" y="262572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260648"/>
            <a:ext cx="2660986" cy="61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889527"/>
      </p:ext>
    </p:extLst>
  </p:cSld>
  <p:clrMapOvr>
    <a:masterClrMapping/>
  </p:clrMapOvr>
  <p:transition spd="slow">
    <p:circl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3528" y="2272425"/>
            <a:ext cx="1487800" cy="15203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626" y="2310939"/>
            <a:ext cx="1375944" cy="1407981"/>
          </a:xfrm>
          <a:custGeom>
            <a:avLst/>
            <a:gdLst/>
            <a:ahLst/>
            <a:cxnLst/>
            <a:rect l="l" t="t" r="r" b="b"/>
            <a:pathLst>
              <a:path w="1609089" h="1646554">
                <a:moveTo>
                  <a:pt x="804368" y="0"/>
                </a:moveTo>
                <a:lnTo>
                  <a:pt x="757106" y="1397"/>
                </a:lnTo>
                <a:lnTo>
                  <a:pt x="710562" y="5538"/>
                </a:lnTo>
                <a:lnTo>
                  <a:pt x="664813" y="12345"/>
                </a:lnTo>
                <a:lnTo>
                  <a:pt x="619934" y="21741"/>
                </a:lnTo>
                <a:lnTo>
                  <a:pt x="576000" y="33649"/>
                </a:lnTo>
                <a:lnTo>
                  <a:pt x="533088" y="47992"/>
                </a:lnTo>
                <a:lnTo>
                  <a:pt x="491272" y="64692"/>
                </a:lnTo>
                <a:lnTo>
                  <a:pt x="450627" y="83672"/>
                </a:lnTo>
                <a:lnTo>
                  <a:pt x="411230" y="104855"/>
                </a:lnTo>
                <a:lnTo>
                  <a:pt x="373156" y="128164"/>
                </a:lnTo>
                <a:lnTo>
                  <a:pt x="336479" y="153521"/>
                </a:lnTo>
                <a:lnTo>
                  <a:pt x="301277" y="180850"/>
                </a:lnTo>
                <a:lnTo>
                  <a:pt x="267623" y="210073"/>
                </a:lnTo>
                <a:lnTo>
                  <a:pt x="235594" y="241113"/>
                </a:lnTo>
                <a:lnTo>
                  <a:pt x="205264" y="273892"/>
                </a:lnTo>
                <a:lnTo>
                  <a:pt x="176710" y="308334"/>
                </a:lnTo>
                <a:lnTo>
                  <a:pt x="150007" y="344362"/>
                </a:lnTo>
                <a:lnTo>
                  <a:pt x="125230" y="381897"/>
                </a:lnTo>
                <a:lnTo>
                  <a:pt x="102455" y="420864"/>
                </a:lnTo>
                <a:lnTo>
                  <a:pt x="81756" y="461184"/>
                </a:lnTo>
                <a:lnTo>
                  <a:pt x="63211" y="502780"/>
                </a:lnTo>
                <a:lnTo>
                  <a:pt x="46893" y="545576"/>
                </a:lnTo>
                <a:lnTo>
                  <a:pt x="32879" y="589494"/>
                </a:lnTo>
                <a:lnTo>
                  <a:pt x="21243" y="634457"/>
                </a:lnTo>
                <a:lnTo>
                  <a:pt x="12062" y="680387"/>
                </a:lnTo>
                <a:lnTo>
                  <a:pt x="5411" y="727208"/>
                </a:lnTo>
                <a:lnTo>
                  <a:pt x="1365" y="774842"/>
                </a:lnTo>
                <a:lnTo>
                  <a:pt x="0" y="823212"/>
                </a:lnTo>
                <a:lnTo>
                  <a:pt x="1365" y="871582"/>
                </a:lnTo>
                <a:lnTo>
                  <a:pt x="5411" y="919216"/>
                </a:lnTo>
                <a:lnTo>
                  <a:pt x="12062" y="966037"/>
                </a:lnTo>
                <a:lnTo>
                  <a:pt x="21243" y="1011968"/>
                </a:lnTo>
                <a:lnTo>
                  <a:pt x="32879" y="1056930"/>
                </a:lnTo>
                <a:lnTo>
                  <a:pt x="46893" y="1100848"/>
                </a:lnTo>
                <a:lnTo>
                  <a:pt x="63211" y="1143644"/>
                </a:lnTo>
                <a:lnTo>
                  <a:pt x="81756" y="1185241"/>
                </a:lnTo>
                <a:lnTo>
                  <a:pt x="102455" y="1225561"/>
                </a:lnTo>
                <a:lnTo>
                  <a:pt x="125230" y="1264528"/>
                </a:lnTo>
                <a:lnTo>
                  <a:pt x="150007" y="1302063"/>
                </a:lnTo>
                <a:lnTo>
                  <a:pt x="176710" y="1338091"/>
                </a:lnTo>
                <a:lnTo>
                  <a:pt x="205264" y="1372533"/>
                </a:lnTo>
                <a:lnTo>
                  <a:pt x="235594" y="1405312"/>
                </a:lnTo>
                <a:lnTo>
                  <a:pt x="267623" y="1436352"/>
                </a:lnTo>
                <a:lnTo>
                  <a:pt x="301277" y="1465575"/>
                </a:lnTo>
                <a:lnTo>
                  <a:pt x="336479" y="1492904"/>
                </a:lnTo>
                <a:lnTo>
                  <a:pt x="373156" y="1518262"/>
                </a:lnTo>
                <a:lnTo>
                  <a:pt x="411230" y="1541571"/>
                </a:lnTo>
                <a:lnTo>
                  <a:pt x="450627" y="1562754"/>
                </a:lnTo>
                <a:lnTo>
                  <a:pt x="491272" y="1581734"/>
                </a:lnTo>
                <a:lnTo>
                  <a:pt x="533088" y="1598434"/>
                </a:lnTo>
                <a:lnTo>
                  <a:pt x="576000" y="1612777"/>
                </a:lnTo>
                <a:lnTo>
                  <a:pt x="619934" y="1624685"/>
                </a:lnTo>
                <a:lnTo>
                  <a:pt x="664813" y="1634081"/>
                </a:lnTo>
                <a:lnTo>
                  <a:pt x="710562" y="1640888"/>
                </a:lnTo>
                <a:lnTo>
                  <a:pt x="757106" y="1645029"/>
                </a:lnTo>
                <a:lnTo>
                  <a:pt x="804368" y="1646426"/>
                </a:lnTo>
                <a:lnTo>
                  <a:pt x="851631" y="1645029"/>
                </a:lnTo>
                <a:lnTo>
                  <a:pt x="898175" y="1640888"/>
                </a:lnTo>
                <a:lnTo>
                  <a:pt x="943923" y="1634081"/>
                </a:lnTo>
                <a:lnTo>
                  <a:pt x="988802" y="1624685"/>
                </a:lnTo>
                <a:lnTo>
                  <a:pt x="1032736" y="1612777"/>
                </a:lnTo>
                <a:lnTo>
                  <a:pt x="1075648" y="1598434"/>
                </a:lnTo>
                <a:lnTo>
                  <a:pt x="1117464" y="1581734"/>
                </a:lnTo>
                <a:lnTo>
                  <a:pt x="1158109" y="1562754"/>
                </a:lnTo>
                <a:lnTo>
                  <a:pt x="1197506" y="1541571"/>
                </a:lnTo>
                <a:lnTo>
                  <a:pt x="1235580" y="1518262"/>
                </a:lnTo>
                <a:lnTo>
                  <a:pt x="1272256" y="1492904"/>
                </a:lnTo>
                <a:lnTo>
                  <a:pt x="1307459" y="1465575"/>
                </a:lnTo>
                <a:lnTo>
                  <a:pt x="1341113" y="1436352"/>
                </a:lnTo>
                <a:lnTo>
                  <a:pt x="1373142" y="1405312"/>
                </a:lnTo>
                <a:lnTo>
                  <a:pt x="1403471" y="1372533"/>
                </a:lnTo>
                <a:lnTo>
                  <a:pt x="1432025" y="1338091"/>
                </a:lnTo>
                <a:lnTo>
                  <a:pt x="1458728" y="1302063"/>
                </a:lnTo>
                <a:lnTo>
                  <a:pt x="1483505" y="1264528"/>
                </a:lnTo>
                <a:lnTo>
                  <a:pt x="1506281" y="1225561"/>
                </a:lnTo>
                <a:lnTo>
                  <a:pt x="1526979" y="1185241"/>
                </a:lnTo>
                <a:lnTo>
                  <a:pt x="1545524" y="1143644"/>
                </a:lnTo>
                <a:lnTo>
                  <a:pt x="1561842" y="1100848"/>
                </a:lnTo>
                <a:lnTo>
                  <a:pt x="1575856" y="1056930"/>
                </a:lnTo>
                <a:lnTo>
                  <a:pt x="1587492" y="1011968"/>
                </a:lnTo>
                <a:lnTo>
                  <a:pt x="1596673" y="966037"/>
                </a:lnTo>
                <a:lnTo>
                  <a:pt x="1603324" y="919216"/>
                </a:lnTo>
                <a:lnTo>
                  <a:pt x="1607370" y="871582"/>
                </a:lnTo>
                <a:lnTo>
                  <a:pt x="1608736" y="823212"/>
                </a:lnTo>
                <a:lnTo>
                  <a:pt x="1607370" y="774842"/>
                </a:lnTo>
                <a:lnTo>
                  <a:pt x="1603324" y="727208"/>
                </a:lnTo>
                <a:lnTo>
                  <a:pt x="1596673" y="680387"/>
                </a:lnTo>
                <a:lnTo>
                  <a:pt x="1587492" y="634457"/>
                </a:lnTo>
                <a:lnTo>
                  <a:pt x="1575856" y="589494"/>
                </a:lnTo>
                <a:lnTo>
                  <a:pt x="1561842" y="545576"/>
                </a:lnTo>
                <a:lnTo>
                  <a:pt x="1545524" y="502780"/>
                </a:lnTo>
                <a:lnTo>
                  <a:pt x="1526979" y="461184"/>
                </a:lnTo>
                <a:lnTo>
                  <a:pt x="1506281" y="420864"/>
                </a:lnTo>
                <a:lnTo>
                  <a:pt x="1483505" y="381897"/>
                </a:lnTo>
                <a:lnTo>
                  <a:pt x="1458728" y="344362"/>
                </a:lnTo>
                <a:lnTo>
                  <a:pt x="1432025" y="308334"/>
                </a:lnTo>
                <a:lnTo>
                  <a:pt x="1403471" y="273892"/>
                </a:lnTo>
                <a:lnTo>
                  <a:pt x="1373142" y="241113"/>
                </a:lnTo>
                <a:lnTo>
                  <a:pt x="1341113" y="210073"/>
                </a:lnTo>
                <a:lnTo>
                  <a:pt x="1307459" y="180850"/>
                </a:lnTo>
                <a:lnTo>
                  <a:pt x="1272256" y="153521"/>
                </a:lnTo>
                <a:lnTo>
                  <a:pt x="1235580" y="128164"/>
                </a:lnTo>
                <a:lnTo>
                  <a:pt x="1197506" y="104855"/>
                </a:lnTo>
                <a:lnTo>
                  <a:pt x="1158109" y="83672"/>
                </a:lnTo>
                <a:lnTo>
                  <a:pt x="1117464" y="64692"/>
                </a:lnTo>
                <a:lnTo>
                  <a:pt x="1075648" y="47992"/>
                </a:lnTo>
                <a:lnTo>
                  <a:pt x="1032736" y="33649"/>
                </a:lnTo>
                <a:lnTo>
                  <a:pt x="988802" y="21741"/>
                </a:lnTo>
                <a:lnTo>
                  <a:pt x="943923" y="12345"/>
                </a:lnTo>
                <a:lnTo>
                  <a:pt x="898175" y="5538"/>
                </a:lnTo>
                <a:lnTo>
                  <a:pt x="851631" y="1397"/>
                </a:lnTo>
                <a:lnTo>
                  <a:pt x="804368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4157" y="5154115"/>
            <a:ext cx="1617343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2400" b="1" spc="-9" dirty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AI+</a:t>
            </a:r>
            <a:r>
              <a:rPr sz="2400" b="1" dirty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生活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19040" y="2554782"/>
            <a:ext cx="3507734" cy="21176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04544" y="2370164"/>
            <a:ext cx="1151145" cy="114028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62968" y="2401204"/>
            <a:ext cx="1039288" cy="1039831"/>
          </a:xfrm>
          <a:custGeom>
            <a:avLst/>
            <a:gdLst/>
            <a:ahLst/>
            <a:cxnLst/>
            <a:rect l="l" t="t" r="r" b="b"/>
            <a:pathLst>
              <a:path w="1215389" h="1216025">
                <a:moveTo>
                  <a:pt x="607541" y="0"/>
                </a:moveTo>
                <a:lnTo>
                  <a:pt x="560062" y="1828"/>
                </a:lnTo>
                <a:lnTo>
                  <a:pt x="513582" y="7224"/>
                </a:lnTo>
                <a:lnTo>
                  <a:pt x="468237" y="16052"/>
                </a:lnTo>
                <a:lnTo>
                  <a:pt x="424162" y="28177"/>
                </a:lnTo>
                <a:lnTo>
                  <a:pt x="381491" y="43464"/>
                </a:lnTo>
                <a:lnTo>
                  <a:pt x="340360" y="61778"/>
                </a:lnTo>
                <a:lnTo>
                  <a:pt x="300903" y="82984"/>
                </a:lnTo>
                <a:lnTo>
                  <a:pt x="263257" y="106946"/>
                </a:lnTo>
                <a:lnTo>
                  <a:pt x="227555" y="133529"/>
                </a:lnTo>
                <a:lnTo>
                  <a:pt x="193933" y="162599"/>
                </a:lnTo>
                <a:lnTo>
                  <a:pt x="162526" y="194019"/>
                </a:lnTo>
                <a:lnTo>
                  <a:pt x="133470" y="227656"/>
                </a:lnTo>
                <a:lnTo>
                  <a:pt x="106898" y="263374"/>
                </a:lnTo>
                <a:lnTo>
                  <a:pt x="82947" y="301037"/>
                </a:lnTo>
                <a:lnTo>
                  <a:pt x="61751" y="340512"/>
                </a:lnTo>
                <a:lnTo>
                  <a:pt x="43445" y="381661"/>
                </a:lnTo>
                <a:lnTo>
                  <a:pt x="28165" y="424351"/>
                </a:lnTo>
                <a:lnTo>
                  <a:pt x="16045" y="468446"/>
                </a:lnTo>
                <a:lnTo>
                  <a:pt x="7221" y="513812"/>
                </a:lnTo>
                <a:lnTo>
                  <a:pt x="1827" y="560312"/>
                </a:lnTo>
                <a:lnTo>
                  <a:pt x="0" y="607813"/>
                </a:lnTo>
                <a:lnTo>
                  <a:pt x="1827" y="655313"/>
                </a:lnTo>
                <a:lnTo>
                  <a:pt x="7221" y="701813"/>
                </a:lnTo>
                <a:lnTo>
                  <a:pt x="16045" y="747178"/>
                </a:lnTo>
                <a:lnTo>
                  <a:pt x="28165" y="791274"/>
                </a:lnTo>
                <a:lnTo>
                  <a:pt x="43445" y="833963"/>
                </a:lnTo>
                <a:lnTo>
                  <a:pt x="61751" y="875113"/>
                </a:lnTo>
                <a:lnTo>
                  <a:pt x="82947" y="914587"/>
                </a:lnTo>
                <a:lnTo>
                  <a:pt x="106898" y="952251"/>
                </a:lnTo>
                <a:lnTo>
                  <a:pt x="133470" y="987968"/>
                </a:lnTo>
                <a:lnTo>
                  <a:pt x="162526" y="1021605"/>
                </a:lnTo>
                <a:lnTo>
                  <a:pt x="193933" y="1053026"/>
                </a:lnTo>
                <a:lnTo>
                  <a:pt x="227555" y="1082096"/>
                </a:lnTo>
                <a:lnTo>
                  <a:pt x="263257" y="1108679"/>
                </a:lnTo>
                <a:lnTo>
                  <a:pt x="300903" y="1132641"/>
                </a:lnTo>
                <a:lnTo>
                  <a:pt x="340360" y="1153847"/>
                </a:lnTo>
                <a:lnTo>
                  <a:pt x="381491" y="1172161"/>
                </a:lnTo>
                <a:lnTo>
                  <a:pt x="424162" y="1187448"/>
                </a:lnTo>
                <a:lnTo>
                  <a:pt x="468237" y="1199573"/>
                </a:lnTo>
                <a:lnTo>
                  <a:pt x="513582" y="1208401"/>
                </a:lnTo>
                <a:lnTo>
                  <a:pt x="560062" y="1213797"/>
                </a:lnTo>
                <a:lnTo>
                  <a:pt x="607541" y="1215626"/>
                </a:lnTo>
                <a:lnTo>
                  <a:pt x="655020" y="1213797"/>
                </a:lnTo>
                <a:lnTo>
                  <a:pt x="701500" y="1208401"/>
                </a:lnTo>
                <a:lnTo>
                  <a:pt x="746845" y="1199573"/>
                </a:lnTo>
                <a:lnTo>
                  <a:pt x="790920" y="1187448"/>
                </a:lnTo>
                <a:lnTo>
                  <a:pt x="833591" y="1172161"/>
                </a:lnTo>
                <a:lnTo>
                  <a:pt x="874722" y="1153847"/>
                </a:lnTo>
                <a:lnTo>
                  <a:pt x="914179" y="1132641"/>
                </a:lnTo>
                <a:lnTo>
                  <a:pt x="951826" y="1108679"/>
                </a:lnTo>
                <a:lnTo>
                  <a:pt x="987527" y="1082096"/>
                </a:lnTo>
                <a:lnTo>
                  <a:pt x="1021149" y="1053026"/>
                </a:lnTo>
                <a:lnTo>
                  <a:pt x="1052556" y="1021605"/>
                </a:lnTo>
                <a:lnTo>
                  <a:pt x="1081612" y="987968"/>
                </a:lnTo>
                <a:lnTo>
                  <a:pt x="1108184" y="952251"/>
                </a:lnTo>
                <a:lnTo>
                  <a:pt x="1132135" y="914587"/>
                </a:lnTo>
                <a:lnTo>
                  <a:pt x="1153331" y="875113"/>
                </a:lnTo>
                <a:lnTo>
                  <a:pt x="1171637" y="833963"/>
                </a:lnTo>
                <a:lnTo>
                  <a:pt x="1186917" y="791274"/>
                </a:lnTo>
                <a:lnTo>
                  <a:pt x="1199037" y="747178"/>
                </a:lnTo>
                <a:lnTo>
                  <a:pt x="1207861" y="701813"/>
                </a:lnTo>
                <a:lnTo>
                  <a:pt x="1213254" y="655313"/>
                </a:lnTo>
                <a:lnTo>
                  <a:pt x="1215082" y="607813"/>
                </a:lnTo>
                <a:lnTo>
                  <a:pt x="1213254" y="560312"/>
                </a:lnTo>
                <a:lnTo>
                  <a:pt x="1207861" y="513812"/>
                </a:lnTo>
                <a:lnTo>
                  <a:pt x="1199037" y="468446"/>
                </a:lnTo>
                <a:lnTo>
                  <a:pt x="1186917" y="424351"/>
                </a:lnTo>
                <a:lnTo>
                  <a:pt x="1171637" y="381661"/>
                </a:lnTo>
                <a:lnTo>
                  <a:pt x="1153331" y="340512"/>
                </a:lnTo>
                <a:lnTo>
                  <a:pt x="1132135" y="301037"/>
                </a:lnTo>
                <a:lnTo>
                  <a:pt x="1108184" y="263374"/>
                </a:lnTo>
                <a:lnTo>
                  <a:pt x="1081612" y="227656"/>
                </a:lnTo>
                <a:lnTo>
                  <a:pt x="1052556" y="194019"/>
                </a:lnTo>
                <a:lnTo>
                  <a:pt x="1021149" y="162599"/>
                </a:lnTo>
                <a:lnTo>
                  <a:pt x="987527" y="133529"/>
                </a:lnTo>
                <a:lnTo>
                  <a:pt x="951826" y="106946"/>
                </a:lnTo>
                <a:lnTo>
                  <a:pt x="914179" y="82984"/>
                </a:lnTo>
                <a:lnTo>
                  <a:pt x="874722" y="61778"/>
                </a:lnTo>
                <a:lnTo>
                  <a:pt x="833591" y="43464"/>
                </a:lnTo>
                <a:lnTo>
                  <a:pt x="790920" y="28177"/>
                </a:lnTo>
                <a:lnTo>
                  <a:pt x="746845" y="16052"/>
                </a:lnTo>
                <a:lnTo>
                  <a:pt x="701500" y="7224"/>
                </a:lnTo>
                <a:lnTo>
                  <a:pt x="655020" y="1828"/>
                </a:lnTo>
                <a:lnTo>
                  <a:pt x="607541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24205" y="2380626"/>
            <a:ext cx="707300" cy="7076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9974" y="3011564"/>
            <a:ext cx="2531527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4344" algn="r">
              <a:lnSpc>
                <a:spcPts val="1325"/>
              </a:lnSpc>
            </a:pPr>
            <a:r>
              <a:rPr sz="1600" b="1" spc="43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智能汽车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10860">
              <a:lnSpc>
                <a:spcPts val="1325"/>
              </a:lnSpc>
            </a:pPr>
            <a:r>
              <a:rPr sz="1600" b="1" spc="43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智能家居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90055" y="2985545"/>
            <a:ext cx="1607258" cy="161089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43466" y="3115660"/>
            <a:ext cx="1375944" cy="1407981"/>
          </a:xfrm>
          <a:custGeom>
            <a:avLst/>
            <a:gdLst/>
            <a:ahLst/>
            <a:cxnLst/>
            <a:rect l="l" t="t" r="r" b="b"/>
            <a:pathLst>
              <a:path w="1609089" h="1646554">
                <a:moveTo>
                  <a:pt x="804368" y="0"/>
                </a:moveTo>
                <a:lnTo>
                  <a:pt x="757105" y="1397"/>
                </a:lnTo>
                <a:lnTo>
                  <a:pt x="710562" y="5538"/>
                </a:lnTo>
                <a:lnTo>
                  <a:pt x="664812" y="12345"/>
                </a:lnTo>
                <a:lnTo>
                  <a:pt x="619934" y="21741"/>
                </a:lnTo>
                <a:lnTo>
                  <a:pt x="576000" y="33649"/>
                </a:lnTo>
                <a:lnTo>
                  <a:pt x="533087" y="47992"/>
                </a:lnTo>
                <a:lnTo>
                  <a:pt x="491271" y="64692"/>
                </a:lnTo>
                <a:lnTo>
                  <a:pt x="450627" y="83672"/>
                </a:lnTo>
                <a:lnTo>
                  <a:pt x="411230" y="104855"/>
                </a:lnTo>
                <a:lnTo>
                  <a:pt x="373155" y="128164"/>
                </a:lnTo>
                <a:lnTo>
                  <a:pt x="336479" y="153522"/>
                </a:lnTo>
                <a:lnTo>
                  <a:pt x="301276" y="180850"/>
                </a:lnTo>
                <a:lnTo>
                  <a:pt x="267623" y="210073"/>
                </a:lnTo>
                <a:lnTo>
                  <a:pt x="235593" y="241113"/>
                </a:lnTo>
                <a:lnTo>
                  <a:pt x="205264" y="273893"/>
                </a:lnTo>
                <a:lnTo>
                  <a:pt x="176710" y="308335"/>
                </a:lnTo>
                <a:lnTo>
                  <a:pt x="150007" y="344363"/>
                </a:lnTo>
                <a:lnTo>
                  <a:pt x="125230" y="381898"/>
                </a:lnTo>
                <a:lnTo>
                  <a:pt x="102455" y="420865"/>
                </a:lnTo>
                <a:lnTo>
                  <a:pt x="81756" y="461185"/>
                </a:lnTo>
                <a:lnTo>
                  <a:pt x="63211" y="502781"/>
                </a:lnTo>
                <a:lnTo>
                  <a:pt x="46893" y="545577"/>
                </a:lnTo>
                <a:lnTo>
                  <a:pt x="32879" y="589495"/>
                </a:lnTo>
                <a:lnTo>
                  <a:pt x="21243" y="634458"/>
                </a:lnTo>
                <a:lnTo>
                  <a:pt x="12062" y="680388"/>
                </a:lnTo>
                <a:lnTo>
                  <a:pt x="5411" y="727209"/>
                </a:lnTo>
                <a:lnTo>
                  <a:pt x="1365" y="774843"/>
                </a:lnTo>
                <a:lnTo>
                  <a:pt x="0" y="823213"/>
                </a:lnTo>
                <a:lnTo>
                  <a:pt x="1365" y="871583"/>
                </a:lnTo>
                <a:lnTo>
                  <a:pt x="5411" y="919217"/>
                </a:lnTo>
                <a:lnTo>
                  <a:pt x="12062" y="966038"/>
                </a:lnTo>
                <a:lnTo>
                  <a:pt x="21243" y="1011968"/>
                </a:lnTo>
                <a:lnTo>
                  <a:pt x="32879" y="1056931"/>
                </a:lnTo>
                <a:lnTo>
                  <a:pt x="46893" y="1100849"/>
                </a:lnTo>
                <a:lnTo>
                  <a:pt x="63211" y="1143645"/>
                </a:lnTo>
                <a:lnTo>
                  <a:pt x="81756" y="1185241"/>
                </a:lnTo>
                <a:lnTo>
                  <a:pt x="102455" y="1225561"/>
                </a:lnTo>
                <a:lnTo>
                  <a:pt x="125230" y="1264528"/>
                </a:lnTo>
                <a:lnTo>
                  <a:pt x="150007" y="1302063"/>
                </a:lnTo>
                <a:lnTo>
                  <a:pt x="176710" y="1338091"/>
                </a:lnTo>
                <a:lnTo>
                  <a:pt x="205264" y="1372533"/>
                </a:lnTo>
                <a:lnTo>
                  <a:pt x="235593" y="1405313"/>
                </a:lnTo>
                <a:lnTo>
                  <a:pt x="267623" y="1436353"/>
                </a:lnTo>
                <a:lnTo>
                  <a:pt x="301276" y="1465575"/>
                </a:lnTo>
                <a:lnTo>
                  <a:pt x="336479" y="1492904"/>
                </a:lnTo>
                <a:lnTo>
                  <a:pt x="373155" y="1518262"/>
                </a:lnTo>
                <a:lnTo>
                  <a:pt x="411230" y="1541571"/>
                </a:lnTo>
                <a:lnTo>
                  <a:pt x="450627" y="1562754"/>
                </a:lnTo>
                <a:lnTo>
                  <a:pt x="491271" y="1581734"/>
                </a:lnTo>
                <a:lnTo>
                  <a:pt x="533087" y="1598434"/>
                </a:lnTo>
                <a:lnTo>
                  <a:pt x="576000" y="1612777"/>
                </a:lnTo>
                <a:lnTo>
                  <a:pt x="619934" y="1624685"/>
                </a:lnTo>
                <a:lnTo>
                  <a:pt x="664812" y="1634081"/>
                </a:lnTo>
                <a:lnTo>
                  <a:pt x="710562" y="1640888"/>
                </a:lnTo>
                <a:lnTo>
                  <a:pt x="757105" y="1645029"/>
                </a:lnTo>
                <a:lnTo>
                  <a:pt x="804368" y="1646426"/>
                </a:lnTo>
                <a:lnTo>
                  <a:pt x="851631" y="1645029"/>
                </a:lnTo>
                <a:lnTo>
                  <a:pt x="898174" y="1640888"/>
                </a:lnTo>
                <a:lnTo>
                  <a:pt x="943923" y="1634081"/>
                </a:lnTo>
                <a:lnTo>
                  <a:pt x="988802" y="1624685"/>
                </a:lnTo>
                <a:lnTo>
                  <a:pt x="1032735" y="1612777"/>
                </a:lnTo>
                <a:lnTo>
                  <a:pt x="1075648" y="1598434"/>
                </a:lnTo>
                <a:lnTo>
                  <a:pt x="1117464" y="1581734"/>
                </a:lnTo>
                <a:lnTo>
                  <a:pt x="1158108" y="1562754"/>
                </a:lnTo>
                <a:lnTo>
                  <a:pt x="1197505" y="1541571"/>
                </a:lnTo>
                <a:lnTo>
                  <a:pt x="1235580" y="1518262"/>
                </a:lnTo>
                <a:lnTo>
                  <a:pt x="1272256" y="1492904"/>
                </a:lnTo>
                <a:lnTo>
                  <a:pt x="1307459" y="1465575"/>
                </a:lnTo>
                <a:lnTo>
                  <a:pt x="1341112" y="1436353"/>
                </a:lnTo>
                <a:lnTo>
                  <a:pt x="1373141" y="1405313"/>
                </a:lnTo>
                <a:lnTo>
                  <a:pt x="1403471" y="1372533"/>
                </a:lnTo>
                <a:lnTo>
                  <a:pt x="1432025" y="1338091"/>
                </a:lnTo>
                <a:lnTo>
                  <a:pt x="1458728" y="1302063"/>
                </a:lnTo>
                <a:lnTo>
                  <a:pt x="1483505" y="1264528"/>
                </a:lnTo>
                <a:lnTo>
                  <a:pt x="1506280" y="1225561"/>
                </a:lnTo>
                <a:lnTo>
                  <a:pt x="1526978" y="1185241"/>
                </a:lnTo>
                <a:lnTo>
                  <a:pt x="1545524" y="1143645"/>
                </a:lnTo>
                <a:lnTo>
                  <a:pt x="1561842" y="1100849"/>
                </a:lnTo>
                <a:lnTo>
                  <a:pt x="1575856" y="1056931"/>
                </a:lnTo>
                <a:lnTo>
                  <a:pt x="1587491" y="1011968"/>
                </a:lnTo>
                <a:lnTo>
                  <a:pt x="1596672" y="966038"/>
                </a:lnTo>
                <a:lnTo>
                  <a:pt x="1603324" y="919217"/>
                </a:lnTo>
                <a:lnTo>
                  <a:pt x="1607370" y="871583"/>
                </a:lnTo>
                <a:lnTo>
                  <a:pt x="1608735" y="823213"/>
                </a:lnTo>
                <a:lnTo>
                  <a:pt x="1607370" y="774843"/>
                </a:lnTo>
                <a:lnTo>
                  <a:pt x="1603324" y="727209"/>
                </a:lnTo>
                <a:lnTo>
                  <a:pt x="1596672" y="680388"/>
                </a:lnTo>
                <a:lnTo>
                  <a:pt x="1587491" y="634458"/>
                </a:lnTo>
                <a:lnTo>
                  <a:pt x="1575856" y="589495"/>
                </a:lnTo>
                <a:lnTo>
                  <a:pt x="1561842" y="545577"/>
                </a:lnTo>
                <a:lnTo>
                  <a:pt x="1545524" y="502781"/>
                </a:lnTo>
                <a:lnTo>
                  <a:pt x="1526978" y="461185"/>
                </a:lnTo>
                <a:lnTo>
                  <a:pt x="1506280" y="420865"/>
                </a:lnTo>
                <a:lnTo>
                  <a:pt x="1483505" y="381898"/>
                </a:lnTo>
                <a:lnTo>
                  <a:pt x="1458728" y="344363"/>
                </a:lnTo>
                <a:lnTo>
                  <a:pt x="1432025" y="308335"/>
                </a:lnTo>
                <a:lnTo>
                  <a:pt x="1403471" y="273893"/>
                </a:lnTo>
                <a:lnTo>
                  <a:pt x="1373141" y="241113"/>
                </a:lnTo>
                <a:lnTo>
                  <a:pt x="1341112" y="210073"/>
                </a:lnTo>
                <a:lnTo>
                  <a:pt x="1307459" y="180850"/>
                </a:lnTo>
                <a:lnTo>
                  <a:pt x="1272256" y="153522"/>
                </a:lnTo>
                <a:lnTo>
                  <a:pt x="1235580" y="128164"/>
                </a:lnTo>
                <a:lnTo>
                  <a:pt x="1197505" y="104855"/>
                </a:lnTo>
                <a:lnTo>
                  <a:pt x="1158108" y="83672"/>
                </a:lnTo>
                <a:lnTo>
                  <a:pt x="1117464" y="64692"/>
                </a:lnTo>
                <a:lnTo>
                  <a:pt x="1075648" y="47992"/>
                </a:lnTo>
                <a:lnTo>
                  <a:pt x="1032735" y="33649"/>
                </a:lnTo>
                <a:lnTo>
                  <a:pt x="988802" y="21741"/>
                </a:lnTo>
                <a:lnTo>
                  <a:pt x="943923" y="12345"/>
                </a:lnTo>
                <a:lnTo>
                  <a:pt x="898174" y="5538"/>
                </a:lnTo>
                <a:lnTo>
                  <a:pt x="851631" y="1397"/>
                </a:lnTo>
                <a:lnTo>
                  <a:pt x="804368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1018" y="3919675"/>
            <a:ext cx="849217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600" b="1" spc="43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智能手机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37121" y="2522871"/>
            <a:ext cx="664653" cy="6649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86901" y="3304112"/>
            <a:ext cx="1151145" cy="115114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428024" y="3341027"/>
            <a:ext cx="1268542" cy="1039831"/>
          </a:xfrm>
          <a:custGeom>
            <a:avLst/>
            <a:gdLst/>
            <a:ahLst/>
            <a:cxnLst/>
            <a:rect l="l" t="t" r="r" b="b"/>
            <a:pathLst>
              <a:path w="1215389" h="1216025">
                <a:moveTo>
                  <a:pt x="607541" y="0"/>
                </a:moveTo>
                <a:lnTo>
                  <a:pt x="560062" y="1828"/>
                </a:lnTo>
                <a:lnTo>
                  <a:pt x="513582" y="7224"/>
                </a:lnTo>
                <a:lnTo>
                  <a:pt x="468237" y="16052"/>
                </a:lnTo>
                <a:lnTo>
                  <a:pt x="424162" y="28178"/>
                </a:lnTo>
                <a:lnTo>
                  <a:pt x="381491" y="43465"/>
                </a:lnTo>
                <a:lnTo>
                  <a:pt x="340360" y="61778"/>
                </a:lnTo>
                <a:lnTo>
                  <a:pt x="300903" y="82984"/>
                </a:lnTo>
                <a:lnTo>
                  <a:pt x="263257" y="106946"/>
                </a:lnTo>
                <a:lnTo>
                  <a:pt x="227555" y="133529"/>
                </a:lnTo>
                <a:lnTo>
                  <a:pt x="193933" y="162599"/>
                </a:lnTo>
                <a:lnTo>
                  <a:pt x="162526" y="194020"/>
                </a:lnTo>
                <a:lnTo>
                  <a:pt x="133470" y="227657"/>
                </a:lnTo>
                <a:lnTo>
                  <a:pt x="106898" y="263375"/>
                </a:lnTo>
                <a:lnTo>
                  <a:pt x="82947" y="301038"/>
                </a:lnTo>
                <a:lnTo>
                  <a:pt x="61751" y="340512"/>
                </a:lnTo>
                <a:lnTo>
                  <a:pt x="43445" y="381662"/>
                </a:lnTo>
                <a:lnTo>
                  <a:pt x="28165" y="424352"/>
                </a:lnTo>
                <a:lnTo>
                  <a:pt x="16045" y="468447"/>
                </a:lnTo>
                <a:lnTo>
                  <a:pt x="7221" y="513812"/>
                </a:lnTo>
                <a:lnTo>
                  <a:pt x="1827" y="560312"/>
                </a:lnTo>
                <a:lnTo>
                  <a:pt x="0" y="607813"/>
                </a:lnTo>
                <a:lnTo>
                  <a:pt x="1827" y="655313"/>
                </a:lnTo>
                <a:lnTo>
                  <a:pt x="7221" y="701813"/>
                </a:lnTo>
                <a:lnTo>
                  <a:pt x="16045" y="747179"/>
                </a:lnTo>
                <a:lnTo>
                  <a:pt x="28165" y="791274"/>
                </a:lnTo>
                <a:lnTo>
                  <a:pt x="43445" y="833964"/>
                </a:lnTo>
                <a:lnTo>
                  <a:pt x="61751" y="875114"/>
                </a:lnTo>
                <a:lnTo>
                  <a:pt x="82947" y="914588"/>
                </a:lnTo>
                <a:lnTo>
                  <a:pt x="106898" y="952251"/>
                </a:lnTo>
                <a:lnTo>
                  <a:pt x="133470" y="987969"/>
                </a:lnTo>
                <a:lnTo>
                  <a:pt x="162526" y="1021606"/>
                </a:lnTo>
                <a:lnTo>
                  <a:pt x="193933" y="1053027"/>
                </a:lnTo>
                <a:lnTo>
                  <a:pt x="227555" y="1082096"/>
                </a:lnTo>
                <a:lnTo>
                  <a:pt x="263257" y="1108680"/>
                </a:lnTo>
                <a:lnTo>
                  <a:pt x="300903" y="1132642"/>
                </a:lnTo>
                <a:lnTo>
                  <a:pt x="340360" y="1153847"/>
                </a:lnTo>
                <a:lnTo>
                  <a:pt x="381491" y="1172161"/>
                </a:lnTo>
                <a:lnTo>
                  <a:pt x="424162" y="1187448"/>
                </a:lnTo>
                <a:lnTo>
                  <a:pt x="468237" y="1199573"/>
                </a:lnTo>
                <a:lnTo>
                  <a:pt x="513582" y="1208401"/>
                </a:lnTo>
                <a:lnTo>
                  <a:pt x="560062" y="1213797"/>
                </a:lnTo>
                <a:lnTo>
                  <a:pt x="607541" y="1215626"/>
                </a:lnTo>
                <a:lnTo>
                  <a:pt x="655020" y="1213797"/>
                </a:lnTo>
                <a:lnTo>
                  <a:pt x="701499" y="1208401"/>
                </a:lnTo>
                <a:lnTo>
                  <a:pt x="746844" y="1199573"/>
                </a:lnTo>
                <a:lnTo>
                  <a:pt x="790920" y="1187448"/>
                </a:lnTo>
                <a:lnTo>
                  <a:pt x="833591" y="1172161"/>
                </a:lnTo>
                <a:lnTo>
                  <a:pt x="874722" y="1153847"/>
                </a:lnTo>
                <a:lnTo>
                  <a:pt x="914178" y="1132642"/>
                </a:lnTo>
                <a:lnTo>
                  <a:pt x="951825" y="1108680"/>
                </a:lnTo>
                <a:lnTo>
                  <a:pt x="987527" y="1082096"/>
                </a:lnTo>
                <a:lnTo>
                  <a:pt x="1021149" y="1053027"/>
                </a:lnTo>
                <a:lnTo>
                  <a:pt x="1052555" y="1021606"/>
                </a:lnTo>
                <a:lnTo>
                  <a:pt x="1081612" y="987969"/>
                </a:lnTo>
                <a:lnTo>
                  <a:pt x="1108184" y="952251"/>
                </a:lnTo>
                <a:lnTo>
                  <a:pt x="1132135" y="914588"/>
                </a:lnTo>
                <a:lnTo>
                  <a:pt x="1153331" y="875114"/>
                </a:lnTo>
                <a:lnTo>
                  <a:pt x="1171637" y="833964"/>
                </a:lnTo>
                <a:lnTo>
                  <a:pt x="1186917" y="791274"/>
                </a:lnTo>
                <a:lnTo>
                  <a:pt x="1199037" y="747179"/>
                </a:lnTo>
                <a:lnTo>
                  <a:pt x="1207861" y="701813"/>
                </a:lnTo>
                <a:lnTo>
                  <a:pt x="1213254" y="655313"/>
                </a:lnTo>
                <a:lnTo>
                  <a:pt x="1215082" y="607813"/>
                </a:lnTo>
                <a:lnTo>
                  <a:pt x="1213254" y="560312"/>
                </a:lnTo>
                <a:lnTo>
                  <a:pt x="1207861" y="513812"/>
                </a:lnTo>
                <a:lnTo>
                  <a:pt x="1199037" y="468447"/>
                </a:lnTo>
                <a:lnTo>
                  <a:pt x="1186917" y="424352"/>
                </a:lnTo>
                <a:lnTo>
                  <a:pt x="1171637" y="381662"/>
                </a:lnTo>
                <a:lnTo>
                  <a:pt x="1153331" y="340512"/>
                </a:lnTo>
                <a:lnTo>
                  <a:pt x="1132135" y="301038"/>
                </a:lnTo>
                <a:lnTo>
                  <a:pt x="1108184" y="263375"/>
                </a:lnTo>
                <a:lnTo>
                  <a:pt x="1081612" y="227657"/>
                </a:lnTo>
                <a:lnTo>
                  <a:pt x="1052555" y="194020"/>
                </a:lnTo>
                <a:lnTo>
                  <a:pt x="1021149" y="162599"/>
                </a:lnTo>
                <a:lnTo>
                  <a:pt x="987527" y="133529"/>
                </a:lnTo>
                <a:lnTo>
                  <a:pt x="951825" y="106946"/>
                </a:lnTo>
                <a:lnTo>
                  <a:pt x="914178" y="82984"/>
                </a:lnTo>
                <a:lnTo>
                  <a:pt x="874722" y="61778"/>
                </a:lnTo>
                <a:lnTo>
                  <a:pt x="833591" y="43465"/>
                </a:lnTo>
                <a:lnTo>
                  <a:pt x="790920" y="28178"/>
                </a:lnTo>
                <a:lnTo>
                  <a:pt x="746844" y="16052"/>
                </a:lnTo>
                <a:lnTo>
                  <a:pt x="701499" y="7224"/>
                </a:lnTo>
                <a:lnTo>
                  <a:pt x="655020" y="1828"/>
                </a:lnTo>
                <a:lnTo>
                  <a:pt x="607541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07706" y="3899058"/>
            <a:ext cx="903659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600" b="1" spc="43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智能手环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742856" y="3360262"/>
            <a:ext cx="576862" cy="57712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647381" y="3461966"/>
            <a:ext cx="590875" cy="5911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49323" y="3912264"/>
            <a:ext cx="1151145" cy="115114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08885" y="3947656"/>
            <a:ext cx="1039288" cy="1039831"/>
          </a:xfrm>
          <a:custGeom>
            <a:avLst/>
            <a:gdLst/>
            <a:ahLst/>
            <a:cxnLst/>
            <a:rect l="l" t="t" r="r" b="b"/>
            <a:pathLst>
              <a:path w="1215389" h="1216025">
                <a:moveTo>
                  <a:pt x="607541" y="0"/>
                </a:moveTo>
                <a:lnTo>
                  <a:pt x="560062" y="1828"/>
                </a:lnTo>
                <a:lnTo>
                  <a:pt x="513582" y="7224"/>
                </a:lnTo>
                <a:lnTo>
                  <a:pt x="468237" y="16052"/>
                </a:lnTo>
                <a:lnTo>
                  <a:pt x="424161" y="28177"/>
                </a:lnTo>
                <a:lnTo>
                  <a:pt x="381490" y="43464"/>
                </a:lnTo>
                <a:lnTo>
                  <a:pt x="340359" y="61778"/>
                </a:lnTo>
                <a:lnTo>
                  <a:pt x="300903" y="82984"/>
                </a:lnTo>
                <a:lnTo>
                  <a:pt x="263256" y="106946"/>
                </a:lnTo>
                <a:lnTo>
                  <a:pt x="227554" y="133529"/>
                </a:lnTo>
                <a:lnTo>
                  <a:pt x="193933" y="162599"/>
                </a:lnTo>
                <a:lnTo>
                  <a:pt x="162526" y="194019"/>
                </a:lnTo>
                <a:lnTo>
                  <a:pt x="133469" y="227656"/>
                </a:lnTo>
                <a:lnTo>
                  <a:pt x="106898" y="263374"/>
                </a:lnTo>
                <a:lnTo>
                  <a:pt x="82947" y="301037"/>
                </a:lnTo>
                <a:lnTo>
                  <a:pt x="61751" y="340512"/>
                </a:lnTo>
                <a:lnTo>
                  <a:pt x="43445" y="381661"/>
                </a:lnTo>
                <a:lnTo>
                  <a:pt x="28165" y="424351"/>
                </a:lnTo>
                <a:lnTo>
                  <a:pt x="16045" y="468446"/>
                </a:lnTo>
                <a:lnTo>
                  <a:pt x="7221" y="513812"/>
                </a:lnTo>
                <a:lnTo>
                  <a:pt x="1827" y="560312"/>
                </a:lnTo>
                <a:lnTo>
                  <a:pt x="0" y="607813"/>
                </a:lnTo>
                <a:lnTo>
                  <a:pt x="1827" y="655313"/>
                </a:lnTo>
                <a:lnTo>
                  <a:pt x="7221" y="701813"/>
                </a:lnTo>
                <a:lnTo>
                  <a:pt x="16045" y="747178"/>
                </a:lnTo>
                <a:lnTo>
                  <a:pt x="28165" y="791274"/>
                </a:lnTo>
                <a:lnTo>
                  <a:pt x="43445" y="833963"/>
                </a:lnTo>
                <a:lnTo>
                  <a:pt x="61751" y="875113"/>
                </a:lnTo>
                <a:lnTo>
                  <a:pt x="82947" y="914587"/>
                </a:lnTo>
                <a:lnTo>
                  <a:pt x="106898" y="952251"/>
                </a:lnTo>
                <a:lnTo>
                  <a:pt x="133469" y="987968"/>
                </a:lnTo>
                <a:lnTo>
                  <a:pt x="162526" y="1021605"/>
                </a:lnTo>
                <a:lnTo>
                  <a:pt x="193933" y="1053026"/>
                </a:lnTo>
                <a:lnTo>
                  <a:pt x="227554" y="1082096"/>
                </a:lnTo>
                <a:lnTo>
                  <a:pt x="263256" y="1108679"/>
                </a:lnTo>
                <a:lnTo>
                  <a:pt x="300903" y="1132641"/>
                </a:lnTo>
                <a:lnTo>
                  <a:pt x="340359" y="1153847"/>
                </a:lnTo>
                <a:lnTo>
                  <a:pt x="381490" y="1172161"/>
                </a:lnTo>
                <a:lnTo>
                  <a:pt x="424161" y="1187448"/>
                </a:lnTo>
                <a:lnTo>
                  <a:pt x="468237" y="1199573"/>
                </a:lnTo>
                <a:lnTo>
                  <a:pt x="513582" y="1208401"/>
                </a:lnTo>
                <a:lnTo>
                  <a:pt x="560062" y="1213797"/>
                </a:lnTo>
                <a:lnTo>
                  <a:pt x="607541" y="1215626"/>
                </a:lnTo>
                <a:lnTo>
                  <a:pt x="655020" y="1213797"/>
                </a:lnTo>
                <a:lnTo>
                  <a:pt x="701499" y="1208401"/>
                </a:lnTo>
                <a:lnTo>
                  <a:pt x="746844" y="1199573"/>
                </a:lnTo>
                <a:lnTo>
                  <a:pt x="790920" y="1187448"/>
                </a:lnTo>
                <a:lnTo>
                  <a:pt x="833591" y="1172161"/>
                </a:lnTo>
                <a:lnTo>
                  <a:pt x="874722" y="1153847"/>
                </a:lnTo>
                <a:lnTo>
                  <a:pt x="914178" y="1132641"/>
                </a:lnTo>
                <a:lnTo>
                  <a:pt x="951825" y="1108679"/>
                </a:lnTo>
                <a:lnTo>
                  <a:pt x="987527" y="1082096"/>
                </a:lnTo>
                <a:lnTo>
                  <a:pt x="1021149" y="1053026"/>
                </a:lnTo>
                <a:lnTo>
                  <a:pt x="1052555" y="1021605"/>
                </a:lnTo>
                <a:lnTo>
                  <a:pt x="1081612" y="987968"/>
                </a:lnTo>
                <a:lnTo>
                  <a:pt x="1108184" y="952251"/>
                </a:lnTo>
                <a:lnTo>
                  <a:pt x="1132135" y="914587"/>
                </a:lnTo>
                <a:lnTo>
                  <a:pt x="1153331" y="875113"/>
                </a:lnTo>
                <a:lnTo>
                  <a:pt x="1171637" y="833963"/>
                </a:lnTo>
                <a:lnTo>
                  <a:pt x="1186917" y="791274"/>
                </a:lnTo>
                <a:lnTo>
                  <a:pt x="1199037" y="747178"/>
                </a:lnTo>
                <a:lnTo>
                  <a:pt x="1207861" y="701813"/>
                </a:lnTo>
                <a:lnTo>
                  <a:pt x="1213254" y="655313"/>
                </a:lnTo>
                <a:lnTo>
                  <a:pt x="1215082" y="607813"/>
                </a:lnTo>
                <a:lnTo>
                  <a:pt x="1213254" y="560312"/>
                </a:lnTo>
                <a:lnTo>
                  <a:pt x="1207861" y="513812"/>
                </a:lnTo>
                <a:lnTo>
                  <a:pt x="1199037" y="468446"/>
                </a:lnTo>
                <a:lnTo>
                  <a:pt x="1186917" y="424351"/>
                </a:lnTo>
                <a:lnTo>
                  <a:pt x="1171637" y="381661"/>
                </a:lnTo>
                <a:lnTo>
                  <a:pt x="1153331" y="340512"/>
                </a:lnTo>
                <a:lnTo>
                  <a:pt x="1132135" y="301037"/>
                </a:lnTo>
                <a:lnTo>
                  <a:pt x="1108184" y="263374"/>
                </a:lnTo>
                <a:lnTo>
                  <a:pt x="1081612" y="227656"/>
                </a:lnTo>
                <a:lnTo>
                  <a:pt x="1052555" y="194019"/>
                </a:lnTo>
                <a:lnTo>
                  <a:pt x="1021149" y="162599"/>
                </a:lnTo>
                <a:lnTo>
                  <a:pt x="987527" y="133529"/>
                </a:lnTo>
                <a:lnTo>
                  <a:pt x="951825" y="106946"/>
                </a:lnTo>
                <a:lnTo>
                  <a:pt x="914178" y="82984"/>
                </a:lnTo>
                <a:lnTo>
                  <a:pt x="874722" y="61778"/>
                </a:lnTo>
                <a:lnTo>
                  <a:pt x="833591" y="43464"/>
                </a:lnTo>
                <a:lnTo>
                  <a:pt x="790920" y="28177"/>
                </a:lnTo>
                <a:lnTo>
                  <a:pt x="746844" y="16052"/>
                </a:lnTo>
                <a:lnTo>
                  <a:pt x="701499" y="7224"/>
                </a:lnTo>
                <a:lnTo>
                  <a:pt x="655020" y="1828"/>
                </a:lnTo>
                <a:lnTo>
                  <a:pt x="607541" y="0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8234" y="4469673"/>
            <a:ext cx="8895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600" b="1" spc="43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智能手表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96707" y="4093225"/>
            <a:ext cx="463382" cy="46358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413684" y="3456150"/>
            <a:ext cx="1476941" cy="15203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464228" y="3490968"/>
            <a:ext cx="1375944" cy="1407981"/>
          </a:xfrm>
          <a:custGeom>
            <a:avLst/>
            <a:gdLst/>
            <a:ahLst/>
            <a:cxnLst/>
            <a:rect l="l" t="t" r="r" b="b"/>
            <a:pathLst>
              <a:path w="1609090" h="1646554">
                <a:moveTo>
                  <a:pt x="804368" y="0"/>
                </a:moveTo>
                <a:lnTo>
                  <a:pt x="757105" y="1397"/>
                </a:lnTo>
                <a:lnTo>
                  <a:pt x="710562" y="5538"/>
                </a:lnTo>
                <a:lnTo>
                  <a:pt x="664812" y="12345"/>
                </a:lnTo>
                <a:lnTo>
                  <a:pt x="619934" y="21741"/>
                </a:lnTo>
                <a:lnTo>
                  <a:pt x="576000" y="33649"/>
                </a:lnTo>
                <a:lnTo>
                  <a:pt x="533087" y="47992"/>
                </a:lnTo>
                <a:lnTo>
                  <a:pt x="491271" y="64692"/>
                </a:lnTo>
                <a:lnTo>
                  <a:pt x="450627" y="83672"/>
                </a:lnTo>
                <a:lnTo>
                  <a:pt x="411230" y="104855"/>
                </a:lnTo>
                <a:lnTo>
                  <a:pt x="373155" y="128164"/>
                </a:lnTo>
                <a:lnTo>
                  <a:pt x="336479" y="153522"/>
                </a:lnTo>
                <a:lnTo>
                  <a:pt x="301276" y="180850"/>
                </a:lnTo>
                <a:lnTo>
                  <a:pt x="267623" y="210073"/>
                </a:lnTo>
                <a:lnTo>
                  <a:pt x="235593" y="241113"/>
                </a:lnTo>
                <a:lnTo>
                  <a:pt x="205264" y="273893"/>
                </a:lnTo>
                <a:lnTo>
                  <a:pt x="176710" y="308335"/>
                </a:lnTo>
                <a:lnTo>
                  <a:pt x="150007" y="344363"/>
                </a:lnTo>
                <a:lnTo>
                  <a:pt x="125230" y="381898"/>
                </a:lnTo>
                <a:lnTo>
                  <a:pt x="102455" y="420865"/>
                </a:lnTo>
                <a:lnTo>
                  <a:pt x="81756" y="461185"/>
                </a:lnTo>
                <a:lnTo>
                  <a:pt x="63211" y="502781"/>
                </a:lnTo>
                <a:lnTo>
                  <a:pt x="46893" y="545577"/>
                </a:lnTo>
                <a:lnTo>
                  <a:pt x="32879" y="589495"/>
                </a:lnTo>
                <a:lnTo>
                  <a:pt x="21243" y="634458"/>
                </a:lnTo>
                <a:lnTo>
                  <a:pt x="12062" y="680388"/>
                </a:lnTo>
                <a:lnTo>
                  <a:pt x="5411" y="727209"/>
                </a:lnTo>
                <a:lnTo>
                  <a:pt x="1365" y="774843"/>
                </a:lnTo>
                <a:lnTo>
                  <a:pt x="0" y="823213"/>
                </a:lnTo>
                <a:lnTo>
                  <a:pt x="1365" y="871584"/>
                </a:lnTo>
                <a:lnTo>
                  <a:pt x="5411" y="919218"/>
                </a:lnTo>
                <a:lnTo>
                  <a:pt x="12062" y="966038"/>
                </a:lnTo>
                <a:lnTo>
                  <a:pt x="21243" y="1011969"/>
                </a:lnTo>
                <a:lnTo>
                  <a:pt x="32879" y="1056932"/>
                </a:lnTo>
                <a:lnTo>
                  <a:pt x="46893" y="1100850"/>
                </a:lnTo>
                <a:lnTo>
                  <a:pt x="63211" y="1143645"/>
                </a:lnTo>
                <a:lnTo>
                  <a:pt x="81756" y="1185242"/>
                </a:lnTo>
                <a:lnTo>
                  <a:pt x="102455" y="1225562"/>
                </a:lnTo>
                <a:lnTo>
                  <a:pt x="125230" y="1264528"/>
                </a:lnTo>
                <a:lnTo>
                  <a:pt x="150007" y="1302064"/>
                </a:lnTo>
                <a:lnTo>
                  <a:pt x="176710" y="1338091"/>
                </a:lnTo>
                <a:lnTo>
                  <a:pt x="205264" y="1372533"/>
                </a:lnTo>
                <a:lnTo>
                  <a:pt x="235593" y="1405313"/>
                </a:lnTo>
                <a:lnTo>
                  <a:pt x="267623" y="1436353"/>
                </a:lnTo>
                <a:lnTo>
                  <a:pt x="301276" y="1465576"/>
                </a:lnTo>
                <a:lnTo>
                  <a:pt x="336479" y="1492905"/>
                </a:lnTo>
                <a:lnTo>
                  <a:pt x="373155" y="1518262"/>
                </a:lnTo>
                <a:lnTo>
                  <a:pt x="411230" y="1541571"/>
                </a:lnTo>
                <a:lnTo>
                  <a:pt x="450627" y="1562754"/>
                </a:lnTo>
                <a:lnTo>
                  <a:pt x="491271" y="1581734"/>
                </a:lnTo>
                <a:lnTo>
                  <a:pt x="533087" y="1598434"/>
                </a:lnTo>
                <a:lnTo>
                  <a:pt x="576000" y="1612777"/>
                </a:lnTo>
                <a:lnTo>
                  <a:pt x="619934" y="1624685"/>
                </a:lnTo>
                <a:lnTo>
                  <a:pt x="664812" y="1634081"/>
                </a:lnTo>
                <a:lnTo>
                  <a:pt x="710562" y="1640888"/>
                </a:lnTo>
                <a:lnTo>
                  <a:pt x="757105" y="1645029"/>
                </a:lnTo>
                <a:lnTo>
                  <a:pt x="804368" y="1646426"/>
                </a:lnTo>
                <a:lnTo>
                  <a:pt x="851631" y="1645029"/>
                </a:lnTo>
                <a:lnTo>
                  <a:pt x="898174" y="1640888"/>
                </a:lnTo>
                <a:lnTo>
                  <a:pt x="943923" y="1634081"/>
                </a:lnTo>
                <a:lnTo>
                  <a:pt x="988802" y="1624685"/>
                </a:lnTo>
                <a:lnTo>
                  <a:pt x="1032735" y="1612777"/>
                </a:lnTo>
                <a:lnTo>
                  <a:pt x="1075648" y="1598434"/>
                </a:lnTo>
                <a:lnTo>
                  <a:pt x="1117464" y="1581734"/>
                </a:lnTo>
                <a:lnTo>
                  <a:pt x="1158108" y="1562754"/>
                </a:lnTo>
                <a:lnTo>
                  <a:pt x="1197505" y="1541571"/>
                </a:lnTo>
                <a:lnTo>
                  <a:pt x="1235580" y="1518262"/>
                </a:lnTo>
                <a:lnTo>
                  <a:pt x="1272256" y="1492905"/>
                </a:lnTo>
                <a:lnTo>
                  <a:pt x="1307459" y="1465576"/>
                </a:lnTo>
                <a:lnTo>
                  <a:pt x="1341112" y="1436353"/>
                </a:lnTo>
                <a:lnTo>
                  <a:pt x="1373141" y="1405313"/>
                </a:lnTo>
                <a:lnTo>
                  <a:pt x="1403471" y="1372533"/>
                </a:lnTo>
                <a:lnTo>
                  <a:pt x="1432025" y="1338091"/>
                </a:lnTo>
                <a:lnTo>
                  <a:pt x="1458728" y="1302064"/>
                </a:lnTo>
                <a:lnTo>
                  <a:pt x="1483505" y="1264528"/>
                </a:lnTo>
                <a:lnTo>
                  <a:pt x="1506280" y="1225562"/>
                </a:lnTo>
                <a:lnTo>
                  <a:pt x="1526978" y="1185242"/>
                </a:lnTo>
                <a:lnTo>
                  <a:pt x="1545524" y="1143645"/>
                </a:lnTo>
                <a:lnTo>
                  <a:pt x="1561842" y="1100850"/>
                </a:lnTo>
                <a:lnTo>
                  <a:pt x="1575856" y="1056932"/>
                </a:lnTo>
                <a:lnTo>
                  <a:pt x="1587491" y="1011969"/>
                </a:lnTo>
                <a:lnTo>
                  <a:pt x="1596672" y="966038"/>
                </a:lnTo>
                <a:lnTo>
                  <a:pt x="1603324" y="919218"/>
                </a:lnTo>
                <a:lnTo>
                  <a:pt x="1607370" y="871584"/>
                </a:lnTo>
                <a:lnTo>
                  <a:pt x="1608735" y="823213"/>
                </a:lnTo>
                <a:lnTo>
                  <a:pt x="1607370" y="774843"/>
                </a:lnTo>
                <a:lnTo>
                  <a:pt x="1603324" y="727209"/>
                </a:lnTo>
                <a:lnTo>
                  <a:pt x="1596672" y="680388"/>
                </a:lnTo>
                <a:lnTo>
                  <a:pt x="1587491" y="634458"/>
                </a:lnTo>
                <a:lnTo>
                  <a:pt x="1575856" y="589495"/>
                </a:lnTo>
                <a:lnTo>
                  <a:pt x="1561842" y="545577"/>
                </a:lnTo>
                <a:lnTo>
                  <a:pt x="1545524" y="502781"/>
                </a:lnTo>
                <a:lnTo>
                  <a:pt x="1526978" y="461185"/>
                </a:lnTo>
                <a:lnTo>
                  <a:pt x="1506280" y="420865"/>
                </a:lnTo>
                <a:lnTo>
                  <a:pt x="1483505" y="381898"/>
                </a:lnTo>
                <a:lnTo>
                  <a:pt x="1458728" y="344363"/>
                </a:lnTo>
                <a:lnTo>
                  <a:pt x="1432025" y="308335"/>
                </a:lnTo>
                <a:lnTo>
                  <a:pt x="1403471" y="273893"/>
                </a:lnTo>
                <a:lnTo>
                  <a:pt x="1373141" y="241113"/>
                </a:lnTo>
                <a:lnTo>
                  <a:pt x="1341112" y="210073"/>
                </a:lnTo>
                <a:lnTo>
                  <a:pt x="1307459" y="180850"/>
                </a:lnTo>
                <a:lnTo>
                  <a:pt x="1272256" y="153522"/>
                </a:lnTo>
                <a:lnTo>
                  <a:pt x="1235580" y="128164"/>
                </a:lnTo>
                <a:lnTo>
                  <a:pt x="1197505" y="104855"/>
                </a:lnTo>
                <a:lnTo>
                  <a:pt x="1158108" y="83672"/>
                </a:lnTo>
                <a:lnTo>
                  <a:pt x="1117464" y="64692"/>
                </a:lnTo>
                <a:lnTo>
                  <a:pt x="1075648" y="47992"/>
                </a:lnTo>
                <a:lnTo>
                  <a:pt x="1032735" y="33649"/>
                </a:lnTo>
                <a:lnTo>
                  <a:pt x="988802" y="21741"/>
                </a:lnTo>
                <a:lnTo>
                  <a:pt x="943923" y="12345"/>
                </a:lnTo>
                <a:lnTo>
                  <a:pt x="898174" y="5538"/>
                </a:lnTo>
                <a:lnTo>
                  <a:pt x="851631" y="1397"/>
                </a:lnTo>
                <a:lnTo>
                  <a:pt x="80436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83125" y="4378494"/>
            <a:ext cx="9258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600" b="1" spc="43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智能旅游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370245" y="2109527"/>
            <a:ext cx="1140285" cy="115114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19527" y="2147417"/>
            <a:ext cx="1039288" cy="1039831"/>
          </a:xfrm>
          <a:custGeom>
            <a:avLst/>
            <a:gdLst/>
            <a:ahLst/>
            <a:cxnLst/>
            <a:rect l="l" t="t" r="r" b="b"/>
            <a:pathLst>
              <a:path w="1215390" h="1216025">
                <a:moveTo>
                  <a:pt x="607541" y="0"/>
                </a:moveTo>
                <a:lnTo>
                  <a:pt x="560062" y="1828"/>
                </a:lnTo>
                <a:lnTo>
                  <a:pt x="513582" y="7224"/>
                </a:lnTo>
                <a:lnTo>
                  <a:pt x="468237" y="16052"/>
                </a:lnTo>
                <a:lnTo>
                  <a:pt x="424161" y="28177"/>
                </a:lnTo>
                <a:lnTo>
                  <a:pt x="381490" y="43464"/>
                </a:lnTo>
                <a:lnTo>
                  <a:pt x="340359" y="61778"/>
                </a:lnTo>
                <a:lnTo>
                  <a:pt x="300903" y="82984"/>
                </a:lnTo>
                <a:lnTo>
                  <a:pt x="263256" y="106946"/>
                </a:lnTo>
                <a:lnTo>
                  <a:pt x="227554" y="133529"/>
                </a:lnTo>
                <a:lnTo>
                  <a:pt x="193933" y="162599"/>
                </a:lnTo>
                <a:lnTo>
                  <a:pt x="162526" y="194019"/>
                </a:lnTo>
                <a:lnTo>
                  <a:pt x="133469" y="227656"/>
                </a:lnTo>
                <a:lnTo>
                  <a:pt x="106898" y="263374"/>
                </a:lnTo>
                <a:lnTo>
                  <a:pt x="82947" y="301037"/>
                </a:lnTo>
                <a:lnTo>
                  <a:pt x="61751" y="340512"/>
                </a:lnTo>
                <a:lnTo>
                  <a:pt x="43445" y="381661"/>
                </a:lnTo>
                <a:lnTo>
                  <a:pt x="28165" y="424351"/>
                </a:lnTo>
                <a:lnTo>
                  <a:pt x="16045" y="468446"/>
                </a:lnTo>
                <a:lnTo>
                  <a:pt x="7221" y="513812"/>
                </a:lnTo>
                <a:lnTo>
                  <a:pt x="1827" y="560312"/>
                </a:lnTo>
                <a:lnTo>
                  <a:pt x="0" y="607813"/>
                </a:lnTo>
                <a:lnTo>
                  <a:pt x="1827" y="655313"/>
                </a:lnTo>
                <a:lnTo>
                  <a:pt x="7221" y="701813"/>
                </a:lnTo>
                <a:lnTo>
                  <a:pt x="16045" y="747179"/>
                </a:lnTo>
                <a:lnTo>
                  <a:pt x="28165" y="791274"/>
                </a:lnTo>
                <a:lnTo>
                  <a:pt x="43445" y="833964"/>
                </a:lnTo>
                <a:lnTo>
                  <a:pt x="61751" y="875114"/>
                </a:lnTo>
                <a:lnTo>
                  <a:pt x="82947" y="914588"/>
                </a:lnTo>
                <a:lnTo>
                  <a:pt x="106898" y="952251"/>
                </a:lnTo>
                <a:lnTo>
                  <a:pt x="133469" y="987969"/>
                </a:lnTo>
                <a:lnTo>
                  <a:pt x="162526" y="1021606"/>
                </a:lnTo>
                <a:lnTo>
                  <a:pt x="193933" y="1053027"/>
                </a:lnTo>
                <a:lnTo>
                  <a:pt x="227554" y="1082096"/>
                </a:lnTo>
                <a:lnTo>
                  <a:pt x="263256" y="1108680"/>
                </a:lnTo>
                <a:lnTo>
                  <a:pt x="300903" y="1132642"/>
                </a:lnTo>
                <a:lnTo>
                  <a:pt x="340359" y="1153847"/>
                </a:lnTo>
                <a:lnTo>
                  <a:pt x="381490" y="1172161"/>
                </a:lnTo>
                <a:lnTo>
                  <a:pt x="424161" y="1187448"/>
                </a:lnTo>
                <a:lnTo>
                  <a:pt x="468237" y="1199573"/>
                </a:lnTo>
                <a:lnTo>
                  <a:pt x="513582" y="1208401"/>
                </a:lnTo>
                <a:lnTo>
                  <a:pt x="560062" y="1213797"/>
                </a:lnTo>
                <a:lnTo>
                  <a:pt x="607541" y="1215626"/>
                </a:lnTo>
                <a:lnTo>
                  <a:pt x="655020" y="1213797"/>
                </a:lnTo>
                <a:lnTo>
                  <a:pt x="701499" y="1208401"/>
                </a:lnTo>
                <a:lnTo>
                  <a:pt x="746844" y="1199573"/>
                </a:lnTo>
                <a:lnTo>
                  <a:pt x="790920" y="1187448"/>
                </a:lnTo>
                <a:lnTo>
                  <a:pt x="833591" y="1172161"/>
                </a:lnTo>
                <a:lnTo>
                  <a:pt x="874722" y="1153847"/>
                </a:lnTo>
                <a:lnTo>
                  <a:pt x="914178" y="1132642"/>
                </a:lnTo>
                <a:lnTo>
                  <a:pt x="951825" y="1108680"/>
                </a:lnTo>
                <a:lnTo>
                  <a:pt x="987527" y="1082096"/>
                </a:lnTo>
                <a:lnTo>
                  <a:pt x="1021149" y="1053027"/>
                </a:lnTo>
                <a:lnTo>
                  <a:pt x="1052555" y="1021606"/>
                </a:lnTo>
                <a:lnTo>
                  <a:pt x="1081612" y="987969"/>
                </a:lnTo>
                <a:lnTo>
                  <a:pt x="1108184" y="952251"/>
                </a:lnTo>
                <a:lnTo>
                  <a:pt x="1132135" y="914588"/>
                </a:lnTo>
                <a:lnTo>
                  <a:pt x="1153331" y="875114"/>
                </a:lnTo>
                <a:lnTo>
                  <a:pt x="1171637" y="833964"/>
                </a:lnTo>
                <a:lnTo>
                  <a:pt x="1186917" y="791274"/>
                </a:lnTo>
                <a:lnTo>
                  <a:pt x="1199037" y="747179"/>
                </a:lnTo>
                <a:lnTo>
                  <a:pt x="1207861" y="701813"/>
                </a:lnTo>
                <a:lnTo>
                  <a:pt x="1213254" y="655313"/>
                </a:lnTo>
                <a:lnTo>
                  <a:pt x="1215082" y="607813"/>
                </a:lnTo>
                <a:lnTo>
                  <a:pt x="1213254" y="560312"/>
                </a:lnTo>
                <a:lnTo>
                  <a:pt x="1207861" y="513812"/>
                </a:lnTo>
                <a:lnTo>
                  <a:pt x="1199037" y="468446"/>
                </a:lnTo>
                <a:lnTo>
                  <a:pt x="1186917" y="424351"/>
                </a:lnTo>
                <a:lnTo>
                  <a:pt x="1171637" y="381661"/>
                </a:lnTo>
                <a:lnTo>
                  <a:pt x="1153331" y="340512"/>
                </a:lnTo>
                <a:lnTo>
                  <a:pt x="1132135" y="301037"/>
                </a:lnTo>
                <a:lnTo>
                  <a:pt x="1108184" y="263374"/>
                </a:lnTo>
                <a:lnTo>
                  <a:pt x="1081612" y="227656"/>
                </a:lnTo>
                <a:lnTo>
                  <a:pt x="1052555" y="194019"/>
                </a:lnTo>
                <a:lnTo>
                  <a:pt x="1021149" y="162599"/>
                </a:lnTo>
                <a:lnTo>
                  <a:pt x="987527" y="133529"/>
                </a:lnTo>
                <a:lnTo>
                  <a:pt x="951825" y="106946"/>
                </a:lnTo>
                <a:lnTo>
                  <a:pt x="914178" y="82984"/>
                </a:lnTo>
                <a:lnTo>
                  <a:pt x="874722" y="61778"/>
                </a:lnTo>
                <a:lnTo>
                  <a:pt x="833591" y="43464"/>
                </a:lnTo>
                <a:lnTo>
                  <a:pt x="790920" y="28177"/>
                </a:lnTo>
                <a:lnTo>
                  <a:pt x="746844" y="16052"/>
                </a:lnTo>
                <a:lnTo>
                  <a:pt x="701499" y="7224"/>
                </a:lnTo>
                <a:lnTo>
                  <a:pt x="655020" y="1828"/>
                </a:lnTo>
                <a:lnTo>
                  <a:pt x="607541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30281" y="2746911"/>
            <a:ext cx="86561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600" b="1" spc="43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智能教育</a:t>
            </a:r>
            <a:endParaRPr sz="160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947604" y="2185546"/>
            <a:ext cx="1140285" cy="114028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997977" y="2214868"/>
            <a:ext cx="1039288" cy="1039831"/>
          </a:xfrm>
          <a:custGeom>
            <a:avLst/>
            <a:gdLst/>
            <a:ahLst/>
            <a:cxnLst/>
            <a:rect l="l" t="t" r="r" b="b"/>
            <a:pathLst>
              <a:path w="1215390" h="1216025">
                <a:moveTo>
                  <a:pt x="607541" y="0"/>
                </a:moveTo>
                <a:lnTo>
                  <a:pt x="560062" y="1828"/>
                </a:lnTo>
                <a:lnTo>
                  <a:pt x="513582" y="7224"/>
                </a:lnTo>
                <a:lnTo>
                  <a:pt x="468237" y="16052"/>
                </a:lnTo>
                <a:lnTo>
                  <a:pt x="424161" y="28177"/>
                </a:lnTo>
                <a:lnTo>
                  <a:pt x="381490" y="43464"/>
                </a:lnTo>
                <a:lnTo>
                  <a:pt x="340359" y="61778"/>
                </a:lnTo>
                <a:lnTo>
                  <a:pt x="300903" y="82984"/>
                </a:lnTo>
                <a:lnTo>
                  <a:pt x="263256" y="106946"/>
                </a:lnTo>
                <a:lnTo>
                  <a:pt x="227554" y="133529"/>
                </a:lnTo>
                <a:lnTo>
                  <a:pt x="193933" y="162599"/>
                </a:lnTo>
                <a:lnTo>
                  <a:pt x="162526" y="194019"/>
                </a:lnTo>
                <a:lnTo>
                  <a:pt x="133469" y="227656"/>
                </a:lnTo>
                <a:lnTo>
                  <a:pt x="106898" y="263374"/>
                </a:lnTo>
                <a:lnTo>
                  <a:pt x="82947" y="301037"/>
                </a:lnTo>
                <a:lnTo>
                  <a:pt x="61751" y="340512"/>
                </a:lnTo>
                <a:lnTo>
                  <a:pt x="43445" y="381661"/>
                </a:lnTo>
                <a:lnTo>
                  <a:pt x="28165" y="424351"/>
                </a:lnTo>
                <a:lnTo>
                  <a:pt x="16045" y="468446"/>
                </a:lnTo>
                <a:lnTo>
                  <a:pt x="7221" y="513812"/>
                </a:lnTo>
                <a:lnTo>
                  <a:pt x="1827" y="560312"/>
                </a:lnTo>
                <a:lnTo>
                  <a:pt x="0" y="607813"/>
                </a:lnTo>
                <a:lnTo>
                  <a:pt x="1827" y="655313"/>
                </a:lnTo>
                <a:lnTo>
                  <a:pt x="7221" y="701813"/>
                </a:lnTo>
                <a:lnTo>
                  <a:pt x="16045" y="747179"/>
                </a:lnTo>
                <a:lnTo>
                  <a:pt x="28165" y="791274"/>
                </a:lnTo>
                <a:lnTo>
                  <a:pt x="43445" y="833964"/>
                </a:lnTo>
                <a:lnTo>
                  <a:pt x="61751" y="875114"/>
                </a:lnTo>
                <a:lnTo>
                  <a:pt x="82947" y="914588"/>
                </a:lnTo>
                <a:lnTo>
                  <a:pt x="106898" y="952251"/>
                </a:lnTo>
                <a:lnTo>
                  <a:pt x="133469" y="987969"/>
                </a:lnTo>
                <a:lnTo>
                  <a:pt x="162526" y="1021606"/>
                </a:lnTo>
                <a:lnTo>
                  <a:pt x="193933" y="1053027"/>
                </a:lnTo>
                <a:lnTo>
                  <a:pt x="227554" y="1082096"/>
                </a:lnTo>
                <a:lnTo>
                  <a:pt x="263256" y="1108680"/>
                </a:lnTo>
                <a:lnTo>
                  <a:pt x="300903" y="1132642"/>
                </a:lnTo>
                <a:lnTo>
                  <a:pt x="340359" y="1153847"/>
                </a:lnTo>
                <a:lnTo>
                  <a:pt x="381490" y="1172161"/>
                </a:lnTo>
                <a:lnTo>
                  <a:pt x="424161" y="1187448"/>
                </a:lnTo>
                <a:lnTo>
                  <a:pt x="468237" y="1199573"/>
                </a:lnTo>
                <a:lnTo>
                  <a:pt x="513582" y="1208401"/>
                </a:lnTo>
                <a:lnTo>
                  <a:pt x="560062" y="1213797"/>
                </a:lnTo>
                <a:lnTo>
                  <a:pt x="607541" y="1215626"/>
                </a:lnTo>
                <a:lnTo>
                  <a:pt x="655020" y="1213797"/>
                </a:lnTo>
                <a:lnTo>
                  <a:pt x="701499" y="1208401"/>
                </a:lnTo>
                <a:lnTo>
                  <a:pt x="746844" y="1199573"/>
                </a:lnTo>
                <a:lnTo>
                  <a:pt x="790920" y="1187448"/>
                </a:lnTo>
                <a:lnTo>
                  <a:pt x="833591" y="1172161"/>
                </a:lnTo>
                <a:lnTo>
                  <a:pt x="874722" y="1153847"/>
                </a:lnTo>
                <a:lnTo>
                  <a:pt x="914178" y="1132642"/>
                </a:lnTo>
                <a:lnTo>
                  <a:pt x="951825" y="1108680"/>
                </a:lnTo>
                <a:lnTo>
                  <a:pt x="987527" y="1082096"/>
                </a:lnTo>
                <a:lnTo>
                  <a:pt x="1021149" y="1053027"/>
                </a:lnTo>
                <a:lnTo>
                  <a:pt x="1052555" y="1021606"/>
                </a:lnTo>
                <a:lnTo>
                  <a:pt x="1081612" y="987969"/>
                </a:lnTo>
                <a:lnTo>
                  <a:pt x="1108184" y="952251"/>
                </a:lnTo>
                <a:lnTo>
                  <a:pt x="1132135" y="914588"/>
                </a:lnTo>
                <a:lnTo>
                  <a:pt x="1153331" y="875114"/>
                </a:lnTo>
                <a:lnTo>
                  <a:pt x="1171637" y="833964"/>
                </a:lnTo>
                <a:lnTo>
                  <a:pt x="1186917" y="791274"/>
                </a:lnTo>
                <a:lnTo>
                  <a:pt x="1199037" y="747179"/>
                </a:lnTo>
                <a:lnTo>
                  <a:pt x="1207861" y="701813"/>
                </a:lnTo>
                <a:lnTo>
                  <a:pt x="1213254" y="655313"/>
                </a:lnTo>
                <a:lnTo>
                  <a:pt x="1215082" y="607813"/>
                </a:lnTo>
                <a:lnTo>
                  <a:pt x="1213254" y="560312"/>
                </a:lnTo>
                <a:lnTo>
                  <a:pt x="1207861" y="513812"/>
                </a:lnTo>
                <a:lnTo>
                  <a:pt x="1199037" y="468446"/>
                </a:lnTo>
                <a:lnTo>
                  <a:pt x="1186917" y="424351"/>
                </a:lnTo>
                <a:lnTo>
                  <a:pt x="1171637" y="381661"/>
                </a:lnTo>
                <a:lnTo>
                  <a:pt x="1153331" y="340512"/>
                </a:lnTo>
                <a:lnTo>
                  <a:pt x="1132135" y="301037"/>
                </a:lnTo>
                <a:lnTo>
                  <a:pt x="1108184" y="263374"/>
                </a:lnTo>
                <a:lnTo>
                  <a:pt x="1081612" y="227656"/>
                </a:lnTo>
                <a:lnTo>
                  <a:pt x="1052555" y="194019"/>
                </a:lnTo>
                <a:lnTo>
                  <a:pt x="1021149" y="162599"/>
                </a:lnTo>
                <a:lnTo>
                  <a:pt x="987527" y="133529"/>
                </a:lnTo>
                <a:lnTo>
                  <a:pt x="951825" y="106946"/>
                </a:lnTo>
                <a:lnTo>
                  <a:pt x="914178" y="82984"/>
                </a:lnTo>
                <a:lnTo>
                  <a:pt x="874722" y="61778"/>
                </a:lnTo>
                <a:lnTo>
                  <a:pt x="833591" y="43464"/>
                </a:lnTo>
                <a:lnTo>
                  <a:pt x="790920" y="28177"/>
                </a:lnTo>
                <a:lnTo>
                  <a:pt x="746844" y="16052"/>
                </a:lnTo>
                <a:lnTo>
                  <a:pt x="701499" y="7224"/>
                </a:lnTo>
                <a:lnTo>
                  <a:pt x="655020" y="1828"/>
                </a:lnTo>
                <a:lnTo>
                  <a:pt x="607541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097461" y="2761087"/>
            <a:ext cx="854747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600" b="1" spc="43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智能交通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000794" y="3230148"/>
            <a:ext cx="576862" cy="57712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915024" y="3781945"/>
            <a:ext cx="1140285" cy="115114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966823" y="3817540"/>
            <a:ext cx="1039288" cy="1039831"/>
          </a:xfrm>
          <a:custGeom>
            <a:avLst/>
            <a:gdLst/>
            <a:ahLst/>
            <a:cxnLst/>
            <a:rect l="l" t="t" r="r" b="b"/>
            <a:pathLst>
              <a:path w="1215390" h="1216025">
                <a:moveTo>
                  <a:pt x="607541" y="0"/>
                </a:moveTo>
                <a:lnTo>
                  <a:pt x="560062" y="1828"/>
                </a:lnTo>
                <a:lnTo>
                  <a:pt x="513582" y="7224"/>
                </a:lnTo>
                <a:lnTo>
                  <a:pt x="468237" y="16052"/>
                </a:lnTo>
                <a:lnTo>
                  <a:pt x="424161" y="28178"/>
                </a:lnTo>
                <a:lnTo>
                  <a:pt x="381490" y="43465"/>
                </a:lnTo>
                <a:lnTo>
                  <a:pt x="340359" y="61778"/>
                </a:lnTo>
                <a:lnTo>
                  <a:pt x="300903" y="82984"/>
                </a:lnTo>
                <a:lnTo>
                  <a:pt x="263256" y="106946"/>
                </a:lnTo>
                <a:lnTo>
                  <a:pt x="227554" y="133529"/>
                </a:lnTo>
                <a:lnTo>
                  <a:pt x="193933" y="162599"/>
                </a:lnTo>
                <a:lnTo>
                  <a:pt x="162526" y="194020"/>
                </a:lnTo>
                <a:lnTo>
                  <a:pt x="133469" y="227657"/>
                </a:lnTo>
                <a:lnTo>
                  <a:pt x="106898" y="263375"/>
                </a:lnTo>
                <a:lnTo>
                  <a:pt x="82947" y="301038"/>
                </a:lnTo>
                <a:lnTo>
                  <a:pt x="61751" y="340512"/>
                </a:lnTo>
                <a:lnTo>
                  <a:pt x="43445" y="381662"/>
                </a:lnTo>
                <a:lnTo>
                  <a:pt x="28165" y="424352"/>
                </a:lnTo>
                <a:lnTo>
                  <a:pt x="16045" y="468447"/>
                </a:lnTo>
                <a:lnTo>
                  <a:pt x="7221" y="513812"/>
                </a:lnTo>
                <a:lnTo>
                  <a:pt x="1827" y="560312"/>
                </a:lnTo>
                <a:lnTo>
                  <a:pt x="0" y="607813"/>
                </a:lnTo>
                <a:lnTo>
                  <a:pt x="1827" y="655313"/>
                </a:lnTo>
                <a:lnTo>
                  <a:pt x="7221" y="701813"/>
                </a:lnTo>
                <a:lnTo>
                  <a:pt x="16045" y="747179"/>
                </a:lnTo>
                <a:lnTo>
                  <a:pt x="28165" y="791274"/>
                </a:lnTo>
                <a:lnTo>
                  <a:pt x="43445" y="833964"/>
                </a:lnTo>
                <a:lnTo>
                  <a:pt x="61751" y="875114"/>
                </a:lnTo>
                <a:lnTo>
                  <a:pt x="82947" y="914588"/>
                </a:lnTo>
                <a:lnTo>
                  <a:pt x="106898" y="952251"/>
                </a:lnTo>
                <a:lnTo>
                  <a:pt x="133469" y="987969"/>
                </a:lnTo>
                <a:lnTo>
                  <a:pt x="162526" y="1021606"/>
                </a:lnTo>
                <a:lnTo>
                  <a:pt x="193933" y="1053027"/>
                </a:lnTo>
                <a:lnTo>
                  <a:pt x="227554" y="1082096"/>
                </a:lnTo>
                <a:lnTo>
                  <a:pt x="263256" y="1108680"/>
                </a:lnTo>
                <a:lnTo>
                  <a:pt x="300903" y="1132642"/>
                </a:lnTo>
                <a:lnTo>
                  <a:pt x="340359" y="1153847"/>
                </a:lnTo>
                <a:lnTo>
                  <a:pt x="381490" y="1172161"/>
                </a:lnTo>
                <a:lnTo>
                  <a:pt x="424161" y="1187448"/>
                </a:lnTo>
                <a:lnTo>
                  <a:pt x="468237" y="1199573"/>
                </a:lnTo>
                <a:lnTo>
                  <a:pt x="513582" y="1208401"/>
                </a:lnTo>
                <a:lnTo>
                  <a:pt x="560062" y="1213797"/>
                </a:lnTo>
                <a:lnTo>
                  <a:pt x="607541" y="1215626"/>
                </a:lnTo>
                <a:lnTo>
                  <a:pt x="655020" y="1213797"/>
                </a:lnTo>
                <a:lnTo>
                  <a:pt x="701499" y="1208401"/>
                </a:lnTo>
                <a:lnTo>
                  <a:pt x="746844" y="1199573"/>
                </a:lnTo>
                <a:lnTo>
                  <a:pt x="790920" y="1187448"/>
                </a:lnTo>
                <a:lnTo>
                  <a:pt x="833591" y="1172161"/>
                </a:lnTo>
                <a:lnTo>
                  <a:pt x="874722" y="1153847"/>
                </a:lnTo>
                <a:lnTo>
                  <a:pt x="914178" y="1132642"/>
                </a:lnTo>
                <a:lnTo>
                  <a:pt x="951825" y="1108680"/>
                </a:lnTo>
                <a:lnTo>
                  <a:pt x="987527" y="1082096"/>
                </a:lnTo>
                <a:lnTo>
                  <a:pt x="1021149" y="1053027"/>
                </a:lnTo>
                <a:lnTo>
                  <a:pt x="1052555" y="1021606"/>
                </a:lnTo>
                <a:lnTo>
                  <a:pt x="1081612" y="987969"/>
                </a:lnTo>
                <a:lnTo>
                  <a:pt x="1108184" y="952251"/>
                </a:lnTo>
                <a:lnTo>
                  <a:pt x="1132135" y="914588"/>
                </a:lnTo>
                <a:lnTo>
                  <a:pt x="1153331" y="875114"/>
                </a:lnTo>
                <a:lnTo>
                  <a:pt x="1171637" y="833964"/>
                </a:lnTo>
                <a:lnTo>
                  <a:pt x="1186917" y="791274"/>
                </a:lnTo>
                <a:lnTo>
                  <a:pt x="1199037" y="747179"/>
                </a:lnTo>
                <a:lnTo>
                  <a:pt x="1207861" y="701813"/>
                </a:lnTo>
                <a:lnTo>
                  <a:pt x="1213254" y="655313"/>
                </a:lnTo>
                <a:lnTo>
                  <a:pt x="1215082" y="607813"/>
                </a:lnTo>
                <a:lnTo>
                  <a:pt x="1213254" y="560312"/>
                </a:lnTo>
                <a:lnTo>
                  <a:pt x="1207861" y="513812"/>
                </a:lnTo>
                <a:lnTo>
                  <a:pt x="1199037" y="468447"/>
                </a:lnTo>
                <a:lnTo>
                  <a:pt x="1186917" y="424352"/>
                </a:lnTo>
                <a:lnTo>
                  <a:pt x="1171637" y="381662"/>
                </a:lnTo>
                <a:lnTo>
                  <a:pt x="1153331" y="340512"/>
                </a:lnTo>
                <a:lnTo>
                  <a:pt x="1132135" y="301038"/>
                </a:lnTo>
                <a:lnTo>
                  <a:pt x="1108184" y="263375"/>
                </a:lnTo>
                <a:lnTo>
                  <a:pt x="1081612" y="227657"/>
                </a:lnTo>
                <a:lnTo>
                  <a:pt x="1052555" y="194020"/>
                </a:lnTo>
                <a:lnTo>
                  <a:pt x="1021149" y="162599"/>
                </a:lnTo>
                <a:lnTo>
                  <a:pt x="987527" y="133529"/>
                </a:lnTo>
                <a:lnTo>
                  <a:pt x="951825" y="106946"/>
                </a:lnTo>
                <a:lnTo>
                  <a:pt x="914178" y="82984"/>
                </a:lnTo>
                <a:lnTo>
                  <a:pt x="874722" y="61778"/>
                </a:lnTo>
                <a:lnTo>
                  <a:pt x="833591" y="43465"/>
                </a:lnTo>
                <a:lnTo>
                  <a:pt x="790920" y="28178"/>
                </a:lnTo>
                <a:lnTo>
                  <a:pt x="746844" y="16052"/>
                </a:lnTo>
                <a:lnTo>
                  <a:pt x="701499" y="7224"/>
                </a:lnTo>
                <a:lnTo>
                  <a:pt x="655020" y="1828"/>
                </a:lnTo>
                <a:lnTo>
                  <a:pt x="607541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15560" y="4352433"/>
            <a:ext cx="102381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600" b="1" spc="43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智能医疗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544896" y="2956596"/>
            <a:ext cx="1487800" cy="150952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601404" y="2985545"/>
            <a:ext cx="1375944" cy="1407981"/>
          </a:xfrm>
          <a:custGeom>
            <a:avLst/>
            <a:gdLst/>
            <a:ahLst/>
            <a:cxnLst/>
            <a:rect l="l" t="t" r="r" b="b"/>
            <a:pathLst>
              <a:path w="1609090" h="1646554">
                <a:moveTo>
                  <a:pt x="804368" y="0"/>
                </a:moveTo>
                <a:lnTo>
                  <a:pt x="757105" y="1397"/>
                </a:lnTo>
                <a:lnTo>
                  <a:pt x="710562" y="5538"/>
                </a:lnTo>
                <a:lnTo>
                  <a:pt x="664812" y="12345"/>
                </a:lnTo>
                <a:lnTo>
                  <a:pt x="619934" y="21741"/>
                </a:lnTo>
                <a:lnTo>
                  <a:pt x="576000" y="33649"/>
                </a:lnTo>
                <a:lnTo>
                  <a:pt x="533087" y="47992"/>
                </a:lnTo>
                <a:lnTo>
                  <a:pt x="491271" y="64692"/>
                </a:lnTo>
                <a:lnTo>
                  <a:pt x="450627" y="83672"/>
                </a:lnTo>
                <a:lnTo>
                  <a:pt x="411230" y="104855"/>
                </a:lnTo>
                <a:lnTo>
                  <a:pt x="373155" y="128164"/>
                </a:lnTo>
                <a:lnTo>
                  <a:pt x="336479" y="153521"/>
                </a:lnTo>
                <a:lnTo>
                  <a:pt x="301276" y="180850"/>
                </a:lnTo>
                <a:lnTo>
                  <a:pt x="267623" y="210073"/>
                </a:lnTo>
                <a:lnTo>
                  <a:pt x="235593" y="241113"/>
                </a:lnTo>
                <a:lnTo>
                  <a:pt x="205264" y="273893"/>
                </a:lnTo>
                <a:lnTo>
                  <a:pt x="176710" y="308335"/>
                </a:lnTo>
                <a:lnTo>
                  <a:pt x="150007" y="344362"/>
                </a:lnTo>
                <a:lnTo>
                  <a:pt x="125230" y="381898"/>
                </a:lnTo>
                <a:lnTo>
                  <a:pt x="102455" y="420864"/>
                </a:lnTo>
                <a:lnTo>
                  <a:pt x="81756" y="461184"/>
                </a:lnTo>
                <a:lnTo>
                  <a:pt x="63211" y="502781"/>
                </a:lnTo>
                <a:lnTo>
                  <a:pt x="46893" y="545577"/>
                </a:lnTo>
                <a:lnTo>
                  <a:pt x="32879" y="589495"/>
                </a:lnTo>
                <a:lnTo>
                  <a:pt x="21243" y="634457"/>
                </a:lnTo>
                <a:lnTo>
                  <a:pt x="12062" y="680388"/>
                </a:lnTo>
                <a:lnTo>
                  <a:pt x="5411" y="727208"/>
                </a:lnTo>
                <a:lnTo>
                  <a:pt x="1365" y="774842"/>
                </a:lnTo>
                <a:lnTo>
                  <a:pt x="0" y="823212"/>
                </a:lnTo>
                <a:lnTo>
                  <a:pt x="1365" y="871582"/>
                </a:lnTo>
                <a:lnTo>
                  <a:pt x="5411" y="919216"/>
                </a:lnTo>
                <a:lnTo>
                  <a:pt x="12062" y="966037"/>
                </a:lnTo>
                <a:lnTo>
                  <a:pt x="21243" y="1011968"/>
                </a:lnTo>
                <a:lnTo>
                  <a:pt x="32879" y="1056930"/>
                </a:lnTo>
                <a:lnTo>
                  <a:pt x="46893" y="1100848"/>
                </a:lnTo>
                <a:lnTo>
                  <a:pt x="63211" y="1143644"/>
                </a:lnTo>
                <a:lnTo>
                  <a:pt x="81756" y="1185241"/>
                </a:lnTo>
                <a:lnTo>
                  <a:pt x="102455" y="1225561"/>
                </a:lnTo>
                <a:lnTo>
                  <a:pt x="125230" y="1264528"/>
                </a:lnTo>
                <a:lnTo>
                  <a:pt x="150007" y="1302063"/>
                </a:lnTo>
                <a:lnTo>
                  <a:pt x="176710" y="1338091"/>
                </a:lnTo>
                <a:lnTo>
                  <a:pt x="205264" y="1372533"/>
                </a:lnTo>
                <a:lnTo>
                  <a:pt x="235593" y="1405312"/>
                </a:lnTo>
                <a:lnTo>
                  <a:pt x="267623" y="1436352"/>
                </a:lnTo>
                <a:lnTo>
                  <a:pt x="301276" y="1465575"/>
                </a:lnTo>
                <a:lnTo>
                  <a:pt x="336479" y="1492904"/>
                </a:lnTo>
                <a:lnTo>
                  <a:pt x="373155" y="1518262"/>
                </a:lnTo>
                <a:lnTo>
                  <a:pt x="411230" y="1541571"/>
                </a:lnTo>
                <a:lnTo>
                  <a:pt x="450627" y="1562754"/>
                </a:lnTo>
                <a:lnTo>
                  <a:pt x="491271" y="1581734"/>
                </a:lnTo>
                <a:lnTo>
                  <a:pt x="533087" y="1598434"/>
                </a:lnTo>
                <a:lnTo>
                  <a:pt x="576000" y="1612777"/>
                </a:lnTo>
                <a:lnTo>
                  <a:pt x="619934" y="1624685"/>
                </a:lnTo>
                <a:lnTo>
                  <a:pt x="664812" y="1634081"/>
                </a:lnTo>
                <a:lnTo>
                  <a:pt x="710562" y="1640888"/>
                </a:lnTo>
                <a:lnTo>
                  <a:pt x="757105" y="1645029"/>
                </a:lnTo>
                <a:lnTo>
                  <a:pt x="804368" y="1646426"/>
                </a:lnTo>
                <a:lnTo>
                  <a:pt x="851631" y="1645029"/>
                </a:lnTo>
                <a:lnTo>
                  <a:pt x="898174" y="1640888"/>
                </a:lnTo>
                <a:lnTo>
                  <a:pt x="943923" y="1634081"/>
                </a:lnTo>
                <a:lnTo>
                  <a:pt x="988802" y="1624685"/>
                </a:lnTo>
                <a:lnTo>
                  <a:pt x="1032735" y="1612777"/>
                </a:lnTo>
                <a:lnTo>
                  <a:pt x="1075648" y="1598434"/>
                </a:lnTo>
                <a:lnTo>
                  <a:pt x="1117464" y="1581734"/>
                </a:lnTo>
                <a:lnTo>
                  <a:pt x="1158109" y="1562754"/>
                </a:lnTo>
                <a:lnTo>
                  <a:pt x="1197506" y="1541571"/>
                </a:lnTo>
                <a:lnTo>
                  <a:pt x="1235580" y="1518262"/>
                </a:lnTo>
                <a:lnTo>
                  <a:pt x="1272256" y="1492904"/>
                </a:lnTo>
                <a:lnTo>
                  <a:pt x="1307459" y="1465575"/>
                </a:lnTo>
                <a:lnTo>
                  <a:pt x="1341113" y="1436352"/>
                </a:lnTo>
                <a:lnTo>
                  <a:pt x="1373142" y="1405312"/>
                </a:lnTo>
                <a:lnTo>
                  <a:pt x="1403471" y="1372533"/>
                </a:lnTo>
                <a:lnTo>
                  <a:pt x="1432025" y="1338091"/>
                </a:lnTo>
                <a:lnTo>
                  <a:pt x="1458729" y="1302063"/>
                </a:lnTo>
                <a:lnTo>
                  <a:pt x="1483506" y="1264528"/>
                </a:lnTo>
                <a:lnTo>
                  <a:pt x="1506281" y="1225561"/>
                </a:lnTo>
                <a:lnTo>
                  <a:pt x="1526979" y="1185241"/>
                </a:lnTo>
                <a:lnTo>
                  <a:pt x="1545525" y="1143644"/>
                </a:lnTo>
                <a:lnTo>
                  <a:pt x="1561843" y="1100848"/>
                </a:lnTo>
                <a:lnTo>
                  <a:pt x="1575857" y="1056930"/>
                </a:lnTo>
                <a:lnTo>
                  <a:pt x="1587492" y="1011968"/>
                </a:lnTo>
                <a:lnTo>
                  <a:pt x="1596674" y="966037"/>
                </a:lnTo>
                <a:lnTo>
                  <a:pt x="1603325" y="919216"/>
                </a:lnTo>
                <a:lnTo>
                  <a:pt x="1607371" y="871582"/>
                </a:lnTo>
                <a:lnTo>
                  <a:pt x="1608736" y="823212"/>
                </a:lnTo>
                <a:lnTo>
                  <a:pt x="1607371" y="774842"/>
                </a:lnTo>
                <a:lnTo>
                  <a:pt x="1603325" y="727208"/>
                </a:lnTo>
                <a:lnTo>
                  <a:pt x="1596674" y="680388"/>
                </a:lnTo>
                <a:lnTo>
                  <a:pt x="1587492" y="634457"/>
                </a:lnTo>
                <a:lnTo>
                  <a:pt x="1575857" y="589495"/>
                </a:lnTo>
                <a:lnTo>
                  <a:pt x="1561843" y="545577"/>
                </a:lnTo>
                <a:lnTo>
                  <a:pt x="1545525" y="502781"/>
                </a:lnTo>
                <a:lnTo>
                  <a:pt x="1526979" y="461184"/>
                </a:lnTo>
                <a:lnTo>
                  <a:pt x="1506281" y="420864"/>
                </a:lnTo>
                <a:lnTo>
                  <a:pt x="1483506" y="381898"/>
                </a:lnTo>
                <a:lnTo>
                  <a:pt x="1458729" y="344362"/>
                </a:lnTo>
                <a:lnTo>
                  <a:pt x="1432025" y="308335"/>
                </a:lnTo>
                <a:lnTo>
                  <a:pt x="1403471" y="273893"/>
                </a:lnTo>
                <a:lnTo>
                  <a:pt x="1373142" y="241113"/>
                </a:lnTo>
                <a:lnTo>
                  <a:pt x="1341113" y="210073"/>
                </a:lnTo>
                <a:lnTo>
                  <a:pt x="1307459" y="180850"/>
                </a:lnTo>
                <a:lnTo>
                  <a:pt x="1272256" y="153521"/>
                </a:lnTo>
                <a:lnTo>
                  <a:pt x="1235580" y="128164"/>
                </a:lnTo>
                <a:lnTo>
                  <a:pt x="1197506" y="104855"/>
                </a:lnTo>
                <a:lnTo>
                  <a:pt x="1158109" y="83672"/>
                </a:lnTo>
                <a:lnTo>
                  <a:pt x="1117464" y="64692"/>
                </a:lnTo>
                <a:lnTo>
                  <a:pt x="1075648" y="47992"/>
                </a:lnTo>
                <a:lnTo>
                  <a:pt x="1032735" y="33649"/>
                </a:lnTo>
                <a:lnTo>
                  <a:pt x="988802" y="21741"/>
                </a:lnTo>
                <a:lnTo>
                  <a:pt x="943923" y="12345"/>
                </a:lnTo>
                <a:lnTo>
                  <a:pt x="898174" y="5538"/>
                </a:lnTo>
                <a:lnTo>
                  <a:pt x="851631" y="1397"/>
                </a:lnTo>
                <a:lnTo>
                  <a:pt x="80436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875264" y="3830329"/>
            <a:ext cx="895554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600" b="1" spc="43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智慧城市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960173" y="3096931"/>
            <a:ext cx="796888" cy="79724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134374" y="2432636"/>
            <a:ext cx="680022" cy="41483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577656" y="2233749"/>
            <a:ext cx="722765" cy="72308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224492" y="3955376"/>
            <a:ext cx="478844" cy="479057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846840" y="3755727"/>
            <a:ext cx="793644" cy="59475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831487" y="5154115"/>
            <a:ext cx="1468933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2400" b="1" spc="-9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AI+</a:t>
            </a:r>
            <a:r>
              <a:rPr sz="24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行业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3200" b="0" spc="43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</a:t>
            </a:r>
            <a:r>
              <a:rPr sz="3200" b="0" spc="-4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060912345"/>
      </p:ext>
    </p:extLst>
  </p:cSld>
  <p:clrMapOvr>
    <a:masterClrMapping/>
  </p:clrMapOvr>
  <p:transition spd="slow">
    <p:circl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1EE617-CB32-412D-A6EC-0937A1BBC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b="0" spc="43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</a:t>
            </a:r>
            <a:r>
              <a:rPr lang="en-US" altLang="zh-CN" sz="3200" b="0" spc="43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3200" b="0" spc="43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城市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1AE343B-02A5-4B8A-AEFA-2270854703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717"/>
          <a:stretch/>
        </p:blipFill>
        <p:spPr>
          <a:xfrm>
            <a:off x="251520" y="1196752"/>
            <a:ext cx="8818286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850093"/>
      </p:ext>
    </p:extLst>
  </p:cSld>
  <p:clrMapOvr>
    <a:masterClrMapping/>
  </p:clrMapOvr>
  <p:transition spd="slow">
    <p:circl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1D4BDA-776E-4DD6-8A42-8D66E90A1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基本应用场景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1F27C3-006E-491D-BD13-701BAC669C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0" t="16396" r="2750" b="12196"/>
          <a:stretch/>
        </p:blipFill>
        <p:spPr>
          <a:xfrm>
            <a:off x="251520" y="1700808"/>
            <a:ext cx="8640960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915603"/>
      </p:ext>
    </p:extLst>
  </p:cSld>
  <p:clrMapOvr>
    <a:masterClrMapping/>
  </p:clrMapOvr>
  <p:transition spd="slow">
    <p:circl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1273" y="1076205"/>
            <a:ext cx="8090594" cy="34209"/>
          </a:xfrm>
          <a:custGeom>
            <a:avLst/>
            <a:gdLst/>
            <a:ahLst/>
            <a:cxnLst/>
            <a:rect l="l" t="t" r="r" b="b"/>
            <a:pathLst>
              <a:path w="9461500" h="40005">
                <a:moveTo>
                  <a:pt x="0" y="39439"/>
                </a:moveTo>
                <a:lnTo>
                  <a:pt x="9461500" y="39441"/>
                </a:lnTo>
                <a:lnTo>
                  <a:pt x="9461500" y="0"/>
                </a:lnTo>
                <a:lnTo>
                  <a:pt x="0" y="0"/>
                </a:lnTo>
                <a:lnTo>
                  <a:pt x="0" y="39439"/>
                </a:lnTo>
              </a:path>
            </a:pathLst>
          </a:custGeom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4"/>
          <p:cNvSpPr/>
          <p:nvPr/>
        </p:nvSpPr>
        <p:spPr>
          <a:xfrm>
            <a:off x="3285559" y="2484674"/>
            <a:ext cx="1955860" cy="1956403"/>
          </a:xfrm>
          <a:custGeom>
            <a:avLst/>
            <a:gdLst/>
            <a:ahLst/>
            <a:cxnLst/>
            <a:rect l="l" t="t" r="r" b="b"/>
            <a:pathLst>
              <a:path w="2287270" h="2287904">
                <a:moveTo>
                  <a:pt x="0" y="1143870"/>
                </a:moveTo>
                <a:lnTo>
                  <a:pt x="1003" y="1095517"/>
                </a:lnTo>
                <a:lnTo>
                  <a:pt x="3985" y="1047675"/>
                </a:lnTo>
                <a:lnTo>
                  <a:pt x="8908" y="1000385"/>
                </a:lnTo>
                <a:lnTo>
                  <a:pt x="15731" y="953686"/>
                </a:lnTo>
                <a:lnTo>
                  <a:pt x="24414" y="907617"/>
                </a:lnTo>
                <a:lnTo>
                  <a:pt x="34919" y="862219"/>
                </a:lnTo>
                <a:lnTo>
                  <a:pt x="47204" y="817531"/>
                </a:lnTo>
                <a:lnTo>
                  <a:pt x="61232" y="773593"/>
                </a:lnTo>
                <a:lnTo>
                  <a:pt x="76961" y="730444"/>
                </a:lnTo>
                <a:lnTo>
                  <a:pt x="94352" y="688124"/>
                </a:lnTo>
                <a:lnTo>
                  <a:pt x="113365" y="646673"/>
                </a:lnTo>
                <a:lnTo>
                  <a:pt x="133962" y="606131"/>
                </a:lnTo>
                <a:lnTo>
                  <a:pt x="156101" y="566537"/>
                </a:lnTo>
                <a:lnTo>
                  <a:pt x="179744" y="527930"/>
                </a:lnTo>
                <a:lnTo>
                  <a:pt x="204851" y="490352"/>
                </a:lnTo>
                <a:lnTo>
                  <a:pt x="231382" y="453841"/>
                </a:lnTo>
                <a:lnTo>
                  <a:pt x="259297" y="418437"/>
                </a:lnTo>
                <a:lnTo>
                  <a:pt x="288557" y="384180"/>
                </a:lnTo>
                <a:lnTo>
                  <a:pt x="319122" y="351109"/>
                </a:lnTo>
                <a:lnTo>
                  <a:pt x="350952" y="319265"/>
                </a:lnTo>
                <a:lnTo>
                  <a:pt x="384008" y="288686"/>
                </a:lnTo>
                <a:lnTo>
                  <a:pt x="418250" y="259413"/>
                </a:lnTo>
                <a:lnTo>
                  <a:pt x="453638" y="231486"/>
                </a:lnTo>
                <a:lnTo>
                  <a:pt x="490133" y="204943"/>
                </a:lnTo>
                <a:lnTo>
                  <a:pt x="527694" y="179825"/>
                </a:lnTo>
                <a:lnTo>
                  <a:pt x="566283" y="156171"/>
                </a:lnTo>
                <a:lnTo>
                  <a:pt x="605859" y="134022"/>
                </a:lnTo>
                <a:lnTo>
                  <a:pt x="646384" y="113416"/>
                </a:lnTo>
                <a:lnTo>
                  <a:pt x="687816" y="94394"/>
                </a:lnTo>
                <a:lnTo>
                  <a:pt x="730117" y="76995"/>
                </a:lnTo>
                <a:lnTo>
                  <a:pt x="773247" y="61259"/>
                </a:lnTo>
                <a:lnTo>
                  <a:pt x="817165" y="47225"/>
                </a:lnTo>
                <a:lnTo>
                  <a:pt x="861833" y="34934"/>
                </a:lnTo>
                <a:lnTo>
                  <a:pt x="907211" y="24425"/>
                </a:lnTo>
                <a:lnTo>
                  <a:pt x="953259" y="15738"/>
                </a:lnTo>
                <a:lnTo>
                  <a:pt x="999938" y="8912"/>
                </a:lnTo>
                <a:lnTo>
                  <a:pt x="1047207" y="3987"/>
                </a:lnTo>
                <a:lnTo>
                  <a:pt x="1095027" y="1003"/>
                </a:lnTo>
                <a:lnTo>
                  <a:pt x="1143358" y="0"/>
                </a:lnTo>
                <a:lnTo>
                  <a:pt x="1191690" y="1003"/>
                </a:lnTo>
                <a:lnTo>
                  <a:pt x="1239510" y="3987"/>
                </a:lnTo>
                <a:lnTo>
                  <a:pt x="1286779" y="8912"/>
                </a:lnTo>
                <a:lnTo>
                  <a:pt x="1333457" y="15738"/>
                </a:lnTo>
                <a:lnTo>
                  <a:pt x="1379505" y="24425"/>
                </a:lnTo>
                <a:lnTo>
                  <a:pt x="1424883" y="34934"/>
                </a:lnTo>
                <a:lnTo>
                  <a:pt x="1469551" y="47225"/>
                </a:lnTo>
                <a:lnTo>
                  <a:pt x="1513470" y="61259"/>
                </a:lnTo>
                <a:lnTo>
                  <a:pt x="1556600" y="76995"/>
                </a:lnTo>
                <a:lnTo>
                  <a:pt x="1598900" y="94394"/>
                </a:lnTo>
                <a:lnTo>
                  <a:pt x="1640333" y="113416"/>
                </a:lnTo>
                <a:lnTo>
                  <a:pt x="1680857" y="134022"/>
                </a:lnTo>
                <a:lnTo>
                  <a:pt x="1720433" y="156171"/>
                </a:lnTo>
                <a:lnTo>
                  <a:pt x="1759022" y="179825"/>
                </a:lnTo>
                <a:lnTo>
                  <a:pt x="1796584" y="204943"/>
                </a:lnTo>
                <a:lnTo>
                  <a:pt x="1833078" y="231486"/>
                </a:lnTo>
                <a:lnTo>
                  <a:pt x="1868467" y="259413"/>
                </a:lnTo>
                <a:lnTo>
                  <a:pt x="1902708" y="288686"/>
                </a:lnTo>
                <a:lnTo>
                  <a:pt x="1935764" y="319265"/>
                </a:lnTo>
                <a:lnTo>
                  <a:pt x="1967594" y="351109"/>
                </a:lnTo>
                <a:lnTo>
                  <a:pt x="1998159" y="384180"/>
                </a:lnTo>
                <a:lnTo>
                  <a:pt x="2027419" y="418437"/>
                </a:lnTo>
                <a:lnTo>
                  <a:pt x="2055334" y="453841"/>
                </a:lnTo>
                <a:lnTo>
                  <a:pt x="2081865" y="490352"/>
                </a:lnTo>
                <a:lnTo>
                  <a:pt x="2106972" y="527930"/>
                </a:lnTo>
                <a:lnTo>
                  <a:pt x="2130615" y="566537"/>
                </a:lnTo>
                <a:lnTo>
                  <a:pt x="2152755" y="606131"/>
                </a:lnTo>
                <a:lnTo>
                  <a:pt x="2173351" y="646673"/>
                </a:lnTo>
                <a:lnTo>
                  <a:pt x="2192365" y="688124"/>
                </a:lnTo>
                <a:lnTo>
                  <a:pt x="2209756" y="730444"/>
                </a:lnTo>
                <a:lnTo>
                  <a:pt x="2225485" y="773593"/>
                </a:lnTo>
                <a:lnTo>
                  <a:pt x="2239512" y="817531"/>
                </a:lnTo>
                <a:lnTo>
                  <a:pt x="2251798" y="862219"/>
                </a:lnTo>
                <a:lnTo>
                  <a:pt x="2262302" y="907617"/>
                </a:lnTo>
                <a:lnTo>
                  <a:pt x="2270986" y="953686"/>
                </a:lnTo>
                <a:lnTo>
                  <a:pt x="2277809" y="1000385"/>
                </a:lnTo>
                <a:lnTo>
                  <a:pt x="2282731" y="1047675"/>
                </a:lnTo>
                <a:lnTo>
                  <a:pt x="2285714" y="1095517"/>
                </a:lnTo>
                <a:lnTo>
                  <a:pt x="2286717" y="1143870"/>
                </a:lnTo>
                <a:lnTo>
                  <a:pt x="2285714" y="1192223"/>
                </a:lnTo>
                <a:lnTo>
                  <a:pt x="2282731" y="1240064"/>
                </a:lnTo>
                <a:lnTo>
                  <a:pt x="2277809" y="1287355"/>
                </a:lnTo>
                <a:lnTo>
                  <a:pt x="2270986" y="1334054"/>
                </a:lnTo>
                <a:lnTo>
                  <a:pt x="2262302" y="1380122"/>
                </a:lnTo>
                <a:lnTo>
                  <a:pt x="2251798" y="1425521"/>
                </a:lnTo>
                <a:lnTo>
                  <a:pt x="2239512" y="1470209"/>
                </a:lnTo>
                <a:lnTo>
                  <a:pt x="2225485" y="1514147"/>
                </a:lnTo>
                <a:lnTo>
                  <a:pt x="2209756" y="1557296"/>
                </a:lnTo>
                <a:lnTo>
                  <a:pt x="2192365" y="1599616"/>
                </a:lnTo>
                <a:lnTo>
                  <a:pt x="2173351" y="1641067"/>
                </a:lnTo>
                <a:lnTo>
                  <a:pt x="2152755" y="1681609"/>
                </a:lnTo>
                <a:lnTo>
                  <a:pt x="2130615" y="1721203"/>
                </a:lnTo>
                <a:lnTo>
                  <a:pt x="2106972" y="1759809"/>
                </a:lnTo>
                <a:lnTo>
                  <a:pt x="2081865" y="1797388"/>
                </a:lnTo>
                <a:lnTo>
                  <a:pt x="2055334" y="1833899"/>
                </a:lnTo>
                <a:lnTo>
                  <a:pt x="2027419" y="1869303"/>
                </a:lnTo>
                <a:lnTo>
                  <a:pt x="1998159" y="1903560"/>
                </a:lnTo>
                <a:lnTo>
                  <a:pt x="1967594" y="1936630"/>
                </a:lnTo>
                <a:lnTo>
                  <a:pt x="1935764" y="1968475"/>
                </a:lnTo>
                <a:lnTo>
                  <a:pt x="1902708" y="1999054"/>
                </a:lnTo>
                <a:lnTo>
                  <a:pt x="1868467" y="2028326"/>
                </a:lnTo>
                <a:lnTo>
                  <a:pt x="1833078" y="2056254"/>
                </a:lnTo>
                <a:lnTo>
                  <a:pt x="1796584" y="2082797"/>
                </a:lnTo>
                <a:lnTo>
                  <a:pt x="1759022" y="2107915"/>
                </a:lnTo>
                <a:lnTo>
                  <a:pt x="1720433" y="2131568"/>
                </a:lnTo>
                <a:lnTo>
                  <a:pt x="1680857" y="2153718"/>
                </a:lnTo>
                <a:lnTo>
                  <a:pt x="1640333" y="2174324"/>
                </a:lnTo>
                <a:lnTo>
                  <a:pt x="1598900" y="2193346"/>
                </a:lnTo>
                <a:lnTo>
                  <a:pt x="1556600" y="2210745"/>
                </a:lnTo>
                <a:lnTo>
                  <a:pt x="1513470" y="2226481"/>
                </a:lnTo>
                <a:lnTo>
                  <a:pt x="1469551" y="2240514"/>
                </a:lnTo>
                <a:lnTo>
                  <a:pt x="1424883" y="2252805"/>
                </a:lnTo>
                <a:lnTo>
                  <a:pt x="1379505" y="2263314"/>
                </a:lnTo>
                <a:lnTo>
                  <a:pt x="1333457" y="2272002"/>
                </a:lnTo>
                <a:lnTo>
                  <a:pt x="1286779" y="2278828"/>
                </a:lnTo>
                <a:lnTo>
                  <a:pt x="1239510" y="2283753"/>
                </a:lnTo>
                <a:lnTo>
                  <a:pt x="1191690" y="2286737"/>
                </a:lnTo>
                <a:lnTo>
                  <a:pt x="1143358" y="2287740"/>
                </a:lnTo>
                <a:lnTo>
                  <a:pt x="1095027" y="2286737"/>
                </a:lnTo>
                <a:lnTo>
                  <a:pt x="1047207" y="2283753"/>
                </a:lnTo>
                <a:lnTo>
                  <a:pt x="999938" y="2278828"/>
                </a:lnTo>
                <a:lnTo>
                  <a:pt x="953259" y="2272002"/>
                </a:lnTo>
                <a:lnTo>
                  <a:pt x="907211" y="2263314"/>
                </a:lnTo>
                <a:lnTo>
                  <a:pt x="861833" y="2252805"/>
                </a:lnTo>
                <a:lnTo>
                  <a:pt x="817165" y="2240514"/>
                </a:lnTo>
                <a:lnTo>
                  <a:pt x="773247" y="2226481"/>
                </a:lnTo>
                <a:lnTo>
                  <a:pt x="730117" y="2210745"/>
                </a:lnTo>
                <a:lnTo>
                  <a:pt x="687816" y="2193346"/>
                </a:lnTo>
                <a:lnTo>
                  <a:pt x="646384" y="2174324"/>
                </a:lnTo>
                <a:lnTo>
                  <a:pt x="605859" y="2153718"/>
                </a:lnTo>
                <a:lnTo>
                  <a:pt x="566283" y="2131568"/>
                </a:lnTo>
                <a:lnTo>
                  <a:pt x="527694" y="2107915"/>
                </a:lnTo>
                <a:lnTo>
                  <a:pt x="490133" y="2082797"/>
                </a:lnTo>
                <a:lnTo>
                  <a:pt x="453638" y="2056254"/>
                </a:lnTo>
                <a:lnTo>
                  <a:pt x="418250" y="2028326"/>
                </a:lnTo>
                <a:lnTo>
                  <a:pt x="384008" y="1999054"/>
                </a:lnTo>
                <a:lnTo>
                  <a:pt x="350952" y="1968475"/>
                </a:lnTo>
                <a:lnTo>
                  <a:pt x="319122" y="1936630"/>
                </a:lnTo>
                <a:lnTo>
                  <a:pt x="288557" y="1903560"/>
                </a:lnTo>
                <a:lnTo>
                  <a:pt x="259297" y="1869303"/>
                </a:lnTo>
                <a:lnTo>
                  <a:pt x="231382" y="1833899"/>
                </a:lnTo>
                <a:lnTo>
                  <a:pt x="204851" y="1797388"/>
                </a:lnTo>
                <a:lnTo>
                  <a:pt x="179744" y="1759809"/>
                </a:lnTo>
                <a:lnTo>
                  <a:pt x="156101" y="1721203"/>
                </a:lnTo>
                <a:lnTo>
                  <a:pt x="133962" y="1681609"/>
                </a:lnTo>
                <a:lnTo>
                  <a:pt x="113365" y="1641067"/>
                </a:lnTo>
                <a:lnTo>
                  <a:pt x="94352" y="1599616"/>
                </a:lnTo>
                <a:lnTo>
                  <a:pt x="76961" y="1557296"/>
                </a:lnTo>
                <a:lnTo>
                  <a:pt x="61232" y="1514147"/>
                </a:lnTo>
                <a:lnTo>
                  <a:pt x="47204" y="1470209"/>
                </a:lnTo>
                <a:lnTo>
                  <a:pt x="34919" y="1425521"/>
                </a:lnTo>
                <a:lnTo>
                  <a:pt x="24414" y="1380122"/>
                </a:lnTo>
                <a:lnTo>
                  <a:pt x="15731" y="1334054"/>
                </a:lnTo>
                <a:lnTo>
                  <a:pt x="8908" y="1287355"/>
                </a:lnTo>
                <a:lnTo>
                  <a:pt x="3985" y="1240064"/>
                </a:lnTo>
                <a:lnTo>
                  <a:pt x="1003" y="1192223"/>
                </a:lnTo>
                <a:lnTo>
                  <a:pt x="0" y="1143870"/>
                </a:lnTo>
                <a:close/>
              </a:path>
            </a:pathLst>
          </a:custGeom>
          <a:ln w="16429">
            <a:solidFill>
              <a:srgbClr val="00A1E9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272905" y="2709087"/>
            <a:ext cx="743357" cy="1115307"/>
          </a:xfrm>
          <a:custGeom>
            <a:avLst/>
            <a:gdLst/>
            <a:ahLst/>
            <a:cxnLst/>
            <a:rect l="l" t="t" r="r" b="b"/>
            <a:pathLst>
              <a:path w="869314" h="1304289">
                <a:moveTo>
                  <a:pt x="0" y="0"/>
                </a:moveTo>
                <a:lnTo>
                  <a:pt x="0" y="869186"/>
                </a:lnTo>
                <a:lnTo>
                  <a:pt x="752401" y="1303780"/>
                </a:lnTo>
                <a:lnTo>
                  <a:pt x="776476" y="1259099"/>
                </a:lnTo>
                <a:lnTo>
                  <a:pt x="797843" y="1213227"/>
                </a:lnTo>
                <a:lnTo>
                  <a:pt x="816468" y="1166287"/>
                </a:lnTo>
                <a:lnTo>
                  <a:pt x="832320" y="1118405"/>
                </a:lnTo>
                <a:lnTo>
                  <a:pt x="845364" y="1069703"/>
                </a:lnTo>
                <a:lnTo>
                  <a:pt x="855567" y="1020306"/>
                </a:lnTo>
                <a:lnTo>
                  <a:pt x="862896" y="970339"/>
                </a:lnTo>
                <a:lnTo>
                  <a:pt x="867318" y="919924"/>
                </a:lnTo>
                <a:lnTo>
                  <a:pt x="868799" y="869186"/>
                </a:lnTo>
                <a:lnTo>
                  <a:pt x="867513" y="821496"/>
                </a:lnTo>
                <a:lnTo>
                  <a:pt x="863701" y="774479"/>
                </a:lnTo>
                <a:lnTo>
                  <a:pt x="857428" y="728200"/>
                </a:lnTo>
                <a:lnTo>
                  <a:pt x="848760" y="682725"/>
                </a:lnTo>
                <a:lnTo>
                  <a:pt x="837765" y="638122"/>
                </a:lnTo>
                <a:lnTo>
                  <a:pt x="824507" y="594456"/>
                </a:lnTo>
                <a:lnTo>
                  <a:pt x="809054" y="551794"/>
                </a:lnTo>
                <a:lnTo>
                  <a:pt x="791471" y="510201"/>
                </a:lnTo>
                <a:lnTo>
                  <a:pt x="771825" y="469745"/>
                </a:lnTo>
                <a:lnTo>
                  <a:pt x="750182" y="430491"/>
                </a:lnTo>
                <a:lnTo>
                  <a:pt x="726609" y="392506"/>
                </a:lnTo>
                <a:lnTo>
                  <a:pt x="701171" y="355856"/>
                </a:lnTo>
                <a:lnTo>
                  <a:pt x="673935" y="320607"/>
                </a:lnTo>
                <a:lnTo>
                  <a:pt x="644967" y="286826"/>
                </a:lnTo>
                <a:lnTo>
                  <a:pt x="614334" y="254578"/>
                </a:lnTo>
                <a:lnTo>
                  <a:pt x="582101" y="223931"/>
                </a:lnTo>
                <a:lnTo>
                  <a:pt x="548334" y="194950"/>
                </a:lnTo>
                <a:lnTo>
                  <a:pt x="513101" y="167702"/>
                </a:lnTo>
                <a:lnTo>
                  <a:pt x="476468" y="142253"/>
                </a:lnTo>
                <a:lnTo>
                  <a:pt x="438499" y="118669"/>
                </a:lnTo>
                <a:lnTo>
                  <a:pt x="399263" y="97017"/>
                </a:lnTo>
                <a:lnTo>
                  <a:pt x="358825" y="77362"/>
                </a:lnTo>
                <a:lnTo>
                  <a:pt x="317251" y="59771"/>
                </a:lnTo>
                <a:lnTo>
                  <a:pt x="274607" y="44311"/>
                </a:lnTo>
                <a:lnTo>
                  <a:pt x="230961" y="31048"/>
                </a:lnTo>
                <a:lnTo>
                  <a:pt x="186377" y="20047"/>
                </a:lnTo>
                <a:lnTo>
                  <a:pt x="140923" y="11376"/>
                </a:lnTo>
                <a:lnTo>
                  <a:pt x="94665" y="5100"/>
                </a:lnTo>
                <a:lnTo>
                  <a:pt x="47668" y="1286"/>
                </a:lnTo>
                <a:lnTo>
                  <a:pt x="0" y="0"/>
                </a:lnTo>
                <a:close/>
              </a:path>
            </a:pathLst>
          </a:custGeom>
          <a:solidFill>
            <a:srgbClr val="00A1E9">
              <a:alpha val="59999"/>
            </a:srgbClr>
          </a:solid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10220" y="3485780"/>
            <a:ext cx="1286893" cy="743357"/>
          </a:xfrm>
          <a:custGeom>
            <a:avLst/>
            <a:gdLst/>
            <a:ahLst/>
            <a:cxnLst/>
            <a:rect l="l" t="t" r="r" b="b"/>
            <a:pathLst>
              <a:path w="1504950" h="869314">
                <a:moveTo>
                  <a:pt x="752401" y="0"/>
                </a:moveTo>
                <a:lnTo>
                  <a:pt x="0" y="434593"/>
                </a:lnTo>
                <a:lnTo>
                  <a:pt x="26640" y="477793"/>
                </a:lnTo>
                <a:lnTo>
                  <a:pt x="55665" y="519241"/>
                </a:lnTo>
                <a:lnTo>
                  <a:pt x="86984" y="558849"/>
                </a:lnTo>
                <a:lnTo>
                  <a:pt x="120508" y="596524"/>
                </a:lnTo>
                <a:lnTo>
                  <a:pt x="156144" y="632175"/>
                </a:lnTo>
                <a:lnTo>
                  <a:pt x="193802" y="665714"/>
                </a:lnTo>
                <a:lnTo>
                  <a:pt x="233391" y="697047"/>
                </a:lnTo>
                <a:lnTo>
                  <a:pt x="274821" y="726085"/>
                </a:lnTo>
                <a:lnTo>
                  <a:pt x="318001" y="752737"/>
                </a:lnTo>
                <a:lnTo>
                  <a:pt x="359926" y="775469"/>
                </a:lnTo>
                <a:lnTo>
                  <a:pt x="402533" y="795674"/>
                </a:lnTo>
                <a:lnTo>
                  <a:pt x="445730" y="813379"/>
                </a:lnTo>
                <a:lnTo>
                  <a:pt x="489428" y="828606"/>
                </a:lnTo>
                <a:lnTo>
                  <a:pt x="533537" y="841381"/>
                </a:lnTo>
                <a:lnTo>
                  <a:pt x="577964" y="851728"/>
                </a:lnTo>
                <a:lnTo>
                  <a:pt x="622621" y="859670"/>
                </a:lnTo>
                <a:lnTo>
                  <a:pt x="667417" y="865232"/>
                </a:lnTo>
                <a:lnTo>
                  <a:pt x="712260" y="868439"/>
                </a:lnTo>
                <a:lnTo>
                  <a:pt x="757061" y="869315"/>
                </a:lnTo>
                <a:lnTo>
                  <a:pt x="801729" y="867883"/>
                </a:lnTo>
                <a:lnTo>
                  <a:pt x="846174" y="864168"/>
                </a:lnTo>
                <a:lnTo>
                  <a:pt x="890305" y="858195"/>
                </a:lnTo>
                <a:lnTo>
                  <a:pt x="934031" y="849988"/>
                </a:lnTo>
                <a:lnTo>
                  <a:pt x="977262" y="839570"/>
                </a:lnTo>
                <a:lnTo>
                  <a:pt x="1019908" y="826967"/>
                </a:lnTo>
                <a:lnTo>
                  <a:pt x="1061878" y="812202"/>
                </a:lnTo>
                <a:lnTo>
                  <a:pt x="1103082" y="795299"/>
                </a:lnTo>
                <a:lnTo>
                  <a:pt x="1143429" y="776284"/>
                </a:lnTo>
                <a:lnTo>
                  <a:pt x="1182828" y="755180"/>
                </a:lnTo>
                <a:lnTo>
                  <a:pt x="1221189" y="732011"/>
                </a:lnTo>
                <a:lnTo>
                  <a:pt x="1258422" y="706802"/>
                </a:lnTo>
                <a:lnTo>
                  <a:pt x="1294436" y="679578"/>
                </a:lnTo>
                <a:lnTo>
                  <a:pt x="1329141" y="650361"/>
                </a:lnTo>
                <a:lnTo>
                  <a:pt x="1362445" y="619177"/>
                </a:lnTo>
                <a:lnTo>
                  <a:pt x="1394259" y="586050"/>
                </a:lnTo>
                <a:lnTo>
                  <a:pt x="1424493" y="551003"/>
                </a:lnTo>
                <a:lnTo>
                  <a:pt x="1453055" y="514062"/>
                </a:lnTo>
                <a:lnTo>
                  <a:pt x="1479855" y="475251"/>
                </a:lnTo>
                <a:lnTo>
                  <a:pt x="1504802" y="434593"/>
                </a:lnTo>
                <a:lnTo>
                  <a:pt x="752401" y="0"/>
                </a:lnTo>
                <a:close/>
              </a:path>
            </a:pathLst>
          </a:custGeom>
          <a:solidFill>
            <a:srgbClr val="00A1E9">
              <a:alpha val="59999"/>
            </a:srgbClr>
          </a:solid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91278" y="2709087"/>
            <a:ext cx="743357" cy="1115307"/>
          </a:xfrm>
          <a:custGeom>
            <a:avLst/>
            <a:gdLst/>
            <a:ahLst/>
            <a:cxnLst/>
            <a:rect l="l" t="t" r="r" b="b"/>
            <a:pathLst>
              <a:path w="869314" h="1304289">
                <a:moveTo>
                  <a:pt x="868925" y="0"/>
                </a:moveTo>
                <a:lnTo>
                  <a:pt x="818210" y="1481"/>
                </a:lnTo>
                <a:lnTo>
                  <a:pt x="767818" y="5905"/>
                </a:lnTo>
                <a:lnTo>
                  <a:pt x="717873" y="13237"/>
                </a:lnTo>
                <a:lnTo>
                  <a:pt x="668499" y="23445"/>
                </a:lnTo>
                <a:lnTo>
                  <a:pt x="619819" y="36494"/>
                </a:lnTo>
                <a:lnTo>
                  <a:pt x="571958" y="52352"/>
                </a:lnTo>
                <a:lnTo>
                  <a:pt x="525040" y="70986"/>
                </a:lnTo>
                <a:lnTo>
                  <a:pt x="479188" y="92363"/>
                </a:lnTo>
                <a:lnTo>
                  <a:pt x="434527" y="116448"/>
                </a:lnTo>
                <a:lnTo>
                  <a:pt x="393888" y="141407"/>
                </a:lnTo>
                <a:lnTo>
                  <a:pt x="355093" y="168219"/>
                </a:lnTo>
                <a:lnTo>
                  <a:pt x="318169" y="196794"/>
                </a:lnTo>
                <a:lnTo>
                  <a:pt x="283138" y="227041"/>
                </a:lnTo>
                <a:lnTo>
                  <a:pt x="250026" y="258869"/>
                </a:lnTo>
                <a:lnTo>
                  <a:pt x="218856" y="292189"/>
                </a:lnTo>
                <a:lnTo>
                  <a:pt x="189652" y="326909"/>
                </a:lnTo>
                <a:lnTo>
                  <a:pt x="162439" y="362939"/>
                </a:lnTo>
                <a:lnTo>
                  <a:pt x="137242" y="400189"/>
                </a:lnTo>
                <a:lnTo>
                  <a:pt x="114084" y="438567"/>
                </a:lnTo>
                <a:lnTo>
                  <a:pt x="92989" y="477984"/>
                </a:lnTo>
                <a:lnTo>
                  <a:pt x="73982" y="518349"/>
                </a:lnTo>
                <a:lnTo>
                  <a:pt x="57087" y="559571"/>
                </a:lnTo>
                <a:lnTo>
                  <a:pt x="42329" y="601560"/>
                </a:lnTo>
                <a:lnTo>
                  <a:pt x="29731" y="644225"/>
                </a:lnTo>
                <a:lnTo>
                  <a:pt x="19318" y="687475"/>
                </a:lnTo>
                <a:lnTo>
                  <a:pt x="11114" y="731221"/>
                </a:lnTo>
                <a:lnTo>
                  <a:pt x="5144" y="775372"/>
                </a:lnTo>
                <a:lnTo>
                  <a:pt x="1431" y="819836"/>
                </a:lnTo>
                <a:lnTo>
                  <a:pt x="0" y="864524"/>
                </a:lnTo>
                <a:lnTo>
                  <a:pt x="874" y="909345"/>
                </a:lnTo>
                <a:lnTo>
                  <a:pt x="4080" y="954209"/>
                </a:lnTo>
                <a:lnTo>
                  <a:pt x="9640" y="999024"/>
                </a:lnTo>
                <a:lnTo>
                  <a:pt x="17578" y="1043701"/>
                </a:lnTo>
                <a:lnTo>
                  <a:pt x="27920" y="1088149"/>
                </a:lnTo>
                <a:lnTo>
                  <a:pt x="40689" y="1132276"/>
                </a:lnTo>
                <a:lnTo>
                  <a:pt x="55910" y="1175994"/>
                </a:lnTo>
                <a:lnTo>
                  <a:pt x="73607" y="1219211"/>
                </a:lnTo>
                <a:lnTo>
                  <a:pt x="93803" y="1261837"/>
                </a:lnTo>
                <a:lnTo>
                  <a:pt x="116524" y="1303780"/>
                </a:lnTo>
                <a:lnTo>
                  <a:pt x="868927" y="869186"/>
                </a:lnTo>
                <a:lnTo>
                  <a:pt x="868925" y="0"/>
                </a:lnTo>
                <a:close/>
              </a:path>
            </a:pathLst>
          </a:custGeom>
          <a:solidFill>
            <a:srgbClr val="00A1E9">
              <a:alpha val="59999"/>
            </a:srgbClr>
          </a:solid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66109" y="3065195"/>
            <a:ext cx="781910" cy="7819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23594" y="3104232"/>
            <a:ext cx="661908" cy="661908"/>
          </a:xfrm>
          <a:custGeom>
            <a:avLst/>
            <a:gdLst/>
            <a:ahLst/>
            <a:cxnLst/>
            <a:rect l="l" t="t" r="r" b="b"/>
            <a:pathLst>
              <a:path w="774064" h="774064">
                <a:moveTo>
                  <a:pt x="386836" y="0"/>
                </a:moveTo>
                <a:lnTo>
                  <a:pt x="338312" y="3015"/>
                </a:lnTo>
                <a:lnTo>
                  <a:pt x="291587" y="11819"/>
                </a:lnTo>
                <a:lnTo>
                  <a:pt x="247023" y="26050"/>
                </a:lnTo>
                <a:lnTo>
                  <a:pt x="204982" y="45344"/>
                </a:lnTo>
                <a:lnTo>
                  <a:pt x="165828" y="69339"/>
                </a:lnTo>
                <a:lnTo>
                  <a:pt x="129922" y="97672"/>
                </a:lnTo>
                <a:lnTo>
                  <a:pt x="97628" y="129981"/>
                </a:lnTo>
                <a:lnTo>
                  <a:pt x="69308" y="165902"/>
                </a:lnTo>
                <a:lnTo>
                  <a:pt x="45323" y="205074"/>
                </a:lnTo>
                <a:lnTo>
                  <a:pt x="26038" y="247133"/>
                </a:lnTo>
                <a:lnTo>
                  <a:pt x="11814" y="291717"/>
                </a:lnTo>
                <a:lnTo>
                  <a:pt x="3014" y="338463"/>
                </a:lnTo>
                <a:lnTo>
                  <a:pt x="0" y="387009"/>
                </a:lnTo>
                <a:lnTo>
                  <a:pt x="3014" y="435555"/>
                </a:lnTo>
                <a:lnTo>
                  <a:pt x="11814" y="482302"/>
                </a:lnTo>
                <a:lnTo>
                  <a:pt x="26038" y="526886"/>
                </a:lnTo>
                <a:lnTo>
                  <a:pt x="45323" y="568945"/>
                </a:lnTo>
                <a:lnTo>
                  <a:pt x="69308" y="608117"/>
                </a:lnTo>
                <a:lnTo>
                  <a:pt x="97628" y="644039"/>
                </a:lnTo>
                <a:lnTo>
                  <a:pt x="129922" y="676348"/>
                </a:lnTo>
                <a:lnTo>
                  <a:pt x="165828" y="704681"/>
                </a:lnTo>
                <a:lnTo>
                  <a:pt x="204982" y="728676"/>
                </a:lnTo>
                <a:lnTo>
                  <a:pt x="247023" y="747970"/>
                </a:lnTo>
                <a:lnTo>
                  <a:pt x="291587" y="762200"/>
                </a:lnTo>
                <a:lnTo>
                  <a:pt x="338312" y="771005"/>
                </a:lnTo>
                <a:lnTo>
                  <a:pt x="386836" y="774020"/>
                </a:lnTo>
                <a:lnTo>
                  <a:pt x="435361" y="771005"/>
                </a:lnTo>
                <a:lnTo>
                  <a:pt x="482086" y="762200"/>
                </a:lnTo>
                <a:lnTo>
                  <a:pt x="526650" y="747970"/>
                </a:lnTo>
                <a:lnTo>
                  <a:pt x="568691" y="728676"/>
                </a:lnTo>
                <a:lnTo>
                  <a:pt x="607845" y="704681"/>
                </a:lnTo>
                <a:lnTo>
                  <a:pt x="643751" y="676348"/>
                </a:lnTo>
                <a:lnTo>
                  <a:pt x="676045" y="644039"/>
                </a:lnTo>
                <a:lnTo>
                  <a:pt x="704366" y="608117"/>
                </a:lnTo>
                <a:lnTo>
                  <a:pt x="728350" y="568945"/>
                </a:lnTo>
                <a:lnTo>
                  <a:pt x="747636" y="526886"/>
                </a:lnTo>
                <a:lnTo>
                  <a:pt x="761860" y="482302"/>
                </a:lnTo>
                <a:lnTo>
                  <a:pt x="770661" y="435555"/>
                </a:lnTo>
                <a:lnTo>
                  <a:pt x="773675" y="387009"/>
                </a:lnTo>
                <a:lnTo>
                  <a:pt x="770661" y="338463"/>
                </a:lnTo>
                <a:lnTo>
                  <a:pt x="761860" y="291717"/>
                </a:lnTo>
                <a:lnTo>
                  <a:pt x="747636" y="247133"/>
                </a:lnTo>
                <a:lnTo>
                  <a:pt x="728350" y="205074"/>
                </a:lnTo>
                <a:lnTo>
                  <a:pt x="704366" y="165902"/>
                </a:lnTo>
                <a:lnTo>
                  <a:pt x="676045" y="129981"/>
                </a:lnTo>
                <a:lnTo>
                  <a:pt x="643751" y="97672"/>
                </a:lnTo>
                <a:lnTo>
                  <a:pt x="607845" y="69339"/>
                </a:lnTo>
                <a:lnTo>
                  <a:pt x="568691" y="45344"/>
                </a:lnTo>
                <a:lnTo>
                  <a:pt x="526650" y="26050"/>
                </a:lnTo>
                <a:lnTo>
                  <a:pt x="482086" y="11819"/>
                </a:lnTo>
                <a:lnTo>
                  <a:pt x="435361" y="3015"/>
                </a:lnTo>
                <a:lnTo>
                  <a:pt x="386836" y="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23594" y="3104232"/>
            <a:ext cx="661908" cy="661908"/>
          </a:xfrm>
          <a:custGeom>
            <a:avLst/>
            <a:gdLst/>
            <a:ahLst/>
            <a:cxnLst/>
            <a:rect l="l" t="t" r="r" b="b"/>
            <a:pathLst>
              <a:path w="774064" h="774064">
                <a:moveTo>
                  <a:pt x="0" y="387010"/>
                </a:moveTo>
                <a:lnTo>
                  <a:pt x="3014" y="338464"/>
                </a:lnTo>
                <a:lnTo>
                  <a:pt x="11814" y="291718"/>
                </a:lnTo>
                <a:lnTo>
                  <a:pt x="26038" y="247134"/>
                </a:lnTo>
                <a:lnTo>
                  <a:pt x="45324" y="205075"/>
                </a:lnTo>
                <a:lnTo>
                  <a:pt x="69308" y="165903"/>
                </a:lnTo>
                <a:lnTo>
                  <a:pt x="97629" y="129981"/>
                </a:lnTo>
                <a:lnTo>
                  <a:pt x="129923" y="97672"/>
                </a:lnTo>
                <a:lnTo>
                  <a:pt x="165828" y="69339"/>
                </a:lnTo>
                <a:lnTo>
                  <a:pt x="204983" y="45344"/>
                </a:lnTo>
                <a:lnTo>
                  <a:pt x="247023" y="26050"/>
                </a:lnTo>
                <a:lnTo>
                  <a:pt x="291588" y="11819"/>
                </a:lnTo>
                <a:lnTo>
                  <a:pt x="338313" y="3015"/>
                </a:lnTo>
                <a:lnTo>
                  <a:pt x="386837" y="0"/>
                </a:lnTo>
                <a:lnTo>
                  <a:pt x="435361" y="3015"/>
                </a:lnTo>
                <a:lnTo>
                  <a:pt x="482087" y="11819"/>
                </a:lnTo>
                <a:lnTo>
                  <a:pt x="526651" y="26050"/>
                </a:lnTo>
                <a:lnTo>
                  <a:pt x="568691" y="45344"/>
                </a:lnTo>
                <a:lnTo>
                  <a:pt x="607846" y="69339"/>
                </a:lnTo>
                <a:lnTo>
                  <a:pt x="643751" y="97672"/>
                </a:lnTo>
                <a:lnTo>
                  <a:pt x="676046" y="129981"/>
                </a:lnTo>
                <a:lnTo>
                  <a:pt x="704366" y="165903"/>
                </a:lnTo>
                <a:lnTo>
                  <a:pt x="728351" y="205075"/>
                </a:lnTo>
                <a:lnTo>
                  <a:pt x="747636" y="247134"/>
                </a:lnTo>
                <a:lnTo>
                  <a:pt x="761860" y="291718"/>
                </a:lnTo>
                <a:lnTo>
                  <a:pt x="770661" y="338464"/>
                </a:lnTo>
                <a:lnTo>
                  <a:pt x="773675" y="387010"/>
                </a:lnTo>
                <a:lnTo>
                  <a:pt x="770661" y="435556"/>
                </a:lnTo>
                <a:lnTo>
                  <a:pt x="761860" y="482302"/>
                </a:lnTo>
                <a:lnTo>
                  <a:pt x="747636" y="526887"/>
                </a:lnTo>
                <a:lnTo>
                  <a:pt x="728351" y="568946"/>
                </a:lnTo>
                <a:lnTo>
                  <a:pt x="704366" y="608118"/>
                </a:lnTo>
                <a:lnTo>
                  <a:pt x="676046" y="644039"/>
                </a:lnTo>
                <a:lnTo>
                  <a:pt x="643751" y="676348"/>
                </a:lnTo>
                <a:lnTo>
                  <a:pt x="607846" y="704682"/>
                </a:lnTo>
                <a:lnTo>
                  <a:pt x="568691" y="728677"/>
                </a:lnTo>
                <a:lnTo>
                  <a:pt x="526651" y="747971"/>
                </a:lnTo>
                <a:lnTo>
                  <a:pt x="482087" y="762201"/>
                </a:lnTo>
                <a:lnTo>
                  <a:pt x="435361" y="771006"/>
                </a:lnTo>
                <a:lnTo>
                  <a:pt x="386837" y="774021"/>
                </a:lnTo>
                <a:lnTo>
                  <a:pt x="338313" y="771006"/>
                </a:lnTo>
                <a:lnTo>
                  <a:pt x="291588" y="762201"/>
                </a:lnTo>
                <a:lnTo>
                  <a:pt x="247023" y="747971"/>
                </a:lnTo>
                <a:lnTo>
                  <a:pt x="204983" y="728677"/>
                </a:lnTo>
                <a:lnTo>
                  <a:pt x="165828" y="704682"/>
                </a:lnTo>
                <a:lnTo>
                  <a:pt x="129923" y="676348"/>
                </a:lnTo>
                <a:lnTo>
                  <a:pt x="97629" y="644039"/>
                </a:lnTo>
                <a:lnTo>
                  <a:pt x="69308" y="608118"/>
                </a:lnTo>
                <a:lnTo>
                  <a:pt x="45324" y="568946"/>
                </a:lnTo>
                <a:lnTo>
                  <a:pt x="26038" y="526887"/>
                </a:lnTo>
                <a:lnTo>
                  <a:pt x="11814" y="482302"/>
                </a:lnTo>
                <a:lnTo>
                  <a:pt x="3014" y="435556"/>
                </a:lnTo>
                <a:lnTo>
                  <a:pt x="0" y="387010"/>
                </a:lnTo>
                <a:close/>
              </a:path>
            </a:pathLst>
          </a:custGeom>
          <a:ln w="12702">
            <a:solidFill>
              <a:srgbClr val="3F6EC3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62296" y="3277511"/>
            <a:ext cx="338828" cy="184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197" b="1" spc="43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方便</a:t>
            </a:r>
            <a:endParaRPr sz="1197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31198" y="3890125"/>
            <a:ext cx="338828" cy="184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197" b="1" spc="43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安全</a:t>
            </a:r>
            <a:endParaRPr sz="1197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518594" y="2609081"/>
            <a:ext cx="217197" cy="2171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94961" y="2684473"/>
            <a:ext cx="68417" cy="68417"/>
          </a:xfrm>
          <a:custGeom>
            <a:avLst/>
            <a:gdLst/>
            <a:ahLst/>
            <a:cxnLst/>
            <a:rect l="l" t="t" r="r" b="b"/>
            <a:pathLst>
              <a:path w="80010" h="80010">
                <a:moveTo>
                  <a:pt x="39949" y="0"/>
                </a:moveTo>
                <a:lnTo>
                  <a:pt x="24398" y="3140"/>
                </a:lnTo>
                <a:lnTo>
                  <a:pt x="11700" y="11705"/>
                </a:lnTo>
                <a:lnTo>
                  <a:pt x="3139" y="24409"/>
                </a:lnTo>
                <a:lnTo>
                  <a:pt x="0" y="39965"/>
                </a:lnTo>
                <a:lnTo>
                  <a:pt x="3139" y="55522"/>
                </a:lnTo>
                <a:lnTo>
                  <a:pt x="11700" y="68225"/>
                </a:lnTo>
                <a:lnTo>
                  <a:pt x="24398" y="76790"/>
                </a:lnTo>
                <a:lnTo>
                  <a:pt x="39949" y="79931"/>
                </a:lnTo>
                <a:lnTo>
                  <a:pt x="55498" y="76790"/>
                </a:lnTo>
                <a:lnTo>
                  <a:pt x="68196" y="68225"/>
                </a:lnTo>
                <a:lnTo>
                  <a:pt x="76757" y="55522"/>
                </a:lnTo>
                <a:lnTo>
                  <a:pt x="79896" y="39965"/>
                </a:lnTo>
                <a:lnTo>
                  <a:pt x="76757" y="24409"/>
                </a:lnTo>
                <a:lnTo>
                  <a:pt x="68196" y="11705"/>
                </a:lnTo>
                <a:lnTo>
                  <a:pt x="55498" y="3140"/>
                </a:lnTo>
                <a:lnTo>
                  <a:pt x="39949" y="0"/>
                </a:lnTo>
                <a:close/>
              </a:path>
            </a:pathLst>
          </a:custGeom>
          <a:solidFill>
            <a:srgbClr val="00A1E9"/>
          </a:solid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73942" y="2523926"/>
            <a:ext cx="242718" cy="181360"/>
          </a:xfrm>
          <a:custGeom>
            <a:avLst/>
            <a:gdLst/>
            <a:ahLst/>
            <a:cxnLst/>
            <a:rect l="l" t="t" r="r" b="b"/>
            <a:pathLst>
              <a:path w="283845" h="212089">
                <a:moveTo>
                  <a:pt x="283353" y="211811"/>
                </a:moveTo>
                <a:lnTo>
                  <a:pt x="0" y="0"/>
                </a:lnTo>
              </a:path>
            </a:pathLst>
          </a:custGeom>
          <a:ln w="16430">
            <a:solidFill>
              <a:srgbClr val="00A1E9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171078" y="3358411"/>
            <a:ext cx="217197" cy="2171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47236" y="3435167"/>
            <a:ext cx="68417" cy="68417"/>
          </a:xfrm>
          <a:custGeom>
            <a:avLst/>
            <a:gdLst/>
            <a:ahLst/>
            <a:cxnLst/>
            <a:rect l="l" t="t" r="r" b="b"/>
            <a:pathLst>
              <a:path w="80010" h="80010">
                <a:moveTo>
                  <a:pt x="39947" y="0"/>
                </a:moveTo>
                <a:lnTo>
                  <a:pt x="24398" y="3140"/>
                </a:lnTo>
                <a:lnTo>
                  <a:pt x="11700" y="11705"/>
                </a:lnTo>
                <a:lnTo>
                  <a:pt x="3139" y="24409"/>
                </a:lnTo>
                <a:lnTo>
                  <a:pt x="0" y="39965"/>
                </a:lnTo>
                <a:lnTo>
                  <a:pt x="3139" y="55522"/>
                </a:lnTo>
                <a:lnTo>
                  <a:pt x="11700" y="68225"/>
                </a:lnTo>
                <a:lnTo>
                  <a:pt x="24398" y="76790"/>
                </a:lnTo>
                <a:lnTo>
                  <a:pt x="39947" y="79931"/>
                </a:lnTo>
                <a:lnTo>
                  <a:pt x="55497" y="76790"/>
                </a:lnTo>
                <a:lnTo>
                  <a:pt x="68195" y="68225"/>
                </a:lnTo>
                <a:lnTo>
                  <a:pt x="76756" y="55522"/>
                </a:lnTo>
                <a:lnTo>
                  <a:pt x="79895" y="39965"/>
                </a:lnTo>
                <a:lnTo>
                  <a:pt x="76756" y="24409"/>
                </a:lnTo>
                <a:lnTo>
                  <a:pt x="68195" y="11705"/>
                </a:lnTo>
                <a:lnTo>
                  <a:pt x="55497" y="3140"/>
                </a:lnTo>
                <a:lnTo>
                  <a:pt x="39947" y="0"/>
                </a:lnTo>
                <a:close/>
              </a:path>
            </a:pathLst>
          </a:custGeom>
          <a:solidFill>
            <a:srgbClr val="00A1E9"/>
          </a:solid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18594" y="4096881"/>
            <a:ext cx="217197" cy="2171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594960" y="4169110"/>
            <a:ext cx="68417" cy="68417"/>
          </a:xfrm>
          <a:custGeom>
            <a:avLst/>
            <a:gdLst/>
            <a:ahLst/>
            <a:cxnLst/>
            <a:rect l="l" t="t" r="r" b="b"/>
            <a:pathLst>
              <a:path w="80010" h="80010">
                <a:moveTo>
                  <a:pt x="39949" y="0"/>
                </a:moveTo>
                <a:lnTo>
                  <a:pt x="24398" y="3140"/>
                </a:lnTo>
                <a:lnTo>
                  <a:pt x="11700" y="11705"/>
                </a:lnTo>
                <a:lnTo>
                  <a:pt x="3139" y="24409"/>
                </a:lnTo>
                <a:lnTo>
                  <a:pt x="0" y="39965"/>
                </a:lnTo>
                <a:lnTo>
                  <a:pt x="3139" y="55522"/>
                </a:lnTo>
                <a:lnTo>
                  <a:pt x="11700" y="68225"/>
                </a:lnTo>
                <a:lnTo>
                  <a:pt x="24398" y="76790"/>
                </a:lnTo>
                <a:lnTo>
                  <a:pt x="39949" y="79931"/>
                </a:lnTo>
                <a:lnTo>
                  <a:pt x="55498" y="76790"/>
                </a:lnTo>
                <a:lnTo>
                  <a:pt x="68196" y="68225"/>
                </a:lnTo>
                <a:lnTo>
                  <a:pt x="76757" y="55522"/>
                </a:lnTo>
                <a:lnTo>
                  <a:pt x="79896" y="39965"/>
                </a:lnTo>
                <a:lnTo>
                  <a:pt x="76757" y="24409"/>
                </a:lnTo>
                <a:lnTo>
                  <a:pt x="68196" y="11705"/>
                </a:lnTo>
                <a:lnTo>
                  <a:pt x="55498" y="3140"/>
                </a:lnTo>
                <a:lnTo>
                  <a:pt x="39949" y="0"/>
                </a:lnTo>
                <a:close/>
              </a:path>
            </a:pathLst>
          </a:custGeom>
          <a:solidFill>
            <a:srgbClr val="00A1E9"/>
          </a:solid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773897" y="3469343"/>
            <a:ext cx="473490" cy="83078"/>
          </a:xfrm>
          <a:custGeom>
            <a:avLst/>
            <a:gdLst/>
            <a:ahLst/>
            <a:cxnLst/>
            <a:rect l="l" t="t" r="r" b="b"/>
            <a:pathLst>
              <a:path w="553720" h="97154">
                <a:moveTo>
                  <a:pt x="553543" y="0"/>
                </a:moveTo>
                <a:lnTo>
                  <a:pt x="0" y="96684"/>
                </a:lnTo>
              </a:path>
            </a:pathLst>
          </a:custGeom>
          <a:ln w="16433">
            <a:solidFill>
              <a:srgbClr val="00A1E9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676622" y="2963578"/>
            <a:ext cx="219912" cy="219912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45175" y="89777"/>
                </a:moveTo>
                <a:lnTo>
                  <a:pt x="5252" y="89777"/>
                </a:lnTo>
                <a:lnTo>
                  <a:pt x="0" y="95032"/>
                </a:lnTo>
                <a:lnTo>
                  <a:pt x="0" y="251725"/>
                </a:lnTo>
                <a:lnTo>
                  <a:pt x="5252" y="256980"/>
                </a:lnTo>
                <a:lnTo>
                  <a:pt x="45175" y="256980"/>
                </a:lnTo>
                <a:lnTo>
                  <a:pt x="50427" y="251725"/>
                </a:lnTo>
                <a:lnTo>
                  <a:pt x="50427" y="95032"/>
                </a:lnTo>
                <a:lnTo>
                  <a:pt x="45175" y="89777"/>
                </a:lnTo>
                <a:close/>
              </a:path>
              <a:path w="257175" h="257175">
                <a:moveTo>
                  <a:pt x="134298" y="0"/>
                </a:moveTo>
                <a:lnTo>
                  <a:pt x="121166" y="0"/>
                </a:lnTo>
                <a:lnTo>
                  <a:pt x="116701" y="5956"/>
                </a:lnTo>
                <a:lnTo>
                  <a:pt x="116701" y="11737"/>
                </a:lnTo>
                <a:lnTo>
                  <a:pt x="113370" y="25990"/>
                </a:lnTo>
                <a:lnTo>
                  <a:pt x="105156" y="41943"/>
                </a:lnTo>
                <a:lnTo>
                  <a:pt x="94134" y="58405"/>
                </a:lnTo>
                <a:lnTo>
                  <a:pt x="82383" y="74187"/>
                </a:lnTo>
                <a:lnTo>
                  <a:pt x="73832" y="85436"/>
                </a:lnTo>
                <a:lnTo>
                  <a:pt x="67226" y="94418"/>
                </a:lnTo>
                <a:lnTo>
                  <a:pt x="62967" y="101431"/>
                </a:lnTo>
                <a:lnTo>
                  <a:pt x="61459" y="106768"/>
                </a:lnTo>
                <a:lnTo>
                  <a:pt x="61459" y="240602"/>
                </a:lnTo>
                <a:lnTo>
                  <a:pt x="105321" y="251199"/>
                </a:lnTo>
                <a:lnTo>
                  <a:pt x="155573" y="256980"/>
                </a:lnTo>
                <a:lnTo>
                  <a:pt x="214054" y="256980"/>
                </a:lnTo>
                <a:lnTo>
                  <a:pt x="219833" y="254177"/>
                </a:lnTo>
                <a:lnTo>
                  <a:pt x="223335" y="247872"/>
                </a:lnTo>
                <a:lnTo>
                  <a:pt x="225089" y="245163"/>
                </a:lnTo>
                <a:lnTo>
                  <a:pt x="244231" y="198234"/>
                </a:lnTo>
                <a:lnTo>
                  <a:pt x="254069" y="148118"/>
                </a:lnTo>
                <a:lnTo>
                  <a:pt x="256866" y="112287"/>
                </a:lnTo>
                <a:lnTo>
                  <a:pt x="256866" y="103264"/>
                </a:lnTo>
                <a:lnTo>
                  <a:pt x="150232" y="89777"/>
                </a:lnTo>
                <a:lnTo>
                  <a:pt x="154064" y="77617"/>
                </a:lnTo>
                <a:lnTo>
                  <a:pt x="156262" y="68044"/>
                </a:lnTo>
                <a:lnTo>
                  <a:pt x="157262" y="58258"/>
                </a:lnTo>
                <a:lnTo>
                  <a:pt x="157499" y="45458"/>
                </a:lnTo>
                <a:lnTo>
                  <a:pt x="156455" y="34898"/>
                </a:lnTo>
                <a:lnTo>
                  <a:pt x="153877" y="25948"/>
                </a:lnTo>
                <a:lnTo>
                  <a:pt x="150592" y="18804"/>
                </a:lnTo>
                <a:lnTo>
                  <a:pt x="147431" y="13663"/>
                </a:lnTo>
                <a:lnTo>
                  <a:pt x="141565" y="5255"/>
                </a:lnTo>
                <a:lnTo>
                  <a:pt x="1342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895183" y="2190845"/>
            <a:ext cx="510601" cy="5108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895183" y="2190846"/>
            <a:ext cx="510956" cy="510956"/>
          </a:xfrm>
          <a:custGeom>
            <a:avLst/>
            <a:gdLst/>
            <a:ahLst/>
            <a:cxnLst/>
            <a:rect l="l" t="t" r="r" b="b"/>
            <a:pathLst>
              <a:path w="597535" h="597535">
                <a:moveTo>
                  <a:pt x="0" y="298693"/>
                </a:moveTo>
                <a:lnTo>
                  <a:pt x="3907" y="250243"/>
                </a:lnTo>
                <a:lnTo>
                  <a:pt x="15220" y="204283"/>
                </a:lnTo>
                <a:lnTo>
                  <a:pt x="33324" y="161426"/>
                </a:lnTo>
                <a:lnTo>
                  <a:pt x="57604" y="122288"/>
                </a:lnTo>
                <a:lnTo>
                  <a:pt x="87446" y="87485"/>
                </a:lnTo>
                <a:lnTo>
                  <a:pt x="122234" y="57630"/>
                </a:lnTo>
                <a:lnTo>
                  <a:pt x="161354" y="33339"/>
                </a:lnTo>
                <a:lnTo>
                  <a:pt x="204191" y="15227"/>
                </a:lnTo>
                <a:lnTo>
                  <a:pt x="250131" y="3909"/>
                </a:lnTo>
                <a:lnTo>
                  <a:pt x="298559" y="0"/>
                </a:lnTo>
                <a:lnTo>
                  <a:pt x="346987" y="3909"/>
                </a:lnTo>
                <a:lnTo>
                  <a:pt x="392927" y="15227"/>
                </a:lnTo>
                <a:lnTo>
                  <a:pt x="435765" y="33339"/>
                </a:lnTo>
                <a:lnTo>
                  <a:pt x="474885" y="57630"/>
                </a:lnTo>
                <a:lnTo>
                  <a:pt x="509673" y="87485"/>
                </a:lnTo>
                <a:lnTo>
                  <a:pt x="539514" y="122288"/>
                </a:lnTo>
                <a:lnTo>
                  <a:pt x="563794" y="161426"/>
                </a:lnTo>
                <a:lnTo>
                  <a:pt x="581898" y="204283"/>
                </a:lnTo>
                <a:lnTo>
                  <a:pt x="593211" y="250243"/>
                </a:lnTo>
                <a:lnTo>
                  <a:pt x="597119" y="298693"/>
                </a:lnTo>
                <a:lnTo>
                  <a:pt x="593211" y="347142"/>
                </a:lnTo>
                <a:lnTo>
                  <a:pt x="581898" y="393103"/>
                </a:lnTo>
                <a:lnTo>
                  <a:pt x="563794" y="435960"/>
                </a:lnTo>
                <a:lnTo>
                  <a:pt x="539514" y="475097"/>
                </a:lnTo>
                <a:lnTo>
                  <a:pt x="509673" y="509901"/>
                </a:lnTo>
                <a:lnTo>
                  <a:pt x="474885" y="539756"/>
                </a:lnTo>
                <a:lnTo>
                  <a:pt x="435765" y="564047"/>
                </a:lnTo>
                <a:lnTo>
                  <a:pt x="392927" y="582159"/>
                </a:lnTo>
                <a:lnTo>
                  <a:pt x="346987" y="593477"/>
                </a:lnTo>
                <a:lnTo>
                  <a:pt x="298559" y="597386"/>
                </a:lnTo>
                <a:lnTo>
                  <a:pt x="250131" y="593477"/>
                </a:lnTo>
                <a:lnTo>
                  <a:pt x="204191" y="582159"/>
                </a:lnTo>
                <a:lnTo>
                  <a:pt x="161354" y="564047"/>
                </a:lnTo>
                <a:lnTo>
                  <a:pt x="122234" y="539756"/>
                </a:lnTo>
                <a:lnTo>
                  <a:pt x="87446" y="509901"/>
                </a:lnTo>
                <a:lnTo>
                  <a:pt x="57604" y="475097"/>
                </a:lnTo>
                <a:lnTo>
                  <a:pt x="33324" y="435960"/>
                </a:lnTo>
                <a:lnTo>
                  <a:pt x="15220" y="393103"/>
                </a:lnTo>
                <a:lnTo>
                  <a:pt x="3907" y="347142"/>
                </a:lnTo>
                <a:lnTo>
                  <a:pt x="0" y="298693"/>
                </a:lnTo>
                <a:close/>
              </a:path>
            </a:pathLst>
          </a:custGeom>
          <a:ln w="1971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16602" y="1972904"/>
            <a:ext cx="836209" cy="250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625" b="1" spc="-2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交易决策</a:t>
            </a:r>
            <a:endParaRPr sz="1625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894789" y="2204322"/>
            <a:ext cx="96046" cy="1031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794995" y="2214548"/>
            <a:ext cx="99793" cy="9296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794996" y="2111357"/>
            <a:ext cx="195838" cy="19615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891042" y="2111356"/>
            <a:ext cx="99792" cy="9296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794996" y="2111356"/>
            <a:ext cx="96046" cy="10319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00399" y="2003478"/>
            <a:ext cx="836209" cy="250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625" b="1" spc="-2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风险控制</a:t>
            </a:r>
            <a:endParaRPr sz="1625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566110" y="2323350"/>
            <a:ext cx="59435" cy="12785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566110" y="2265820"/>
            <a:ext cx="123640" cy="5752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566110" y="2265820"/>
            <a:ext cx="183075" cy="18537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625547" y="2393671"/>
            <a:ext cx="123639" cy="5752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689750" y="2265820"/>
            <a:ext cx="59435" cy="12785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910590" y="2489809"/>
            <a:ext cx="430593" cy="226971"/>
          </a:xfrm>
          <a:custGeom>
            <a:avLst/>
            <a:gdLst/>
            <a:ahLst/>
            <a:cxnLst/>
            <a:rect l="l" t="t" r="r" b="b"/>
            <a:pathLst>
              <a:path w="503554" h="265430">
                <a:moveTo>
                  <a:pt x="503254" y="0"/>
                </a:moveTo>
                <a:lnTo>
                  <a:pt x="0" y="265079"/>
                </a:lnTo>
              </a:path>
            </a:pathLst>
          </a:custGeom>
          <a:ln w="16431">
            <a:solidFill>
              <a:srgbClr val="00A1E9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789197" y="2609081"/>
            <a:ext cx="228057" cy="21719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868761" y="2684473"/>
            <a:ext cx="68417" cy="68417"/>
          </a:xfrm>
          <a:custGeom>
            <a:avLst/>
            <a:gdLst/>
            <a:ahLst/>
            <a:cxnLst/>
            <a:rect l="l" t="t" r="r" b="b"/>
            <a:pathLst>
              <a:path w="80010" h="80010">
                <a:moveTo>
                  <a:pt x="39949" y="0"/>
                </a:moveTo>
                <a:lnTo>
                  <a:pt x="24398" y="3140"/>
                </a:lnTo>
                <a:lnTo>
                  <a:pt x="11700" y="11705"/>
                </a:lnTo>
                <a:lnTo>
                  <a:pt x="3139" y="24409"/>
                </a:lnTo>
                <a:lnTo>
                  <a:pt x="0" y="39965"/>
                </a:lnTo>
                <a:lnTo>
                  <a:pt x="3139" y="55522"/>
                </a:lnTo>
                <a:lnTo>
                  <a:pt x="11700" y="68225"/>
                </a:lnTo>
                <a:lnTo>
                  <a:pt x="24398" y="76790"/>
                </a:lnTo>
                <a:lnTo>
                  <a:pt x="39949" y="79931"/>
                </a:lnTo>
                <a:lnTo>
                  <a:pt x="55498" y="76790"/>
                </a:lnTo>
                <a:lnTo>
                  <a:pt x="68196" y="68225"/>
                </a:lnTo>
                <a:lnTo>
                  <a:pt x="76757" y="55522"/>
                </a:lnTo>
                <a:lnTo>
                  <a:pt x="79896" y="39965"/>
                </a:lnTo>
                <a:lnTo>
                  <a:pt x="76757" y="24409"/>
                </a:lnTo>
                <a:lnTo>
                  <a:pt x="68196" y="11705"/>
                </a:lnTo>
                <a:lnTo>
                  <a:pt x="55498" y="3140"/>
                </a:lnTo>
                <a:lnTo>
                  <a:pt x="39949" y="0"/>
                </a:lnTo>
                <a:close/>
              </a:path>
            </a:pathLst>
          </a:custGeom>
          <a:solidFill>
            <a:srgbClr val="00A1E9"/>
          </a:solid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136713" y="3358411"/>
            <a:ext cx="217197" cy="21719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208824" y="3435167"/>
            <a:ext cx="68417" cy="68417"/>
          </a:xfrm>
          <a:custGeom>
            <a:avLst/>
            <a:gdLst/>
            <a:ahLst/>
            <a:cxnLst/>
            <a:rect l="l" t="t" r="r" b="b"/>
            <a:pathLst>
              <a:path w="80010" h="80010">
                <a:moveTo>
                  <a:pt x="39947" y="0"/>
                </a:moveTo>
                <a:lnTo>
                  <a:pt x="24398" y="3140"/>
                </a:lnTo>
                <a:lnTo>
                  <a:pt x="11700" y="11705"/>
                </a:lnTo>
                <a:lnTo>
                  <a:pt x="3139" y="24409"/>
                </a:lnTo>
                <a:lnTo>
                  <a:pt x="0" y="39965"/>
                </a:lnTo>
                <a:lnTo>
                  <a:pt x="3139" y="55522"/>
                </a:lnTo>
                <a:lnTo>
                  <a:pt x="11700" y="68225"/>
                </a:lnTo>
                <a:lnTo>
                  <a:pt x="24398" y="76790"/>
                </a:lnTo>
                <a:lnTo>
                  <a:pt x="39947" y="79931"/>
                </a:lnTo>
                <a:lnTo>
                  <a:pt x="55498" y="76790"/>
                </a:lnTo>
                <a:lnTo>
                  <a:pt x="68196" y="68225"/>
                </a:lnTo>
                <a:lnTo>
                  <a:pt x="76757" y="55522"/>
                </a:lnTo>
                <a:lnTo>
                  <a:pt x="79896" y="39965"/>
                </a:lnTo>
                <a:lnTo>
                  <a:pt x="76757" y="24409"/>
                </a:lnTo>
                <a:lnTo>
                  <a:pt x="68196" y="11705"/>
                </a:lnTo>
                <a:lnTo>
                  <a:pt x="55498" y="3140"/>
                </a:lnTo>
                <a:lnTo>
                  <a:pt x="39947" y="0"/>
                </a:lnTo>
                <a:close/>
              </a:path>
            </a:pathLst>
          </a:custGeom>
          <a:solidFill>
            <a:srgbClr val="00A1E9"/>
          </a:solid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789197" y="4096881"/>
            <a:ext cx="228057" cy="21719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868761" y="4169110"/>
            <a:ext cx="68417" cy="68417"/>
          </a:xfrm>
          <a:custGeom>
            <a:avLst/>
            <a:gdLst/>
            <a:ahLst/>
            <a:cxnLst/>
            <a:rect l="l" t="t" r="r" b="b"/>
            <a:pathLst>
              <a:path w="80010" h="80010">
                <a:moveTo>
                  <a:pt x="39947" y="0"/>
                </a:moveTo>
                <a:lnTo>
                  <a:pt x="24397" y="3140"/>
                </a:lnTo>
                <a:lnTo>
                  <a:pt x="11700" y="11705"/>
                </a:lnTo>
                <a:lnTo>
                  <a:pt x="3139" y="24409"/>
                </a:lnTo>
                <a:lnTo>
                  <a:pt x="0" y="39965"/>
                </a:lnTo>
                <a:lnTo>
                  <a:pt x="3139" y="55522"/>
                </a:lnTo>
                <a:lnTo>
                  <a:pt x="11700" y="68225"/>
                </a:lnTo>
                <a:lnTo>
                  <a:pt x="24397" y="76790"/>
                </a:lnTo>
                <a:lnTo>
                  <a:pt x="39947" y="79931"/>
                </a:lnTo>
                <a:lnTo>
                  <a:pt x="55497" y="76790"/>
                </a:lnTo>
                <a:lnTo>
                  <a:pt x="68195" y="68225"/>
                </a:lnTo>
                <a:lnTo>
                  <a:pt x="76756" y="55522"/>
                </a:lnTo>
                <a:lnTo>
                  <a:pt x="79895" y="39965"/>
                </a:lnTo>
                <a:lnTo>
                  <a:pt x="76756" y="24409"/>
                </a:lnTo>
                <a:lnTo>
                  <a:pt x="68195" y="11705"/>
                </a:lnTo>
                <a:lnTo>
                  <a:pt x="55497" y="3140"/>
                </a:lnTo>
                <a:lnTo>
                  <a:pt x="39947" y="0"/>
                </a:lnTo>
                <a:close/>
              </a:path>
            </a:pathLst>
          </a:custGeom>
          <a:solidFill>
            <a:srgbClr val="00A1E9"/>
          </a:solid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274735" y="3445046"/>
            <a:ext cx="718923" cy="22806"/>
          </a:xfrm>
          <a:custGeom>
            <a:avLst/>
            <a:gdLst/>
            <a:ahLst/>
            <a:cxnLst/>
            <a:rect l="l" t="t" r="r" b="b"/>
            <a:pathLst>
              <a:path w="840740" h="26670">
                <a:moveTo>
                  <a:pt x="840184" y="0"/>
                </a:moveTo>
                <a:lnTo>
                  <a:pt x="0" y="26424"/>
                </a:lnTo>
              </a:path>
            </a:pathLst>
          </a:custGeom>
          <a:ln w="16433">
            <a:solidFill>
              <a:srgbClr val="00A1E9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921194" y="4214807"/>
            <a:ext cx="584260" cy="415390"/>
          </a:xfrm>
          <a:custGeom>
            <a:avLst/>
            <a:gdLst/>
            <a:ahLst/>
            <a:cxnLst/>
            <a:rect l="l" t="t" r="r" b="b"/>
            <a:pathLst>
              <a:path w="683260" h="485775">
                <a:moveTo>
                  <a:pt x="683190" y="485726"/>
                </a:moveTo>
                <a:lnTo>
                  <a:pt x="0" y="0"/>
                </a:lnTo>
              </a:path>
            </a:pathLst>
          </a:custGeom>
          <a:ln w="16431">
            <a:solidFill>
              <a:srgbClr val="00A1E9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184090" y="4217610"/>
            <a:ext cx="427878" cy="391497"/>
          </a:xfrm>
          <a:custGeom>
            <a:avLst/>
            <a:gdLst/>
            <a:ahLst/>
            <a:cxnLst/>
            <a:rect l="l" t="t" r="r" b="b"/>
            <a:pathLst>
              <a:path w="500379" h="457835">
                <a:moveTo>
                  <a:pt x="500238" y="0"/>
                </a:moveTo>
                <a:lnTo>
                  <a:pt x="0" y="457587"/>
                </a:lnTo>
              </a:path>
            </a:pathLst>
          </a:custGeom>
          <a:ln w="16430">
            <a:solidFill>
              <a:srgbClr val="00A1E9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563569" y="3181133"/>
            <a:ext cx="543097" cy="54334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563569" y="3181132"/>
            <a:ext cx="543536" cy="543536"/>
          </a:xfrm>
          <a:custGeom>
            <a:avLst/>
            <a:gdLst/>
            <a:ahLst/>
            <a:cxnLst/>
            <a:rect l="l" t="t" r="r" b="b"/>
            <a:pathLst>
              <a:path w="635634" h="635635">
                <a:moveTo>
                  <a:pt x="0" y="317703"/>
                </a:moveTo>
                <a:lnTo>
                  <a:pt x="3443" y="270755"/>
                </a:lnTo>
                <a:lnTo>
                  <a:pt x="13445" y="225946"/>
                </a:lnTo>
                <a:lnTo>
                  <a:pt x="29514" y="183767"/>
                </a:lnTo>
                <a:lnTo>
                  <a:pt x="51161" y="144710"/>
                </a:lnTo>
                <a:lnTo>
                  <a:pt x="77892" y="109266"/>
                </a:lnTo>
                <a:lnTo>
                  <a:pt x="109217" y="77927"/>
                </a:lnTo>
                <a:lnTo>
                  <a:pt x="144645" y="51183"/>
                </a:lnTo>
                <a:lnTo>
                  <a:pt x="183685" y="29528"/>
                </a:lnTo>
                <a:lnTo>
                  <a:pt x="225845" y="13451"/>
                </a:lnTo>
                <a:lnTo>
                  <a:pt x="270634" y="3444"/>
                </a:lnTo>
                <a:lnTo>
                  <a:pt x="317561" y="0"/>
                </a:lnTo>
                <a:lnTo>
                  <a:pt x="364488" y="3444"/>
                </a:lnTo>
                <a:lnTo>
                  <a:pt x="409277" y="13451"/>
                </a:lnTo>
                <a:lnTo>
                  <a:pt x="451437" y="29528"/>
                </a:lnTo>
                <a:lnTo>
                  <a:pt x="490476" y="51183"/>
                </a:lnTo>
                <a:lnTo>
                  <a:pt x="525904" y="77927"/>
                </a:lnTo>
                <a:lnTo>
                  <a:pt x="557230" y="109266"/>
                </a:lnTo>
                <a:lnTo>
                  <a:pt x="583961" y="144710"/>
                </a:lnTo>
                <a:lnTo>
                  <a:pt x="605607" y="183767"/>
                </a:lnTo>
                <a:lnTo>
                  <a:pt x="621677" y="225946"/>
                </a:lnTo>
                <a:lnTo>
                  <a:pt x="631679" y="270755"/>
                </a:lnTo>
                <a:lnTo>
                  <a:pt x="635122" y="317703"/>
                </a:lnTo>
                <a:lnTo>
                  <a:pt x="631679" y="364651"/>
                </a:lnTo>
                <a:lnTo>
                  <a:pt x="621677" y="409460"/>
                </a:lnTo>
                <a:lnTo>
                  <a:pt x="605607" y="451639"/>
                </a:lnTo>
                <a:lnTo>
                  <a:pt x="583961" y="490696"/>
                </a:lnTo>
                <a:lnTo>
                  <a:pt x="557230" y="526140"/>
                </a:lnTo>
                <a:lnTo>
                  <a:pt x="525904" y="557479"/>
                </a:lnTo>
                <a:lnTo>
                  <a:pt x="490476" y="584223"/>
                </a:lnTo>
                <a:lnTo>
                  <a:pt x="451437" y="605878"/>
                </a:lnTo>
                <a:lnTo>
                  <a:pt x="409277" y="621955"/>
                </a:lnTo>
                <a:lnTo>
                  <a:pt x="364488" y="631962"/>
                </a:lnTo>
                <a:lnTo>
                  <a:pt x="317561" y="635407"/>
                </a:lnTo>
                <a:lnTo>
                  <a:pt x="270634" y="631962"/>
                </a:lnTo>
                <a:lnTo>
                  <a:pt x="225845" y="621955"/>
                </a:lnTo>
                <a:lnTo>
                  <a:pt x="183685" y="605878"/>
                </a:lnTo>
                <a:lnTo>
                  <a:pt x="144645" y="584223"/>
                </a:lnTo>
                <a:lnTo>
                  <a:pt x="109217" y="557479"/>
                </a:lnTo>
                <a:lnTo>
                  <a:pt x="77892" y="526140"/>
                </a:lnTo>
                <a:lnTo>
                  <a:pt x="51161" y="490696"/>
                </a:lnTo>
                <a:lnTo>
                  <a:pt x="29514" y="451639"/>
                </a:lnTo>
                <a:lnTo>
                  <a:pt x="13445" y="409460"/>
                </a:lnTo>
                <a:lnTo>
                  <a:pt x="3443" y="364651"/>
                </a:lnTo>
                <a:lnTo>
                  <a:pt x="0" y="317703"/>
                </a:lnTo>
                <a:close/>
              </a:path>
            </a:pathLst>
          </a:custGeom>
          <a:ln w="1971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187643" y="4308879"/>
            <a:ext cx="518947" cy="51918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187643" y="4308880"/>
            <a:ext cx="519101" cy="519644"/>
          </a:xfrm>
          <a:custGeom>
            <a:avLst/>
            <a:gdLst/>
            <a:ahLst/>
            <a:cxnLst/>
            <a:rect l="l" t="t" r="r" b="b"/>
            <a:pathLst>
              <a:path w="607059" h="607695">
                <a:moveTo>
                  <a:pt x="0" y="303576"/>
                </a:moveTo>
                <a:lnTo>
                  <a:pt x="3971" y="254334"/>
                </a:lnTo>
                <a:lnTo>
                  <a:pt x="15469" y="207622"/>
                </a:lnTo>
                <a:lnTo>
                  <a:pt x="33869" y="164065"/>
                </a:lnTo>
                <a:lnTo>
                  <a:pt x="58546" y="124288"/>
                </a:lnTo>
                <a:lnTo>
                  <a:pt x="88875" y="88915"/>
                </a:lnTo>
                <a:lnTo>
                  <a:pt x="124232" y="58572"/>
                </a:lnTo>
                <a:lnTo>
                  <a:pt x="163992" y="33884"/>
                </a:lnTo>
                <a:lnTo>
                  <a:pt x="207529" y="15476"/>
                </a:lnTo>
                <a:lnTo>
                  <a:pt x="254220" y="3973"/>
                </a:lnTo>
                <a:lnTo>
                  <a:pt x="303440" y="0"/>
                </a:lnTo>
                <a:lnTo>
                  <a:pt x="352660" y="3973"/>
                </a:lnTo>
                <a:lnTo>
                  <a:pt x="399351" y="15476"/>
                </a:lnTo>
                <a:lnTo>
                  <a:pt x="442888" y="33884"/>
                </a:lnTo>
                <a:lnTo>
                  <a:pt x="482648" y="58572"/>
                </a:lnTo>
                <a:lnTo>
                  <a:pt x="518005" y="88915"/>
                </a:lnTo>
                <a:lnTo>
                  <a:pt x="548334" y="124288"/>
                </a:lnTo>
                <a:lnTo>
                  <a:pt x="573011" y="164065"/>
                </a:lnTo>
                <a:lnTo>
                  <a:pt x="591411" y="207622"/>
                </a:lnTo>
                <a:lnTo>
                  <a:pt x="602909" y="254334"/>
                </a:lnTo>
                <a:lnTo>
                  <a:pt x="606881" y="303576"/>
                </a:lnTo>
                <a:lnTo>
                  <a:pt x="602909" y="352818"/>
                </a:lnTo>
                <a:lnTo>
                  <a:pt x="591411" y="399529"/>
                </a:lnTo>
                <a:lnTo>
                  <a:pt x="573011" y="443087"/>
                </a:lnTo>
                <a:lnTo>
                  <a:pt x="548334" y="482864"/>
                </a:lnTo>
                <a:lnTo>
                  <a:pt x="518005" y="518237"/>
                </a:lnTo>
                <a:lnTo>
                  <a:pt x="482648" y="548580"/>
                </a:lnTo>
                <a:lnTo>
                  <a:pt x="442888" y="573268"/>
                </a:lnTo>
                <a:lnTo>
                  <a:pt x="399351" y="591676"/>
                </a:lnTo>
                <a:lnTo>
                  <a:pt x="352660" y="603179"/>
                </a:lnTo>
                <a:lnTo>
                  <a:pt x="303440" y="607152"/>
                </a:lnTo>
                <a:lnTo>
                  <a:pt x="254220" y="603179"/>
                </a:lnTo>
                <a:lnTo>
                  <a:pt x="207529" y="591676"/>
                </a:lnTo>
                <a:lnTo>
                  <a:pt x="163992" y="573268"/>
                </a:lnTo>
                <a:lnTo>
                  <a:pt x="124232" y="548580"/>
                </a:lnTo>
                <a:lnTo>
                  <a:pt x="88875" y="518237"/>
                </a:lnTo>
                <a:lnTo>
                  <a:pt x="58546" y="482864"/>
                </a:lnTo>
                <a:lnTo>
                  <a:pt x="33869" y="443087"/>
                </a:lnTo>
                <a:lnTo>
                  <a:pt x="15469" y="399529"/>
                </a:lnTo>
                <a:lnTo>
                  <a:pt x="3971" y="352818"/>
                </a:lnTo>
                <a:lnTo>
                  <a:pt x="0" y="303576"/>
                </a:lnTo>
                <a:close/>
              </a:path>
            </a:pathLst>
          </a:custGeom>
          <a:ln w="1971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770541" y="3762116"/>
            <a:ext cx="1039831" cy="250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625" b="1" spc="-2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个性化保险</a:t>
            </a:r>
            <a:endParaRPr sz="1625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113719" y="3414190"/>
            <a:ext cx="160580" cy="138450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6113719" y="3414190"/>
            <a:ext cx="160580" cy="16428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6113719" y="3552641"/>
            <a:ext cx="133890" cy="2583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6247608" y="3440023"/>
            <a:ext cx="26690" cy="138451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185549" y="4965982"/>
            <a:ext cx="836209" cy="250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625" b="1" spc="-2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智能投顾</a:t>
            </a:r>
            <a:endParaRPr sz="1625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591811" y="4721910"/>
            <a:ext cx="92871" cy="106061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684682" y="4721911"/>
            <a:ext cx="102567" cy="8989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591811" y="4721910"/>
            <a:ext cx="195438" cy="195953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5591811" y="4827972"/>
            <a:ext cx="102566" cy="89893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694378" y="4811804"/>
            <a:ext cx="92871" cy="106060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2801049" y="4287186"/>
            <a:ext cx="562317" cy="562568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2801049" y="4287186"/>
            <a:ext cx="562541" cy="563084"/>
          </a:xfrm>
          <a:custGeom>
            <a:avLst/>
            <a:gdLst/>
            <a:ahLst/>
            <a:cxnLst/>
            <a:rect l="l" t="t" r="r" b="b"/>
            <a:pathLst>
              <a:path w="657860" h="658495">
                <a:moveTo>
                  <a:pt x="0" y="328946"/>
                </a:moveTo>
                <a:lnTo>
                  <a:pt x="3565" y="280336"/>
                </a:lnTo>
                <a:lnTo>
                  <a:pt x="13921" y="233942"/>
                </a:lnTo>
                <a:lnTo>
                  <a:pt x="30559" y="190270"/>
                </a:lnTo>
                <a:lnTo>
                  <a:pt x="52971" y="149831"/>
                </a:lnTo>
                <a:lnTo>
                  <a:pt x="80648" y="113133"/>
                </a:lnTo>
                <a:lnTo>
                  <a:pt x="113082" y="80684"/>
                </a:lnTo>
                <a:lnTo>
                  <a:pt x="149764" y="52995"/>
                </a:lnTo>
                <a:lnTo>
                  <a:pt x="190185" y="30573"/>
                </a:lnTo>
                <a:lnTo>
                  <a:pt x="233837" y="13927"/>
                </a:lnTo>
                <a:lnTo>
                  <a:pt x="280211" y="3566"/>
                </a:lnTo>
                <a:lnTo>
                  <a:pt x="328799" y="0"/>
                </a:lnTo>
                <a:lnTo>
                  <a:pt x="377386" y="3566"/>
                </a:lnTo>
                <a:lnTo>
                  <a:pt x="423760" y="13927"/>
                </a:lnTo>
                <a:lnTo>
                  <a:pt x="467412" y="30573"/>
                </a:lnTo>
                <a:lnTo>
                  <a:pt x="507833" y="52995"/>
                </a:lnTo>
                <a:lnTo>
                  <a:pt x="544515" y="80684"/>
                </a:lnTo>
                <a:lnTo>
                  <a:pt x="576949" y="113133"/>
                </a:lnTo>
                <a:lnTo>
                  <a:pt x="604626" y="149831"/>
                </a:lnTo>
                <a:lnTo>
                  <a:pt x="627038" y="190270"/>
                </a:lnTo>
                <a:lnTo>
                  <a:pt x="643676" y="233942"/>
                </a:lnTo>
                <a:lnTo>
                  <a:pt x="654032" y="280336"/>
                </a:lnTo>
                <a:lnTo>
                  <a:pt x="657598" y="328946"/>
                </a:lnTo>
                <a:lnTo>
                  <a:pt x="654032" y="377555"/>
                </a:lnTo>
                <a:lnTo>
                  <a:pt x="643676" y="423950"/>
                </a:lnTo>
                <a:lnTo>
                  <a:pt x="627038" y="467621"/>
                </a:lnTo>
                <a:lnTo>
                  <a:pt x="604626" y="508060"/>
                </a:lnTo>
                <a:lnTo>
                  <a:pt x="576949" y="544758"/>
                </a:lnTo>
                <a:lnTo>
                  <a:pt x="544515" y="577207"/>
                </a:lnTo>
                <a:lnTo>
                  <a:pt x="507833" y="604897"/>
                </a:lnTo>
                <a:lnTo>
                  <a:pt x="467412" y="627319"/>
                </a:lnTo>
                <a:lnTo>
                  <a:pt x="423760" y="643965"/>
                </a:lnTo>
                <a:lnTo>
                  <a:pt x="377386" y="654325"/>
                </a:lnTo>
                <a:lnTo>
                  <a:pt x="328799" y="657892"/>
                </a:lnTo>
                <a:lnTo>
                  <a:pt x="280211" y="654325"/>
                </a:lnTo>
                <a:lnTo>
                  <a:pt x="233837" y="643965"/>
                </a:lnTo>
                <a:lnTo>
                  <a:pt x="190185" y="627319"/>
                </a:lnTo>
                <a:lnTo>
                  <a:pt x="149764" y="604897"/>
                </a:lnTo>
                <a:lnTo>
                  <a:pt x="113082" y="577207"/>
                </a:lnTo>
                <a:lnTo>
                  <a:pt x="80648" y="544758"/>
                </a:lnTo>
                <a:lnTo>
                  <a:pt x="52971" y="508060"/>
                </a:lnTo>
                <a:lnTo>
                  <a:pt x="30559" y="467621"/>
                </a:lnTo>
                <a:lnTo>
                  <a:pt x="13921" y="423950"/>
                </a:lnTo>
                <a:lnTo>
                  <a:pt x="3565" y="377555"/>
                </a:lnTo>
                <a:lnTo>
                  <a:pt x="0" y="328946"/>
                </a:lnTo>
                <a:close/>
              </a:path>
            </a:pathLst>
          </a:custGeom>
          <a:ln w="1971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463009" y="3291201"/>
            <a:ext cx="529745" cy="52998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463009" y="3291202"/>
            <a:ext cx="529961" cy="530504"/>
          </a:xfrm>
          <a:custGeom>
            <a:avLst/>
            <a:gdLst/>
            <a:ahLst/>
            <a:cxnLst/>
            <a:rect l="l" t="t" r="r" b="b"/>
            <a:pathLst>
              <a:path w="619760" h="620395">
                <a:moveTo>
                  <a:pt x="0" y="309892"/>
                </a:moveTo>
                <a:lnTo>
                  <a:pt x="3358" y="264098"/>
                </a:lnTo>
                <a:lnTo>
                  <a:pt x="13114" y="220391"/>
                </a:lnTo>
                <a:lnTo>
                  <a:pt x="28789" y="179249"/>
                </a:lnTo>
                <a:lnTo>
                  <a:pt x="49903" y="141152"/>
                </a:lnTo>
                <a:lnTo>
                  <a:pt x="75977" y="106580"/>
                </a:lnTo>
                <a:lnTo>
                  <a:pt x="106532" y="76011"/>
                </a:lnTo>
                <a:lnTo>
                  <a:pt x="141089" y="49925"/>
                </a:lnTo>
                <a:lnTo>
                  <a:pt x="179169" y="28802"/>
                </a:lnTo>
                <a:lnTo>
                  <a:pt x="220292" y="13120"/>
                </a:lnTo>
                <a:lnTo>
                  <a:pt x="263980" y="3360"/>
                </a:lnTo>
                <a:lnTo>
                  <a:pt x="309753" y="0"/>
                </a:lnTo>
                <a:lnTo>
                  <a:pt x="355527" y="3360"/>
                </a:lnTo>
                <a:lnTo>
                  <a:pt x="399214" y="13120"/>
                </a:lnTo>
                <a:lnTo>
                  <a:pt x="440338" y="28802"/>
                </a:lnTo>
                <a:lnTo>
                  <a:pt x="478418" y="49925"/>
                </a:lnTo>
                <a:lnTo>
                  <a:pt x="512975" y="76011"/>
                </a:lnTo>
                <a:lnTo>
                  <a:pt x="543530" y="106580"/>
                </a:lnTo>
                <a:lnTo>
                  <a:pt x="569604" y="141152"/>
                </a:lnTo>
                <a:lnTo>
                  <a:pt x="590718" y="179249"/>
                </a:lnTo>
                <a:lnTo>
                  <a:pt x="606393" y="220391"/>
                </a:lnTo>
                <a:lnTo>
                  <a:pt x="616149" y="264098"/>
                </a:lnTo>
                <a:lnTo>
                  <a:pt x="619507" y="309892"/>
                </a:lnTo>
                <a:lnTo>
                  <a:pt x="616149" y="355686"/>
                </a:lnTo>
                <a:lnTo>
                  <a:pt x="606393" y="399393"/>
                </a:lnTo>
                <a:lnTo>
                  <a:pt x="590718" y="440535"/>
                </a:lnTo>
                <a:lnTo>
                  <a:pt x="569604" y="478632"/>
                </a:lnTo>
                <a:lnTo>
                  <a:pt x="543530" y="513204"/>
                </a:lnTo>
                <a:lnTo>
                  <a:pt x="512975" y="543773"/>
                </a:lnTo>
                <a:lnTo>
                  <a:pt x="478418" y="569859"/>
                </a:lnTo>
                <a:lnTo>
                  <a:pt x="440338" y="590982"/>
                </a:lnTo>
                <a:lnTo>
                  <a:pt x="399214" y="606664"/>
                </a:lnTo>
                <a:lnTo>
                  <a:pt x="355527" y="616425"/>
                </a:lnTo>
                <a:lnTo>
                  <a:pt x="309753" y="619785"/>
                </a:lnTo>
                <a:lnTo>
                  <a:pt x="263980" y="616425"/>
                </a:lnTo>
                <a:lnTo>
                  <a:pt x="220292" y="606664"/>
                </a:lnTo>
                <a:lnTo>
                  <a:pt x="179169" y="590982"/>
                </a:lnTo>
                <a:lnTo>
                  <a:pt x="141089" y="569859"/>
                </a:lnTo>
                <a:lnTo>
                  <a:pt x="106532" y="543773"/>
                </a:lnTo>
                <a:lnTo>
                  <a:pt x="75977" y="513204"/>
                </a:lnTo>
                <a:lnTo>
                  <a:pt x="49903" y="478632"/>
                </a:lnTo>
                <a:lnTo>
                  <a:pt x="28789" y="440535"/>
                </a:lnTo>
                <a:lnTo>
                  <a:pt x="13114" y="399393"/>
                </a:lnTo>
                <a:lnTo>
                  <a:pt x="3358" y="355686"/>
                </a:lnTo>
                <a:lnTo>
                  <a:pt x="0" y="309892"/>
                </a:lnTo>
                <a:close/>
              </a:path>
            </a:pathLst>
          </a:custGeom>
          <a:ln w="1971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779587" y="3862444"/>
            <a:ext cx="1039831" cy="250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625" b="1" spc="-2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大数据征信</a:t>
            </a:r>
            <a:endParaRPr sz="1625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2283429" y="3412182"/>
            <a:ext cx="172917" cy="134251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2283430" y="3370478"/>
            <a:ext cx="172916" cy="175956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2326516" y="3370477"/>
            <a:ext cx="129830" cy="41705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283429" y="3370477"/>
            <a:ext cx="43087" cy="134252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4618241" y="3003292"/>
            <a:ext cx="287786" cy="230229"/>
          </a:xfrm>
          <a:custGeom>
            <a:avLst/>
            <a:gdLst/>
            <a:ahLst/>
            <a:cxnLst/>
            <a:rect l="l" t="t" r="r" b="b"/>
            <a:pathLst>
              <a:path w="336550" h="269239">
                <a:moveTo>
                  <a:pt x="210108" y="103469"/>
                </a:moveTo>
                <a:lnTo>
                  <a:pt x="126220" y="103469"/>
                </a:lnTo>
                <a:lnTo>
                  <a:pt x="132880" y="108341"/>
                </a:lnTo>
                <a:lnTo>
                  <a:pt x="140251" y="112348"/>
                </a:lnTo>
                <a:lnTo>
                  <a:pt x="148221" y="115407"/>
                </a:lnTo>
                <a:lnTo>
                  <a:pt x="156674" y="117434"/>
                </a:lnTo>
                <a:lnTo>
                  <a:pt x="156674" y="174282"/>
                </a:lnTo>
                <a:lnTo>
                  <a:pt x="140935" y="180470"/>
                </a:lnTo>
                <a:lnTo>
                  <a:pt x="128390" y="190968"/>
                </a:lnTo>
                <a:lnTo>
                  <a:pt x="120093" y="204805"/>
                </a:lnTo>
                <a:lnTo>
                  <a:pt x="117094" y="221014"/>
                </a:lnTo>
                <a:lnTo>
                  <a:pt x="121107" y="239684"/>
                </a:lnTo>
                <a:lnTo>
                  <a:pt x="132046" y="254922"/>
                </a:lnTo>
                <a:lnTo>
                  <a:pt x="148264" y="265191"/>
                </a:lnTo>
                <a:lnTo>
                  <a:pt x="168109" y="268955"/>
                </a:lnTo>
                <a:lnTo>
                  <a:pt x="187954" y="265191"/>
                </a:lnTo>
                <a:lnTo>
                  <a:pt x="204171" y="254922"/>
                </a:lnTo>
                <a:lnTo>
                  <a:pt x="215111" y="239684"/>
                </a:lnTo>
                <a:lnTo>
                  <a:pt x="219124" y="221014"/>
                </a:lnTo>
                <a:lnTo>
                  <a:pt x="216125" y="204805"/>
                </a:lnTo>
                <a:lnTo>
                  <a:pt x="207827" y="190968"/>
                </a:lnTo>
                <a:lnTo>
                  <a:pt x="195283" y="180470"/>
                </a:lnTo>
                <a:lnTo>
                  <a:pt x="179543" y="174282"/>
                </a:lnTo>
                <a:lnTo>
                  <a:pt x="179543" y="117434"/>
                </a:lnTo>
                <a:lnTo>
                  <a:pt x="187999" y="115407"/>
                </a:lnTo>
                <a:lnTo>
                  <a:pt x="195980" y="112348"/>
                </a:lnTo>
                <a:lnTo>
                  <a:pt x="203384" y="108341"/>
                </a:lnTo>
                <a:lnTo>
                  <a:pt x="210108" y="103469"/>
                </a:lnTo>
                <a:close/>
              </a:path>
              <a:path w="336550" h="269239">
                <a:moveTo>
                  <a:pt x="47167" y="116994"/>
                </a:moveTo>
                <a:lnTo>
                  <a:pt x="38811" y="116994"/>
                </a:lnTo>
                <a:lnTo>
                  <a:pt x="23702" y="119869"/>
                </a:lnTo>
                <a:lnTo>
                  <a:pt x="11366" y="127701"/>
                </a:lnTo>
                <a:lnTo>
                  <a:pt x="3049" y="139307"/>
                </a:lnTo>
                <a:lnTo>
                  <a:pt x="0" y="153499"/>
                </a:lnTo>
                <a:lnTo>
                  <a:pt x="3049" y="167693"/>
                </a:lnTo>
                <a:lnTo>
                  <a:pt x="11366" y="179299"/>
                </a:lnTo>
                <a:lnTo>
                  <a:pt x="23702" y="187131"/>
                </a:lnTo>
                <a:lnTo>
                  <a:pt x="38811" y="190005"/>
                </a:lnTo>
                <a:lnTo>
                  <a:pt x="53920" y="187131"/>
                </a:lnTo>
                <a:lnTo>
                  <a:pt x="66257" y="179299"/>
                </a:lnTo>
                <a:lnTo>
                  <a:pt x="74574" y="167693"/>
                </a:lnTo>
                <a:lnTo>
                  <a:pt x="77623" y="153499"/>
                </a:lnTo>
                <a:lnTo>
                  <a:pt x="77623" y="148992"/>
                </a:lnTo>
                <a:lnTo>
                  <a:pt x="76743" y="144593"/>
                </a:lnTo>
                <a:lnTo>
                  <a:pt x="75204" y="140635"/>
                </a:lnTo>
                <a:lnTo>
                  <a:pt x="98448" y="123701"/>
                </a:lnTo>
                <a:lnTo>
                  <a:pt x="61131" y="123701"/>
                </a:lnTo>
                <a:lnTo>
                  <a:pt x="54863" y="119523"/>
                </a:lnTo>
                <a:lnTo>
                  <a:pt x="47167" y="116994"/>
                </a:lnTo>
                <a:close/>
              </a:path>
              <a:path w="336550" h="269239">
                <a:moveTo>
                  <a:pt x="247398" y="103469"/>
                </a:moveTo>
                <a:lnTo>
                  <a:pt x="210108" y="103469"/>
                </a:lnTo>
                <a:lnTo>
                  <a:pt x="261124" y="140635"/>
                </a:lnTo>
                <a:lnTo>
                  <a:pt x="259476" y="144593"/>
                </a:lnTo>
                <a:lnTo>
                  <a:pt x="258596" y="148992"/>
                </a:lnTo>
                <a:lnTo>
                  <a:pt x="258596" y="153499"/>
                </a:lnTo>
                <a:lnTo>
                  <a:pt x="261645" y="167693"/>
                </a:lnTo>
                <a:lnTo>
                  <a:pt x="269961" y="179299"/>
                </a:lnTo>
                <a:lnTo>
                  <a:pt x="282298" y="187131"/>
                </a:lnTo>
                <a:lnTo>
                  <a:pt x="297407" y="190005"/>
                </a:lnTo>
                <a:lnTo>
                  <a:pt x="312516" y="187131"/>
                </a:lnTo>
                <a:lnTo>
                  <a:pt x="324852" y="179299"/>
                </a:lnTo>
                <a:lnTo>
                  <a:pt x="333169" y="167693"/>
                </a:lnTo>
                <a:lnTo>
                  <a:pt x="336218" y="153499"/>
                </a:lnTo>
                <a:lnTo>
                  <a:pt x="333169" y="139307"/>
                </a:lnTo>
                <a:lnTo>
                  <a:pt x="324852" y="127701"/>
                </a:lnTo>
                <a:lnTo>
                  <a:pt x="318553" y="123701"/>
                </a:lnTo>
                <a:lnTo>
                  <a:pt x="275088" y="123701"/>
                </a:lnTo>
                <a:lnTo>
                  <a:pt x="247398" y="103469"/>
                </a:lnTo>
                <a:close/>
              </a:path>
              <a:path w="336550" h="269239">
                <a:moveTo>
                  <a:pt x="168109" y="0"/>
                </a:moveTo>
                <a:lnTo>
                  <a:pt x="143608" y="4652"/>
                </a:lnTo>
                <a:lnTo>
                  <a:pt x="123581" y="17345"/>
                </a:lnTo>
                <a:lnTo>
                  <a:pt x="110068" y="36182"/>
                </a:lnTo>
                <a:lnTo>
                  <a:pt x="105110" y="59267"/>
                </a:lnTo>
                <a:lnTo>
                  <a:pt x="105575" y="66495"/>
                </a:lnTo>
                <a:lnTo>
                  <a:pt x="106937" y="73465"/>
                </a:lnTo>
                <a:lnTo>
                  <a:pt x="109145" y="80125"/>
                </a:lnTo>
                <a:lnTo>
                  <a:pt x="112146" y="86426"/>
                </a:lnTo>
                <a:lnTo>
                  <a:pt x="61131" y="123701"/>
                </a:lnTo>
                <a:lnTo>
                  <a:pt x="98448" y="123701"/>
                </a:lnTo>
                <a:lnTo>
                  <a:pt x="126220" y="103469"/>
                </a:lnTo>
                <a:lnTo>
                  <a:pt x="247398" y="103469"/>
                </a:lnTo>
                <a:lnTo>
                  <a:pt x="224072" y="86426"/>
                </a:lnTo>
                <a:lnTo>
                  <a:pt x="227074" y="80125"/>
                </a:lnTo>
                <a:lnTo>
                  <a:pt x="229281" y="73465"/>
                </a:lnTo>
                <a:lnTo>
                  <a:pt x="230643" y="66495"/>
                </a:lnTo>
                <a:lnTo>
                  <a:pt x="231109" y="59267"/>
                </a:lnTo>
                <a:lnTo>
                  <a:pt x="226166" y="36182"/>
                </a:lnTo>
                <a:lnTo>
                  <a:pt x="212679" y="17345"/>
                </a:lnTo>
                <a:lnTo>
                  <a:pt x="192657" y="4652"/>
                </a:lnTo>
                <a:lnTo>
                  <a:pt x="168109" y="0"/>
                </a:lnTo>
                <a:close/>
              </a:path>
              <a:path w="336550" h="269239">
                <a:moveTo>
                  <a:pt x="297407" y="116994"/>
                </a:moveTo>
                <a:lnTo>
                  <a:pt x="289051" y="116994"/>
                </a:lnTo>
                <a:lnTo>
                  <a:pt x="281355" y="119523"/>
                </a:lnTo>
                <a:lnTo>
                  <a:pt x="275088" y="123701"/>
                </a:lnTo>
                <a:lnTo>
                  <a:pt x="318553" y="123701"/>
                </a:lnTo>
                <a:lnTo>
                  <a:pt x="312516" y="119869"/>
                </a:lnTo>
                <a:lnTo>
                  <a:pt x="297407" y="116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3977283" y="3887277"/>
            <a:ext cx="263352" cy="206880"/>
          </a:xfrm>
          <a:custGeom>
            <a:avLst/>
            <a:gdLst/>
            <a:ahLst/>
            <a:cxnLst/>
            <a:rect l="l" t="t" r="r" b="b"/>
            <a:pathLst>
              <a:path w="307975" h="241935">
                <a:moveTo>
                  <a:pt x="209501" y="47748"/>
                </a:moveTo>
                <a:lnTo>
                  <a:pt x="201929" y="55721"/>
                </a:lnTo>
                <a:lnTo>
                  <a:pt x="201929" y="125566"/>
                </a:lnTo>
                <a:lnTo>
                  <a:pt x="182027" y="131741"/>
                </a:lnTo>
                <a:lnTo>
                  <a:pt x="174532" y="141465"/>
                </a:lnTo>
                <a:lnTo>
                  <a:pt x="174746" y="151694"/>
                </a:lnTo>
                <a:lnTo>
                  <a:pt x="177970" y="159383"/>
                </a:lnTo>
                <a:lnTo>
                  <a:pt x="184216" y="169958"/>
                </a:lnTo>
                <a:lnTo>
                  <a:pt x="206818" y="207611"/>
                </a:lnTo>
                <a:lnTo>
                  <a:pt x="206818" y="241428"/>
                </a:lnTo>
                <a:lnTo>
                  <a:pt x="283679" y="241428"/>
                </a:lnTo>
                <a:lnTo>
                  <a:pt x="283410" y="233960"/>
                </a:lnTo>
                <a:lnTo>
                  <a:pt x="282961" y="217494"/>
                </a:lnTo>
                <a:lnTo>
                  <a:pt x="282871" y="200939"/>
                </a:lnTo>
                <a:lnTo>
                  <a:pt x="283679" y="193201"/>
                </a:lnTo>
                <a:lnTo>
                  <a:pt x="299102" y="155620"/>
                </a:lnTo>
                <a:lnTo>
                  <a:pt x="292198" y="137106"/>
                </a:lnTo>
                <a:lnTo>
                  <a:pt x="277440" y="130932"/>
                </a:lnTo>
                <a:lnTo>
                  <a:pt x="269304" y="130369"/>
                </a:lnTo>
                <a:lnTo>
                  <a:pt x="268598" y="127582"/>
                </a:lnTo>
                <a:lnTo>
                  <a:pt x="249753" y="127582"/>
                </a:lnTo>
                <a:lnTo>
                  <a:pt x="250041" y="125566"/>
                </a:lnTo>
                <a:lnTo>
                  <a:pt x="250424" y="123548"/>
                </a:lnTo>
                <a:lnTo>
                  <a:pt x="230778" y="119225"/>
                </a:lnTo>
                <a:lnTo>
                  <a:pt x="230778" y="56009"/>
                </a:lnTo>
                <a:lnTo>
                  <a:pt x="223302" y="48804"/>
                </a:lnTo>
                <a:lnTo>
                  <a:pt x="216401" y="48323"/>
                </a:lnTo>
                <a:lnTo>
                  <a:pt x="209501" y="47748"/>
                </a:lnTo>
                <a:close/>
              </a:path>
              <a:path w="307975" h="241935">
                <a:moveTo>
                  <a:pt x="288568" y="0"/>
                </a:moveTo>
                <a:lnTo>
                  <a:pt x="19263" y="0"/>
                </a:lnTo>
                <a:lnTo>
                  <a:pt x="11765" y="1517"/>
                </a:lnTo>
                <a:lnTo>
                  <a:pt x="5642" y="5656"/>
                </a:lnTo>
                <a:lnTo>
                  <a:pt x="1513" y="11794"/>
                </a:lnTo>
                <a:lnTo>
                  <a:pt x="0" y="19310"/>
                </a:lnTo>
                <a:lnTo>
                  <a:pt x="0" y="183497"/>
                </a:lnTo>
                <a:lnTo>
                  <a:pt x="1513" y="191013"/>
                </a:lnTo>
                <a:lnTo>
                  <a:pt x="5642" y="197151"/>
                </a:lnTo>
                <a:lnTo>
                  <a:pt x="11765" y="201289"/>
                </a:lnTo>
                <a:lnTo>
                  <a:pt x="19263" y="202807"/>
                </a:lnTo>
                <a:lnTo>
                  <a:pt x="179504" y="202807"/>
                </a:lnTo>
                <a:lnTo>
                  <a:pt x="167619" y="183497"/>
                </a:lnTo>
                <a:lnTo>
                  <a:pt x="23576" y="183497"/>
                </a:lnTo>
                <a:lnTo>
                  <a:pt x="19263" y="179174"/>
                </a:lnTo>
                <a:lnTo>
                  <a:pt x="19263" y="82045"/>
                </a:lnTo>
                <a:lnTo>
                  <a:pt x="178450" y="82045"/>
                </a:lnTo>
                <a:lnTo>
                  <a:pt x="182763" y="77722"/>
                </a:lnTo>
                <a:lnTo>
                  <a:pt x="182763" y="52647"/>
                </a:lnTo>
                <a:lnTo>
                  <a:pt x="178450" y="48228"/>
                </a:lnTo>
                <a:lnTo>
                  <a:pt x="19263" y="48228"/>
                </a:lnTo>
                <a:lnTo>
                  <a:pt x="19263" y="23633"/>
                </a:lnTo>
                <a:lnTo>
                  <a:pt x="23576" y="19310"/>
                </a:lnTo>
                <a:lnTo>
                  <a:pt x="307734" y="19310"/>
                </a:lnTo>
                <a:lnTo>
                  <a:pt x="306222" y="11794"/>
                </a:lnTo>
                <a:lnTo>
                  <a:pt x="302104" y="5656"/>
                </a:lnTo>
                <a:lnTo>
                  <a:pt x="296010" y="1517"/>
                </a:lnTo>
                <a:lnTo>
                  <a:pt x="288568" y="0"/>
                </a:lnTo>
                <a:close/>
              </a:path>
              <a:path w="307975" h="241935">
                <a:moveTo>
                  <a:pt x="267770" y="124316"/>
                </a:moveTo>
                <a:lnTo>
                  <a:pt x="249753" y="127582"/>
                </a:lnTo>
                <a:lnTo>
                  <a:pt x="268598" y="127582"/>
                </a:lnTo>
                <a:lnTo>
                  <a:pt x="267770" y="124316"/>
                </a:lnTo>
                <a:close/>
              </a:path>
              <a:path w="307975" h="241935">
                <a:moveTo>
                  <a:pt x="307734" y="19310"/>
                </a:moveTo>
                <a:lnTo>
                  <a:pt x="284255" y="19310"/>
                </a:lnTo>
                <a:lnTo>
                  <a:pt x="288568" y="23633"/>
                </a:lnTo>
                <a:lnTo>
                  <a:pt x="288568" y="48228"/>
                </a:lnTo>
                <a:lnTo>
                  <a:pt x="254354" y="48228"/>
                </a:lnTo>
                <a:lnTo>
                  <a:pt x="250041" y="52647"/>
                </a:lnTo>
                <a:lnTo>
                  <a:pt x="250041" y="77722"/>
                </a:lnTo>
                <a:lnTo>
                  <a:pt x="254354" y="82045"/>
                </a:lnTo>
                <a:lnTo>
                  <a:pt x="288568" y="82045"/>
                </a:lnTo>
                <a:lnTo>
                  <a:pt x="288568" y="112212"/>
                </a:lnTo>
                <a:lnTo>
                  <a:pt x="307734" y="118264"/>
                </a:lnTo>
                <a:lnTo>
                  <a:pt x="307734" y="193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525209" y="4965982"/>
            <a:ext cx="836209" cy="250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625" b="1" spc="-26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辅助交易</a:t>
            </a:r>
            <a:endParaRPr sz="1625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2791843" y="4676751"/>
            <a:ext cx="77803" cy="117570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2755948" y="4794322"/>
            <a:ext cx="113698" cy="75308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2678145" y="4676751"/>
            <a:ext cx="191500" cy="192878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2678145" y="4676751"/>
            <a:ext cx="113698" cy="75306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2678145" y="4752058"/>
            <a:ext cx="77802" cy="117570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5113859" y="2234109"/>
            <a:ext cx="486552" cy="486770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5113859" y="2234109"/>
            <a:ext cx="487065" cy="487065"/>
          </a:xfrm>
          <a:custGeom>
            <a:avLst/>
            <a:gdLst/>
            <a:ahLst/>
            <a:cxnLst/>
            <a:rect l="l" t="t" r="r" b="b"/>
            <a:pathLst>
              <a:path w="569595" h="569594">
                <a:moveTo>
                  <a:pt x="0" y="284625"/>
                </a:moveTo>
                <a:lnTo>
                  <a:pt x="3723" y="238457"/>
                </a:lnTo>
                <a:lnTo>
                  <a:pt x="14503" y="194661"/>
                </a:lnTo>
                <a:lnTo>
                  <a:pt x="31755" y="153823"/>
                </a:lnTo>
                <a:lnTo>
                  <a:pt x="54891" y="116529"/>
                </a:lnTo>
                <a:lnTo>
                  <a:pt x="83327" y="83364"/>
                </a:lnTo>
                <a:lnTo>
                  <a:pt x="116477" y="54916"/>
                </a:lnTo>
                <a:lnTo>
                  <a:pt x="153754" y="31769"/>
                </a:lnTo>
                <a:lnTo>
                  <a:pt x="194574" y="14510"/>
                </a:lnTo>
                <a:lnTo>
                  <a:pt x="238350" y="3725"/>
                </a:lnTo>
                <a:lnTo>
                  <a:pt x="284497" y="0"/>
                </a:lnTo>
                <a:lnTo>
                  <a:pt x="330644" y="3725"/>
                </a:lnTo>
                <a:lnTo>
                  <a:pt x="374421" y="14510"/>
                </a:lnTo>
                <a:lnTo>
                  <a:pt x="415241" y="31769"/>
                </a:lnTo>
                <a:lnTo>
                  <a:pt x="452518" y="54916"/>
                </a:lnTo>
                <a:lnTo>
                  <a:pt x="485668" y="83364"/>
                </a:lnTo>
                <a:lnTo>
                  <a:pt x="514104" y="116529"/>
                </a:lnTo>
                <a:lnTo>
                  <a:pt x="537240" y="153823"/>
                </a:lnTo>
                <a:lnTo>
                  <a:pt x="554491" y="194661"/>
                </a:lnTo>
                <a:lnTo>
                  <a:pt x="565272" y="238457"/>
                </a:lnTo>
                <a:lnTo>
                  <a:pt x="568995" y="284625"/>
                </a:lnTo>
                <a:lnTo>
                  <a:pt x="565272" y="330792"/>
                </a:lnTo>
                <a:lnTo>
                  <a:pt x="554491" y="374588"/>
                </a:lnTo>
                <a:lnTo>
                  <a:pt x="537240" y="415426"/>
                </a:lnTo>
                <a:lnTo>
                  <a:pt x="514104" y="452721"/>
                </a:lnTo>
                <a:lnTo>
                  <a:pt x="485668" y="485885"/>
                </a:lnTo>
                <a:lnTo>
                  <a:pt x="452518" y="514334"/>
                </a:lnTo>
                <a:lnTo>
                  <a:pt x="415241" y="537481"/>
                </a:lnTo>
                <a:lnTo>
                  <a:pt x="374421" y="554740"/>
                </a:lnTo>
                <a:lnTo>
                  <a:pt x="330644" y="565525"/>
                </a:lnTo>
                <a:lnTo>
                  <a:pt x="284497" y="569250"/>
                </a:lnTo>
                <a:lnTo>
                  <a:pt x="238350" y="565525"/>
                </a:lnTo>
                <a:lnTo>
                  <a:pt x="194574" y="554740"/>
                </a:lnTo>
                <a:lnTo>
                  <a:pt x="153754" y="537481"/>
                </a:lnTo>
                <a:lnTo>
                  <a:pt x="116477" y="514334"/>
                </a:lnTo>
                <a:lnTo>
                  <a:pt x="83327" y="485885"/>
                </a:lnTo>
                <a:lnTo>
                  <a:pt x="54891" y="452721"/>
                </a:lnTo>
                <a:lnTo>
                  <a:pt x="31755" y="415426"/>
                </a:lnTo>
                <a:lnTo>
                  <a:pt x="14503" y="374588"/>
                </a:lnTo>
                <a:lnTo>
                  <a:pt x="3723" y="330792"/>
                </a:lnTo>
                <a:lnTo>
                  <a:pt x="0" y="284625"/>
                </a:lnTo>
                <a:close/>
              </a:path>
            </a:pathLst>
          </a:custGeom>
          <a:ln w="1971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4029821" y="3229081"/>
            <a:ext cx="1042546" cy="2763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2694" b="1" spc="-32" baseline="-9259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金</a:t>
            </a:r>
            <a:r>
              <a:rPr sz="2694" b="1" spc="-6" baseline="-9259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融</a:t>
            </a:r>
            <a:r>
              <a:rPr sz="2694" b="1" spc="173" baseline="-9259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sz="1197" b="1" spc="43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个性化</a:t>
            </a:r>
            <a:endParaRPr sz="1197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81" name="object 8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860"/>
            <a:r>
              <a:rPr spc="43" dirty="0"/>
              <a:t>人工智能+金融</a:t>
            </a:r>
          </a:p>
        </p:txBody>
      </p:sp>
      <p:sp>
        <p:nvSpPr>
          <p:cNvPr id="83" name="object 83"/>
          <p:cNvSpPr txBox="1">
            <a:spLocks noGrp="1"/>
          </p:cNvSpPr>
          <p:nvPr>
            <p:ph type="dt" sz="half" idx="4294967295"/>
          </p:nvPr>
        </p:nvSpPr>
        <p:spPr>
          <a:xfrm>
            <a:off x="6970713" y="6092825"/>
            <a:ext cx="2173287" cy="269875"/>
          </a:xfrm>
          <a:prstGeom prst="rect">
            <a:avLst/>
          </a:prstGeom>
        </p:spPr>
        <p:txBody>
          <a:bodyPr vert="horz" wrap="square" lIns="0" tIns="26607" rIns="0" bIns="0" rtlCol="0">
            <a:spAutoFit/>
          </a:bodyPr>
          <a:lstStyle/>
          <a:p>
            <a:pPr marL="10860">
              <a:spcBef>
                <a:spcPts val="209"/>
              </a:spcBef>
            </a:pPr>
            <a:r>
              <a:rPr lang="zh-CN" altLang="en-US" spc="-4" dirty="0">
                <a:hlinkClick r:id="rId43"/>
              </a:rPr>
              <a:t> </a:t>
            </a:r>
            <a:endParaRPr spc="-4" dirty="0">
              <a:hlinkClick r:id="rId43"/>
            </a:endParaRPr>
          </a:p>
        </p:txBody>
      </p:sp>
    </p:spTree>
    <p:extLst>
      <p:ext uri="{BB962C8B-B14F-4D97-AF65-F5344CB8AC3E}">
        <p14:creationId xmlns:p14="http://schemas.microsoft.com/office/powerpoint/2010/main" val="1679674704"/>
      </p:ext>
    </p:extLst>
  </p:cSld>
  <p:clrMapOvr>
    <a:masterClrMapping/>
  </p:clrMapOvr>
  <p:transition spd="slow">
    <p:circl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26644"/>
            <a:ext cx="9144000" cy="93610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860"/>
            <a:r>
              <a:rPr sz="3200" b="0" spc="43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人工智能+金融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4294967295"/>
          </p:nvPr>
        </p:nvSpPr>
        <p:spPr>
          <a:xfrm>
            <a:off x="6970713" y="6092825"/>
            <a:ext cx="2173287" cy="269875"/>
          </a:xfrm>
          <a:prstGeom prst="rect">
            <a:avLst/>
          </a:prstGeom>
        </p:spPr>
        <p:txBody>
          <a:bodyPr vert="horz" wrap="square" lIns="0" tIns="26607" rIns="0" bIns="0" rtlCol="0">
            <a:spAutoFit/>
          </a:bodyPr>
          <a:lstStyle/>
          <a:p>
            <a:pPr marL="10860">
              <a:spcBef>
                <a:spcPts val="209"/>
              </a:spcBef>
            </a:pPr>
            <a:r>
              <a:rPr lang="zh-CN" altLang="en-US" spc="-4" dirty="0">
                <a:hlinkClick r:id="rId2"/>
              </a:rPr>
              <a:t> </a:t>
            </a:r>
            <a:endParaRPr spc="-4" dirty="0">
              <a:hlinkClick r:id="rId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11094" y="1171603"/>
            <a:ext cx="5339745" cy="24907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4"/>
          <p:cNvSpPr/>
          <p:nvPr/>
        </p:nvSpPr>
        <p:spPr>
          <a:xfrm>
            <a:off x="973156" y="3879821"/>
            <a:ext cx="2082599" cy="19909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5"/>
          <p:cNvSpPr/>
          <p:nvPr/>
        </p:nvSpPr>
        <p:spPr>
          <a:xfrm>
            <a:off x="973156" y="3879821"/>
            <a:ext cx="2082921" cy="1991155"/>
          </a:xfrm>
          <a:custGeom>
            <a:avLst/>
            <a:gdLst/>
            <a:ahLst/>
            <a:cxnLst/>
            <a:rect l="l" t="t" r="r" b="b"/>
            <a:pathLst>
              <a:path w="2435860" h="2328545">
                <a:moveTo>
                  <a:pt x="0" y="0"/>
                </a:moveTo>
                <a:lnTo>
                  <a:pt x="2435484" y="0"/>
                </a:lnTo>
                <a:lnTo>
                  <a:pt x="2435484" y="2328281"/>
                </a:lnTo>
                <a:lnTo>
                  <a:pt x="0" y="2328281"/>
                </a:lnTo>
                <a:lnTo>
                  <a:pt x="0" y="0"/>
                </a:lnTo>
                <a:close/>
              </a:path>
            </a:pathLst>
          </a:custGeom>
          <a:ln w="12702">
            <a:solidFill>
              <a:srgbClr val="262626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6"/>
          <p:cNvSpPr/>
          <p:nvPr/>
        </p:nvSpPr>
        <p:spPr>
          <a:xfrm>
            <a:off x="4705364" y="3452055"/>
            <a:ext cx="2834952" cy="25181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object 7"/>
          <p:cNvSpPr/>
          <p:nvPr/>
        </p:nvSpPr>
        <p:spPr>
          <a:xfrm>
            <a:off x="6766424" y="4506750"/>
            <a:ext cx="1507060" cy="154726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" name="object 8"/>
          <p:cNvSpPr/>
          <p:nvPr/>
        </p:nvSpPr>
        <p:spPr>
          <a:xfrm>
            <a:off x="3808657" y="4143969"/>
            <a:ext cx="960637" cy="129828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9" name="object 9"/>
          <p:cNvSpPr/>
          <p:nvPr/>
        </p:nvSpPr>
        <p:spPr>
          <a:xfrm>
            <a:off x="3271315" y="4589759"/>
            <a:ext cx="191133" cy="446340"/>
          </a:xfrm>
          <a:custGeom>
            <a:avLst/>
            <a:gdLst/>
            <a:ahLst/>
            <a:cxnLst/>
            <a:rect l="l" t="t" r="r" b="b"/>
            <a:pathLst>
              <a:path w="223520" h="521970">
                <a:moveTo>
                  <a:pt x="0" y="130447"/>
                </a:moveTo>
                <a:lnTo>
                  <a:pt x="111762" y="130447"/>
                </a:lnTo>
                <a:lnTo>
                  <a:pt x="111762" y="0"/>
                </a:lnTo>
                <a:lnTo>
                  <a:pt x="223524" y="260895"/>
                </a:lnTo>
                <a:lnTo>
                  <a:pt x="111762" y="521791"/>
                </a:lnTo>
                <a:lnTo>
                  <a:pt x="111762" y="391343"/>
                </a:lnTo>
                <a:lnTo>
                  <a:pt x="0" y="391343"/>
                </a:lnTo>
                <a:lnTo>
                  <a:pt x="0" y="130447"/>
                </a:lnTo>
                <a:close/>
              </a:path>
            </a:pathLst>
          </a:custGeom>
          <a:ln w="131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</p:spTree>
    <p:extLst>
      <p:ext uri="{BB962C8B-B14F-4D97-AF65-F5344CB8AC3E}">
        <p14:creationId xmlns:p14="http://schemas.microsoft.com/office/powerpoint/2010/main" val="209083495"/>
      </p:ext>
    </p:extLst>
  </p:cSld>
  <p:clrMapOvr>
    <a:masterClrMapping/>
  </p:clrMapOvr>
  <p:transition spd="slow">
    <p:circl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/>
          <p:nvPr/>
        </p:nvSpPr>
        <p:spPr>
          <a:xfrm>
            <a:off x="4096625" y="3881115"/>
            <a:ext cx="1987543" cy="127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3" name="object 23"/>
          <p:cNvSpPr/>
          <p:nvPr/>
        </p:nvSpPr>
        <p:spPr>
          <a:xfrm>
            <a:off x="3859314" y="1294958"/>
            <a:ext cx="2625492" cy="17520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4" name="object 24"/>
          <p:cNvSpPr/>
          <p:nvPr/>
        </p:nvSpPr>
        <p:spPr>
          <a:xfrm>
            <a:off x="4096625" y="2545479"/>
            <a:ext cx="1195455" cy="739505"/>
          </a:xfrm>
          <a:prstGeom prst="rect">
            <a:avLst/>
          </a:prstGeom>
          <a:blipFill>
            <a:blip r:embed="rId4" cstate="print"/>
            <a:srcRect/>
            <a:stretch>
              <a:fillRect r="-139044" b="-135488"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" name="object 2"/>
          <p:cNvSpPr/>
          <p:nvPr/>
        </p:nvSpPr>
        <p:spPr>
          <a:xfrm>
            <a:off x="521273" y="1076205"/>
            <a:ext cx="8090594" cy="34209"/>
          </a:xfrm>
          <a:custGeom>
            <a:avLst/>
            <a:gdLst/>
            <a:ahLst/>
            <a:cxnLst/>
            <a:rect l="l" t="t" r="r" b="b"/>
            <a:pathLst>
              <a:path w="9461500" h="40005">
                <a:moveTo>
                  <a:pt x="0" y="39439"/>
                </a:moveTo>
                <a:lnTo>
                  <a:pt x="9461500" y="39441"/>
                </a:lnTo>
                <a:lnTo>
                  <a:pt x="9461500" y="0"/>
                </a:lnTo>
                <a:lnTo>
                  <a:pt x="0" y="0"/>
                </a:lnTo>
                <a:lnTo>
                  <a:pt x="0" y="39439"/>
                </a:lnTo>
              </a:path>
            </a:pathLst>
          </a:custGeom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4"/>
          <p:cNvSpPr txBox="1"/>
          <p:nvPr/>
        </p:nvSpPr>
        <p:spPr>
          <a:xfrm>
            <a:off x="5378254" y="1528210"/>
            <a:ext cx="3370210" cy="13971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4978" marR="4344" indent="-254662">
              <a:lnSpc>
                <a:spcPct val="121500"/>
              </a:lnSpc>
            </a:pPr>
            <a:r>
              <a:rPr sz="1283" spc="244" dirty="0">
                <a:solidFill>
                  <a:srgbClr val="5B9BD5"/>
                </a:solidFill>
                <a:latin typeface="Arial"/>
                <a:cs typeface="Arial"/>
              </a:rPr>
              <a:t>n</a:t>
            </a:r>
            <a:r>
              <a:rPr sz="1283" spc="449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625" b="1" spc="-26" dirty="0">
                <a:solidFill>
                  <a:srgbClr val="4472C4"/>
                </a:solidFill>
                <a:latin typeface="微软雅黑"/>
                <a:cs typeface="微软雅黑"/>
              </a:rPr>
              <a:t>应用层：</a:t>
            </a:r>
            <a:r>
              <a:rPr sz="1454" spc="-34" dirty="0">
                <a:latin typeface="仿宋"/>
                <a:cs typeface="仿宋"/>
              </a:rPr>
              <a:t>是指人工智能与不同 细分领域的结合，以解决医疗行 业中的某种业务需求，如智能诊 断、药物研发、智能健康管理、 智能语音等医疗场景。</a:t>
            </a:r>
            <a:endParaRPr sz="1454" dirty="0">
              <a:latin typeface="仿宋"/>
              <a:cs typeface="仿宋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8254" y="3417196"/>
            <a:ext cx="3370210" cy="13971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4978" marR="4344" indent="-254662" algn="just">
              <a:lnSpc>
                <a:spcPct val="121500"/>
              </a:lnSpc>
            </a:pPr>
            <a:r>
              <a:rPr sz="1283" spc="244" dirty="0">
                <a:solidFill>
                  <a:srgbClr val="5B9BD5"/>
                </a:solidFill>
                <a:latin typeface="Arial"/>
                <a:cs typeface="Arial"/>
              </a:rPr>
              <a:t>n</a:t>
            </a:r>
            <a:r>
              <a:rPr sz="1283" spc="440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625" b="1" spc="-26" dirty="0">
                <a:solidFill>
                  <a:srgbClr val="4472C4"/>
                </a:solidFill>
                <a:latin typeface="微软雅黑"/>
                <a:cs typeface="微软雅黑"/>
              </a:rPr>
              <a:t>技术层：</a:t>
            </a:r>
            <a:r>
              <a:rPr sz="1454" spc="-34" dirty="0">
                <a:latin typeface="仿宋"/>
                <a:cs typeface="仿宋"/>
              </a:rPr>
              <a:t>通过语音</a:t>
            </a:r>
            <a:r>
              <a:rPr sz="1454" spc="-21" dirty="0">
                <a:latin typeface="仿宋"/>
                <a:cs typeface="仿宋"/>
              </a:rPr>
              <a:t>/</a:t>
            </a:r>
            <a:r>
              <a:rPr sz="1454" spc="-34" dirty="0">
                <a:latin typeface="仿宋"/>
                <a:cs typeface="仿宋"/>
              </a:rPr>
              <a:t>语义识别、 计算机视觉等技术，对非结构化 数据进行分析和提炼；“学习” 病理学数据文本，掌握问答、判 断、预警、实施等能力。</a:t>
            </a:r>
            <a:endParaRPr sz="1454" dirty="0">
              <a:latin typeface="仿宋"/>
              <a:cs typeface="仿宋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78254" y="5242066"/>
            <a:ext cx="3514226" cy="11149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4978" marR="4344" indent="-254662">
              <a:lnSpc>
                <a:spcPct val="121100"/>
              </a:lnSpc>
            </a:pPr>
            <a:r>
              <a:rPr sz="1283" spc="244" dirty="0">
                <a:solidFill>
                  <a:srgbClr val="5B9BD5"/>
                </a:solidFill>
                <a:latin typeface="Arial"/>
                <a:cs typeface="Arial"/>
              </a:rPr>
              <a:t>n</a:t>
            </a:r>
            <a:r>
              <a:rPr sz="1283" spc="453" dirty="0">
                <a:solidFill>
                  <a:srgbClr val="5B9BD5"/>
                </a:solidFill>
                <a:latin typeface="Arial"/>
                <a:cs typeface="Arial"/>
              </a:rPr>
              <a:t> </a:t>
            </a:r>
            <a:r>
              <a:rPr sz="1625" b="1" spc="-26" dirty="0">
                <a:solidFill>
                  <a:srgbClr val="4472C4"/>
                </a:solidFill>
                <a:latin typeface="微软雅黑"/>
                <a:cs typeface="微软雅黑"/>
              </a:rPr>
              <a:t>基础层：</a:t>
            </a:r>
            <a:r>
              <a:rPr sz="1454" spc="-34" dirty="0">
                <a:latin typeface="仿宋"/>
                <a:cs typeface="仿宋"/>
              </a:rPr>
              <a:t>通过软</a:t>
            </a:r>
            <a:r>
              <a:rPr sz="1454" spc="-21" dirty="0">
                <a:latin typeface="仿宋"/>
                <a:cs typeface="仿宋"/>
              </a:rPr>
              <a:t>/</a:t>
            </a:r>
            <a:r>
              <a:rPr sz="1454" spc="-34" dirty="0">
                <a:latin typeface="仿宋"/>
                <a:cs typeface="仿宋"/>
              </a:rPr>
              <a:t>硬件等基础设 施，收集用户、药物及病理数据， 并使数据互通互联，为人工智能 的应用提供支持与可能。</a:t>
            </a:r>
            <a:endParaRPr sz="1454" dirty="0">
              <a:latin typeface="仿宋"/>
              <a:cs typeface="仿宋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224" y="1955179"/>
            <a:ext cx="1089787" cy="381058"/>
          </a:xfrm>
          <a:prstGeom prst="rect">
            <a:avLst/>
          </a:prstGeom>
          <a:solidFill>
            <a:srgbClr val="4472C4"/>
          </a:solidFill>
        </p:spPr>
        <p:txBody>
          <a:bodyPr vert="horz" wrap="square" lIns="0" tIns="110228" rIns="0" bIns="0" rtlCol="0">
            <a:spAutoFit/>
          </a:bodyPr>
          <a:lstStyle/>
          <a:p>
            <a:pPr marL="207964">
              <a:spcBef>
                <a:spcPts val="868"/>
              </a:spcBef>
            </a:pPr>
            <a:r>
              <a:rPr sz="1753" b="1" spc="17" dirty="0">
                <a:solidFill>
                  <a:srgbClr val="FFFFFF"/>
                </a:solidFill>
                <a:latin typeface="宋体"/>
                <a:cs typeface="宋体"/>
              </a:rPr>
              <a:t>应用层</a:t>
            </a:r>
            <a:endParaRPr sz="1753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224" y="3804815"/>
            <a:ext cx="1089787" cy="381606"/>
          </a:xfrm>
          <a:prstGeom prst="rect">
            <a:avLst/>
          </a:prstGeom>
          <a:solidFill>
            <a:srgbClr val="4472C4"/>
          </a:solidFill>
        </p:spPr>
        <p:txBody>
          <a:bodyPr vert="horz" wrap="square" lIns="0" tIns="110770" rIns="0" bIns="0" rtlCol="0">
            <a:spAutoFit/>
          </a:bodyPr>
          <a:lstStyle/>
          <a:p>
            <a:pPr marL="207964">
              <a:spcBef>
                <a:spcPts val="871"/>
              </a:spcBef>
            </a:pPr>
            <a:r>
              <a:rPr sz="1753" b="1" spc="26" dirty="0">
                <a:solidFill>
                  <a:srgbClr val="FFFFFF"/>
                </a:solidFill>
                <a:latin typeface="等线"/>
                <a:cs typeface="等线"/>
              </a:rPr>
              <a:t>技</a:t>
            </a:r>
            <a:r>
              <a:rPr sz="1753" b="1" spc="17" dirty="0">
                <a:solidFill>
                  <a:srgbClr val="FFFFFF"/>
                </a:solidFill>
                <a:latin typeface="宋体"/>
                <a:cs typeface="宋体"/>
              </a:rPr>
              <a:t>术层</a:t>
            </a:r>
            <a:endParaRPr sz="1753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224" y="5558979"/>
            <a:ext cx="1089787" cy="500137"/>
          </a:xfrm>
          <a:prstGeom prst="rect">
            <a:avLst/>
          </a:prstGeom>
          <a:solidFill>
            <a:srgbClr val="4472C4"/>
          </a:solidFill>
        </p:spPr>
        <p:txBody>
          <a:bodyPr vert="horz" wrap="square" lIns="0" tIns="0" rIns="0" bIns="0" rtlCol="0">
            <a:spAutoFit/>
          </a:bodyPr>
          <a:lstStyle/>
          <a:p>
            <a:pPr marL="5973" algn="ctr">
              <a:lnSpc>
                <a:spcPts val="1920"/>
              </a:lnSpc>
            </a:pPr>
            <a:r>
              <a:rPr sz="1753" b="1" spc="26" dirty="0">
                <a:solidFill>
                  <a:srgbClr val="FFFFFF"/>
                </a:solidFill>
                <a:latin typeface="等线"/>
                <a:cs typeface="等线"/>
              </a:rPr>
              <a:t>基</a:t>
            </a:r>
            <a:r>
              <a:rPr sz="1753" b="1" spc="34" dirty="0">
                <a:solidFill>
                  <a:srgbClr val="FFFFFF"/>
                </a:solidFill>
                <a:latin typeface="宋体"/>
                <a:cs typeface="宋体"/>
              </a:rPr>
              <a:t>础</a:t>
            </a:r>
            <a:endParaRPr sz="1753">
              <a:latin typeface="宋体"/>
              <a:cs typeface="宋体"/>
            </a:endParaRPr>
          </a:p>
          <a:p>
            <a:pPr marL="5973" algn="ctr">
              <a:lnSpc>
                <a:spcPts val="2027"/>
              </a:lnSpc>
              <a:spcBef>
                <a:spcPts val="34"/>
              </a:spcBef>
            </a:pPr>
            <a:r>
              <a:rPr sz="1753" b="1" spc="17" dirty="0">
                <a:solidFill>
                  <a:srgbClr val="FFFFFF"/>
                </a:solidFill>
                <a:latin typeface="宋体"/>
                <a:cs typeface="宋体"/>
              </a:rPr>
              <a:t>设施层</a:t>
            </a:r>
            <a:endParaRPr sz="1753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64407" y="1661764"/>
            <a:ext cx="141178" cy="1093045"/>
          </a:xfrm>
          <a:custGeom>
            <a:avLst/>
            <a:gdLst/>
            <a:ahLst/>
            <a:cxnLst/>
            <a:rect l="l" t="t" r="r" b="b"/>
            <a:pathLst>
              <a:path w="165100" h="1278255">
                <a:moveTo>
                  <a:pt x="165072" y="1277874"/>
                </a:moveTo>
                <a:lnTo>
                  <a:pt x="132945" y="1276792"/>
                </a:lnTo>
                <a:lnTo>
                  <a:pt x="106710" y="1273843"/>
                </a:lnTo>
                <a:lnTo>
                  <a:pt x="89022" y="1269469"/>
                </a:lnTo>
                <a:lnTo>
                  <a:pt x="82536" y="1264113"/>
                </a:lnTo>
                <a:lnTo>
                  <a:pt x="82536" y="645185"/>
                </a:lnTo>
                <a:lnTo>
                  <a:pt x="76050" y="639828"/>
                </a:lnTo>
                <a:lnTo>
                  <a:pt x="58361" y="635454"/>
                </a:lnTo>
                <a:lnTo>
                  <a:pt x="32126" y="632505"/>
                </a:lnTo>
                <a:lnTo>
                  <a:pt x="0" y="631424"/>
                </a:lnTo>
                <a:lnTo>
                  <a:pt x="32126" y="630342"/>
                </a:lnTo>
                <a:lnTo>
                  <a:pt x="58361" y="627393"/>
                </a:lnTo>
                <a:lnTo>
                  <a:pt x="76050" y="623019"/>
                </a:lnTo>
                <a:lnTo>
                  <a:pt x="82536" y="617662"/>
                </a:lnTo>
                <a:lnTo>
                  <a:pt x="82536" y="13761"/>
                </a:lnTo>
                <a:lnTo>
                  <a:pt x="89022" y="8404"/>
                </a:lnTo>
                <a:lnTo>
                  <a:pt x="106710" y="4030"/>
                </a:lnTo>
                <a:lnTo>
                  <a:pt x="132945" y="1081"/>
                </a:lnTo>
                <a:lnTo>
                  <a:pt x="165072" y="0"/>
                </a:lnTo>
              </a:path>
            </a:pathLst>
          </a:custGeom>
          <a:ln w="19711">
            <a:solidFill>
              <a:srgbClr val="44546A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1" name="object 11"/>
          <p:cNvSpPr txBox="1"/>
          <p:nvPr/>
        </p:nvSpPr>
        <p:spPr>
          <a:xfrm>
            <a:off x="2479124" y="1344188"/>
            <a:ext cx="1122827" cy="1647701"/>
          </a:xfrm>
          <a:prstGeom prst="rect">
            <a:avLst/>
          </a:prstGeom>
        </p:spPr>
        <p:txBody>
          <a:bodyPr vert="horz" wrap="square" lIns="0" tIns="1086" rIns="0" bIns="0" rtlCol="0">
            <a:spAutoFit/>
          </a:bodyPr>
          <a:lstStyle/>
          <a:p>
            <a:pPr marL="10860" marR="365974" algn="just">
              <a:lnSpc>
                <a:spcPct val="105400"/>
              </a:lnSpc>
              <a:spcBef>
                <a:spcPts val="9"/>
              </a:spcBef>
            </a:pPr>
            <a:r>
              <a:rPr sz="1454" spc="-34" dirty="0">
                <a:latin typeface="黑体"/>
                <a:cs typeface="黑体"/>
              </a:rPr>
              <a:t>虚拟助手 病理诊断 医疗搜索</a:t>
            </a:r>
            <a:endParaRPr sz="1454" dirty="0">
              <a:latin typeface="黑体"/>
              <a:cs typeface="黑体"/>
            </a:endParaRPr>
          </a:p>
          <a:p>
            <a:pPr marL="10860" marR="185159">
              <a:lnSpc>
                <a:spcPct val="105400"/>
              </a:lnSpc>
              <a:spcBef>
                <a:spcPts val="43"/>
              </a:spcBef>
            </a:pPr>
            <a:r>
              <a:rPr sz="1454" spc="-34" dirty="0">
                <a:latin typeface="黑体"/>
                <a:cs typeface="黑体"/>
              </a:rPr>
              <a:t>医疗影像 药物研发 医用机器人</a:t>
            </a:r>
            <a:endParaRPr sz="1454" dirty="0">
              <a:latin typeface="黑体"/>
              <a:cs typeface="黑体"/>
            </a:endParaRPr>
          </a:p>
          <a:p>
            <a:pPr marL="10860">
              <a:spcBef>
                <a:spcPts val="137"/>
              </a:spcBef>
            </a:pPr>
            <a:r>
              <a:rPr sz="1454" spc="-34" dirty="0">
                <a:latin typeface="黑体"/>
                <a:cs typeface="黑体"/>
              </a:rPr>
              <a:t>智能健康管理</a:t>
            </a:r>
            <a:endParaRPr sz="1454" dirty="0">
              <a:latin typeface="黑体"/>
              <a:cs typeface="黑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64407" y="3620082"/>
            <a:ext cx="141178" cy="875848"/>
          </a:xfrm>
          <a:custGeom>
            <a:avLst/>
            <a:gdLst/>
            <a:ahLst/>
            <a:cxnLst/>
            <a:rect l="l" t="t" r="r" b="b"/>
            <a:pathLst>
              <a:path w="165100" h="1024254">
                <a:moveTo>
                  <a:pt x="165072" y="1023677"/>
                </a:moveTo>
                <a:lnTo>
                  <a:pt x="132945" y="1022595"/>
                </a:lnTo>
                <a:lnTo>
                  <a:pt x="106710" y="1019646"/>
                </a:lnTo>
                <a:lnTo>
                  <a:pt x="89022" y="1015271"/>
                </a:lnTo>
                <a:lnTo>
                  <a:pt x="82536" y="1009914"/>
                </a:lnTo>
                <a:lnTo>
                  <a:pt x="82536" y="519580"/>
                </a:lnTo>
                <a:lnTo>
                  <a:pt x="76050" y="514224"/>
                </a:lnTo>
                <a:lnTo>
                  <a:pt x="58361" y="509849"/>
                </a:lnTo>
                <a:lnTo>
                  <a:pt x="32126" y="506900"/>
                </a:lnTo>
                <a:lnTo>
                  <a:pt x="0" y="505818"/>
                </a:lnTo>
                <a:lnTo>
                  <a:pt x="32126" y="504737"/>
                </a:lnTo>
                <a:lnTo>
                  <a:pt x="58361" y="501788"/>
                </a:lnTo>
                <a:lnTo>
                  <a:pt x="76050" y="497413"/>
                </a:lnTo>
                <a:lnTo>
                  <a:pt x="82536" y="492056"/>
                </a:lnTo>
                <a:lnTo>
                  <a:pt x="82536" y="13762"/>
                </a:lnTo>
                <a:lnTo>
                  <a:pt x="89022" y="8405"/>
                </a:lnTo>
                <a:lnTo>
                  <a:pt x="106710" y="4030"/>
                </a:lnTo>
                <a:lnTo>
                  <a:pt x="132945" y="1081"/>
                </a:lnTo>
                <a:lnTo>
                  <a:pt x="165072" y="0"/>
                </a:lnTo>
              </a:path>
            </a:pathLst>
          </a:custGeom>
          <a:ln w="19711">
            <a:solidFill>
              <a:srgbClr val="44546A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3" name="object 13"/>
          <p:cNvSpPr txBox="1"/>
          <p:nvPr/>
        </p:nvSpPr>
        <p:spPr>
          <a:xfrm>
            <a:off x="2464224" y="3637448"/>
            <a:ext cx="1617501" cy="9566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 marR="4344">
              <a:lnSpc>
                <a:spcPct val="108600"/>
              </a:lnSpc>
            </a:pPr>
            <a:r>
              <a:rPr sz="1411" b="1" spc="4" dirty="0">
                <a:solidFill>
                  <a:srgbClr val="ED7D31"/>
                </a:solidFill>
                <a:latin typeface="黑体"/>
                <a:cs typeface="黑体"/>
              </a:rPr>
              <a:t>语音</a:t>
            </a:r>
            <a:r>
              <a:rPr sz="1411" b="1" spc="-4" dirty="0">
                <a:solidFill>
                  <a:srgbClr val="ED7D31"/>
                </a:solidFill>
                <a:latin typeface="黑体"/>
                <a:cs typeface="黑体"/>
              </a:rPr>
              <a:t>/</a:t>
            </a:r>
            <a:r>
              <a:rPr sz="1411" b="1" dirty="0">
                <a:solidFill>
                  <a:srgbClr val="ED7D31"/>
                </a:solidFill>
                <a:latin typeface="黑体"/>
                <a:cs typeface="黑体"/>
              </a:rPr>
              <a:t>语义识别 </a:t>
            </a:r>
            <a:r>
              <a:rPr sz="1411" b="1" spc="4" dirty="0">
                <a:solidFill>
                  <a:srgbClr val="ED7D31"/>
                </a:solidFill>
                <a:latin typeface="黑体"/>
                <a:cs typeface="黑体"/>
              </a:rPr>
              <a:t>计算机视觉 人机交互</a:t>
            </a:r>
            <a:endParaRPr sz="1411" dirty="0">
              <a:latin typeface="黑体"/>
              <a:cs typeface="黑体"/>
            </a:endParaRPr>
          </a:p>
          <a:p>
            <a:pPr marL="10860" marR="276381">
              <a:lnSpc>
                <a:spcPct val="107900"/>
              </a:lnSpc>
              <a:spcBef>
                <a:spcPts val="26"/>
              </a:spcBef>
            </a:pPr>
            <a:r>
              <a:rPr sz="1454" spc="-34" dirty="0">
                <a:latin typeface="黑体"/>
                <a:cs typeface="黑体"/>
              </a:rPr>
              <a:t>深度学习 医疗大数据</a:t>
            </a:r>
            <a:endParaRPr sz="1454" dirty="0">
              <a:latin typeface="黑体"/>
              <a:cs typeface="黑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65876" y="5374248"/>
            <a:ext cx="141178" cy="875848"/>
          </a:xfrm>
          <a:custGeom>
            <a:avLst/>
            <a:gdLst/>
            <a:ahLst/>
            <a:cxnLst/>
            <a:rect l="l" t="t" r="r" b="b"/>
            <a:pathLst>
              <a:path w="165100" h="1024254">
                <a:moveTo>
                  <a:pt x="165072" y="1023677"/>
                </a:moveTo>
                <a:lnTo>
                  <a:pt x="132945" y="1022595"/>
                </a:lnTo>
                <a:lnTo>
                  <a:pt x="106710" y="1019646"/>
                </a:lnTo>
                <a:lnTo>
                  <a:pt x="89022" y="1015271"/>
                </a:lnTo>
                <a:lnTo>
                  <a:pt x="82536" y="1009914"/>
                </a:lnTo>
                <a:lnTo>
                  <a:pt x="82536" y="519580"/>
                </a:lnTo>
                <a:lnTo>
                  <a:pt x="76050" y="514224"/>
                </a:lnTo>
                <a:lnTo>
                  <a:pt x="58361" y="509849"/>
                </a:lnTo>
                <a:lnTo>
                  <a:pt x="32126" y="506900"/>
                </a:lnTo>
                <a:lnTo>
                  <a:pt x="0" y="505818"/>
                </a:lnTo>
                <a:lnTo>
                  <a:pt x="32126" y="504737"/>
                </a:lnTo>
                <a:lnTo>
                  <a:pt x="58361" y="501788"/>
                </a:lnTo>
                <a:lnTo>
                  <a:pt x="76050" y="497413"/>
                </a:lnTo>
                <a:lnTo>
                  <a:pt x="82536" y="492056"/>
                </a:lnTo>
                <a:lnTo>
                  <a:pt x="82536" y="13762"/>
                </a:lnTo>
                <a:lnTo>
                  <a:pt x="89022" y="8405"/>
                </a:lnTo>
                <a:lnTo>
                  <a:pt x="106710" y="4030"/>
                </a:lnTo>
                <a:lnTo>
                  <a:pt x="132945" y="1081"/>
                </a:lnTo>
                <a:lnTo>
                  <a:pt x="165072" y="0"/>
                </a:lnTo>
              </a:path>
            </a:pathLst>
          </a:custGeom>
          <a:ln w="19711">
            <a:solidFill>
              <a:srgbClr val="44546A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5" name="object 15"/>
          <p:cNvSpPr txBox="1"/>
          <p:nvPr/>
        </p:nvSpPr>
        <p:spPr>
          <a:xfrm>
            <a:off x="2464224" y="5298040"/>
            <a:ext cx="1426627" cy="9520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454" spc="-34" dirty="0">
                <a:latin typeface="黑体"/>
                <a:cs typeface="黑体"/>
              </a:rPr>
              <a:t>院内系统</a:t>
            </a:r>
            <a:endParaRPr sz="1454" dirty="0">
              <a:latin typeface="黑体"/>
              <a:cs typeface="黑体"/>
            </a:endParaRPr>
          </a:p>
          <a:p>
            <a:pPr marL="10860" marR="4344">
              <a:lnSpc>
                <a:spcPct val="107000"/>
              </a:lnSpc>
              <a:spcBef>
                <a:spcPts val="43"/>
              </a:spcBef>
            </a:pPr>
            <a:r>
              <a:rPr sz="1411" b="1" spc="4" dirty="0">
                <a:solidFill>
                  <a:srgbClr val="ED7D31"/>
                </a:solidFill>
                <a:latin typeface="黑体"/>
                <a:cs typeface="黑体"/>
              </a:rPr>
              <a:t>智能医疗设备 </a:t>
            </a:r>
            <a:r>
              <a:rPr sz="1454" spc="-34" dirty="0">
                <a:latin typeface="黑体"/>
                <a:cs typeface="黑体"/>
              </a:rPr>
              <a:t>电子病历 </a:t>
            </a:r>
            <a:r>
              <a:rPr sz="1411" b="1" spc="-4" dirty="0">
                <a:solidFill>
                  <a:srgbClr val="ED7D31"/>
                </a:solidFill>
                <a:latin typeface="黑体"/>
                <a:cs typeface="黑体"/>
              </a:rPr>
              <a:t>AI</a:t>
            </a:r>
            <a:r>
              <a:rPr sz="1411" b="1" spc="4" dirty="0">
                <a:solidFill>
                  <a:srgbClr val="ED7D31"/>
                </a:solidFill>
                <a:latin typeface="黑体"/>
                <a:cs typeface="黑体"/>
              </a:rPr>
              <a:t>芯片</a:t>
            </a:r>
            <a:endParaRPr sz="1411" dirty="0">
              <a:latin typeface="黑体"/>
              <a:cs typeface="黑体"/>
            </a:endParaRPr>
          </a:p>
          <a:p>
            <a:pPr marL="10860">
              <a:spcBef>
                <a:spcPts val="167"/>
              </a:spcBef>
            </a:pPr>
            <a:r>
              <a:rPr sz="1454" spc="-34" dirty="0">
                <a:latin typeface="黑体"/>
                <a:cs typeface="黑体"/>
              </a:rPr>
              <a:t>医药数据库</a:t>
            </a:r>
            <a:endParaRPr sz="1454" dirty="0">
              <a:latin typeface="黑体"/>
              <a:cs typeface="黑体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pc="43" dirty="0"/>
              <a:t>人工智能</a:t>
            </a:r>
            <a:r>
              <a:rPr spc="21" dirty="0"/>
              <a:t>+</a:t>
            </a:r>
            <a:r>
              <a:rPr spc="43" dirty="0"/>
              <a:t>医疗</a:t>
            </a:r>
          </a:p>
        </p:txBody>
      </p:sp>
      <p:sp>
        <p:nvSpPr>
          <p:cNvPr id="17" name="object 17"/>
          <p:cNvSpPr/>
          <p:nvPr/>
        </p:nvSpPr>
        <p:spPr>
          <a:xfrm>
            <a:off x="4096625" y="5377319"/>
            <a:ext cx="1211960" cy="838924"/>
          </a:xfrm>
          <a:custGeom>
            <a:avLst/>
            <a:gdLst/>
            <a:ahLst/>
            <a:cxnLst/>
            <a:rect l="l" t="t" r="r" b="b"/>
            <a:pathLst>
              <a:path w="1417320" h="981075">
                <a:moveTo>
                  <a:pt x="156457" y="386544"/>
                </a:moveTo>
                <a:lnTo>
                  <a:pt x="95523" y="432218"/>
                </a:lnTo>
                <a:lnTo>
                  <a:pt x="62899" y="469473"/>
                </a:lnTo>
                <a:lnTo>
                  <a:pt x="36373" y="511567"/>
                </a:lnTo>
                <a:lnTo>
                  <a:pt x="16607" y="557803"/>
                </a:lnTo>
                <a:lnTo>
                  <a:pt x="4262" y="607480"/>
                </a:lnTo>
                <a:lnTo>
                  <a:pt x="0" y="659899"/>
                </a:lnTo>
                <a:lnTo>
                  <a:pt x="3480" y="707332"/>
                </a:lnTo>
                <a:lnTo>
                  <a:pt x="13591" y="752605"/>
                </a:lnTo>
                <a:lnTo>
                  <a:pt x="29835" y="795220"/>
                </a:lnTo>
                <a:lnTo>
                  <a:pt x="51716" y="834681"/>
                </a:lnTo>
                <a:lnTo>
                  <a:pt x="78737" y="870491"/>
                </a:lnTo>
                <a:lnTo>
                  <a:pt x="110402" y="902154"/>
                </a:lnTo>
                <a:lnTo>
                  <a:pt x="146215" y="929174"/>
                </a:lnTo>
                <a:lnTo>
                  <a:pt x="185678" y="951054"/>
                </a:lnTo>
                <a:lnTo>
                  <a:pt x="228295" y="967297"/>
                </a:lnTo>
                <a:lnTo>
                  <a:pt x="273570" y="977407"/>
                </a:lnTo>
                <a:lnTo>
                  <a:pt x="321006" y="980887"/>
                </a:lnTo>
                <a:lnTo>
                  <a:pt x="710542" y="980887"/>
                </a:lnTo>
                <a:lnTo>
                  <a:pt x="710542" y="518026"/>
                </a:lnTo>
                <a:lnTo>
                  <a:pt x="553076" y="484317"/>
                </a:lnTo>
                <a:lnTo>
                  <a:pt x="237696" y="404867"/>
                </a:lnTo>
                <a:lnTo>
                  <a:pt x="185066" y="392480"/>
                </a:lnTo>
                <a:lnTo>
                  <a:pt x="156457" y="386544"/>
                </a:lnTo>
                <a:close/>
              </a:path>
              <a:path w="1417320" h="981075">
                <a:moveTo>
                  <a:pt x="1235030" y="419261"/>
                </a:moveTo>
                <a:lnTo>
                  <a:pt x="739032" y="517094"/>
                </a:lnTo>
                <a:lnTo>
                  <a:pt x="739032" y="980887"/>
                </a:lnTo>
                <a:lnTo>
                  <a:pt x="1124046" y="980887"/>
                </a:lnTo>
                <a:lnTo>
                  <a:pt x="1171540" y="977055"/>
                </a:lnTo>
                <a:lnTo>
                  <a:pt x="1216600" y="965959"/>
                </a:lnTo>
                <a:lnTo>
                  <a:pt x="1258616" y="948203"/>
                </a:lnTo>
                <a:lnTo>
                  <a:pt x="1296987" y="924390"/>
                </a:lnTo>
                <a:lnTo>
                  <a:pt x="1331108" y="895122"/>
                </a:lnTo>
                <a:lnTo>
                  <a:pt x="1360378" y="861002"/>
                </a:lnTo>
                <a:lnTo>
                  <a:pt x="1384193" y="822634"/>
                </a:lnTo>
                <a:lnTo>
                  <a:pt x="1401950" y="780620"/>
                </a:lnTo>
                <a:lnTo>
                  <a:pt x="1413046" y="735563"/>
                </a:lnTo>
                <a:lnTo>
                  <a:pt x="1416879" y="688065"/>
                </a:lnTo>
                <a:lnTo>
                  <a:pt x="1412959" y="640047"/>
                </a:lnTo>
                <a:lnTo>
                  <a:pt x="1401613" y="594548"/>
                </a:lnTo>
                <a:lnTo>
                  <a:pt x="1383459" y="552206"/>
                </a:lnTo>
                <a:lnTo>
                  <a:pt x="1359115" y="513661"/>
                </a:lnTo>
                <a:lnTo>
                  <a:pt x="1329201" y="479553"/>
                </a:lnTo>
                <a:lnTo>
                  <a:pt x="1294334" y="450521"/>
                </a:lnTo>
                <a:lnTo>
                  <a:pt x="1255133" y="427205"/>
                </a:lnTo>
                <a:lnTo>
                  <a:pt x="1235030" y="419261"/>
                </a:lnTo>
                <a:close/>
              </a:path>
              <a:path w="1417320" h="981075">
                <a:moveTo>
                  <a:pt x="405776" y="137149"/>
                </a:moveTo>
                <a:lnTo>
                  <a:pt x="358166" y="141949"/>
                </a:lnTo>
                <a:lnTo>
                  <a:pt x="313822" y="155713"/>
                </a:lnTo>
                <a:lnTo>
                  <a:pt x="273694" y="177492"/>
                </a:lnTo>
                <a:lnTo>
                  <a:pt x="238731" y="206337"/>
                </a:lnTo>
                <a:lnTo>
                  <a:pt x="209885" y="241297"/>
                </a:lnTo>
                <a:lnTo>
                  <a:pt x="188104" y="281423"/>
                </a:lnTo>
                <a:lnTo>
                  <a:pt x="174339" y="325765"/>
                </a:lnTo>
                <a:lnTo>
                  <a:pt x="170527" y="363560"/>
                </a:lnTo>
                <a:lnTo>
                  <a:pt x="213174" y="372692"/>
                </a:lnTo>
                <a:lnTo>
                  <a:pt x="261659" y="383654"/>
                </a:lnTo>
                <a:lnTo>
                  <a:pt x="673295" y="481199"/>
                </a:lnTo>
                <a:lnTo>
                  <a:pt x="715308" y="490444"/>
                </a:lnTo>
                <a:lnTo>
                  <a:pt x="721257" y="490444"/>
                </a:lnTo>
                <a:lnTo>
                  <a:pt x="720909" y="488751"/>
                </a:lnTo>
                <a:lnTo>
                  <a:pt x="721540" y="488022"/>
                </a:lnTo>
                <a:lnTo>
                  <a:pt x="726773" y="488022"/>
                </a:lnTo>
                <a:lnTo>
                  <a:pt x="731588" y="477963"/>
                </a:lnTo>
                <a:lnTo>
                  <a:pt x="792741" y="477963"/>
                </a:lnTo>
                <a:lnTo>
                  <a:pt x="1215259" y="395879"/>
                </a:lnTo>
                <a:lnTo>
                  <a:pt x="1222548" y="350632"/>
                </a:lnTo>
                <a:lnTo>
                  <a:pt x="1223203" y="329949"/>
                </a:lnTo>
                <a:lnTo>
                  <a:pt x="1219625" y="281192"/>
                </a:lnTo>
                <a:lnTo>
                  <a:pt x="1209232" y="234656"/>
                </a:lnTo>
                <a:lnTo>
                  <a:pt x="1203433" y="219442"/>
                </a:lnTo>
                <a:lnTo>
                  <a:pt x="583633" y="219442"/>
                </a:lnTo>
                <a:lnTo>
                  <a:pt x="547926" y="185209"/>
                </a:lnTo>
                <a:lnTo>
                  <a:pt x="505504" y="159296"/>
                </a:lnTo>
                <a:lnTo>
                  <a:pt x="457682" y="142883"/>
                </a:lnTo>
                <a:lnTo>
                  <a:pt x="405776" y="137149"/>
                </a:lnTo>
                <a:close/>
              </a:path>
              <a:path w="1417320" h="981075">
                <a:moveTo>
                  <a:pt x="726773" y="488022"/>
                </a:moveTo>
                <a:lnTo>
                  <a:pt x="721540" y="488022"/>
                </a:lnTo>
                <a:lnTo>
                  <a:pt x="721639" y="490444"/>
                </a:lnTo>
                <a:lnTo>
                  <a:pt x="725694" y="490444"/>
                </a:lnTo>
                <a:lnTo>
                  <a:pt x="725826" y="490001"/>
                </a:lnTo>
                <a:lnTo>
                  <a:pt x="726773" y="488022"/>
                </a:lnTo>
                <a:close/>
              </a:path>
              <a:path w="1417320" h="981075">
                <a:moveTo>
                  <a:pt x="792741" y="477963"/>
                </a:moveTo>
                <a:lnTo>
                  <a:pt x="731588" y="477963"/>
                </a:lnTo>
                <a:lnTo>
                  <a:pt x="726384" y="490444"/>
                </a:lnTo>
                <a:lnTo>
                  <a:pt x="728493" y="490444"/>
                </a:lnTo>
                <a:lnTo>
                  <a:pt x="792741" y="477963"/>
                </a:lnTo>
                <a:close/>
              </a:path>
              <a:path w="1417320" h="981075">
                <a:moveTo>
                  <a:pt x="893235" y="0"/>
                </a:moveTo>
                <a:lnTo>
                  <a:pt x="840605" y="4175"/>
                </a:lnTo>
                <a:lnTo>
                  <a:pt x="790635" y="16275"/>
                </a:lnTo>
                <a:lnTo>
                  <a:pt x="743985" y="35659"/>
                </a:lnTo>
                <a:lnTo>
                  <a:pt x="701315" y="61687"/>
                </a:lnTo>
                <a:lnTo>
                  <a:pt x="663285" y="93719"/>
                </a:lnTo>
                <a:lnTo>
                  <a:pt x="630555" y="131116"/>
                </a:lnTo>
                <a:lnTo>
                  <a:pt x="603784" y="173237"/>
                </a:lnTo>
                <a:lnTo>
                  <a:pt x="583633" y="219442"/>
                </a:lnTo>
                <a:lnTo>
                  <a:pt x="1203433" y="219442"/>
                </a:lnTo>
                <a:lnTo>
                  <a:pt x="1170043" y="150288"/>
                </a:lnTo>
                <a:lnTo>
                  <a:pt x="1142267" y="113478"/>
                </a:lnTo>
                <a:lnTo>
                  <a:pt x="1109718" y="80931"/>
                </a:lnTo>
                <a:lnTo>
                  <a:pt x="1072906" y="53157"/>
                </a:lnTo>
                <a:lnTo>
                  <a:pt x="1032341" y="30666"/>
                </a:lnTo>
                <a:lnTo>
                  <a:pt x="988534" y="13969"/>
                </a:lnTo>
                <a:lnTo>
                  <a:pt x="941995" y="3577"/>
                </a:lnTo>
                <a:lnTo>
                  <a:pt x="893235" y="0"/>
                </a:lnTo>
                <a:close/>
              </a:path>
            </a:pathLst>
          </a:custGeom>
          <a:solidFill>
            <a:srgbClr val="E4668A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8" name="object 18"/>
          <p:cNvSpPr/>
          <p:nvPr/>
        </p:nvSpPr>
        <p:spPr>
          <a:xfrm>
            <a:off x="4429013" y="5603125"/>
            <a:ext cx="525074" cy="525074"/>
          </a:xfrm>
          <a:custGeom>
            <a:avLst/>
            <a:gdLst/>
            <a:ahLst/>
            <a:cxnLst/>
            <a:rect l="l" t="t" r="r" b="b"/>
            <a:pathLst>
              <a:path w="614045" h="614045">
                <a:moveTo>
                  <a:pt x="306715" y="0"/>
                </a:moveTo>
                <a:lnTo>
                  <a:pt x="256964" y="4016"/>
                </a:lnTo>
                <a:lnTo>
                  <a:pt x="209769" y="15643"/>
                </a:lnTo>
                <a:lnTo>
                  <a:pt x="165761" y="34250"/>
                </a:lnTo>
                <a:lnTo>
                  <a:pt x="125573" y="59205"/>
                </a:lnTo>
                <a:lnTo>
                  <a:pt x="89834" y="89875"/>
                </a:lnTo>
                <a:lnTo>
                  <a:pt x="59178" y="125630"/>
                </a:lnTo>
                <a:lnTo>
                  <a:pt x="34235" y="165836"/>
                </a:lnTo>
                <a:lnTo>
                  <a:pt x="15636" y="209864"/>
                </a:lnTo>
                <a:lnTo>
                  <a:pt x="4014" y="257080"/>
                </a:lnTo>
                <a:lnTo>
                  <a:pt x="0" y="306853"/>
                </a:lnTo>
                <a:lnTo>
                  <a:pt x="4014" y="356626"/>
                </a:lnTo>
                <a:lnTo>
                  <a:pt x="15636" y="403842"/>
                </a:lnTo>
                <a:lnTo>
                  <a:pt x="34235" y="447870"/>
                </a:lnTo>
                <a:lnTo>
                  <a:pt x="59178" y="488077"/>
                </a:lnTo>
                <a:lnTo>
                  <a:pt x="89834" y="523831"/>
                </a:lnTo>
                <a:lnTo>
                  <a:pt x="125573" y="554502"/>
                </a:lnTo>
                <a:lnTo>
                  <a:pt x="165761" y="579456"/>
                </a:lnTo>
                <a:lnTo>
                  <a:pt x="209769" y="598063"/>
                </a:lnTo>
                <a:lnTo>
                  <a:pt x="256964" y="609690"/>
                </a:lnTo>
                <a:lnTo>
                  <a:pt x="306715" y="613707"/>
                </a:lnTo>
                <a:lnTo>
                  <a:pt x="356465" y="609690"/>
                </a:lnTo>
                <a:lnTo>
                  <a:pt x="403660" y="598063"/>
                </a:lnTo>
                <a:lnTo>
                  <a:pt x="447668" y="579456"/>
                </a:lnTo>
                <a:lnTo>
                  <a:pt x="487857" y="554502"/>
                </a:lnTo>
                <a:lnTo>
                  <a:pt x="523595" y="523831"/>
                </a:lnTo>
                <a:lnTo>
                  <a:pt x="554252" y="488077"/>
                </a:lnTo>
                <a:lnTo>
                  <a:pt x="579195" y="447870"/>
                </a:lnTo>
                <a:lnTo>
                  <a:pt x="597793" y="403842"/>
                </a:lnTo>
                <a:lnTo>
                  <a:pt x="609415" y="356626"/>
                </a:lnTo>
                <a:lnTo>
                  <a:pt x="613430" y="306853"/>
                </a:lnTo>
                <a:lnTo>
                  <a:pt x="609415" y="257080"/>
                </a:lnTo>
                <a:lnTo>
                  <a:pt x="597793" y="209864"/>
                </a:lnTo>
                <a:lnTo>
                  <a:pt x="579195" y="165836"/>
                </a:lnTo>
                <a:lnTo>
                  <a:pt x="554252" y="125630"/>
                </a:lnTo>
                <a:lnTo>
                  <a:pt x="523595" y="89875"/>
                </a:lnTo>
                <a:lnTo>
                  <a:pt x="487857" y="59205"/>
                </a:lnTo>
                <a:lnTo>
                  <a:pt x="447668" y="34250"/>
                </a:lnTo>
                <a:lnTo>
                  <a:pt x="403660" y="15643"/>
                </a:lnTo>
                <a:lnTo>
                  <a:pt x="356465" y="4016"/>
                </a:lnTo>
                <a:lnTo>
                  <a:pt x="3067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9" name="object 19"/>
          <p:cNvSpPr/>
          <p:nvPr/>
        </p:nvSpPr>
        <p:spPr>
          <a:xfrm>
            <a:off x="4514479" y="5697827"/>
            <a:ext cx="340549" cy="38004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0" name="object 20"/>
          <p:cNvSpPr txBox="1"/>
          <p:nvPr/>
        </p:nvSpPr>
        <p:spPr>
          <a:xfrm>
            <a:off x="4792009" y="5408627"/>
            <a:ext cx="206337" cy="223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454" b="1" spc="-4" dirty="0">
                <a:solidFill>
                  <a:srgbClr val="EB95AE"/>
                </a:solidFill>
                <a:latin typeface="微软雅黑"/>
                <a:cs typeface="微软雅黑"/>
              </a:rPr>
              <a:t>芯</a:t>
            </a:r>
            <a:endParaRPr sz="1454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53524" y="5847085"/>
            <a:ext cx="206337" cy="223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454" b="1" spc="-4" dirty="0">
                <a:solidFill>
                  <a:srgbClr val="EB95AE"/>
                </a:solidFill>
                <a:latin typeface="微软雅黑"/>
                <a:cs typeface="微软雅黑"/>
              </a:rPr>
              <a:t>端</a:t>
            </a:r>
            <a:endParaRPr sz="1454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36810" y="5932402"/>
            <a:ext cx="206337" cy="223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454" b="1" spc="-4" dirty="0">
                <a:solidFill>
                  <a:srgbClr val="FFFFFF"/>
                </a:solidFill>
                <a:latin typeface="微软雅黑"/>
                <a:cs typeface="微软雅黑"/>
              </a:rPr>
              <a:t>云</a:t>
            </a:r>
            <a:endParaRPr sz="1454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93550499"/>
      </p:ext>
    </p:extLst>
  </p:cSld>
  <p:clrMapOvr>
    <a:masterClrMapping/>
  </p:clrMapOvr>
  <p:transition spd="slow">
    <p:circl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460" y="2286001"/>
            <a:ext cx="3078540" cy="24656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" name="object 3"/>
          <p:cNvSpPr txBox="1"/>
          <p:nvPr/>
        </p:nvSpPr>
        <p:spPr>
          <a:xfrm>
            <a:off x="4724400" y="1457996"/>
            <a:ext cx="3822880" cy="1213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400" spc="624" dirty="0">
                <a:solidFill>
                  <a:srgbClr val="D512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l</a:t>
            </a:r>
            <a:r>
              <a:rPr sz="1400" spc="381" dirty="0">
                <a:solidFill>
                  <a:srgbClr val="D512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1800" b="1" spc="47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视觉处理模块</a:t>
            </a:r>
            <a:r>
              <a:rPr sz="1800" spc="9" dirty="0">
                <a:latin typeface="微软雅黑" panose="020B0503020204020204" pitchFamily="34" charset="-122"/>
                <a:ea typeface="微软雅黑" panose="020B0503020204020204" pitchFamily="34" charset="-122"/>
                <a:cs typeface="MS Gothic"/>
              </a:rPr>
              <a:t>（</a:t>
            </a:r>
            <a:r>
              <a:rPr sz="1800" spc="9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监控摄像、门禁）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  <a:p>
            <a:pPr>
              <a:spcBef>
                <a:spcPts val="4"/>
              </a:spcBef>
            </a:pP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  <a:p>
            <a:pPr marL="10860">
              <a:spcBef>
                <a:spcPts val="4"/>
              </a:spcBef>
            </a:pPr>
            <a:r>
              <a:rPr sz="1400" spc="624" dirty="0">
                <a:solidFill>
                  <a:srgbClr val="D512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l</a:t>
            </a:r>
            <a:r>
              <a:rPr sz="1400" spc="371" dirty="0">
                <a:solidFill>
                  <a:srgbClr val="D512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1800" b="1" spc="47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语音处理模块</a:t>
            </a:r>
            <a:r>
              <a:rPr sz="1800" spc="9" dirty="0">
                <a:latin typeface="微软雅黑" panose="020B0503020204020204" pitchFamily="34" charset="-122"/>
                <a:ea typeface="微软雅黑" panose="020B0503020204020204" pitchFamily="34" charset="-122"/>
                <a:cs typeface="MS Gothic"/>
              </a:rPr>
              <a:t>（声控、音响）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MS Gothic"/>
            </a:endParaRPr>
          </a:p>
          <a:p>
            <a:pPr marL="10860">
              <a:spcBef>
                <a:spcPts val="1291"/>
              </a:spcBef>
            </a:pPr>
            <a:r>
              <a:rPr sz="1400" spc="624" dirty="0">
                <a:solidFill>
                  <a:srgbClr val="D512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l</a:t>
            </a:r>
            <a:r>
              <a:rPr sz="1400" spc="333" dirty="0">
                <a:solidFill>
                  <a:srgbClr val="D5120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1800" b="1" spc="56" dirty="0"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</a:rPr>
              <a:t>其他各种控制模</a:t>
            </a:r>
            <a:r>
              <a:rPr sz="1800" b="1" spc="34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块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860"/>
            <a:r>
              <a:rPr sz="3200" b="0" spc="43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人工智能+智能家居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6970713" y="6092825"/>
            <a:ext cx="2173287" cy="269875"/>
          </a:xfrm>
          <a:prstGeom prst="rect">
            <a:avLst/>
          </a:prstGeom>
        </p:spPr>
        <p:txBody>
          <a:bodyPr vert="horz" wrap="square" lIns="0" tIns="26607" rIns="0" bIns="0" rtlCol="0">
            <a:spAutoFit/>
          </a:bodyPr>
          <a:lstStyle/>
          <a:p>
            <a:pPr marL="10860">
              <a:spcBef>
                <a:spcPts val="209"/>
              </a:spcBef>
            </a:pPr>
            <a:r>
              <a:rPr lang="zh-CN" altLang="en-US" spc="-4" dirty="0">
                <a:hlinkClick r:id="rId3"/>
              </a:rPr>
              <a:t> </a:t>
            </a:r>
            <a:endParaRPr spc="-4" dirty="0">
              <a:hlinkClick r:id="rId3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19600" y="3040517"/>
            <a:ext cx="1828800" cy="1270271"/>
          </a:xfrm>
          <a:prstGeom prst="rect">
            <a:avLst/>
          </a:prstGeom>
          <a:blipFill>
            <a:blip r:embed="rId4" cstate="print"/>
            <a:srcRect/>
            <a:stretch>
              <a:fillRect r="-109272" b="-79553"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6"/>
          <p:cNvSpPr/>
          <p:nvPr/>
        </p:nvSpPr>
        <p:spPr>
          <a:xfrm>
            <a:off x="6858000" y="3045206"/>
            <a:ext cx="1734742" cy="1173713"/>
          </a:xfrm>
          <a:prstGeom prst="rect">
            <a:avLst/>
          </a:prstGeom>
          <a:blipFill>
            <a:blip r:embed="rId5" cstate="print"/>
            <a:srcRect/>
            <a:stretch>
              <a:fillRect l="1" r="-51443" b="-55442"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object 7"/>
          <p:cNvSpPr/>
          <p:nvPr/>
        </p:nvSpPr>
        <p:spPr>
          <a:xfrm>
            <a:off x="5403744" y="4751638"/>
            <a:ext cx="2464191" cy="1351738"/>
          </a:xfrm>
          <a:prstGeom prst="rect">
            <a:avLst/>
          </a:prstGeom>
          <a:blipFill>
            <a:blip r:embed="rId6" cstate="print"/>
            <a:srcRect/>
            <a:stretch>
              <a:fillRect l="-2" r="-132943" b="-148451"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</p:spTree>
    <p:extLst>
      <p:ext uri="{BB962C8B-B14F-4D97-AF65-F5344CB8AC3E}">
        <p14:creationId xmlns:p14="http://schemas.microsoft.com/office/powerpoint/2010/main" val="1770551538"/>
      </p:ext>
    </p:extLst>
  </p:cSld>
  <p:clrMapOvr>
    <a:masterClrMapping/>
  </p:clrMapOvr>
  <p:transition spd="slow">
    <p:circl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2323" y="5562962"/>
            <a:ext cx="6353017" cy="9013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" name="object 3"/>
          <p:cNvSpPr/>
          <p:nvPr/>
        </p:nvSpPr>
        <p:spPr>
          <a:xfrm>
            <a:off x="1330331" y="1742705"/>
            <a:ext cx="6286366" cy="38447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pc="43" dirty="0"/>
              <a:t>人工智能</a:t>
            </a:r>
            <a:r>
              <a:rPr spc="21" dirty="0"/>
              <a:t>+</a:t>
            </a:r>
            <a:r>
              <a:rPr spc="43" dirty="0"/>
              <a:t>交通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4294967295"/>
          </p:nvPr>
        </p:nvSpPr>
        <p:spPr>
          <a:xfrm>
            <a:off x="6970713" y="6092825"/>
            <a:ext cx="2173287" cy="269875"/>
          </a:xfrm>
          <a:prstGeom prst="rect">
            <a:avLst/>
          </a:prstGeom>
        </p:spPr>
        <p:txBody>
          <a:bodyPr vert="horz" wrap="square" lIns="0" tIns="26607" rIns="0" bIns="0" rtlCol="0">
            <a:spAutoFit/>
          </a:bodyPr>
          <a:lstStyle/>
          <a:p>
            <a:pPr marL="10860">
              <a:spcBef>
                <a:spcPts val="209"/>
              </a:spcBef>
            </a:pPr>
            <a:r>
              <a:rPr lang="zh-CN" altLang="en-US" spc="-4" dirty="0">
                <a:hlinkClick r:id="rId4"/>
              </a:rPr>
              <a:t> </a:t>
            </a:r>
            <a:endParaRPr spc="-4" dirty="0">
              <a:hlinkClick r:id="rId4"/>
            </a:endParaRPr>
          </a:p>
        </p:txBody>
      </p:sp>
    </p:spTree>
    <p:extLst>
      <p:ext uri="{BB962C8B-B14F-4D97-AF65-F5344CB8AC3E}">
        <p14:creationId xmlns:p14="http://schemas.microsoft.com/office/powerpoint/2010/main" val="2564782417"/>
      </p:ext>
    </p:extLst>
  </p:cSld>
  <p:clrMapOvr>
    <a:masterClrMapping/>
  </p:clrMapOvr>
  <p:transition spd="slow">
    <p:circl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34194" y="4155931"/>
            <a:ext cx="5473183" cy="2567580"/>
          </a:xfrm>
          <a:prstGeom prst="rect">
            <a:avLst/>
          </a:prstGeom>
          <a:blipFill>
            <a:blip r:embed="rId2" cstate="print"/>
            <a:srcRect/>
            <a:stretch>
              <a:fillRect r="-47292" b="-49727"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" name="object 3"/>
          <p:cNvSpPr/>
          <p:nvPr/>
        </p:nvSpPr>
        <p:spPr>
          <a:xfrm>
            <a:off x="152401" y="1526719"/>
            <a:ext cx="3563586" cy="2085337"/>
          </a:xfrm>
          <a:prstGeom prst="rect">
            <a:avLst/>
          </a:prstGeom>
          <a:blipFill>
            <a:blip r:embed="rId3" cstate="print"/>
            <a:srcRect/>
            <a:stretch>
              <a:fillRect t="2" r="-75082" b="-34799"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4"/>
          <p:cNvSpPr/>
          <p:nvPr/>
        </p:nvSpPr>
        <p:spPr>
          <a:xfrm>
            <a:off x="4029007" y="2087808"/>
            <a:ext cx="933948" cy="9882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5"/>
          <p:cNvSpPr/>
          <p:nvPr/>
        </p:nvSpPr>
        <p:spPr>
          <a:xfrm>
            <a:off x="4214217" y="2269656"/>
            <a:ext cx="394051" cy="4483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6"/>
          <p:cNvSpPr/>
          <p:nvPr/>
        </p:nvSpPr>
        <p:spPr>
          <a:xfrm>
            <a:off x="4936195" y="1405446"/>
            <a:ext cx="627157" cy="404530"/>
          </a:xfrm>
          <a:custGeom>
            <a:avLst/>
            <a:gdLst/>
            <a:ahLst/>
            <a:cxnLst/>
            <a:rect l="l" t="t" r="r" b="b"/>
            <a:pathLst>
              <a:path w="733425" h="473075">
                <a:moveTo>
                  <a:pt x="0" y="472478"/>
                </a:moveTo>
                <a:lnTo>
                  <a:pt x="733399" y="472478"/>
                </a:lnTo>
                <a:lnTo>
                  <a:pt x="733399" y="0"/>
                </a:lnTo>
                <a:lnTo>
                  <a:pt x="0" y="0"/>
                </a:lnTo>
                <a:lnTo>
                  <a:pt x="0" y="472478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object 7"/>
          <p:cNvSpPr/>
          <p:nvPr/>
        </p:nvSpPr>
        <p:spPr>
          <a:xfrm>
            <a:off x="4936195" y="1405447"/>
            <a:ext cx="627157" cy="404530"/>
          </a:xfrm>
          <a:custGeom>
            <a:avLst/>
            <a:gdLst/>
            <a:ahLst/>
            <a:cxnLst/>
            <a:rect l="l" t="t" r="r" b="b"/>
            <a:pathLst>
              <a:path w="733425" h="473075">
                <a:moveTo>
                  <a:pt x="0" y="0"/>
                </a:moveTo>
                <a:lnTo>
                  <a:pt x="733399" y="0"/>
                </a:lnTo>
                <a:lnTo>
                  <a:pt x="733399" y="472478"/>
                </a:lnTo>
                <a:lnTo>
                  <a:pt x="0" y="472478"/>
                </a:lnTo>
                <a:lnTo>
                  <a:pt x="0" y="0"/>
                </a:lnTo>
                <a:close/>
              </a:path>
            </a:pathLst>
          </a:custGeom>
          <a:ln w="26290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" name="object 8"/>
          <p:cNvSpPr txBox="1"/>
          <p:nvPr/>
        </p:nvSpPr>
        <p:spPr>
          <a:xfrm>
            <a:off x="5006240" y="1419117"/>
            <a:ext cx="338828" cy="184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热线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06241" y="1614682"/>
            <a:ext cx="606523" cy="184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197" b="1" dirty="0">
                <a:solidFill>
                  <a:srgbClr val="FFFFFF"/>
                </a:solidFill>
                <a:latin typeface="微软雅黑"/>
                <a:cs typeface="微软雅黑"/>
              </a:rPr>
              <a:t>( </a:t>
            </a:r>
            <a:r>
              <a:rPr sz="1197" b="1" spc="17" dirty="0">
                <a:solidFill>
                  <a:srgbClr val="FFFFFF"/>
                </a:solidFill>
                <a:latin typeface="微软雅黑"/>
                <a:cs typeface="微软雅黑"/>
              </a:rPr>
              <a:t>IVR</a:t>
            </a:r>
            <a:r>
              <a:rPr sz="1197" b="1" spc="-4" dirty="0">
                <a:solidFill>
                  <a:srgbClr val="FFFFFF"/>
                </a:solidFill>
                <a:latin typeface="微软雅黑"/>
                <a:cs typeface="微软雅黑"/>
              </a:rPr>
              <a:t> ）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63330" y="1978991"/>
            <a:ext cx="528332" cy="384000"/>
          </a:xfrm>
          <a:prstGeom prst="rect">
            <a:avLst/>
          </a:prstGeom>
          <a:solidFill>
            <a:srgbClr val="5B9BD5"/>
          </a:solidFill>
          <a:ln w="26289">
            <a:solidFill>
              <a:srgbClr val="41719C"/>
            </a:solidFill>
          </a:ln>
        </p:spPr>
        <p:txBody>
          <a:bodyPr vert="horz" wrap="square" lIns="0" tIns="2715" rIns="0" bIns="0" rtlCol="0">
            <a:spAutoFit/>
          </a:bodyPr>
          <a:lstStyle/>
          <a:p>
            <a:pPr marL="95566">
              <a:spcBef>
                <a:spcPts val="21"/>
              </a:spcBef>
            </a:pP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语音</a:t>
            </a:r>
            <a:endParaRPr sz="1197">
              <a:latin typeface="微软雅黑"/>
              <a:cs typeface="微软雅黑"/>
            </a:endParaRPr>
          </a:p>
          <a:p>
            <a:pPr marL="95566">
              <a:spcBef>
                <a:spcPts val="103"/>
              </a:spcBef>
            </a:pP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识别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50211" y="2493826"/>
            <a:ext cx="528332" cy="384000"/>
          </a:xfrm>
          <a:prstGeom prst="rect">
            <a:avLst/>
          </a:prstGeom>
          <a:solidFill>
            <a:srgbClr val="5B9BD5"/>
          </a:solidFill>
          <a:ln w="26289">
            <a:solidFill>
              <a:srgbClr val="41719C"/>
            </a:solidFill>
          </a:ln>
        </p:spPr>
        <p:txBody>
          <a:bodyPr vert="horz" wrap="square" lIns="0" tIns="2715" rIns="0" bIns="0" rtlCol="0">
            <a:spAutoFit/>
          </a:bodyPr>
          <a:lstStyle/>
          <a:p>
            <a:pPr marL="95566">
              <a:spcBef>
                <a:spcPts val="21"/>
              </a:spcBef>
            </a:pP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问题</a:t>
            </a:r>
            <a:endParaRPr sz="1197">
              <a:latin typeface="微软雅黑"/>
              <a:cs typeface="微软雅黑"/>
            </a:endParaRPr>
          </a:p>
          <a:p>
            <a:pPr marL="95566">
              <a:spcBef>
                <a:spcPts val="97"/>
              </a:spcBef>
            </a:pP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定位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94570" y="2493825"/>
            <a:ext cx="758018" cy="404530"/>
          </a:xfrm>
          <a:custGeom>
            <a:avLst/>
            <a:gdLst/>
            <a:ahLst/>
            <a:cxnLst/>
            <a:rect l="l" t="t" r="r" b="b"/>
            <a:pathLst>
              <a:path w="886459" h="473075">
                <a:moveTo>
                  <a:pt x="0" y="472478"/>
                </a:moveTo>
                <a:lnTo>
                  <a:pt x="886118" y="472478"/>
                </a:lnTo>
                <a:lnTo>
                  <a:pt x="886118" y="0"/>
                </a:lnTo>
                <a:lnTo>
                  <a:pt x="0" y="0"/>
                </a:lnTo>
                <a:lnTo>
                  <a:pt x="0" y="472478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3" name="object 13"/>
          <p:cNvSpPr/>
          <p:nvPr/>
        </p:nvSpPr>
        <p:spPr>
          <a:xfrm>
            <a:off x="7294570" y="2493826"/>
            <a:ext cx="758018" cy="404530"/>
          </a:xfrm>
          <a:custGeom>
            <a:avLst/>
            <a:gdLst/>
            <a:ahLst/>
            <a:cxnLst/>
            <a:rect l="l" t="t" r="r" b="b"/>
            <a:pathLst>
              <a:path w="886459" h="473075">
                <a:moveTo>
                  <a:pt x="0" y="0"/>
                </a:moveTo>
                <a:lnTo>
                  <a:pt x="886118" y="0"/>
                </a:lnTo>
                <a:lnTo>
                  <a:pt x="886118" y="472478"/>
                </a:lnTo>
                <a:lnTo>
                  <a:pt x="0" y="472478"/>
                </a:lnTo>
                <a:lnTo>
                  <a:pt x="0" y="0"/>
                </a:lnTo>
                <a:close/>
              </a:path>
            </a:pathLst>
          </a:custGeom>
          <a:ln w="26291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4" name="object 14"/>
          <p:cNvSpPr txBox="1"/>
          <p:nvPr/>
        </p:nvSpPr>
        <p:spPr>
          <a:xfrm>
            <a:off x="7427013" y="2443296"/>
            <a:ext cx="497381" cy="460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 marR="4344" indent="78733">
              <a:lnSpc>
                <a:spcPct val="125099"/>
              </a:lnSpc>
            </a:pP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服务 机器人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95583" y="1405447"/>
            <a:ext cx="544622" cy="383451"/>
          </a:xfrm>
          <a:prstGeom prst="rect">
            <a:avLst/>
          </a:prstGeom>
          <a:solidFill>
            <a:srgbClr val="5B9BD5"/>
          </a:solidFill>
          <a:ln w="26289">
            <a:solidFill>
              <a:srgbClr val="41719C"/>
            </a:solidFill>
          </a:ln>
        </p:spPr>
        <p:txBody>
          <a:bodyPr vert="horz" wrap="square" lIns="0" tIns="2172" rIns="0" bIns="0" rtlCol="0">
            <a:spAutoFit/>
          </a:bodyPr>
          <a:lstStyle/>
          <a:p>
            <a:pPr marL="103711">
              <a:spcBef>
                <a:spcPts val="17"/>
              </a:spcBef>
            </a:pP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人工</a:t>
            </a:r>
            <a:endParaRPr sz="1197">
              <a:latin typeface="微软雅黑"/>
              <a:cs typeface="微软雅黑"/>
            </a:endParaRPr>
          </a:p>
          <a:p>
            <a:pPr marL="103711">
              <a:spcBef>
                <a:spcPts val="97"/>
              </a:spcBef>
            </a:pP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服务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36196" y="3227335"/>
            <a:ext cx="627157" cy="384721"/>
          </a:xfrm>
          <a:prstGeom prst="rect">
            <a:avLst/>
          </a:prstGeom>
          <a:solidFill>
            <a:srgbClr val="5B9BD5"/>
          </a:solidFill>
          <a:ln w="26290">
            <a:solidFill>
              <a:srgbClr val="4171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9503">
              <a:lnSpc>
                <a:spcPts val="1313"/>
              </a:lnSpc>
            </a:pP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在线</a:t>
            </a:r>
            <a:endParaRPr sz="1197">
              <a:latin typeface="微软雅黑"/>
              <a:cs typeface="微软雅黑"/>
            </a:endParaRPr>
          </a:p>
          <a:p>
            <a:pPr marL="69503">
              <a:lnSpc>
                <a:spcPts val="1330"/>
              </a:lnSpc>
              <a:spcBef>
                <a:spcPts val="359"/>
              </a:spcBef>
            </a:pPr>
            <a:r>
              <a:rPr sz="1197" b="1" dirty="0">
                <a:solidFill>
                  <a:srgbClr val="FFFFFF"/>
                </a:solidFill>
                <a:latin typeface="微软雅黑"/>
                <a:cs typeface="微软雅黑"/>
              </a:rPr>
              <a:t>( </a:t>
            </a:r>
            <a:r>
              <a:rPr sz="1197" b="1" spc="9" dirty="0">
                <a:solidFill>
                  <a:srgbClr val="FFFFFF"/>
                </a:solidFill>
                <a:latin typeface="微软雅黑"/>
                <a:cs typeface="微软雅黑"/>
              </a:rPr>
              <a:t>IM</a:t>
            </a:r>
            <a:r>
              <a:rPr sz="1197" b="1" spc="13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1197" b="1" spc="-4" dirty="0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95583" y="3213155"/>
            <a:ext cx="544622" cy="384548"/>
          </a:xfrm>
          <a:prstGeom prst="rect">
            <a:avLst/>
          </a:prstGeom>
          <a:solidFill>
            <a:srgbClr val="5B9BD5"/>
          </a:solidFill>
          <a:ln w="26289">
            <a:solidFill>
              <a:srgbClr val="41719C"/>
            </a:solidFill>
          </a:ln>
        </p:spPr>
        <p:txBody>
          <a:bodyPr vert="horz" wrap="square" lIns="0" tIns="3258" rIns="0" bIns="0" rtlCol="0">
            <a:spAutoFit/>
          </a:bodyPr>
          <a:lstStyle/>
          <a:p>
            <a:pPr marL="103711">
              <a:spcBef>
                <a:spcPts val="26"/>
              </a:spcBef>
            </a:pP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人工</a:t>
            </a:r>
            <a:endParaRPr sz="1197" dirty="0">
              <a:latin typeface="微软雅黑"/>
              <a:cs typeface="微软雅黑"/>
            </a:endParaRPr>
          </a:p>
          <a:p>
            <a:pPr marL="103711">
              <a:spcBef>
                <a:spcPts val="103"/>
              </a:spcBef>
            </a:pP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服务</a:t>
            </a:r>
            <a:endParaRPr sz="1197" dirty="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600347" y="1809430"/>
            <a:ext cx="649962" cy="692316"/>
          </a:xfrm>
          <a:custGeom>
            <a:avLst/>
            <a:gdLst/>
            <a:ahLst/>
            <a:cxnLst/>
            <a:rect l="l" t="t" r="r" b="b"/>
            <a:pathLst>
              <a:path w="760095" h="809625">
                <a:moveTo>
                  <a:pt x="749422" y="43983"/>
                </a:moveTo>
                <a:lnTo>
                  <a:pt x="700855" y="43983"/>
                </a:lnTo>
                <a:lnTo>
                  <a:pt x="0" y="791672"/>
                </a:lnTo>
                <a:lnTo>
                  <a:pt x="18528" y="809056"/>
                </a:lnTo>
                <a:lnTo>
                  <a:pt x="719383" y="61366"/>
                </a:lnTo>
                <a:lnTo>
                  <a:pt x="745441" y="61366"/>
                </a:lnTo>
                <a:lnTo>
                  <a:pt x="749422" y="43983"/>
                </a:lnTo>
                <a:close/>
              </a:path>
              <a:path w="760095" h="809625">
                <a:moveTo>
                  <a:pt x="745441" y="61366"/>
                </a:moveTo>
                <a:lnTo>
                  <a:pt x="719383" y="61366"/>
                </a:lnTo>
                <a:lnTo>
                  <a:pt x="707923" y="111410"/>
                </a:lnTo>
                <a:lnTo>
                  <a:pt x="712195" y="118225"/>
                </a:lnTo>
                <a:lnTo>
                  <a:pt x="725869" y="121359"/>
                </a:lnTo>
                <a:lnTo>
                  <a:pt x="732680" y="117085"/>
                </a:lnTo>
                <a:lnTo>
                  <a:pt x="745441" y="61366"/>
                </a:lnTo>
                <a:close/>
              </a:path>
              <a:path w="760095" h="809625">
                <a:moveTo>
                  <a:pt x="759495" y="0"/>
                </a:moveTo>
                <a:lnTo>
                  <a:pt x="644423" y="34281"/>
                </a:lnTo>
                <a:lnTo>
                  <a:pt x="640596" y="41357"/>
                </a:lnTo>
                <a:lnTo>
                  <a:pt x="644599" y="54808"/>
                </a:lnTo>
                <a:lnTo>
                  <a:pt x="651672" y="58635"/>
                </a:lnTo>
                <a:lnTo>
                  <a:pt x="700855" y="43983"/>
                </a:lnTo>
                <a:lnTo>
                  <a:pt x="749422" y="43983"/>
                </a:lnTo>
                <a:lnTo>
                  <a:pt x="75949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9" name="object 19"/>
          <p:cNvSpPr/>
          <p:nvPr/>
        </p:nvSpPr>
        <p:spPr>
          <a:xfrm>
            <a:off x="4600096" y="2486672"/>
            <a:ext cx="649962" cy="741185"/>
          </a:xfrm>
          <a:custGeom>
            <a:avLst/>
            <a:gdLst/>
            <a:ahLst/>
            <a:cxnLst/>
            <a:rect l="l" t="t" r="r" b="b"/>
            <a:pathLst>
              <a:path w="760095" h="866775">
                <a:moveTo>
                  <a:pt x="654053" y="803888"/>
                </a:moveTo>
                <a:lnTo>
                  <a:pt x="646852" y="807469"/>
                </a:lnTo>
                <a:lnTo>
                  <a:pt x="642388" y="820774"/>
                </a:lnTo>
                <a:lnTo>
                  <a:pt x="645968" y="827977"/>
                </a:lnTo>
                <a:lnTo>
                  <a:pt x="759790" y="866209"/>
                </a:lnTo>
                <a:lnTo>
                  <a:pt x="750916" y="820229"/>
                </a:lnTo>
                <a:lnTo>
                  <a:pt x="702702" y="820229"/>
                </a:lnTo>
                <a:lnTo>
                  <a:pt x="654053" y="803888"/>
                </a:lnTo>
                <a:close/>
              </a:path>
              <a:path w="760095" h="866775">
                <a:moveTo>
                  <a:pt x="19116" y="0"/>
                </a:moveTo>
                <a:lnTo>
                  <a:pt x="0" y="16733"/>
                </a:lnTo>
                <a:lnTo>
                  <a:pt x="702702" y="820229"/>
                </a:lnTo>
                <a:lnTo>
                  <a:pt x="750916" y="820229"/>
                </a:lnTo>
                <a:lnTo>
                  <a:pt x="747687" y="803495"/>
                </a:lnTo>
                <a:lnTo>
                  <a:pt x="721818" y="803495"/>
                </a:lnTo>
                <a:lnTo>
                  <a:pt x="19116" y="0"/>
                </a:lnTo>
                <a:close/>
              </a:path>
              <a:path w="760095" h="866775">
                <a:moveTo>
                  <a:pt x="730368" y="743761"/>
                </a:moveTo>
                <a:lnTo>
                  <a:pt x="716594" y="746422"/>
                </a:lnTo>
                <a:lnTo>
                  <a:pt x="712090" y="753085"/>
                </a:lnTo>
                <a:lnTo>
                  <a:pt x="721818" y="803495"/>
                </a:lnTo>
                <a:lnTo>
                  <a:pt x="747687" y="803495"/>
                </a:lnTo>
                <a:lnTo>
                  <a:pt x="737029" y="748268"/>
                </a:lnTo>
                <a:lnTo>
                  <a:pt x="730368" y="743761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0" name="object 20"/>
          <p:cNvSpPr/>
          <p:nvPr/>
        </p:nvSpPr>
        <p:spPr>
          <a:xfrm>
            <a:off x="5554481" y="1601160"/>
            <a:ext cx="273125" cy="377922"/>
          </a:xfrm>
          <a:custGeom>
            <a:avLst/>
            <a:gdLst/>
            <a:ahLst/>
            <a:cxnLst/>
            <a:rect l="l" t="t" r="r" b="b"/>
            <a:pathLst>
              <a:path w="319404" h="441960">
                <a:moveTo>
                  <a:pt x="220308" y="369271"/>
                </a:moveTo>
                <a:lnTo>
                  <a:pt x="212784" y="372112"/>
                </a:lnTo>
                <a:lnTo>
                  <a:pt x="207007" y="384901"/>
                </a:lnTo>
                <a:lnTo>
                  <a:pt x="209845" y="392427"/>
                </a:lnTo>
                <a:lnTo>
                  <a:pt x="319255" y="441902"/>
                </a:lnTo>
                <a:lnTo>
                  <a:pt x="314603" y="390418"/>
                </a:lnTo>
                <a:lnTo>
                  <a:pt x="267070" y="390418"/>
                </a:lnTo>
                <a:lnTo>
                  <a:pt x="220308" y="369271"/>
                </a:lnTo>
                <a:close/>
              </a:path>
              <a:path w="319404" h="441960">
                <a:moveTo>
                  <a:pt x="20699" y="0"/>
                </a:moveTo>
                <a:lnTo>
                  <a:pt x="0" y="14726"/>
                </a:lnTo>
                <a:lnTo>
                  <a:pt x="267070" y="390418"/>
                </a:lnTo>
                <a:lnTo>
                  <a:pt x="314603" y="390418"/>
                </a:lnTo>
                <a:lnTo>
                  <a:pt x="313273" y="375690"/>
                </a:lnTo>
                <a:lnTo>
                  <a:pt x="287770" y="375690"/>
                </a:lnTo>
                <a:lnTo>
                  <a:pt x="20699" y="0"/>
                </a:lnTo>
                <a:close/>
              </a:path>
              <a:path w="319404" h="441960">
                <a:moveTo>
                  <a:pt x="302272" y="317117"/>
                </a:moveTo>
                <a:lnTo>
                  <a:pt x="288302" y="318380"/>
                </a:lnTo>
                <a:lnTo>
                  <a:pt x="283151" y="324558"/>
                </a:lnTo>
                <a:lnTo>
                  <a:pt x="287770" y="375690"/>
                </a:lnTo>
                <a:lnTo>
                  <a:pt x="313273" y="375690"/>
                </a:lnTo>
                <a:lnTo>
                  <a:pt x="308447" y="322271"/>
                </a:lnTo>
                <a:lnTo>
                  <a:pt x="302272" y="317117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1" name="object 21"/>
          <p:cNvSpPr/>
          <p:nvPr/>
        </p:nvSpPr>
        <p:spPr>
          <a:xfrm>
            <a:off x="5821873" y="2373688"/>
            <a:ext cx="528875" cy="322538"/>
          </a:xfrm>
          <a:custGeom>
            <a:avLst/>
            <a:gdLst/>
            <a:ahLst/>
            <a:cxnLst/>
            <a:rect l="l" t="t" r="r" b="b"/>
            <a:pathLst>
              <a:path w="618490" h="377189">
                <a:moveTo>
                  <a:pt x="498133" y="350037"/>
                </a:moveTo>
                <a:lnTo>
                  <a:pt x="492385" y="355662"/>
                </a:lnTo>
                <a:lnTo>
                  <a:pt x="492231" y="369695"/>
                </a:lnTo>
                <a:lnTo>
                  <a:pt x="497855" y="375446"/>
                </a:lnTo>
                <a:lnTo>
                  <a:pt x="617913" y="376764"/>
                </a:lnTo>
                <a:lnTo>
                  <a:pt x="603500" y="350600"/>
                </a:lnTo>
                <a:lnTo>
                  <a:pt x="549447" y="350600"/>
                </a:lnTo>
                <a:lnTo>
                  <a:pt x="498133" y="350037"/>
                </a:lnTo>
                <a:close/>
              </a:path>
              <a:path w="618490" h="377189">
                <a:moveTo>
                  <a:pt x="13039" y="0"/>
                </a:moveTo>
                <a:lnTo>
                  <a:pt x="0" y="21808"/>
                </a:lnTo>
                <a:lnTo>
                  <a:pt x="549447" y="350600"/>
                </a:lnTo>
                <a:lnTo>
                  <a:pt x="603500" y="350600"/>
                </a:lnTo>
                <a:lnTo>
                  <a:pt x="591488" y="328792"/>
                </a:lnTo>
                <a:lnTo>
                  <a:pt x="562486" y="328792"/>
                </a:lnTo>
                <a:lnTo>
                  <a:pt x="13039" y="0"/>
                </a:lnTo>
                <a:close/>
              </a:path>
              <a:path w="618490" h="377189">
                <a:moveTo>
                  <a:pt x="552239" y="269326"/>
                </a:moveTo>
                <a:lnTo>
                  <a:pt x="539953" y="276099"/>
                </a:lnTo>
                <a:lnTo>
                  <a:pt x="537718" y="283827"/>
                </a:lnTo>
                <a:lnTo>
                  <a:pt x="562486" y="328792"/>
                </a:lnTo>
                <a:lnTo>
                  <a:pt x="591488" y="328792"/>
                </a:lnTo>
                <a:lnTo>
                  <a:pt x="559963" y="271562"/>
                </a:lnTo>
                <a:lnTo>
                  <a:pt x="552239" y="269326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2" name="object 22"/>
          <p:cNvSpPr/>
          <p:nvPr/>
        </p:nvSpPr>
        <p:spPr>
          <a:xfrm>
            <a:off x="5555926" y="2695802"/>
            <a:ext cx="794399" cy="741728"/>
          </a:xfrm>
          <a:custGeom>
            <a:avLst/>
            <a:gdLst/>
            <a:ahLst/>
            <a:cxnLst/>
            <a:rect l="l" t="t" r="r" b="b"/>
            <a:pathLst>
              <a:path w="929004" h="867410">
                <a:moveTo>
                  <a:pt x="916888" y="39931"/>
                </a:moveTo>
                <a:lnTo>
                  <a:pt x="867446" y="39931"/>
                </a:lnTo>
                <a:lnTo>
                  <a:pt x="0" y="848542"/>
                </a:lnTo>
                <a:lnTo>
                  <a:pt x="17315" y="867134"/>
                </a:lnTo>
                <a:lnTo>
                  <a:pt x="884762" y="58522"/>
                </a:lnTo>
                <a:lnTo>
                  <a:pt x="911289" y="58522"/>
                </a:lnTo>
                <a:lnTo>
                  <a:pt x="916888" y="39931"/>
                </a:lnTo>
                <a:close/>
              </a:path>
              <a:path w="929004" h="867410">
                <a:moveTo>
                  <a:pt x="911289" y="58522"/>
                </a:moveTo>
                <a:lnTo>
                  <a:pt x="884762" y="58522"/>
                </a:lnTo>
                <a:lnTo>
                  <a:pt x="869957" y="107682"/>
                </a:lnTo>
                <a:lnTo>
                  <a:pt x="873761" y="114769"/>
                </a:lnTo>
                <a:lnTo>
                  <a:pt x="887192" y="118817"/>
                </a:lnTo>
                <a:lnTo>
                  <a:pt x="894278" y="115012"/>
                </a:lnTo>
                <a:lnTo>
                  <a:pt x="911289" y="58522"/>
                </a:lnTo>
                <a:close/>
              </a:path>
              <a:path w="929004" h="867410">
                <a:moveTo>
                  <a:pt x="928913" y="0"/>
                </a:moveTo>
                <a:lnTo>
                  <a:pt x="811795" y="26449"/>
                </a:lnTo>
                <a:lnTo>
                  <a:pt x="807500" y="33251"/>
                </a:lnTo>
                <a:lnTo>
                  <a:pt x="810588" y="46940"/>
                </a:lnTo>
                <a:lnTo>
                  <a:pt x="817388" y="51236"/>
                </a:lnTo>
                <a:lnTo>
                  <a:pt x="867446" y="39931"/>
                </a:lnTo>
                <a:lnTo>
                  <a:pt x="916888" y="39931"/>
                </a:lnTo>
                <a:lnTo>
                  <a:pt x="92891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3" name="object 23"/>
          <p:cNvSpPr/>
          <p:nvPr/>
        </p:nvSpPr>
        <p:spPr>
          <a:xfrm>
            <a:off x="6869378" y="1607413"/>
            <a:ext cx="726524" cy="1094674"/>
          </a:xfrm>
          <a:custGeom>
            <a:avLst/>
            <a:gdLst/>
            <a:ahLst/>
            <a:cxnLst/>
            <a:rect l="l" t="t" r="r" b="b"/>
            <a:pathLst>
              <a:path w="849629" h="1280160">
                <a:moveTo>
                  <a:pt x="846367" y="53299"/>
                </a:moveTo>
                <a:lnTo>
                  <a:pt x="798956" y="53299"/>
                </a:lnTo>
                <a:lnTo>
                  <a:pt x="0" y="1265855"/>
                </a:lnTo>
                <a:lnTo>
                  <a:pt x="21207" y="1279842"/>
                </a:lnTo>
                <a:lnTo>
                  <a:pt x="820163" y="67285"/>
                </a:lnTo>
                <a:lnTo>
                  <a:pt x="845601" y="67285"/>
                </a:lnTo>
                <a:lnTo>
                  <a:pt x="846367" y="53299"/>
                </a:lnTo>
                <a:close/>
              </a:path>
              <a:path w="849629" h="1280160">
                <a:moveTo>
                  <a:pt x="845601" y="67285"/>
                </a:moveTo>
                <a:lnTo>
                  <a:pt x="820163" y="67285"/>
                </a:lnTo>
                <a:lnTo>
                  <a:pt x="817355" y="118549"/>
                </a:lnTo>
                <a:lnTo>
                  <a:pt x="822722" y="124541"/>
                </a:lnTo>
                <a:lnTo>
                  <a:pt x="836729" y="125308"/>
                </a:lnTo>
                <a:lnTo>
                  <a:pt x="842717" y="119940"/>
                </a:lnTo>
                <a:lnTo>
                  <a:pt x="845601" y="67285"/>
                </a:lnTo>
                <a:close/>
              </a:path>
              <a:path w="849629" h="1280160">
                <a:moveTo>
                  <a:pt x="849287" y="0"/>
                </a:moveTo>
                <a:lnTo>
                  <a:pt x="741696" y="53317"/>
                </a:lnTo>
                <a:lnTo>
                  <a:pt x="739126" y="60939"/>
                </a:lnTo>
                <a:lnTo>
                  <a:pt x="745352" y="73515"/>
                </a:lnTo>
                <a:lnTo>
                  <a:pt x="752971" y="76088"/>
                </a:lnTo>
                <a:lnTo>
                  <a:pt x="798956" y="53299"/>
                </a:lnTo>
                <a:lnTo>
                  <a:pt x="846367" y="53299"/>
                </a:lnTo>
                <a:lnTo>
                  <a:pt x="849287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4" name="object 24"/>
          <p:cNvSpPr/>
          <p:nvPr/>
        </p:nvSpPr>
        <p:spPr>
          <a:xfrm>
            <a:off x="7662989" y="1809417"/>
            <a:ext cx="230772" cy="687429"/>
          </a:xfrm>
          <a:custGeom>
            <a:avLst/>
            <a:gdLst/>
            <a:ahLst/>
            <a:cxnLst/>
            <a:rect l="l" t="t" r="r" b="b"/>
            <a:pathLst>
              <a:path w="269875" h="803910">
                <a:moveTo>
                  <a:pt x="256409" y="65993"/>
                </a:moveTo>
                <a:lnTo>
                  <a:pt x="207534" y="65993"/>
                </a:lnTo>
                <a:lnTo>
                  <a:pt x="0" y="796905"/>
                </a:lnTo>
                <a:lnTo>
                  <a:pt x="24433" y="803850"/>
                </a:lnTo>
                <a:lnTo>
                  <a:pt x="231968" y="72937"/>
                </a:lnTo>
                <a:lnTo>
                  <a:pt x="258192" y="72937"/>
                </a:lnTo>
                <a:lnTo>
                  <a:pt x="256409" y="65993"/>
                </a:lnTo>
                <a:close/>
              </a:path>
              <a:path w="269875" h="803910">
                <a:moveTo>
                  <a:pt x="258192" y="72937"/>
                </a:moveTo>
                <a:lnTo>
                  <a:pt x="231968" y="72937"/>
                </a:lnTo>
                <a:lnTo>
                  <a:pt x="244728" y="122665"/>
                </a:lnTo>
                <a:lnTo>
                  <a:pt x="251650" y="126761"/>
                </a:lnTo>
                <a:lnTo>
                  <a:pt x="265236" y="123271"/>
                </a:lnTo>
                <a:lnTo>
                  <a:pt x="269331" y="116345"/>
                </a:lnTo>
                <a:lnTo>
                  <a:pt x="258192" y="72937"/>
                </a:lnTo>
                <a:close/>
              </a:path>
              <a:path w="269875" h="803910">
                <a:moveTo>
                  <a:pt x="239475" y="0"/>
                </a:moveTo>
                <a:lnTo>
                  <a:pt x="152941" y="83268"/>
                </a:lnTo>
                <a:lnTo>
                  <a:pt x="152784" y="91311"/>
                </a:lnTo>
                <a:lnTo>
                  <a:pt x="162509" y="101427"/>
                </a:lnTo>
                <a:lnTo>
                  <a:pt x="170548" y="101583"/>
                </a:lnTo>
                <a:lnTo>
                  <a:pt x="207534" y="65993"/>
                </a:lnTo>
                <a:lnTo>
                  <a:pt x="256409" y="65993"/>
                </a:lnTo>
                <a:lnTo>
                  <a:pt x="23947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5" name="object 25"/>
          <p:cNvSpPr/>
          <p:nvPr/>
        </p:nvSpPr>
        <p:spPr>
          <a:xfrm>
            <a:off x="6878446" y="2645275"/>
            <a:ext cx="416476" cy="102625"/>
          </a:xfrm>
          <a:custGeom>
            <a:avLst/>
            <a:gdLst/>
            <a:ahLst/>
            <a:cxnLst/>
            <a:rect l="l" t="t" r="r" b="b"/>
            <a:pathLst>
              <a:path w="487045" h="120014">
                <a:moveTo>
                  <a:pt x="1" y="46422"/>
                </a:moveTo>
                <a:lnTo>
                  <a:pt x="0" y="71833"/>
                </a:lnTo>
                <a:lnTo>
                  <a:pt x="414511" y="71835"/>
                </a:lnTo>
                <a:lnTo>
                  <a:pt x="370183" y="97703"/>
                </a:lnTo>
                <a:lnTo>
                  <a:pt x="368137" y="105483"/>
                </a:lnTo>
                <a:lnTo>
                  <a:pt x="375206" y="117605"/>
                </a:lnTo>
                <a:lnTo>
                  <a:pt x="382982" y="119653"/>
                </a:lnTo>
                <a:lnTo>
                  <a:pt x="486691" y="59128"/>
                </a:lnTo>
                <a:lnTo>
                  <a:pt x="464921" y="46423"/>
                </a:lnTo>
                <a:lnTo>
                  <a:pt x="1" y="46422"/>
                </a:lnTo>
                <a:close/>
              </a:path>
              <a:path w="487045" h="120014">
                <a:moveTo>
                  <a:pt x="382553" y="0"/>
                </a:moveTo>
                <a:lnTo>
                  <a:pt x="376266" y="1654"/>
                </a:lnTo>
                <a:lnTo>
                  <a:pt x="373438" y="3681"/>
                </a:lnTo>
                <a:lnTo>
                  <a:pt x="368137" y="12773"/>
                </a:lnTo>
                <a:lnTo>
                  <a:pt x="370184" y="20553"/>
                </a:lnTo>
                <a:lnTo>
                  <a:pt x="414511" y="46423"/>
                </a:lnTo>
                <a:lnTo>
                  <a:pt x="464921" y="46423"/>
                </a:lnTo>
                <a:lnTo>
                  <a:pt x="386011" y="372"/>
                </a:lnTo>
                <a:lnTo>
                  <a:pt x="38255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6" name="object 26"/>
          <p:cNvSpPr/>
          <p:nvPr/>
        </p:nvSpPr>
        <p:spPr>
          <a:xfrm>
            <a:off x="6870757" y="2688163"/>
            <a:ext cx="724895" cy="727067"/>
          </a:xfrm>
          <a:custGeom>
            <a:avLst/>
            <a:gdLst/>
            <a:ahLst/>
            <a:cxnLst/>
            <a:rect l="l" t="t" r="r" b="b"/>
            <a:pathLst>
              <a:path w="847725" h="850264">
                <a:moveTo>
                  <a:pt x="738108" y="794942"/>
                </a:moveTo>
                <a:lnTo>
                  <a:pt x="731156" y="798987"/>
                </a:lnTo>
                <a:lnTo>
                  <a:pt x="727569" y="812554"/>
                </a:lnTo>
                <a:lnTo>
                  <a:pt x="731612" y="819509"/>
                </a:lnTo>
                <a:lnTo>
                  <a:pt x="847684" y="850230"/>
                </a:lnTo>
                <a:lnTo>
                  <a:pt x="836654" y="808073"/>
                </a:lnTo>
                <a:lnTo>
                  <a:pt x="787718" y="808073"/>
                </a:lnTo>
                <a:lnTo>
                  <a:pt x="738108" y="794942"/>
                </a:lnTo>
                <a:close/>
              </a:path>
              <a:path w="847725" h="850264">
                <a:moveTo>
                  <a:pt x="17984" y="0"/>
                </a:moveTo>
                <a:lnTo>
                  <a:pt x="0" y="17945"/>
                </a:lnTo>
                <a:lnTo>
                  <a:pt x="787718" y="808073"/>
                </a:lnTo>
                <a:lnTo>
                  <a:pt x="836654" y="808073"/>
                </a:lnTo>
                <a:lnTo>
                  <a:pt x="831959" y="790127"/>
                </a:lnTo>
                <a:lnTo>
                  <a:pt x="805703" y="790127"/>
                </a:lnTo>
                <a:lnTo>
                  <a:pt x="17984" y="0"/>
                </a:lnTo>
                <a:close/>
              </a:path>
              <a:path w="847725" h="850264">
                <a:moveTo>
                  <a:pt x="810340" y="729962"/>
                </a:moveTo>
                <a:lnTo>
                  <a:pt x="796768" y="733517"/>
                </a:lnTo>
                <a:lnTo>
                  <a:pt x="792707" y="740460"/>
                </a:lnTo>
                <a:lnTo>
                  <a:pt x="805703" y="790127"/>
                </a:lnTo>
                <a:lnTo>
                  <a:pt x="831959" y="790127"/>
                </a:lnTo>
                <a:lnTo>
                  <a:pt x="817280" y="734025"/>
                </a:lnTo>
                <a:lnTo>
                  <a:pt x="810340" y="729962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7" name="object 27"/>
          <p:cNvSpPr/>
          <p:nvPr/>
        </p:nvSpPr>
        <p:spPr>
          <a:xfrm>
            <a:off x="7664190" y="2892143"/>
            <a:ext cx="203622" cy="321452"/>
          </a:xfrm>
          <a:custGeom>
            <a:avLst/>
            <a:gdLst/>
            <a:ahLst/>
            <a:cxnLst/>
            <a:rect l="l" t="t" r="r" b="b"/>
            <a:pathLst>
              <a:path w="238125" h="375920">
                <a:moveTo>
                  <a:pt x="144118" y="296480"/>
                </a:moveTo>
                <a:lnTo>
                  <a:pt x="136424" y="298820"/>
                </a:lnTo>
                <a:lnTo>
                  <a:pt x="129819" y="311202"/>
                </a:lnTo>
                <a:lnTo>
                  <a:pt x="132158" y="318899"/>
                </a:lnTo>
                <a:lnTo>
                  <a:pt x="238084" y="375453"/>
                </a:lnTo>
                <a:lnTo>
                  <a:pt x="236746" y="320652"/>
                </a:lnTo>
                <a:lnTo>
                  <a:pt x="189391" y="320652"/>
                </a:lnTo>
                <a:lnTo>
                  <a:pt x="144118" y="296480"/>
                </a:lnTo>
                <a:close/>
              </a:path>
              <a:path w="238125" h="375920">
                <a:moveTo>
                  <a:pt x="21621" y="0"/>
                </a:moveTo>
                <a:lnTo>
                  <a:pt x="0" y="13336"/>
                </a:lnTo>
                <a:lnTo>
                  <a:pt x="189391" y="320652"/>
                </a:lnTo>
                <a:lnTo>
                  <a:pt x="236746" y="320652"/>
                </a:lnTo>
                <a:lnTo>
                  <a:pt x="236420" y="307315"/>
                </a:lnTo>
                <a:lnTo>
                  <a:pt x="211013" y="307315"/>
                </a:lnTo>
                <a:lnTo>
                  <a:pt x="21621" y="0"/>
                </a:lnTo>
                <a:close/>
              </a:path>
              <a:path w="238125" h="375920">
                <a:moveTo>
                  <a:pt x="229328" y="249822"/>
                </a:moveTo>
                <a:lnTo>
                  <a:pt x="215304" y="250164"/>
                </a:lnTo>
                <a:lnTo>
                  <a:pt x="209759" y="255991"/>
                </a:lnTo>
                <a:lnTo>
                  <a:pt x="211013" y="307315"/>
                </a:lnTo>
                <a:lnTo>
                  <a:pt x="236420" y="307315"/>
                </a:lnTo>
                <a:lnTo>
                  <a:pt x="235151" y="255370"/>
                </a:lnTo>
                <a:lnTo>
                  <a:pt x="229328" y="249822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8" name="object 28"/>
          <p:cNvSpPr/>
          <p:nvPr/>
        </p:nvSpPr>
        <p:spPr>
          <a:xfrm>
            <a:off x="5695389" y="1556896"/>
            <a:ext cx="1739206" cy="102625"/>
          </a:xfrm>
          <a:custGeom>
            <a:avLst/>
            <a:gdLst/>
            <a:ahLst/>
            <a:cxnLst/>
            <a:rect l="l" t="t" r="r" b="b"/>
            <a:pathLst>
              <a:path w="2033904" h="120014">
                <a:moveTo>
                  <a:pt x="1879601" y="46422"/>
                </a:moveTo>
                <a:lnTo>
                  <a:pt x="1778001" y="46422"/>
                </a:lnTo>
                <a:lnTo>
                  <a:pt x="1778001" y="71833"/>
                </a:lnTo>
                <a:lnTo>
                  <a:pt x="1879601" y="71833"/>
                </a:lnTo>
                <a:lnTo>
                  <a:pt x="1879601" y="46422"/>
                </a:lnTo>
                <a:close/>
              </a:path>
              <a:path w="2033904" h="120014">
                <a:moveTo>
                  <a:pt x="1701801" y="46422"/>
                </a:moveTo>
                <a:lnTo>
                  <a:pt x="1600200" y="46422"/>
                </a:lnTo>
                <a:lnTo>
                  <a:pt x="1600200" y="71833"/>
                </a:lnTo>
                <a:lnTo>
                  <a:pt x="1701801" y="71833"/>
                </a:lnTo>
                <a:lnTo>
                  <a:pt x="1701801" y="46422"/>
                </a:lnTo>
                <a:close/>
              </a:path>
              <a:path w="2033904" h="120014">
                <a:moveTo>
                  <a:pt x="1524000" y="46422"/>
                </a:moveTo>
                <a:lnTo>
                  <a:pt x="1422400" y="46422"/>
                </a:lnTo>
                <a:lnTo>
                  <a:pt x="1422400" y="71833"/>
                </a:lnTo>
                <a:lnTo>
                  <a:pt x="1524000" y="71833"/>
                </a:lnTo>
                <a:lnTo>
                  <a:pt x="1524000" y="46422"/>
                </a:lnTo>
                <a:close/>
              </a:path>
              <a:path w="2033904" h="120014">
                <a:moveTo>
                  <a:pt x="1346200" y="46422"/>
                </a:moveTo>
                <a:lnTo>
                  <a:pt x="1244600" y="46422"/>
                </a:lnTo>
                <a:lnTo>
                  <a:pt x="1244600" y="71833"/>
                </a:lnTo>
                <a:lnTo>
                  <a:pt x="1346200" y="71833"/>
                </a:lnTo>
                <a:lnTo>
                  <a:pt x="1346200" y="46422"/>
                </a:lnTo>
                <a:close/>
              </a:path>
              <a:path w="2033904" h="120014">
                <a:moveTo>
                  <a:pt x="1168400" y="46422"/>
                </a:moveTo>
                <a:lnTo>
                  <a:pt x="1066800" y="46422"/>
                </a:lnTo>
                <a:lnTo>
                  <a:pt x="1066800" y="71833"/>
                </a:lnTo>
                <a:lnTo>
                  <a:pt x="1168400" y="71833"/>
                </a:lnTo>
                <a:lnTo>
                  <a:pt x="1168400" y="46422"/>
                </a:lnTo>
                <a:close/>
              </a:path>
              <a:path w="2033904" h="120014">
                <a:moveTo>
                  <a:pt x="990600" y="46422"/>
                </a:moveTo>
                <a:lnTo>
                  <a:pt x="889000" y="46422"/>
                </a:lnTo>
                <a:lnTo>
                  <a:pt x="889000" y="71833"/>
                </a:lnTo>
                <a:lnTo>
                  <a:pt x="990600" y="71833"/>
                </a:lnTo>
                <a:lnTo>
                  <a:pt x="990600" y="46422"/>
                </a:lnTo>
                <a:close/>
              </a:path>
              <a:path w="2033904" h="120014">
                <a:moveTo>
                  <a:pt x="812800" y="46422"/>
                </a:moveTo>
                <a:lnTo>
                  <a:pt x="711200" y="46422"/>
                </a:lnTo>
                <a:lnTo>
                  <a:pt x="711200" y="71833"/>
                </a:lnTo>
                <a:lnTo>
                  <a:pt x="812800" y="71833"/>
                </a:lnTo>
                <a:lnTo>
                  <a:pt x="812800" y="46422"/>
                </a:lnTo>
                <a:close/>
              </a:path>
              <a:path w="2033904" h="120014">
                <a:moveTo>
                  <a:pt x="635000" y="46422"/>
                </a:moveTo>
                <a:lnTo>
                  <a:pt x="533400" y="46422"/>
                </a:lnTo>
                <a:lnTo>
                  <a:pt x="533400" y="71833"/>
                </a:lnTo>
                <a:lnTo>
                  <a:pt x="635000" y="71833"/>
                </a:lnTo>
                <a:lnTo>
                  <a:pt x="635000" y="46422"/>
                </a:lnTo>
                <a:close/>
              </a:path>
              <a:path w="2033904" h="120014">
                <a:moveTo>
                  <a:pt x="457200" y="46422"/>
                </a:moveTo>
                <a:lnTo>
                  <a:pt x="355600" y="46422"/>
                </a:lnTo>
                <a:lnTo>
                  <a:pt x="355600" y="71833"/>
                </a:lnTo>
                <a:lnTo>
                  <a:pt x="457200" y="71833"/>
                </a:lnTo>
                <a:lnTo>
                  <a:pt x="457200" y="46422"/>
                </a:lnTo>
                <a:close/>
              </a:path>
              <a:path w="2033904" h="120014">
                <a:moveTo>
                  <a:pt x="279400" y="46422"/>
                </a:moveTo>
                <a:lnTo>
                  <a:pt x="177800" y="46422"/>
                </a:lnTo>
                <a:lnTo>
                  <a:pt x="177800" y="71833"/>
                </a:lnTo>
                <a:lnTo>
                  <a:pt x="279400" y="71833"/>
                </a:lnTo>
                <a:lnTo>
                  <a:pt x="279400" y="46422"/>
                </a:lnTo>
                <a:close/>
              </a:path>
              <a:path w="2033904" h="120014">
                <a:moveTo>
                  <a:pt x="101600" y="46422"/>
                </a:moveTo>
                <a:lnTo>
                  <a:pt x="0" y="46422"/>
                </a:lnTo>
                <a:lnTo>
                  <a:pt x="0" y="71833"/>
                </a:lnTo>
                <a:lnTo>
                  <a:pt x="101600" y="71833"/>
                </a:lnTo>
                <a:lnTo>
                  <a:pt x="101600" y="46422"/>
                </a:lnTo>
                <a:close/>
              </a:path>
              <a:path w="2033904" h="120014">
                <a:moveTo>
                  <a:pt x="1929334" y="0"/>
                </a:moveTo>
                <a:lnTo>
                  <a:pt x="1923047" y="1654"/>
                </a:lnTo>
                <a:lnTo>
                  <a:pt x="1920220" y="3681"/>
                </a:lnTo>
                <a:lnTo>
                  <a:pt x="1914919" y="12773"/>
                </a:lnTo>
                <a:lnTo>
                  <a:pt x="1916965" y="20553"/>
                </a:lnTo>
                <a:lnTo>
                  <a:pt x="1961294" y="46422"/>
                </a:lnTo>
                <a:lnTo>
                  <a:pt x="1955801" y="46422"/>
                </a:lnTo>
                <a:lnTo>
                  <a:pt x="1955801" y="71833"/>
                </a:lnTo>
                <a:lnTo>
                  <a:pt x="1961294" y="71833"/>
                </a:lnTo>
                <a:lnTo>
                  <a:pt x="1916965" y="97703"/>
                </a:lnTo>
                <a:lnTo>
                  <a:pt x="1914919" y="105483"/>
                </a:lnTo>
                <a:lnTo>
                  <a:pt x="1921987" y="117605"/>
                </a:lnTo>
                <a:lnTo>
                  <a:pt x="1929763" y="119653"/>
                </a:lnTo>
                <a:lnTo>
                  <a:pt x="2033474" y="59128"/>
                </a:lnTo>
                <a:lnTo>
                  <a:pt x="1932793" y="372"/>
                </a:lnTo>
                <a:lnTo>
                  <a:pt x="1929334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9" name="object 29"/>
          <p:cNvSpPr/>
          <p:nvPr/>
        </p:nvSpPr>
        <p:spPr>
          <a:xfrm>
            <a:off x="5695389" y="3430888"/>
            <a:ext cx="1788618" cy="102625"/>
          </a:xfrm>
          <a:custGeom>
            <a:avLst/>
            <a:gdLst/>
            <a:ahLst/>
            <a:cxnLst/>
            <a:rect l="l" t="t" r="r" b="b"/>
            <a:pathLst>
              <a:path w="2091690" h="120014">
                <a:moveTo>
                  <a:pt x="1879601" y="46423"/>
                </a:moveTo>
                <a:lnTo>
                  <a:pt x="1778001" y="46423"/>
                </a:lnTo>
                <a:lnTo>
                  <a:pt x="1778001" y="71835"/>
                </a:lnTo>
                <a:lnTo>
                  <a:pt x="1879601" y="71835"/>
                </a:lnTo>
                <a:lnTo>
                  <a:pt x="1879601" y="46423"/>
                </a:lnTo>
                <a:close/>
              </a:path>
              <a:path w="2091690" h="120014">
                <a:moveTo>
                  <a:pt x="1701801" y="46423"/>
                </a:moveTo>
                <a:lnTo>
                  <a:pt x="1600200" y="46423"/>
                </a:lnTo>
                <a:lnTo>
                  <a:pt x="1600200" y="71835"/>
                </a:lnTo>
                <a:lnTo>
                  <a:pt x="1701801" y="71835"/>
                </a:lnTo>
                <a:lnTo>
                  <a:pt x="1701801" y="46423"/>
                </a:lnTo>
                <a:close/>
              </a:path>
              <a:path w="2091690" h="120014">
                <a:moveTo>
                  <a:pt x="1524000" y="46423"/>
                </a:moveTo>
                <a:lnTo>
                  <a:pt x="1422400" y="46423"/>
                </a:lnTo>
                <a:lnTo>
                  <a:pt x="1422400" y="71835"/>
                </a:lnTo>
                <a:lnTo>
                  <a:pt x="1524000" y="71835"/>
                </a:lnTo>
                <a:lnTo>
                  <a:pt x="1524000" y="46423"/>
                </a:lnTo>
                <a:close/>
              </a:path>
              <a:path w="2091690" h="120014">
                <a:moveTo>
                  <a:pt x="1346200" y="46423"/>
                </a:moveTo>
                <a:lnTo>
                  <a:pt x="1244600" y="46423"/>
                </a:lnTo>
                <a:lnTo>
                  <a:pt x="1244600" y="71835"/>
                </a:lnTo>
                <a:lnTo>
                  <a:pt x="1346200" y="71835"/>
                </a:lnTo>
                <a:lnTo>
                  <a:pt x="1346200" y="46423"/>
                </a:lnTo>
                <a:close/>
              </a:path>
              <a:path w="2091690" h="120014">
                <a:moveTo>
                  <a:pt x="1168400" y="46423"/>
                </a:moveTo>
                <a:lnTo>
                  <a:pt x="1066800" y="46423"/>
                </a:lnTo>
                <a:lnTo>
                  <a:pt x="1066800" y="71835"/>
                </a:lnTo>
                <a:lnTo>
                  <a:pt x="1168400" y="71835"/>
                </a:lnTo>
                <a:lnTo>
                  <a:pt x="1168400" y="46423"/>
                </a:lnTo>
                <a:close/>
              </a:path>
              <a:path w="2091690" h="120014">
                <a:moveTo>
                  <a:pt x="990600" y="46423"/>
                </a:moveTo>
                <a:lnTo>
                  <a:pt x="889000" y="46423"/>
                </a:lnTo>
                <a:lnTo>
                  <a:pt x="889000" y="71835"/>
                </a:lnTo>
                <a:lnTo>
                  <a:pt x="990600" y="71835"/>
                </a:lnTo>
                <a:lnTo>
                  <a:pt x="990600" y="46423"/>
                </a:lnTo>
                <a:close/>
              </a:path>
              <a:path w="2091690" h="120014">
                <a:moveTo>
                  <a:pt x="812800" y="46423"/>
                </a:moveTo>
                <a:lnTo>
                  <a:pt x="711200" y="46423"/>
                </a:lnTo>
                <a:lnTo>
                  <a:pt x="711200" y="71835"/>
                </a:lnTo>
                <a:lnTo>
                  <a:pt x="812800" y="71835"/>
                </a:lnTo>
                <a:lnTo>
                  <a:pt x="812800" y="46423"/>
                </a:lnTo>
                <a:close/>
              </a:path>
              <a:path w="2091690" h="120014">
                <a:moveTo>
                  <a:pt x="635000" y="46423"/>
                </a:moveTo>
                <a:lnTo>
                  <a:pt x="533400" y="46423"/>
                </a:lnTo>
                <a:lnTo>
                  <a:pt x="533400" y="71833"/>
                </a:lnTo>
                <a:lnTo>
                  <a:pt x="635000" y="71835"/>
                </a:lnTo>
                <a:lnTo>
                  <a:pt x="635000" y="46423"/>
                </a:lnTo>
                <a:close/>
              </a:path>
              <a:path w="2091690" h="120014">
                <a:moveTo>
                  <a:pt x="355600" y="46422"/>
                </a:moveTo>
                <a:lnTo>
                  <a:pt x="355600" y="71833"/>
                </a:lnTo>
                <a:lnTo>
                  <a:pt x="457200" y="71833"/>
                </a:lnTo>
                <a:lnTo>
                  <a:pt x="457200" y="46423"/>
                </a:lnTo>
                <a:lnTo>
                  <a:pt x="355600" y="46422"/>
                </a:lnTo>
                <a:close/>
              </a:path>
              <a:path w="2091690" h="120014">
                <a:moveTo>
                  <a:pt x="279400" y="46422"/>
                </a:moveTo>
                <a:lnTo>
                  <a:pt x="177800" y="46422"/>
                </a:lnTo>
                <a:lnTo>
                  <a:pt x="177800" y="71833"/>
                </a:lnTo>
                <a:lnTo>
                  <a:pt x="279400" y="71833"/>
                </a:lnTo>
                <a:lnTo>
                  <a:pt x="279400" y="46422"/>
                </a:lnTo>
                <a:close/>
              </a:path>
              <a:path w="2091690" h="120014">
                <a:moveTo>
                  <a:pt x="101600" y="46422"/>
                </a:moveTo>
                <a:lnTo>
                  <a:pt x="0" y="46422"/>
                </a:lnTo>
                <a:lnTo>
                  <a:pt x="0" y="71833"/>
                </a:lnTo>
                <a:lnTo>
                  <a:pt x="101600" y="71833"/>
                </a:lnTo>
                <a:lnTo>
                  <a:pt x="101600" y="46422"/>
                </a:lnTo>
                <a:close/>
              </a:path>
              <a:path w="2091690" h="120014">
                <a:moveTo>
                  <a:pt x="1987276" y="0"/>
                </a:moveTo>
                <a:lnTo>
                  <a:pt x="1980990" y="1656"/>
                </a:lnTo>
                <a:lnTo>
                  <a:pt x="1978162" y="3683"/>
                </a:lnTo>
                <a:lnTo>
                  <a:pt x="1972861" y="12774"/>
                </a:lnTo>
                <a:lnTo>
                  <a:pt x="1974907" y="20554"/>
                </a:lnTo>
                <a:lnTo>
                  <a:pt x="2019235" y="46423"/>
                </a:lnTo>
                <a:lnTo>
                  <a:pt x="1955801" y="46423"/>
                </a:lnTo>
                <a:lnTo>
                  <a:pt x="1955801" y="71835"/>
                </a:lnTo>
                <a:lnTo>
                  <a:pt x="2019235" y="71835"/>
                </a:lnTo>
                <a:lnTo>
                  <a:pt x="1974907" y="97703"/>
                </a:lnTo>
                <a:lnTo>
                  <a:pt x="1972861" y="105483"/>
                </a:lnTo>
                <a:lnTo>
                  <a:pt x="1979928" y="117607"/>
                </a:lnTo>
                <a:lnTo>
                  <a:pt x="1987706" y="119654"/>
                </a:lnTo>
                <a:lnTo>
                  <a:pt x="2091415" y="59129"/>
                </a:lnTo>
                <a:lnTo>
                  <a:pt x="1990735" y="372"/>
                </a:lnTo>
                <a:lnTo>
                  <a:pt x="1987276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860"/>
            <a:r>
              <a:rPr sz="3200" b="0" spc="43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人工智能+客服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4294967295"/>
          </p:nvPr>
        </p:nvSpPr>
        <p:spPr>
          <a:xfrm>
            <a:off x="6970713" y="6092825"/>
            <a:ext cx="2173287" cy="269875"/>
          </a:xfrm>
          <a:prstGeom prst="rect">
            <a:avLst/>
          </a:prstGeom>
        </p:spPr>
        <p:txBody>
          <a:bodyPr vert="horz" wrap="square" lIns="0" tIns="26607" rIns="0" bIns="0" rtlCol="0">
            <a:spAutoFit/>
          </a:bodyPr>
          <a:lstStyle/>
          <a:p>
            <a:pPr marL="10860">
              <a:spcBef>
                <a:spcPts val="209"/>
              </a:spcBef>
            </a:pPr>
            <a:r>
              <a:rPr lang="zh-CN" altLang="en-US" spc="-4" dirty="0">
                <a:hlinkClick r:id="rId6"/>
              </a:rPr>
              <a:t> </a:t>
            </a:r>
            <a:endParaRPr spc="-4" dirty="0">
              <a:hlinkClick r:id="rId6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093870" y="1270542"/>
            <a:ext cx="4248376" cy="2522202"/>
          </a:xfrm>
          <a:custGeom>
            <a:avLst/>
            <a:gdLst/>
            <a:ahLst/>
            <a:cxnLst/>
            <a:rect l="l" t="t" r="r" b="b"/>
            <a:pathLst>
              <a:path w="4968240" h="2949575">
                <a:moveTo>
                  <a:pt x="0" y="0"/>
                </a:moveTo>
                <a:lnTo>
                  <a:pt x="4968162" y="0"/>
                </a:lnTo>
                <a:lnTo>
                  <a:pt x="4968162" y="2949419"/>
                </a:lnTo>
                <a:lnTo>
                  <a:pt x="0" y="2949419"/>
                </a:lnTo>
                <a:lnTo>
                  <a:pt x="0" y="0"/>
                </a:lnTo>
                <a:close/>
              </a:path>
            </a:pathLst>
          </a:custGeom>
          <a:ln w="127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</p:spTree>
    <p:extLst>
      <p:ext uri="{BB962C8B-B14F-4D97-AF65-F5344CB8AC3E}">
        <p14:creationId xmlns:p14="http://schemas.microsoft.com/office/powerpoint/2010/main" val="2483899325"/>
      </p:ext>
    </p:extLst>
  </p:cSld>
  <p:clrMapOvr>
    <a:masterClrMapping/>
  </p:clrMapOvr>
  <p:transition spd="slow">
    <p:circl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object 89"/>
          <p:cNvSpPr/>
          <p:nvPr/>
        </p:nvSpPr>
        <p:spPr>
          <a:xfrm>
            <a:off x="6384568" y="5095284"/>
            <a:ext cx="2147872" cy="17180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" name="object 2"/>
          <p:cNvSpPr/>
          <p:nvPr/>
        </p:nvSpPr>
        <p:spPr>
          <a:xfrm>
            <a:off x="521273" y="1076205"/>
            <a:ext cx="8090594" cy="34209"/>
          </a:xfrm>
          <a:custGeom>
            <a:avLst/>
            <a:gdLst/>
            <a:ahLst/>
            <a:cxnLst/>
            <a:rect l="l" t="t" r="r" b="b"/>
            <a:pathLst>
              <a:path w="9461500" h="40005">
                <a:moveTo>
                  <a:pt x="0" y="39439"/>
                </a:moveTo>
                <a:lnTo>
                  <a:pt x="9461500" y="39441"/>
                </a:lnTo>
                <a:lnTo>
                  <a:pt x="9461500" y="0"/>
                </a:lnTo>
                <a:lnTo>
                  <a:pt x="0" y="0"/>
                </a:lnTo>
                <a:lnTo>
                  <a:pt x="0" y="39439"/>
                </a:lnTo>
              </a:path>
            </a:pathLst>
          </a:custGeom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5"/>
          <p:cNvSpPr txBox="1"/>
          <p:nvPr/>
        </p:nvSpPr>
        <p:spPr>
          <a:xfrm>
            <a:off x="918624" y="1405447"/>
            <a:ext cx="1145172" cy="282129"/>
          </a:xfrm>
          <a:prstGeom prst="rect">
            <a:avLst/>
          </a:prstGeom>
          <a:solidFill>
            <a:srgbClr val="5B9BD5"/>
          </a:solidFill>
          <a:ln w="26292">
            <a:solidFill>
              <a:srgbClr val="4171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9049">
              <a:lnSpc>
                <a:spcPts val="2249"/>
              </a:lnSpc>
            </a:pPr>
            <a:r>
              <a:rPr sz="1881" b="1" spc="-17" dirty="0">
                <a:solidFill>
                  <a:srgbClr val="FFFFFF"/>
                </a:solidFill>
                <a:latin typeface="微软雅黑"/>
                <a:cs typeface="微软雅黑"/>
              </a:rPr>
              <a:t>技术进步</a:t>
            </a:r>
            <a:endParaRPr sz="1881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35517" y="1405447"/>
            <a:ext cx="1255943" cy="282129"/>
          </a:xfrm>
          <a:prstGeom prst="rect">
            <a:avLst/>
          </a:prstGeom>
          <a:solidFill>
            <a:srgbClr val="5B9BD5"/>
          </a:solidFill>
          <a:ln w="26292">
            <a:solidFill>
              <a:srgbClr val="4171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4978">
              <a:lnSpc>
                <a:spcPts val="2249"/>
              </a:lnSpc>
            </a:pPr>
            <a:r>
              <a:rPr sz="1881" b="1" spc="-17" dirty="0">
                <a:solidFill>
                  <a:srgbClr val="FFFFFF"/>
                </a:solidFill>
                <a:latin typeface="微软雅黑"/>
                <a:cs typeface="微软雅黑"/>
              </a:rPr>
              <a:t>研究进展</a:t>
            </a:r>
            <a:endParaRPr sz="1881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31404" y="1405447"/>
            <a:ext cx="1647983" cy="282129"/>
          </a:xfrm>
          <a:prstGeom prst="rect">
            <a:avLst/>
          </a:prstGeom>
          <a:solidFill>
            <a:srgbClr val="5B9BD5"/>
          </a:solidFill>
          <a:ln w="26293">
            <a:solidFill>
              <a:srgbClr val="4171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4797">
              <a:lnSpc>
                <a:spcPts val="2249"/>
              </a:lnSpc>
            </a:pPr>
            <a:r>
              <a:rPr sz="1881" b="1" spc="-17" dirty="0">
                <a:solidFill>
                  <a:srgbClr val="FFFFFF"/>
                </a:solidFill>
                <a:latin typeface="微软雅黑"/>
                <a:cs typeface="微软雅黑"/>
              </a:rPr>
              <a:t>内容创作应用</a:t>
            </a:r>
            <a:endParaRPr sz="1881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96884" y="2073220"/>
            <a:ext cx="1126167" cy="297017"/>
          </a:xfrm>
          <a:custGeom>
            <a:avLst/>
            <a:gdLst/>
            <a:ahLst/>
            <a:cxnLst/>
            <a:rect l="l" t="t" r="r" b="b"/>
            <a:pathLst>
              <a:path w="1316989" h="347344">
                <a:moveTo>
                  <a:pt x="0" y="347076"/>
                </a:moveTo>
                <a:lnTo>
                  <a:pt x="1316568" y="347076"/>
                </a:lnTo>
                <a:lnTo>
                  <a:pt x="1316568" y="0"/>
                </a:lnTo>
                <a:lnTo>
                  <a:pt x="0" y="0"/>
                </a:lnTo>
                <a:lnTo>
                  <a:pt x="0" y="347076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9" name="object 9"/>
          <p:cNvSpPr/>
          <p:nvPr/>
        </p:nvSpPr>
        <p:spPr>
          <a:xfrm>
            <a:off x="896884" y="2073221"/>
            <a:ext cx="1126167" cy="297017"/>
          </a:xfrm>
          <a:custGeom>
            <a:avLst/>
            <a:gdLst/>
            <a:ahLst/>
            <a:cxnLst/>
            <a:rect l="l" t="t" r="r" b="b"/>
            <a:pathLst>
              <a:path w="1316989" h="347344">
                <a:moveTo>
                  <a:pt x="0" y="0"/>
                </a:moveTo>
                <a:lnTo>
                  <a:pt x="1316568" y="0"/>
                </a:lnTo>
                <a:lnTo>
                  <a:pt x="1316568" y="347076"/>
                </a:lnTo>
                <a:lnTo>
                  <a:pt x="0" y="347076"/>
                </a:lnTo>
                <a:lnTo>
                  <a:pt x="0" y="0"/>
                </a:lnTo>
                <a:close/>
              </a:path>
            </a:pathLst>
          </a:custGeom>
          <a:ln w="26292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0" name="object 10"/>
          <p:cNvSpPr txBox="1"/>
          <p:nvPr/>
        </p:nvSpPr>
        <p:spPr>
          <a:xfrm>
            <a:off x="977042" y="2128025"/>
            <a:ext cx="972500" cy="184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深度强化学习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6884" y="2444205"/>
            <a:ext cx="1126167" cy="297017"/>
          </a:xfrm>
          <a:custGeom>
            <a:avLst/>
            <a:gdLst/>
            <a:ahLst/>
            <a:cxnLst/>
            <a:rect l="l" t="t" r="r" b="b"/>
            <a:pathLst>
              <a:path w="1316989" h="347344">
                <a:moveTo>
                  <a:pt x="0" y="347076"/>
                </a:moveTo>
                <a:lnTo>
                  <a:pt x="1316568" y="347076"/>
                </a:lnTo>
                <a:lnTo>
                  <a:pt x="1316568" y="0"/>
                </a:lnTo>
                <a:lnTo>
                  <a:pt x="0" y="0"/>
                </a:lnTo>
                <a:lnTo>
                  <a:pt x="0" y="347076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2" name="object 12"/>
          <p:cNvSpPr/>
          <p:nvPr/>
        </p:nvSpPr>
        <p:spPr>
          <a:xfrm>
            <a:off x="896884" y="2444206"/>
            <a:ext cx="1126167" cy="297017"/>
          </a:xfrm>
          <a:custGeom>
            <a:avLst/>
            <a:gdLst/>
            <a:ahLst/>
            <a:cxnLst/>
            <a:rect l="l" t="t" r="r" b="b"/>
            <a:pathLst>
              <a:path w="1316989" h="347344">
                <a:moveTo>
                  <a:pt x="0" y="0"/>
                </a:moveTo>
                <a:lnTo>
                  <a:pt x="1316568" y="0"/>
                </a:lnTo>
                <a:lnTo>
                  <a:pt x="1316568" y="347076"/>
                </a:lnTo>
                <a:lnTo>
                  <a:pt x="0" y="347076"/>
                </a:lnTo>
                <a:lnTo>
                  <a:pt x="0" y="0"/>
                </a:lnTo>
                <a:close/>
              </a:path>
            </a:pathLst>
          </a:custGeom>
          <a:ln w="26292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3" name="object 13"/>
          <p:cNvSpPr txBox="1"/>
          <p:nvPr/>
        </p:nvSpPr>
        <p:spPr>
          <a:xfrm>
            <a:off x="977042" y="2499176"/>
            <a:ext cx="972500" cy="184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循环神经网络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96884" y="2812265"/>
            <a:ext cx="1126167" cy="297017"/>
          </a:xfrm>
          <a:custGeom>
            <a:avLst/>
            <a:gdLst/>
            <a:ahLst/>
            <a:cxnLst/>
            <a:rect l="l" t="t" r="r" b="b"/>
            <a:pathLst>
              <a:path w="1316989" h="347345">
                <a:moveTo>
                  <a:pt x="0" y="347076"/>
                </a:moveTo>
                <a:lnTo>
                  <a:pt x="1316568" y="347076"/>
                </a:lnTo>
                <a:lnTo>
                  <a:pt x="1316568" y="0"/>
                </a:lnTo>
                <a:lnTo>
                  <a:pt x="0" y="0"/>
                </a:lnTo>
                <a:lnTo>
                  <a:pt x="0" y="347076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5" name="object 15"/>
          <p:cNvSpPr/>
          <p:nvPr/>
        </p:nvSpPr>
        <p:spPr>
          <a:xfrm>
            <a:off x="896884" y="2812264"/>
            <a:ext cx="1126167" cy="297017"/>
          </a:xfrm>
          <a:custGeom>
            <a:avLst/>
            <a:gdLst/>
            <a:ahLst/>
            <a:cxnLst/>
            <a:rect l="l" t="t" r="r" b="b"/>
            <a:pathLst>
              <a:path w="1316989" h="347345">
                <a:moveTo>
                  <a:pt x="0" y="0"/>
                </a:moveTo>
                <a:lnTo>
                  <a:pt x="1316568" y="0"/>
                </a:lnTo>
                <a:lnTo>
                  <a:pt x="1316568" y="347076"/>
                </a:lnTo>
                <a:lnTo>
                  <a:pt x="0" y="347076"/>
                </a:lnTo>
                <a:lnTo>
                  <a:pt x="0" y="0"/>
                </a:lnTo>
                <a:close/>
              </a:path>
            </a:pathLst>
          </a:custGeom>
          <a:ln w="26292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6" name="object 16"/>
          <p:cNvSpPr txBox="1"/>
          <p:nvPr/>
        </p:nvSpPr>
        <p:spPr>
          <a:xfrm>
            <a:off x="896884" y="2867399"/>
            <a:ext cx="1126167" cy="184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955"/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无监督学习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6884" y="3192920"/>
            <a:ext cx="1126167" cy="228629"/>
          </a:xfrm>
          <a:prstGeom prst="rect">
            <a:avLst/>
          </a:prstGeom>
          <a:solidFill>
            <a:srgbClr val="8FAADC"/>
          </a:solidFill>
          <a:ln w="26292">
            <a:solidFill>
              <a:srgbClr val="41719C"/>
            </a:solidFill>
          </a:ln>
        </p:spPr>
        <p:txBody>
          <a:bodyPr vert="horz" wrap="square" lIns="0" tIns="43982" rIns="0" bIns="0" rtlCol="0">
            <a:spAutoFit/>
          </a:bodyPr>
          <a:lstStyle/>
          <a:p>
            <a:pPr marL="79276">
              <a:spcBef>
                <a:spcPts val="346"/>
              </a:spcBef>
            </a:pP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对抗生成网络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48539" y="3539425"/>
            <a:ext cx="428964" cy="250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625" b="1" spc="-26" dirty="0">
                <a:solidFill>
                  <a:srgbClr val="ED7D31"/>
                </a:solidFill>
                <a:latin typeface="微软雅黑"/>
                <a:cs typeface="微软雅黑"/>
              </a:rPr>
              <a:t>算法</a:t>
            </a:r>
            <a:endParaRPr sz="1625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82672" y="1931572"/>
            <a:ext cx="1387347" cy="1895588"/>
          </a:xfrm>
          <a:custGeom>
            <a:avLst/>
            <a:gdLst/>
            <a:ahLst/>
            <a:cxnLst/>
            <a:rect l="l" t="t" r="r" b="b"/>
            <a:pathLst>
              <a:path w="1622425" h="2216785">
                <a:moveTo>
                  <a:pt x="0" y="270430"/>
                </a:moveTo>
                <a:lnTo>
                  <a:pt x="4355" y="221820"/>
                </a:lnTo>
                <a:lnTo>
                  <a:pt x="16911" y="176068"/>
                </a:lnTo>
                <a:lnTo>
                  <a:pt x="36905" y="133938"/>
                </a:lnTo>
                <a:lnTo>
                  <a:pt x="63573" y="96195"/>
                </a:lnTo>
                <a:lnTo>
                  <a:pt x="96152" y="63601"/>
                </a:lnTo>
                <a:lnTo>
                  <a:pt x="133879" y="36921"/>
                </a:lnTo>
                <a:lnTo>
                  <a:pt x="175989" y="16918"/>
                </a:lnTo>
                <a:lnTo>
                  <a:pt x="221721" y="4356"/>
                </a:lnTo>
                <a:lnTo>
                  <a:pt x="270309" y="0"/>
                </a:lnTo>
                <a:lnTo>
                  <a:pt x="1351548" y="0"/>
                </a:lnTo>
                <a:lnTo>
                  <a:pt x="1400137" y="4356"/>
                </a:lnTo>
                <a:lnTo>
                  <a:pt x="1445868" y="16918"/>
                </a:lnTo>
                <a:lnTo>
                  <a:pt x="1487979" y="36921"/>
                </a:lnTo>
                <a:lnTo>
                  <a:pt x="1525705" y="63601"/>
                </a:lnTo>
                <a:lnTo>
                  <a:pt x="1558285" y="96195"/>
                </a:lnTo>
                <a:lnTo>
                  <a:pt x="1584953" y="133938"/>
                </a:lnTo>
                <a:lnTo>
                  <a:pt x="1604947" y="176068"/>
                </a:lnTo>
                <a:lnTo>
                  <a:pt x="1617503" y="221820"/>
                </a:lnTo>
                <a:lnTo>
                  <a:pt x="1621858" y="270430"/>
                </a:lnTo>
                <a:lnTo>
                  <a:pt x="1621858" y="1946128"/>
                </a:lnTo>
                <a:lnTo>
                  <a:pt x="1617503" y="1994738"/>
                </a:lnTo>
                <a:lnTo>
                  <a:pt x="1604947" y="2040490"/>
                </a:lnTo>
                <a:lnTo>
                  <a:pt x="1584953" y="2082619"/>
                </a:lnTo>
                <a:lnTo>
                  <a:pt x="1558285" y="2120363"/>
                </a:lnTo>
                <a:lnTo>
                  <a:pt x="1525705" y="2152957"/>
                </a:lnTo>
                <a:lnTo>
                  <a:pt x="1487979" y="2179637"/>
                </a:lnTo>
                <a:lnTo>
                  <a:pt x="1445868" y="2199640"/>
                </a:lnTo>
                <a:lnTo>
                  <a:pt x="1400137" y="2212202"/>
                </a:lnTo>
                <a:lnTo>
                  <a:pt x="1351548" y="2216559"/>
                </a:lnTo>
                <a:lnTo>
                  <a:pt x="270309" y="2216559"/>
                </a:lnTo>
                <a:lnTo>
                  <a:pt x="221721" y="2212202"/>
                </a:lnTo>
                <a:lnTo>
                  <a:pt x="175989" y="2199640"/>
                </a:lnTo>
                <a:lnTo>
                  <a:pt x="133879" y="2179637"/>
                </a:lnTo>
                <a:lnTo>
                  <a:pt x="96152" y="2152957"/>
                </a:lnTo>
                <a:lnTo>
                  <a:pt x="63573" y="2120363"/>
                </a:lnTo>
                <a:lnTo>
                  <a:pt x="36905" y="2082619"/>
                </a:lnTo>
                <a:lnTo>
                  <a:pt x="16911" y="2040490"/>
                </a:lnTo>
                <a:lnTo>
                  <a:pt x="4355" y="1994738"/>
                </a:lnTo>
                <a:lnTo>
                  <a:pt x="0" y="1946128"/>
                </a:lnTo>
                <a:lnTo>
                  <a:pt x="0" y="270430"/>
                </a:lnTo>
                <a:close/>
              </a:path>
            </a:pathLst>
          </a:custGeom>
          <a:ln w="2957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0" name="object 20"/>
          <p:cNvSpPr/>
          <p:nvPr/>
        </p:nvSpPr>
        <p:spPr>
          <a:xfrm>
            <a:off x="907157" y="4113454"/>
            <a:ext cx="1126167" cy="297017"/>
          </a:xfrm>
          <a:custGeom>
            <a:avLst/>
            <a:gdLst/>
            <a:ahLst/>
            <a:cxnLst/>
            <a:rect l="l" t="t" r="r" b="b"/>
            <a:pathLst>
              <a:path w="1316989" h="347345">
                <a:moveTo>
                  <a:pt x="0" y="347076"/>
                </a:moveTo>
                <a:lnTo>
                  <a:pt x="1316568" y="347076"/>
                </a:lnTo>
                <a:lnTo>
                  <a:pt x="1316568" y="0"/>
                </a:lnTo>
                <a:lnTo>
                  <a:pt x="0" y="0"/>
                </a:lnTo>
                <a:lnTo>
                  <a:pt x="0" y="347076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1" name="object 21"/>
          <p:cNvSpPr/>
          <p:nvPr/>
        </p:nvSpPr>
        <p:spPr>
          <a:xfrm>
            <a:off x="907157" y="4113454"/>
            <a:ext cx="1126167" cy="297017"/>
          </a:xfrm>
          <a:custGeom>
            <a:avLst/>
            <a:gdLst/>
            <a:ahLst/>
            <a:cxnLst/>
            <a:rect l="l" t="t" r="r" b="b"/>
            <a:pathLst>
              <a:path w="1316989" h="347345">
                <a:moveTo>
                  <a:pt x="0" y="0"/>
                </a:moveTo>
                <a:lnTo>
                  <a:pt x="1316568" y="0"/>
                </a:lnTo>
                <a:lnTo>
                  <a:pt x="1316568" y="347076"/>
                </a:lnTo>
                <a:lnTo>
                  <a:pt x="0" y="347076"/>
                </a:lnTo>
                <a:lnTo>
                  <a:pt x="0" y="0"/>
                </a:lnTo>
                <a:close/>
              </a:path>
            </a:pathLst>
          </a:custGeom>
          <a:ln w="26292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2" name="object 22"/>
          <p:cNvSpPr txBox="1"/>
          <p:nvPr/>
        </p:nvSpPr>
        <p:spPr>
          <a:xfrm>
            <a:off x="1059431" y="4169171"/>
            <a:ext cx="828064" cy="184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专用</a:t>
            </a:r>
            <a:r>
              <a:rPr sz="1197" b="1" spc="26" dirty="0">
                <a:solidFill>
                  <a:srgbClr val="FFFFFF"/>
                </a:solidFill>
                <a:latin typeface="微软雅黑"/>
                <a:cs typeface="微软雅黑"/>
              </a:rPr>
              <a:t>A</a:t>
            </a:r>
            <a:r>
              <a:rPr sz="1197" b="1" spc="17" dirty="0">
                <a:solidFill>
                  <a:srgbClr val="FFFFFF"/>
                </a:solidFill>
                <a:latin typeface="微软雅黑"/>
                <a:cs typeface="微软雅黑"/>
              </a:rPr>
              <a:t>I</a:t>
            </a: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芯片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07157" y="4494109"/>
            <a:ext cx="1126167" cy="297017"/>
          </a:xfrm>
          <a:custGeom>
            <a:avLst/>
            <a:gdLst/>
            <a:ahLst/>
            <a:cxnLst/>
            <a:rect l="l" t="t" r="r" b="b"/>
            <a:pathLst>
              <a:path w="1316989" h="347345">
                <a:moveTo>
                  <a:pt x="0" y="347076"/>
                </a:moveTo>
                <a:lnTo>
                  <a:pt x="1316568" y="347076"/>
                </a:lnTo>
                <a:lnTo>
                  <a:pt x="1316568" y="0"/>
                </a:lnTo>
                <a:lnTo>
                  <a:pt x="0" y="0"/>
                </a:lnTo>
                <a:lnTo>
                  <a:pt x="0" y="347076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4" name="object 24"/>
          <p:cNvSpPr/>
          <p:nvPr/>
        </p:nvSpPr>
        <p:spPr>
          <a:xfrm>
            <a:off x="907157" y="4494109"/>
            <a:ext cx="1126167" cy="297017"/>
          </a:xfrm>
          <a:custGeom>
            <a:avLst/>
            <a:gdLst/>
            <a:ahLst/>
            <a:cxnLst/>
            <a:rect l="l" t="t" r="r" b="b"/>
            <a:pathLst>
              <a:path w="1316989" h="347345">
                <a:moveTo>
                  <a:pt x="0" y="0"/>
                </a:moveTo>
                <a:lnTo>
                  <a:pt x="1316568" y="0"/>
                </a:lnTo>
                <a:lnTo>
                  <a:pt x="1316568" y="347076"/>
                </a:lnTo>
                <a:lnTo>
                  <a:pt x="0" y="347076"/>
                </a:lnTo>
                <a:lnTo>
                  <a:pt x="0" y="0"/>
                </a:lnTo>
                <a:close/>
              </a:path>
            </a:pathLst>
          </a:custGeom>
          <a:ln w="26292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5" name="object 25"/>
          <p:cNvSpPr txBox="1"/>
          <p:nvPr/>
        </p:nvSpPr>
        <p:spPr>
          <a:xfrm>
            <a:off x="980246" y="4549996"/>
            <a:ext cx="986618" cy="184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197" b="1" spc="26" dirty="0">
                <a:solidFill>
                  <a:srgbClr val="FFFFFF"/>
                </a:solidFill>
                <a:latin typeface="微软雅黑"/>
                <a:cs typeface="微软雅黑"/>
              </a:rPr>
              <a:t>A</a:t>
            </a:r>
            <a:r>
              <a:rPr sz="1197" b="1" spc="17" dirty="0">
                <a:solidFill>
                  <a:srgbClr val="FFFFFF"/>
                </a:solidFill>
                <a:latin typeface="微软雅黑"/>
                <a:cs typeface="微软雅黑"/>
              </a:rPr>
              <a:t>I</a:t>
            </a: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服务器集群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57000" y="4822581"/>
            <a:ext cx="632587" cy="250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625" b="1" spc="-26" dirty="0">
                <a:solidFill>
                  <a:srgbClr val="ED7D31"/>
                </a:solidFill>
                <a:latin typeface="微软雅黑"/>
                <a:cs typeface="微软雅黑"/>
              </a:rPr>
              <a:t>计算力</a:t>
            </a:r>
            <a:endParaRPr sz="1625">
              <a:latin typeface="微软雅黑"/>
              <a:cs typeface="微软雅黑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527764" y="2045281"/>
            <a:ext cx="970328" cy="242718"/>
          </a:xfrm>
          <a:custGeom>
            <a:avLst/>
            <a:gdLst/>
            <a:ahLst/>
            <a:cxnLst/>
            <a:rect l="l" t="t" r="r" b="b"/>
            <a:pathLst>
              <a:path w="1134745" h="283844">
                <a:moveTo>
                  <a:pt x="0" y="283323"/>
                </a:moveTo>
                <a:lnTo>
                  <a:pt x="1134312" y="283323"/>
                </a:lnTo>
                <a:lnTo>
                  <a:pt x="1134312" y="0"/>
                </a:lnTo>
                <a:lnTo>
                  <a:pt x="0" y="0"/>
                </a:lnTo>
                <a:lnTo>
                  <a:pt x="0" y="283323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8" name="object 28"/>
          <p:cNvSpPr/>
          <p:nvPr/>
        </p:nvSpPr>
        <p:spPr>
          <a:xfrm>
            <a:off x="3527764" y="2045280"/>
            <a:ext cx="970328" cy="242718"/>
          </a:xfrm>
          <a:custGeom>
            <a:avLst/>
            <a:gdLst/>
            <a:ahLst/>
            <a:cxnLst/>
            <a:rect l="l" t="t" r="r" b="b"/>
            <a:pathLst>
              <a:path w="1134745" h="283844">
                <a:moveTo>
                  <a:pt x="0" y="0"/>
                </a:moveTo>
                <a:lnTo>
                  <a:pt x="1134312" y="0"/>
                </a:lnTo>
                <a:lnTo>
                  <a:pt x="1134312" y="283323"/>
                </a:lnTo>
                <a:lnTo>
                  <a:pt x="0" y="283323"/>
                </a:lnTo>
                <a:lnTo>
                  <a:pt x="0" y="0"/>
                </a:lnTo>
                <a:close/>
              </a:path>
            </a:pathLst>
          </a:custGeom>
          <a:ln w="26293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29" name="object 29"/>
          <p:cNvSpPr txBox="1"/>
          <p:nvPr/>
        </p:nvSpPr>
        <p:spPr>
          <a:xfrm>
            <a:off x="3687847" y="2072803"/>
            <a:ext cx="655392" cy="184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文本处理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527763" y="2323758"/>
            <a:ext cx="970328" cy="232944"/>
          </a:xfrm>
          <a:custGeom>
            <a:avLst/>
            <a:gdLst/>
            <a:ahLst/>
            <a:cxnLst/>
            <a:rect l="l" t="t" r="r" b="b"/>
            <a:pathLst>
              <a:path w="1134745" h="272414">
                <a:moveTo>
                  <a:pt x="0" y="272014"/>
                </a:moveTo>
                <a:lnTo>
                  <a:pt x="1134312" y="272014"/>
                </a:lnTo>
                <a:lnTo>
                  <a:pt x="1134312" y="0"/>
                </a:lnTo>
                <a:lnTo>
                  <a:pt x="0" y="0"/>
                </a:lnTo>
                <a:lnTo>
                  <a:pt x="0" y="272014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1" name="object 31"/>
          <p:cNvSpPr/>
          <p:nvPr/>
        </p:nvSpPr>
        <p:spPr>
          <a:xfrm>
            <a:off x="3527763" y="2323758"/>
            <a:ext cx="970328" cy="232944"/>
          </a:xfrm>
          <a:custGeom>
            <a:avLst/>
            <a:gdLst/>
            <a:ahLst/>
            <a:cxnLst/>
            <a:rect l="l" t="t" r="r" b="b"/>
            <a:pathLst>
              <a:path w="1134745" h="272414">
                <a:moveTo>
                  <a:pt x="0" y="0"/>
                </a:moveTo>
                <a:lnTo>
                  <a:pt x="1134312" y="0"/>
                </a:lnTo>
                <a:lnTo>
                  <a:pt x="1134312" y="272014"/>
                </a:lnTo>
                <a:lnTo>
                  <a:pt x="0" y="272014"/>
                </a:lnTo>
                <a:lnTo>
                  <a:pt x="0" y="0"/>
                </a:lnTo>
                <a:close/>
              </a:path>
            </a:pathLst>
          </a:custGeom>
          <a:ln w="26293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2" name="object 32"/>
          <p:cNvSpPr txBox="1"/>
          <p:nvPr/>
        </p:nvSpPr>
        <p:spPr>
          <a:xfrm>
            <a:off x="3687847" y="2346567"/>
            <a:ext cx="655392" cy="184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文本生产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66829" y="2612793"/>
            <a:ext cx="1243454" cy="250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625" b="1" spc="-26" dirty="0">
                <a:solidFill>
                  <a:srgbClr val="ED7D31"/>
                </a:solidFill>
                <a:latin typeface="微软雅黑"/>
                <a:cs typeface="微软雅黑"/>
              </a:rPr>
              <a:t>自然语言处理</a:t>
            </a:r>
            <a:endParaRPr sz="1625">
              <a:latin typeface="微软雅黑"/>
              <a:cs typeface="微软雅黑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58069" y="3072590"/>
            <a:ext cx="933948" cy="194635"/>
          </a:xfrm>
          <a:prstGeom prst="rect">
            <a:avLst/>
          </a:prstGeom>
          <a:solidFill>
            <a:srgbClr val="8FAADC"/>
          </a:solidFill>
          <a:ln w="26293">
            <a:solidFill>
              <a:srgbClr val="41719C"/>
            </a:solidFill>
          </a:ln>
        </p:spPr>
        <p:txBody>
          <a:bodyPr vert="horz" wrap="square" lIns="0" tIns="10317" rIns="0" bIns="0" rtlCol="0">
            <a:spAutoFit/>
          </a:bodyPr>
          <a:lstStyle/>
          <a:p>
            <a:pPr marL="141177">
              <a:spcBef>
                <a:spcPts val="81"/>
              </a:spcBef>
            </a:pP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音频生成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576059" y="3333390"/>
            <a:ext cx="836209" cy="250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625" b="1" spc="-26" dirty="0">
                <a:solidFill>
                  <a:srgbClr val="ED7D31"/>
                </a:solidFill>
                <a:latin typeface="微软雅黑"/>
                <a:cs typeface="微软雅黑"/>
              </a:rPr>
              <a:t>语音合成</a:t>
            </a:r>
            <a:endParaRPr sz="1625">
              <a:latin typeface="微软雅黑"/>
              <a:cs typeface="微软雅黑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500913" y="3863244"/>
            <a:ext cx="1049605" cy="280184"/>
          </a:xfrm>
          <a:custGeom>
            <a:avLst/>
            <a:gdLst/>
            <a:ahLst/>
            <a:cxnLst/>
            <a:rect l="l" t="t" r="r" b="b"/>
            <a:pathLst>
              <a:path w="1227454" h="327660">
                <a:moveTo>
                  <a:pt x="0" y="327616"/>
                </a:moveTo>
                <a:lnTo>
                  <a:pt x="1227086" y="327616"/>
                </a:lnTo>
                <a:lnTo>
                  <a:pt x="1227086" y="0"/>
                </a:lnTo>
                <a:lnTo>
                  <a:pt x="0" y="0"/>
                </a:lnTo>
                <a:lnTo>
                  <a:pt x="0" y="327616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7" name="object 37"/>
          <p:cNvSpPr/>
          <p:nvPr/>
        </p:nvSpPr>
        <p:spPr>
          <a:xfrm>
            <a:off x="3500913" y="3863244"/>
            <a:ext cx="1049605" cy="280184"/>
          </a:xfrm>
          <a:custGeom>
            <a:avLst/>
            <a:gdLst/>
            <a:ahLst/>
            <a:cxnLst/>
            <a:rect l="l" t="t" r="r" b="b"/>
            <a:pathLst>
              <a:path w="1227454" h="327660">
                <a:moveTo>
                  <a:pt x="0" y="0"/>
                </a:moveTo>
                <a:lnTo>
                  <a:pt x="1227086" y="0"/>
                </a:lnTo>
                <a:lnTo>
                  <a:pt x="1227086" y="327616"/>
                </a:lnTo>
                <a:lnTo>
                  <a:pt x="0" y="327616"/>
                </a:lnTo>
                <a:lnTo>
                  <a:pt x="0" y="0"/>
                </a:lnTo>
                <a:close/>
              </a:path>
            </a:pathLst>
          </a:custGeom>
          <a:ln w="26292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8" name="object 38"/>
          <p:cNvSpPr txBox="1"/>
          <p:nvPr/>
        </p:nvSpPr>
        <p:spPr>
          <a:xfrm>
            <a:off x="3700925" y="3910525"/>
            <a:ext cx="655392" cy="184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图像识别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500913" y="4213682"/>
            <a:ext cx="1049605" cy="280184"/>
          </a:xfrm>
          <a:custGeom>
            <a:avLst/>
            <a:gdLst/>
            <a:ahLst/>
            <a:cxnLst/>
            <a:rect l="l" t="t" r="r" b="b"/>
            <a:pathLst>
              <a:path w="1227454" h="327660">
                <a:moveTo>
                  <a:pt x="0" y="327616"/>
                </a:moveTo>
                <a:lnTo>
                  <a:pt x="1227086" y="327616"/>
                </a:lnTo>
                <a:lnTo>
                  <a:pt x="1227086" y="0"/>
                </a:lnTo>
                <a:lnTo>
                  <a:pt x="0" y="0"/>
                </a:lnTo>
                <a:lnTo>
                  <a:pt x="0" y="327616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0" name="object 40"/>
          <p:cNvSpPr/>
          <p:nvPr/>
        </p:nvSpPr>
        <p:spPr>
          <a:xfrm>
            <a:off x="3500913" y="4213682"/>
            <a:ext cx="1049605" cy="280184"/>
          </a:xfrm>
          <a:custGeom>
            <a:avLst/>
            <a:gdLst/>
            <a:ahLst/>
            <a:cxnLst/>
            <a:rect l="l" t="t" r="r" b="b"/>
            <a:pathLst>
              <a:path w="1227454" h="327660">
                <a:moveTo>
                  <a:pt x="0" y="0"/>
                </a:moveTo>
                <a:lnTo>
                  <a:pt x="1227086" y="0"/>
                </a:lnTo>
                <a:lnTo>
                  <a:pt x="1227086" y="327616"/>
                </a:lnTo>
                <a:lnTo>
                  <a:pt x="0" y="327616"/>
                </a:lnTo>
                <a:lnTo>
                  <a:pt x="0" y="0"/>
                </a:lnTo>
                <a:close/>
              </a:path>
            </a:pathLst>
          </a:custGeom>
          <a:ln w="26292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1" name="object 41"/>
          <p:cNvSpPr txBox="1"/>
          <p:nvPr/>
        </p:nvSpPr>
        <p:spPr>
          <a:xfrm>
            <a:off x="3700925" y="4261120"/>
            <a:ext cx="655392" cy="184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风格转换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483048" y="4569913"/>
            <a:ext cx="1049605" cy="280184"/>
          </a:xfrm>
          <a:custGeom>
            <a:avLst/>
            <a:gdLst/>
            <a:ahLst/>
            <a:cxnLst/>
            <a:rect l="l" t="t" r="r" b="b"/>
            <a:pathLst>
              <a:path w="1227454" h="327660">
                <a:moveTo>
                  <a:pt x="0" y="327616"/>
                </a:moveTo>
                <a:lnTo>
                  <a:pt x="1227086" y="327616"/>
                </a:lnTo>
                <a:lnTo>
                  <a:pt x="1227086" y="0"/>
                </a:lnTo>
                <a:lnTo>
                  <a:pt x="0" y="0"/>
                </a:lnTo>
                <a:lnTo>
                  <a:pt x="0" y="327616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3" name="object 43"/>
          <p:cNvSpPr/>
          <p:nvPr/>
        </p:nvSpPr>
        <p:spPr>
          <a:xfrm>
            <a:off x="3483048" y="4569914"/>
            <a:ext cx="1049605" cy="280184"/>
          </a:xfrm>
          <a:custGeom>
            <a:avLst/>
            <a:gdLst/>
            <a:ahLst/>
            <a:cxnLst/>
            <a:rect l="l" t="t" r="r" b="b"/>
            <a:pathLst>
              <a:path w="1227454" h="327660">
                <a:moveTo>
                  <a:pt x="0" y="0"/>
                </a:moveTo>
                <a:lnTo>
                  <a:pt x="1227086" y="0"/>
                </a:lnTo>
                <a:lnTo>
                  <a:pt x="1227086" y="327616"/>
                </a:lnTo>
                <a:lnTo>
                  <a:pt x="0" y="327616"/>
                </a:lnTo>
                <a:lnTo>
                  <a:pt x="0" y="0"/>
                </a:lnTo>
                <a:close/>
              </a:path>
            </a:pathLst>
          </a:custGeom>
          <a:ln w="26292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4" name="object 44"/>
          <p:cNvSpPr txBox="1"/>
          <p:nvPr/>
        </p:nvSpPr>
        <p:spPr>
          <a:xfrm>
            <a:off x="3683061" y="4617511"/>
            <a:ext cx="655392" cy="184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图像生成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524861" y="4885477"/>
            <a:ext cx="1039831" cy="250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625" b="1" spc="-26" dirty="0">
                <a:solidFill>
                  <a:srgbClr val="ED7D31"/>
                </a:solidFill>
                <a:latin typeface="微软雅黑"/>
                <a:cs typeface="微软雅黑"/>
              </a:rPr>
              <a:t>计算机视觉</a:t>
            </a:r>
            <a:endParaRPr sz="1625">
              <a:latin typeface="微软雅黑"/>
              <a:cs typeface="微软雅黑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199097" y="1456035"/>
            <a:ext cx="444711" cy="222627"/>
          </a:xfrm>
          <a:custGeom>
            <a:avLst/>
            <a:gdLst/>
            <a:ahLst/>
            <a:cxnLst/>
            <a:rect l="l" t="t" r="r" b="b"/>
            <a:pathLst>
              <a:path w="520064" h="260350">
                <a:moveTo>
                  <a:pt x="389470" y="0"/>
                </a:moveTo>
                <a:lnTo>
                  <a:pt x="389470" y="65077"/>
                </a:lnTo>
                <a:lnTo>
                  <a:pt x="0" y="65077"/>
                </a:lnTo>
                <a:lnTo>
                  <a:pt x="0" y="195230"/>
                </a:lnTo>
                <a:lnTo>
                  <a:pt x="389470" y="195230"/>
                </a:lnTo>
                <a:lnTo>
                  <a:pt x="389470" y="260308"/>
                </a:lnTo>
                <a:lnTo>
                  <a:pt x="519565" y="130153"/>
                </a:lnTo>
                <a:lnTo>
                  <a:pt x="389470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7" name="object 47"/>
          <p:cNvSpPr/>
          <p:nvPr/>
        </p:nvSpPr>
        <p:spPr>
          <a:xfrm>
            <a:off x="2471105" y="1456035"/>
            <a:ext cx="444711" cy="222627"/>
          </a:xfrm>
          <a:custGeom>
            <a:avLst/>
            <a:gdLst/>
            <a:ahLst/>
            <a:cxnLst/>
            <a:rect l="l" t="t" r="r" b="b"/>
            <a:pathLst>
              <a:path w="520064" h="260350">
                <a:moveTo>
                  <a:pt x="0" y="65077"/>
                </a:moveTo>
                <a:lnTo>
                  <a:pt x="389470" y="65077"/>
                </a:lnTo>
                <a:lnTo>
                  <a:pt x="389470" y="0"/>
                </a:lnTo>
                <a:lnTo>
                  <a:pt x="519566" y="130153"/>
                </a:lnTo>
                <a:lnTo>
                  <a:pt x="389470" y="260307"/>
                </a:lnTo>
                <a:lnTo>
                  <a:pt x="389470" y="195231"/>
                </a:lnTo>
                <a:lnTo>
                  <a:pt x="0" y="195231"/>
                </a:lnTo>
                <a:lnTo>
                  <a:pt x="0" y="65077"/>
                </a:lnTo>
                <a:close/>
              </a:path>
            </a:pathLst>
          </a:custGeom>
          <a:ln w="26291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8" name="object 48"/>
          <p:cNvSpPr/>
          <p:nvPr/>
        </p:nvSpPr>
        <p:spPr>
          <a:xfrm>
            <a:off x="5224433" y="1471388"/>
            <a:ext cx="522902" cy="222627"/>
          </a:xfrm>
          <a:custGeom>
            <a:avLst/>
            <a:gdLst/>
            <a:ahLst/>
            <a:cxnLst/>
            <a:rect l="l" t="t" r="r" b="b"/>
            <a:pathLst>
              <a:path w="611504" h="260350">
                <a:moveTo>
                  <a:pt x="480894" y="0"/>
                </a:moveTo>
                <a:lnTo>
                  <a:pt x="480894" y="65077"/>
                </a:lnTo>
                <a:lnTo>
                  <a:pt x="0" y="65077"/>
                </a:lnTo>
                <a:lnTo>
                  <a:pt x="0" y="195230"/>
                </a:lnTo>
                <a:lnTo>
                  <a:pt x="480894" y="195230"/>
                </a:lnTo>
                <a:lnTo>
                  <a:pt x="480894" y="260308"/>
                </a:lnTo>
                <a:lnTo>
                  <a:pt x="610990" y="130153"/>
                </a:lnTo>
                <a:lnTo>
                  <a:pt x="480894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9" name="object 49"/>
          <p:cNvSpPr/>
          <p:nvPr/>
        </p:nvSpPr>
        <p:spPr>
          <a:xfrm>
            <a:off x="5224433" y="1471388"/>
            <a:ext cx="522902" cy="222627"/>
          </a:xfrm>
          <a:custGeom>
            <a:avLst/>
            <a:gdLst/>
            <a:ahLst/>
            <a:cxnLst/>
            <a:rect l="l" t="t" r="r" b="b"/>
            <a:pathLst>
              <a:path w="611504" h="260350">
                <a:moveTo>
                  <a:pt x="0" y="65077"/>
                </a:moveTo>
                <a:lnTo>
                  <a:pt x="480894" y="65077"/>
                </a:lnTo>
                <a:lnTo>
                  <a:pt x="480894" y="0"/>
                </a:lnTo>
                <a:lnTo>
                  <a:pt x="610989" y="130153"/>
                </a:lnTo>
                <a:lnTo>
                  <a:pt x="480894" y="260307"/>
                </a:lnTo>
                <a:lnTo>
                  <a:pt x="480894" y="195231"/>
                </a:lnTo>
                <a:lnTo>
                  <a:pt x="0" y="195231"/>
                </a:lnTo>
                <a:lnTo>
                  <a:pt x="0" y="65077"/>
                </a:lnTo>
                <a:close/>
              </a:path>
            </a:pathLst>
          </a:custGeom>
          <a:ln w="26291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0" name="object 50"/>
          <p:cNvSpPr txBox="1"/>
          <p:nvPr/>
        </p:nvSpPr>
        <p:spPr>
          <a:xfrm>
            <a:off x="5984366" y="2057725"/>
            <a:ext cx="737384" cy="200667"/>
          </a:xfrm>
          <a:prstGeom prst="rect">
            <a:avLst/>
          </a:prstGeom>
          <a:solidFill>
            <a:srgbClr val="8FAADC"/>
          </a:solidFill>
          <a:ln w="26292">
            <a:solidFill>
              <a:srgbClr val="41719C"/>
            </a:solidFill>
          </a:ln>
        </p:spPr>
        <p:txBody>
          <a:bodyPr vert="horz" wrap="square" lIns="0" tIns="16290" rIns="0" bIns="0" rtlCol="0">
            <a:spAutoFit/>
          </a:bodyPr>
          <a:lstStyle/>
          <a:p>
            <a:pPr marL="200363">
              <a:spcBef>
                <a:spcPts val="128"/>
              </a:spcBef>
            </a:pP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新闻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984366" y="2381217"/>
            <a:ext cx="737384" cy="200667"/>
          </a:xfrm>
          <a:prstGeom prst="rect">
            <a:avLst/>
          </a:prstGeom>
          <a:solidFill>
            <a:srgbClr val="8FAADC"/>
          </a:solidFill>
          <a:ln w="26292">
            <a:solidFill>
              <a:srgbClr val="41719C"/>
            </a:solidFill>
          </a:ln>
        </p:spPr>
        <p:txBody>
          <a:bodyPr vert="horz" wrap="square" lIns="0" tIns="16290" rIns="0" bIns="0" rtlCol="0">
            <a:spAutoFit/>
          </a:bodyPr>
          <a:lstStyle/>
          <a:p>
            <a:pPr marL="200363">
              <a:spcBef>
                <a:spcPts val="128"/>
              </a:spcBef>
            </a:pPr>
            <a:r>
              <a:rPr sz="1197" b="1" spc="43" dirty="0">
                <a:solidFill>
                  <a:srgbClr val="FFD966"/>
                </a:solidFill>
                <a:latin typeface="微软雅黑"/>
                <a:cs typeface="微软雅黑"/>
              </a:rPr>
              <a:t>诗歌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984366" y="2701675"/>
            <a:ext cx="737384" cy="200667"/>
          </a:xfrm>
          <a:prstGeom prst="rect">
            <a:avLst/>
          </a:prstGeom>
          <a:solidFill>
            <a:srgbClr val="8FAADC"/>
          </a:solidFill>
          <a:ln w="26292">
            <a:solidFill>
              <a:srgbClr val="41719C"/>
            </a:solidFill>
          </a:ln>
        </p:spPr>
        <p:txBody>
          <a:bodyPr vert="horz" wrap="square" lIns="0" tIns="16290" rIns="0" bIns="0" rtlCol="0">
            <a:spAutoFit/>
          </a:bodyPr>
          <a:lstStyle/>
          <a:p>
            <a:pPr marL="200363">
              <a:spcBef>
                <a:spcPts val="128"/>
              </a:spcBef>
            </a:pP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剧本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984366" y="3026906"/>
            <a:ext cx="737384" cy="200667"/>
          </a:xfrm>
          <a:prstGeom prst="rect">
            <a:avLst/>
          </a:prstGeom>
          <a:solidFill>
            <a:srgbClr val="8FAADC"/>
          </a:solidFill>
          <a:ln w="26292">
            <a:solidFill>
              <a:srgbClr val="41719C"/>
            </a:solidFill>
          </a:ln>
        </p:spPr>
        <p:txBody>
          <a:bodyPr vert="horz" wrap="square" lIns="0" tIns="16290" rIns="0" bIns="0" rtlCol="0">
            <a:spAutoFit/>
          </a:bodyPr>
          <a:lstStyle/>
          <a:p>
            <a:pPr marL="121629">
              <a:spcBef>
                <a:spcPts val="128"/>
              </a:spcBef>
            </a:pP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广告词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561541" y="1982928"/>
            <a:ext cx="1387347" cy="1393320"/>
          </a:xfrm>
          <a:custGeom>
            <a:avLst/>
            <a:gdLst/>
            <a:ahLst/>
            <a:cxnLst/>
            <a:rect l="l" t="t" r="r" b="b"/>
            <a:pathLst>
              <a:path w="1622425" h="1629410">
                <a:moveTo>
                  <a:pt x="0" y="270430"/>
                </a:moveTo>
                <a:lnTo>
                  <a:pt x="4355" y="221820"/>
                </a:lnTo>
                <a:lnTo>
                  <a:pt x="16911" y="176068"/>
                </a:lnTo>
                <a:lnTo>
                  <a:pt x="36905" y="133939"/>
                </a:lnTo>
                <a:lnTo>
                  <a:pt x="63573" y="96195"/>
                </a:lnTo>
                <a:lnTo>
                  <a:pt x="96152" y="63601"/>
                </a:lnTo>
                <a:lnTo>
                  <a:pt x="133879" y="36921"/>
                </a:lnTo>
                <a:lnTo>
                  <a:pt x="175990" y="16918"/>
                </a:lnTo>
                <a:lnTo>
                  <a:pt x="221721" y="4357"/>
                </a:lnTo>
                <a:lnTo>
                  <a:pt x="270310" y="0"/>
                </a:lnTo>
                <a:lnTo>
                  <a:pt x="1351548" y="0"/>
                </a:lnTo>
                <a:lnTo>
                  <a:pt x="1400137" y="4357"/>
                </a:lnTo>
                <a:lnTo>
                  <a:pt x="1445868" y="16918"/>
                </a:lnTo>
                <a:lnTo>
                  <a:pt x="1487979" y="36921"/>
                </a:lnTo>
                <a:lnTo>
                  <a:pt x="1525705" y="63601"/>
                </a:lnTo>
                <a:lnTo>
                  <a:pt x="1558285" y="96195"/>
                </a:lnTo>
                <a:lnTo>
                  <a:pt x="1584953" y="133939"/>
                </a:lnTo>
                <a:lnTo>
                  <a:pt x="1604947" y="176068"/>
                </a:lnTo>
                <a:lnTo>
                  <a:pt x="1617503" y="221820"/>
                </a:lnTo>
                <a:lnTo>
                  <a:pt x="1621858" y="270430"/>
                </a:lnTo>
                <a:lnTo>
                  <a:pt x="1621858" y="1358771"/>
                </a:lnTo>
                <a:lnTo>
                  <a:pt x="1617503" y="1407381"/>
                </a:lnTo>
                <a:lnTo>
                  <a:pt x="1604947" y="1453133"/>
                </a:lnTo>
                <a:lnTo>
                  <a:pt x="1584953" y="1495263"/>
                </a:lnTo>
                <a:lnTo>
                  <a:pt x="1558285" y="1533006"/>
                </a:lnTo>
                <a:lnTo>
                  <a:pt x="1525705" y="1565600"/>
                </a:lnTo>
                <a:lnTo>
                  <a:pt x="1487979" y="1592280"/>
                </a:lnTo>
                <a:lnTo>
                  <a:pt x="1445868" y="1612283"/>
                </a:lnTo>
                <a:lnTo>
                  <a:pt x="1400137" y="1624845"/>
                </a:lnTo>
                <a:lnTo>
                  <a:pt x="1351548" y="1629202"/>
                </a:lnTo>
                <a:lnTo>
                  <a:pt x="270310" y="1629202"/>
                </a:lnTo>
                <a:lnTo>
                  <a:pt x="221721" y="1624845"/>
                </a:lnTo>
                <a:lnTo>
                  <a:pt x="175990" y="1612283"/>
                </a:lnTo>
                <a:lnTo>
                  <a:pt x="133879" y="1592280"/>
                </a:lnTo>
                <a:lnTo>
                  <a:pt x="96152" y="1565600"/>
                </a:lnTo>
                <a:lnTo>
                  <a:pt x="63573" y="1533006"/>
                </a:lnTo>
                <a:lnTo>
                  <a:pt x="36905" y="1495263"/>
                </a:lnTo>
                <a:lnTo>
                  <a:pt x="16911" y="1453133"/>
                </a:lnTo>
                <a:lnTo>
                  <a:pt x="4355" y="1407381"/>
                </a:lnTo>
                <a:lnTo>
                  <a:pt x="0" y="1358771"/>
                </a:lnTo>
                <a:lnTo>
                  <a:pt x="0" y="270430"/>
                </a:lnTo>
                <a:close/>
              </a:path>
            </a:pathLst>
          </a:custGeom>
          <a:ln w="2957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5" name="object 55"/>
          <p:cNvSpPr txBox="1"/>
          <p:nvPr/>
        </p:nvSpPr>
        <p:spPr>
          <a:xfrm>
            <a:off x="6000682" y="3555514"/>
            <a:ext cx="737384" cy="201215"/>
          </a:xfrm>
          <a:prstGeom prst="rect">
            <a:avLst/>
          </a:prstGeom>
          <a:solidFill>
            <a:srgbClr val="8FAADC"/>
          </a:solidFill>
          <a:ln w="26292">
            <a:solidFill>
              <a:srgbClr val="41719C"/>
            </a:solidFill>
          </a:ln>
        </p:spPr>
        <p:txBody>
          <a:bodyPr vert="horz" wrap="square" lIns="0" tIns="16833" rIns="0" bIns="0" rtlCol="0">
            <a:spAutoFit/>
          </a:bodyPr>
          <a:lstStyle/>
          <a:p>
            <a:pPr marL="200363">
              <a:spcBef>
                <a:spcPts val="133"/>
              </a:spcBef>
            </a:pPr>
            <a:r>
              <a:rPr sz="1197" b="1" spc="43" dirty="0">
                <a:solidFill>
                  <a:srgbClr val="FFD966"/>
                </a:solidFill>
                <a:latin typeface="微软雅黑"/>
                <a:cs typeface="微软雅黑"/>
              </a:rPr>
              <a:t>图画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000682" y="3858601"/>
            <a:ext cx="737384" cy="242718"/>
          </a:xfrm>
          <a:custGeom>
            <a:avLst/>
            <a:gdLst/>
            <a:ahLst/>
            <a:cxnLst/>
            <a:rect l="l" t="t" r="r" b="b"/>
            <a:pathLst>
              <a:path w="862329" h="283845">
                <a:moveTo>
                  <a:pt x="0" y="283323"/>
                </a:moveTo>
                <a:lnTo>
                  <a:pt x="861919" y="283323"/>
                </a:lnTo>
                <a:lnTo>
                  <a:pt x="861919" y="0"/>
                </a:lnTo>
                <a:lnTo>
                  <a:pt x="0" y="0"/>
                </a:lnTo>
                <a:lnTo>
                  <a:pt x="0" y="283323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7" name="object 57"/>
          <p:cNvSpPr/>
          <p:nvPr/>
        </p:nvSpPr>
        <p:spPr>
          <a:xfrm>
            <a:off x="6000682" y="3858602"/>
            <a:ext cx="737384" cy="242718"/>
          </a:xfrm>
          <a:custGeom>
            <a:avLst/>
            <a:gdLst/>
            <a:ahLst/>
            <a:cxnLst/>
            <a:rect l="l" t="t" r="r" b="b"/>
            <a:pathLst>
              <a:path w="862329" h="283845">
                <a:moveTo>
                  <a:pt x="0" y="0"/>
                </a:moveTo>
                <a:lnTo>
                  <a:pt x="861919" y="0"/>
                </a:lnTo>
                <a:lnTo>
                  <a:pt x="861919" y="283323"/>
                </a:lnTo>
                <a:lnTo>
                  <a:pt x="0" y="283323"/>
                </a:lnTo>
                <a:lnTo>
                  <a:pt x="0" y="0"/>
                </a:lnTo>
                <a:close/>
              </a:path>
            </a:pathLst>
          </a:custGeom>
          <a:ln w="26292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8" name="object 58"/>
          <p:cNvSpPr txBox="1"/>
          <p:nvPr/>
        </p:nvSpPr>
        <p:spPr>
          <a:xfrm>
            <a:off x="6201894" y="3886935"/>
            <a:ext cx="338828" cy="184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照片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000682" y="4151442"/>
            <a:ext cx="737384" cy="242718"/>
          </a:xfrm>
          <a:custGeom>
            <a:avLst/>
            <a:gdLst/>
            <a:ahLst/>
            <a:cxnLst/>
            <a:rect l="l" t="t" r="r" b="b"/>
            <a:pathLst>
              <a:path w="862329" h="283845">
                <a:moveTo>
                  <a:pt x="0" y="283323"/>
                </a:moveTo>
                <a:lnTo>
                  <a:pt x="861919" y="283323"/>
                </a:lnTo>
                <a:lnTo>
                  <a:pt x="861919" y="0"/>
                </a:lnTo>
                <a:lnTo>
                  <a:pt x="0" y="0"/>
                </a:lnTo>
                <a:lnTo>
                  <a:pt x="0" y="283323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0" name="object 60"/>
          <p:cNvSpPr/>
          <p:nvPr/>
        </p:nvSpPr>
        <p:spPr>
          <a:xfrm>
            <a:off x="6000682" y="4151441"/>
            <a:ext cx="737384" cy="242718"/>
          </a:xfrm>
          <a:custGeom>
            <a:avLst/>
            <a:gdLst/>
            <a:ahLst/>
            <a:cxnLst/>
            <a:rect l="l" t="t" r="r" b="b"/>
            <a:pathLst>
              <a:path w="862329" h="283845">
                <a:moveTo>
                  <a:pt x="0" y="0"/>
                </a:moveTo>
                <a:lnTo>
                  <a:pt x="861919" y="0"/>
                </a:lnTo>
                <a:lnTo>
                  <a:pt x="861919" y="283323"/>
                </a:lnTo>
                <a:lnTo>
                  <a:pt x="0" y="283323"/>
                </a:lnTo>
                <a:lnTo>
                  <a:pt x="0" y="0"/>
                </a:lnTo>
                <a:close/>
              </a:path>
            </a:pathLst>
          </a:custGeom>
          <a:ln w="26292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1" name="object 61"/>
          <p:cNvSpPr txBox="1"/>
          <p:nvPr/>
        </p:nvSpPr>
        <p:spPr>
          <a:xfrm>
            <a:off x="6201894" y="4179905"/>
            <a:ext cx="338828" cy="184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视频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000682" y="4463259"/>
            <a:ext cx="737384" cy="201763"/>
          </a:xfrm>
          <a:prstGeom prst="rect">
            <a:avLst/>
          </a:prstGeom>
          <a:solidFill>
            <a:srgbClr val="8FAADC"/>
          </a:solidFill>
          <a:ln w="26292">
            <a:solidFill>
              <a:srgbClr val="41719C"/>
            </a:solidFill>
          </a:ln>
        </p:spPr>
        <p:txBody>
          <a:bodyPr vert="horz" wrap="square" lIns="0" tIns="17376" rIns="0" bIns="0" rtlCol="0">
            <a:spAutoFit/>
          </a:bodyPr>
          <a:lstStyle/>
          <a:p>
            <a:pPr marL="200363">
              <a:spcBef>
                <a:spcPts val="137"/>
              </a:spcBef>
            </a:pPr>
            <a:r>
              <a:rPr sz="1197" b="1" spc="43" dirty="0">
                <a:solidFill>
                  <a:srgbClr val="FFD966"/>
                </a:solidFill>
                <a:latin typeface="微软雅黑"/>
                <a:cs typeface="微软雅黑"/>
              </a:rPr>
              <a:t>海报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5561541" y="3483716"/>
            <a:ext cx="1387347" cy="1329247"/>
          </a:xfrm>
          <a:custGeom>
            <a:avLst/>
            <a:gdLst/>
            <a:ahLst/>
            <a:cxnLst/>
            <a:rect l="l" t="t" r="r" b="b"/>
            <a:pathLst>
              <a:path w="1622425" h="1554479">
                <a:moveTo>
                  <a:pt x="0" y="259017"/>
                </a:moveTo>
                <a:lnTo>
                  <a:pt x="4171" y="212458"/>
                </a:lnTo>
                <a:lnTo>
                  <a:pt x="16197" y="168637"/>
                </a:lnTo>
                <a:lnTo>
                  <a:pt x="35347" y="128286"/>
                </a:lnTo>
                <a:lnTo>
                  <a:pt x="60890" y="92135"/>
                </a:lnTo>
                <a:lnTo>
                  <a:pt x="92094" y="60917"/>
                </a:lnTo>
                <a:lnTo>
                  <a:pt x="128228" y="35363"/>
                </a:lnTo>
                <a:lnTo>
                  <a:pt x="168562" y="16204"/>
                </a:lnTo>
                <a:lnTo>
                  <a:pt x="212363" y="4173"/>
                </a:lnTo>
                <a:lnTo>
                  <a:pt x="258901" y="0"/>
                </a:lnTo>
                <a:lnTo>
                  <a:pt x="1362957" y="0"/>
                </a:lnTo>
                <a:lnTo>
                  <a:pt x="1409495" y="4173"/>
                </a:lnTo>
                <a:lnTo>
                  <a:pt x="1453296" y="16204"/>
                </a:lnTo>
                <a:lnTo>
                  <a:pt x="1493630" y="35363"/>
                </a:lnTo>
                <a:lnTo>
                  <a:pt x="1529764" y="60917"/>
                </a:lnTo>
                <a:lnTo>
                  <a:pt x="1560968" y="92135"/>
                </a:lnTo>
                <a:lnTo>
                  <a:pt x="1586511" y="128286"/>
                </a:lnTo>
                <a:lnTo>
                  <a:pt x="1605661" y="168637"/>
                </a:lnTo>
                <a:lnTo>
                  <a:pt x="1617687" y="212458"/>
                </a:lnTo>
                <a:lnTo>
                  <a:pt x="1621858" y="259017"/>
                </a:lnTo>
                <a:lnTo>
                  <a:pt x="1621858" y="1295082"/>
                </a:lnTo>
                <a:lnTo>
                  <a:pt x="1617687" y="1341641"/>
                </a:lnTo>
                <a:lnTo>
                  <a:pt x="1605661" y="1385462"/>
                </a:lnTo>
                <a:lnTo>
                  <a:pt x="1586511" y="1425814"/>
                </a:lnTo>
                <a:lnTo>
                  <a:pt x="1560968" y="1461964"/>
                </a:lnTo>
                <a:lnTo>
                  <a:pt x="1529764" y="1493182"/>
                </a:lnTo>
                <a:lnTo>
                  <a:pt x="1493630" y="1518737"/>
                </a:lnTo>
                <a:lnTo>
                  <a:pt x="1453296" y="1537895"/>
                </a:lnTo>
                <a:lnTo>
                  <a:pt x="1409495" y="1549927"/>
                </a:lnTo>
                <a:lnTo>
                  <a:pt x="1362957" y="1554100"/>
                </a:lnTo>
                <a:lnTo>
                  <a:pt x="258901" y="1554100"/>
                </a:lnTo>
                <a:lnTo>
                  <a:pt x="212363" y="1549927"/>
                </a:lnTo>
                <a:lnTo>
                  <a:pt x="168562" y="1537895"/>
                </a:lnTo>
                <a:lnTo>
                  <a:pt x="128228" y="1518737"/>
                </a:lnTo>
                <a:lnTo>
                  <a:pt x="92094" y="1493182"/>
                </a:lnTo>
                <a:lnTo>
                  <a:pt x="60890" y="1461964"/>
                </a:lnTo>
                <a:lnTo>
                  <a:pt x="35347" y="1425814"/>
                </a:lnTo>
                <a:lnTo>
                  <a:pt x="16197" y="1385462"/>
                </a:lnTo>
                <a:lnTo>
                  <a:pt x="4171" y="1341641"/>
                </a:lnTo>
                <a:lnTo>
                  <a:pt x="0" y="1295082"/>
                </a:lnTo>
                <a:lnTo>
                  <a:pt x="0" y="259017"/>
                </a:lnTo>
                <a:close/>
              </a:path>
            </a:pathLst>
          </a:custGeom>
          <a:ln w="29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4" name="object 64"/>
          <p:cNvSpPr txBox="1"/>
          <p:nvPr/>
        </p:nvSpPr>
        <p:spPr>
          <a:xfrm>
            <a:off x="7109968" y="2071439"/>
            <a:ext cx="737384" cy="200667"/>
          </a:xfrm>
          <a:prstGeom prst="rect">
            <a:avLst/>
          </a:prstGeom>
          <a:solidFill>
            <a:srgbClr val="8FAADC"/>
          </a:solidFill>
          <a:ln w="26292">
            <a:solidFill>
              <a:srgbClr val="41719C"/>
            </a:solidFill>
          </a:ln>
        </p:spPr>
        <p:txBody>
          <a:bodyPr vert="horz" wrap="square" lIns="0" tIns="16290" rIns="0" bIns="0" rtlCol="0">
            <a:spAutoFit/>
          </a:bodyPr>
          <a:lstStyle/>
          <a:p>
            <a:pPr marL="200363">
              <a:spcBef>
                <a:spcPts val="128"/>
              </a:spcBef>
            </a:pP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歌曲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109968" y="2397508"/>
            <a:ext cx="737384" cy="200667"/>
          </a:xfrm>
          <a:prstGeom prst="rect">
            <a:avLst/>
          </a:prstGeom>
          <a:solidFill>
            <a:srgbClr val="8FAADC"/>
          </a:solidFill>
          <a:ln w="26292">
            <a:solidFill>
              <a:srgbClr val="41719C"/>
            </a:solidFill>
          </a:ln>
        </p:spPr>
        <p:txBody>
          <a:bodyPr vert="horz" wrap="square" lIns="0" tIns="16290" rIns="0" bIns="0" rtlCol="0">
            <a:spAutoFit/>
          </a:bodyPr>
          <a:lstStyle/>
          <a:p>
            <a:pPr marL="200363">
              <a:spcBef>
                <a:spcPts val="128"/>
              </a:spcBef>
            </a:pPr>
            <a:r>
              <a:rPr sz="1197" b="1" spc="43" dirty="0">
                <a:solidFill>
                  <a:srgbClr val="FFD966"/>
                </a:solidFill>
                <a:latin typeface="微软雅黑"/>
                <a:cs typeface="微软雅黑"/>
              </a:rPr>
              <a:t>乐曲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785053" y="1977562"/>
            <a:ext cx="1387347" cy="765077"/>
          </a:xfrm>
          <a:custGeom>
            <a:avLst/>
            <a:gdLst/>
            <a:ahLst/>
            <a:cxnLst/>
            <a:rect l="l" t="t" r="r" b="b"/>
            <a:pathLst>
              <a:path w="1622425" h="894714">
                <a:moveTo>
                  <a:pt x="0" y="149120"/>
                </a:moveTo>
                <a:lnTo>
                  <a:pt x="7598" y="101986"/>
                </a:lnTo>
                <a:lnTo>
                  <a:pt x="28758" y="61051"/>
                </a:lnTo>
                <a:lnTo>
                  <a:pt x="61024" y="28771"/>
                </a:lnTo>
                <a:lnTo>
                  <a:pt x="101941" y="7602"/>
                </a:lnTo>
                <a:lnTo>
                  <a:pt x="149053" y="0"/>
                </a:lnTo>
                <a:lnTo>
                  <a:pt x="1472804" y="0"/>
                </a:lnTo>
                <a:lnTo>
                  <a:pt x="1519917" y="7602"/>
                </a:lnTo>
                <a:lnTo>
                  <a:pt x="1560834" y="28771"/>
                </a:lnTo>
                <a:lnTo>
                  <a:pt x="1593100" y="61051"/>
                </a:lnTo>
                <a:lnTo>
                  <a:pt x="1614259" y="101986"/>
                </a:lnTo>
                <a:lnTo>
                  <a:pt x="1621858" y="149120"/>
                </a:lnTo>
                <a:lnTo>
                  <a:pt x="1621858" y="745604"/>
                </a:lnTo>
                <a:lnTo>
                  <a:pt x="1614259" y="792738"/>
                </a:lnTo>
                <a:lnTo>
                  <a:pt x="1593100" y="833673"/>
                </a:lnTo>
                <a:lnTo>
                  <a:pt x="1560834" y="865953"/>
                </a:lnTo>
                <a:lnTo>
                  <a:pt x="1519917" y="887122"/>
                </a:lnTo>
                <a:lnTo>
                  <a:pt x="1472804" y="894725"/>
                </a:lnTo>
                <a:lnTo>
                  <a:pt x="149053" y="894725"/>
                </a:lnTo>
                <a:lnTo>
                  <a:pt x="101941" y="887122"/>
                </a:lnTo>
                <a:lnTo>
                  <a:pt x="61024" y="865953"/>
                </a:lnTo>
                <a:lnTo>
                  <a:pt x="28758" y="833673"/>
                </a:lnTo>
                <a:lnTo>
                  <a:pt x="7598" y="792738"/>
                </a:lnTo>
                <a:lnTo>
                  <a:pt x="0" y="745604"/>
                </a:lnTo>
                <a:lnTo>
                  <a:pt x="0" y="149120"/>
                </a:lnTo>
                <a:close/>
              </a:path>
            </a:pathLst>
          </a:custGeom>
          <a:ln w="2957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7" name="object 67"/>
          <p:cNvSpPr txBox="1"/>
          <p:nvPr/>
        </p:nvSpPr>
        <p:spPr>
          <a:xfrm>
            <a:off x="7109968" y="2907905"/>
            <a:ext cx="737384" cy="200667"/>
          </a:xfrm>
          <a:prstGeom prst="rect">
            <a:avLst/>
          </a:prstGeom>
          <a:solidFill>
            <a:srgbClr val="8FAADC"/>
          </a:solidFill>
          <a:ln w="26292">
            <a:solidFill>
              <a:srgbClr val="41719C"/>
            </a:solidFill>
          </a:ln>
        </p:spPr>
        <p:txBody>
          <a:bodyPr vert="horz" wrap="square" lIns="0" tIns="16290" rIns="0" bIns="0" rtlCol="0">
            <a:spAutoFit/>
          </a:bodyPr>
          <a:lstStyle/>
          <a:p>
            <a:pPr marL="200363">
              <a:spcBef>
                <a:spcPts val="128"/>
              </a:spcBef>
            </a:pP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网剧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109968" y="3193949"/>
            <a:ext cx="737384" cy="222599"/>
          </a:xfrm>
          <a:prstGeom prst="rect">
            <a:avLst/>
          </a:prstGeom>
          <a:solidFill>
            <a:srgbClr val="8FAADC"/>
          </a:solidFill>
          <a:ln w="26292">
            <a:solidFill>
              <a:srgbClr val="41719C"/>
            </a:solidFill>
          </a:ln>
        </p:spPr>
        <p:txBody>
          <a:bodyPr vert="horz" wrap="square" lIns="0" tIns="38010" rIns="0" bIns="0" rtlCol="0">
            <a:spAutoFit/>
          </a:bodyPr>
          <a:lstStyle/>
          <a:p>
            <a:pPr marL="200363">
              <a:spcBef>
                <a:spcPts val="299"/>
              </a:spcBef>
            </a:pP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电影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109968" y="3539092"/>
            <a:ext cx="737384" cy="201215"/>
          </a:xfrm>
          <a:prstGeom prst="rect">
            <a:avLst/>
          </a:prstGeom>
          <a:solidFill>
            <a:srgbClr val="8FAADC"/>
          </a:solidFill>
          <a:ln w="26292">
            <a:solidFill>
              <a:srgbClr val="41719C"/>
            </a:solidFill>
          </a:ln>
        </p:spPr>
        <p:txBody>
          <a:bodyPr vert="horz" wrap="square" lIns="0" tIns="16833" rIns="0" bIns="0" rtlCol="0">
            <a:spAutoFit/>
          </a:bodyPr>
          <a:lstStyle/>
          <a:p>
            <a:pPr marL="121629">
              <a:spcBef>
                <a:spcPts val="133"/>
              </a:spcBef>
            </a:pP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短视频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6785053" y="2840900"/>
            <a:ext cx="1387347" cy="1014854"/>
          </a:xfrm>
          <a:custGeom>
            <a:avLst/>
            <a:gdLst/>
            <a:ahLst/>
            <a:cxnLst/>
            <a:rect l="l" t="t" r="r" b="b"/>
            <a:pathLst>
              <a:path w="1622425" h="1186814">
                <a:moveTo>
                  <a:pt x="0" y="197772"/>
                </a:moveTo>
                <a:lnTo>
                  <a:pt x="5220" y="152425"/>
                </a:lnTo>
                <a:lnTo>
                  <a:pt x="20092" y="110797"/>
                </a:lnTo>
                <a:lnTo>
                  <a:pt x="43429" y="74076"/>
                </a:lnTo>
                <a:lnTo>
                  <a:pt x="74042" y="43448"/>
                </a:lnTo>
                <a:lnTo>
                  <a:pt x="110747" y="20101"/>
                </a:lnTo>
                <a:lnTo>
                  <a:pt x="152357" y="5223"/>
                </a:lnTo>
                <a:lnTo>
                  <a:pt x="197684" y="0"/>
                </a:lnTo>
                <a:lnTo>
                  <a:pt x="1424174" y="0"/>
                </a:lnTo>
                <a:lnTo>
                  <a:pt x="1469501" y="5223"/>
                </a:lnTo>
                <a:lnTo>
                  <a:pt x="1511110" y="20101"/>
                </a:lnTo>
                <a:lnTo>
                  <a:pt x="1547815" y="43448"/>
                </a:lnTo>
                <a:lnTo>
                  <a:pt x="1578429" y="74076"/>
                </a:lnTo>
                <a:lnTo>
                  <a:pt x="1601765" y="110797"/>
                </a:lnTo>
                <a:lnTo>
                  <a:pt x="1616637" y="152425"/>
                </a:lnTo>
                <a:lnTo>
                  <a:pt x="1621858" y="197772"/>
                </a:lnTo>
                <a:lnTo>
                  <a:pt x="1621858" y="988865"/>
                </a:lnTo>
                <a:lnTo>
                  <a:pt x="1616637" y="1034212"/>
                </a:lnTo>
                <a:lnTo>
                  <a:pt x="1601765" y="1075840"/>
                </a:lnTo>
                <a:lnTo>
                  <a:pt x="1578429" y="1112562"/>
                </a:lnTo>
                <a:lnTo>
                  <a:pt x="1547815" y="1143189"/>
                </a:lnTo>
                <a:lnTo>
                  <a:pt x="1511110" y="1166536"/>
                </a:lnTo>
                <a:lnTo>
                  <a:pt x="1469501" y="1181414"/>
                </a:lnTo>
                <a:lnTo>
                  <a:pt x="1424174" y="1186637"/>
                </a:lnTo>
                <a:lnTo>
                  <a:pt x="197684" y="1186637"/>
                </a:lnTo>
                <a:lnTo>
                  <a:pt x="152357" y="1181414"/>
                </a:lnTo>
                <a:lnTo>
                  <a:pt x="110747" y="1166536"/>
                </a:lnTo>
                <a:lnTo>
                  <a:pt x="74042" y="1143189"/>
                </a:lnTo>
                <a:lnTo>
                  <a:pt x="43429" y="1112562"/>
                </a:lnTo>
                <a:lnTo>
                  <a:pt x="20092" y="1075840"/>
                </a:lnTo>
                <a:lnTo>
                  <a:pt x="5220" y="1034212"/>
                </a:lnTo>
                <a:lnTo>
                  <a:pt x="0" y="988865"/>
                </a:lnTo>
                <a:lnTo>
                  <a:pt x="0" y="197772"/>
                </a:lnTo>
                <a:close/>
              </a:path>
            </a:pathLst>
          </a:custGeom>
          <a:ln w="29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1" name="object 71"/>
          <p:cNvSpPr/>
          <p:nvPr/>
        </p:nvSpPr>
        <p:spPr>
          <a:xfrm>
            <a:off x="7109968" y="4430312"/>
            <a:ext cx="737384" cy="242718"/>
          </a:xfrm>
          <a:custGeom>
            <a:avLst/>
            <a:gdLst/>
            <a:ahLst/>
            <a:cxnLst/>
            <a:rect l="l" t="t" r="r" b="b"/>
            <a:pathLst>
              <a:path w="862329" h="283845">
                <a:moveTo>
                  <a:pt x="0" y="283323"/>
                </a:moveTo>
                <a:lnTo>
                  <a:pt x="861919" y="283323"/>
                </a:lnTo>
                <a:lnTo>
                  <a:pt x="861919" y="0"/>
                </a:lnTo>
                <a:lnTo>
                  <a:pt x="0" y="0"/>
                </a:lnTo>
                <a:lnTo>
                  <a:pt x="0" y="283323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2" name="object 72"/>
          <p:cNvSpPr/>
          <p:nvPr/>
        </p:nvSpPr>
        <p:spPr>
          <a:xfrm>
            <a:off x="7109968" y="4430312"/>
            <a:ext cx="737384" cy="242718"/>
          </a:xfrm>
          <a:custGeom>
            <a:avLst/>
            <a:gdLst/>
            <a:ahLst/>
            <a:cxnLst/>
            <a:rect l="l" t="t" r="r" b="b"/>
            <a:pathLst>
              <a:path w="862329" h="283845">
                <a:moveTo>
                  <a:pt x="0" y="0"/>
                </a:moveTo>
                <a:lnTo>
                  <a:pt x="861919" y="0"/>
                </a:lnTo>
                <a:lnTo>
                  <a:pt x="861919" y="283323"/>
                </a:lnTo>
                <a:lnTo>
                  <a:pt x="0" y="283323"/>
                </a:lnTo>
                <a:lnTo>
                  <a:pt x="0" y="0"/>
                </a:lnTo>
                <a:close/>
              </a:path>
            </a:pathLst>
          </a:custGeom>
          <a:ln w="26292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3" name="object 73"/>
          <p:cNvSpPr txBox="1"/>
          <p:nvPr/>
        </p:nvSpPr>
        <p:spPr>
          <a:xfrm>
            <a:off x="7199470" y="4458901"/>
            <a:ext cx="561998" cy="184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197" b="1" spc="26" dirty="0">
                <a:solidFill>
                  <a:srgbClr val="FFFFFF"/>
                </a:solidFill>
                <a:latin typeface="微软雅黑"/>
                <a:cs typeface="微软雅黑"/>
              </a:rPr>
              <a:t>3</a:t>
            </a: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D游戏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7109968" y="4098258"/>
            <a:ext cx="737384" cy="242718"/>
          </a:xfrm>
          <a:custGeom>
            <a:avLst/>
            <a:gdLst/>
            <a:ahLst/>
            <a:cxnLst/>
            <a:rect l="l" t="t" r="r" b="b"/>
            <a:pathLst>
              <a:path w="862329" h="283845">
                <a:moveTo>
                  <a:pt x="0" y="283323"/>
                </a:moveTo>
                <a:lnTo>
                  <a:pt x="861919" y="283323"/>
                </a:lnTo>
                <a:lnTo>
                  <a:pt x="861919" y="0"/>
                </a:lnTo>
                <a:lnTo>
                  <a:pt x="0" y="0"/>
                </a:lnTo>
                <a:lnTo>
                  <a:pt x="0" y="283323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5" name="object 75"/>
          <p:cNvSpPr/>
          <p:nvPr/>
        </p:nvSpPr>
        <p:spPr>
          <a:xfrm>
            <a:off x="7109968" y="4098259"/>
            <a:ext cx="737384" cy="242718"/>
          </a:xfrm>
          <a:custGeom>
            <a:avLst/>
            <a:gdLst/>
            <a:ahLst/>
            <a:cxnLst/>
            <a:rect l="l" t="t" r="r" b="b"/>
            <a:pathLst>
              <a:path w="862329" h="283845">
                <a:moveTo>
                  <a:pt x="0" y="0"/>
                </a:moveTo>
                <a:lnTo>
                  <a:pt x="861919" y="0"/>
                </a:lnTo>
                <a:lnTo>
                  <a:pt x="861919" y="283323"/>
                </a:lnTo>
                <a:lnTo>
                  <a:pt x="0" y="283323"/>
                </a:lnTo>
                <a:lnTo>
                  <a:pt x="0" y="0"/>
                </a:lnTo>
                <a:close/>
              </a:path>
            </a:pathLst>
          </a:custGeom>
          <a:ln w="26292">
            <a:solidFill>
              <a:srgbClr val="41719C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6" name="object 76"/>
          <p:cNvSpPr txBox="1"/>
          <p:nvPr/>
        </p:nvSpPr>
        <p:spPr>
          <a:xfrm>
            <a:off x="7199470" y="4126700"/>
            <a:ext cx="561998" cy="1842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197" b="1" spc="26" dirty="0">
                <a:solidFill>
                  <a:srgbClr val="FFFFFF"/>
                </a:solidFill>
                <a:latin typeface="微软雅黑"/>
                <a:cs typeface="微软雅黑"/>
              </a:rPr>
              <a:t>3</a:t>
            </a:r>
            <a:r>
              <a:rPr sz="1197" b="1" spc="43" dirty="0">
                <a:solidFill>
                  <a:srgbClr val="FFFFFF"/>
                </a:solidFill>
                <a:latin typeface="微软雅黑"/>
                <a:cs typeface="微软雅黑"/>
              </a:rPr>
              <a:t>D模型</a:t>
            </a:r>
            <a:endParaRPr sz="1197">
              <a:latin typeface="微软雅黑"/>
              <a:cs typeface="微软雅黑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6785053" y="4024940"/>
            <a:ext cx="1387347" cy="734669"/>
          </a:xfrm>
          <a:custGeom>
            <a:avLst/>
            <a:gdLst/>
            <a:ahLst/>
            <a:cxnLst/>
            <a:rect l="l" t="t" r="r" b="b"/>
            <a:pathLst>
              <a:path w="1622425" h="859154">
                <a:moveTo>
                  <a:pt x="0" y="143163"/>
                </a:moveTo>
                <a:lnTo>
                  <a:pt x="7295" y="97912"/>
                </a:lnTo>
                <a:lnTo>
                  <a:pt x="27609" y="58613"/>
                </a:lnTo>
                <a:lnTo>
                  <a:pt x="58586" y="27622"/>
                </a:lnTo>
                <a:lnTo>
                  <a:pt x="97868" y="7298"/>
                </a:lnTo>
                <a:lnTo>
                  <a:pt x="143099" y="0"/>
                </a:lnTo>
                <a:lnTo>
                  <a:pt x="1478760" y="0"/>
                </a:lnTo>
                <a:lnTo>
                  <a:pt x="1523991" y="7298"/>
                </a:lnTo>
                <a:lnTo>
                  <a:pt x="1563273" y="27622"/>
                </a:lnTo>
                <a:lnTo>
                  <a:pt x="1594250" y="58613"/>
                </a:lnTo>
                <a:lnTo>
                  <a:pt x="1614565" y="97912"/>
                </a:lnTo>
                <a:lnTo>
                  <a:pt x="1621860" y="143163"/>
                </a:lnTo>
                <a:lnTo>
                  <a:pt x="1621858" y="715814"/>
                </a:lnTo>
                <a:lnTo>
                  <a:pt x="1614563" y="761064"/>
                </a:lnTo>
                <a:lnTo>
                  <a:pt x="1594248" y="800364"/>
                </a:lnTo>
                <a:lnTo>
                  <a:pt x="1563271" y="831355"/>
                </a:lnTo>
                <a:lnTo>
                  <a:pt x="1523989" y="851679"/>
                </a:lnTo>
                <a:lnTo>
                  <a:pt x="1478759" y="858977"/>
                </a:lnTo>
                <a:lnTo>
                  <a:pt x="143099" y="858975"/>
                </a:lnTo>
                <a:lnTo>
                  <a:pt x="97868" y="851677"/>
                </a:lnTo>
                <a:lnTo>
                  <a:pt x="58586" y="831353"/>
                </a:lnTo>
                <a:lnTo>
                  <a:pt x="27609" y="800362"/>
                </a:lnTo>
                <a:lnTo>
                  <a:pt x="7295" y="761063"/>
                </a:lnTo>
                <a:lnTo>
                  <a:pt x="0" y="715812"/>
                </a:lnTo>
                <a:lnTo>
                  <a:pt x="0" y="143163"/>
                </a:lnTo>
                <a:close/>
              </a:path>
            </a:pathLst>
          </a:custGeom>
          <a:ln w="2957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8" name="object 7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pc="43" dirty="0"/>
              <a:t>人工智能</a:t>
            </a:r>
            <a:r>
              <a:rPr spc="21" dirty="0"/>
              <a:t>+</a:t>
            </a:r>
            <a:r>
              <a:rPr spc="43" dirty="0"/>
              <a:t>内容创作</a:t>
            </a:r>
          </a:p>
        </p:txBody>
      </p:sp>
      <p:sp>
        <p:nvSpPr>
          <p:cNvPr id="79" name="object 79"/>
          <p:cNvSpPr/>
          <p:nvPr/>
        </p:nvSpPr>
        <p:spPr>
          <a:xfrm>
            <a:off x="765968" y="1931569"/>
            <a:ext cx="1413953" cy="1889615"/>
          </a:xfrm>
          <a:custGeom>
            <a:avLst/>
            <a:gdLst/>
            <a:ahLst/>
            <a:cxnLst/>
            <a:rect l="l" t="t" r="r" b="b"/>
            <a:pathLst>
              <a:path w="1653539" h="2209800">
                <a:moveTo>
                  <a:pt x="0" y="177802"/>
                </a:moveTo>
                <a:lnTo>
                  <a:pt x="6348" y="130535"/>
                </a:lnTo>
                <a:lnTo>
                  <a:pt x="24264" y="88062"/>
                </a:lnTo>
                <a:lnTo>
                  <a:pt x="52054" y="52077"/>
                </a:lnTo>
                <a:lnTo>
                  <a:pt x="88023" y="24275"/>
                </a:lnTo>
                <a:lnTo>
                  <a:pt x="130477" y="6351"/>
                </a:lnTo>
                <a:lnTo>
                  <a:pt x="177723" y="0"/>
                </a:lnTo>
                <a:lnTo>
                  <a:pt x="1475822" y="0"/>
                </a:lnTo>
                <a:lnTo>
                  <a:pt x="1523068" y="6351"/>
                </a:lnTo>
                <a:lnTo>
                  <a:pt x="1565523" y="24275"/>
                </a:lnTo>
                <a:lnTo>
                  <a:pt x="1601492" y="52077"/>
                </a:lnTo>
                <a:lnTo>
                  <a:pt x="1629281" y="88062"/>
                </a:lnTo>
                <a:lnTo>
                  <a:pt x="1647197" y="130535"/>
                </a:lnTo>
                <a:lnTo>
                  <a:pt x="1653546" y="177802"/>
                </a:lnTo>
                <a:lnTo>
                  <a:pt x="1653546" y="2031624"/>
                </a:lnTo>
                <a:lnTo>
                  <a:pt x="1647197" y="2078891"/>
                </a:lnTo>
                <a:lnTo>
                  <a:pt x="1629281" y="2121365"/>
                </a:lnTo>
                <a:lnTo>
                  <a:pt x="1601492" y="2157350"/>
                </a:lnTo>
                <a:lnTo>
                  <a:pt x="1565523" y="2185152"/>
                </a:lnTo>
                <a:lnTo>
                  <a:pt x="1523068" y="2203076"/>
                </a:lnTo>
                <a:lnTo>
                  <a:pt x="1475822" y="2209427"/>
                </a:lnTo>
                <a:lnTo>
                  <a:pt x="177723" y="2209427"/>
                </a:lnTo>
                <a:lnTo>
                  <a:pt x="130477" y="2203076"/>
                </a:lnTo>
                <a:lnTo>
                  <a:pt x="88023" y="2185152"/>
                </a:lnTo>
                <a:lnTo>
                  <a:pt x="52054" y="2157350"/>
                </a:lnTo>
                <a:lnTo>
                  <a:pt x="24264" y="2121365"/>
                </a:lnTo>
                <a:lnTo>
                  <a:pt x="6348" y="2078891"/>
                </a:lnTo>
                <a:lnTo>
                  <a:pt x="0" y="2031624"/>
                </a:lnTo>
                <a:lnTo>
                  <a:pt x="0" y="177802"/>
                </a:lnTo>
                <a:close/>
              </a:path>
            </a:pathLst>
          </a:custGeom>
          <a:ln w="29571">
            <a:solidFill>
              <a:srgbClr val="44546A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0" name="object 80"/>
          <p:cNvSpPr/>
          <p:nvPr/>
        </p:nvSpPr>
        <p:spPr>
          <a:xfrm>
            <a:off x="755576" y="4022576"/>
            <a:ext cx="1413953" cy="1122909"/>
          </a:xfrm>
          <a:custGeom>
            <a:avLst/>
            <a:gdLst/>
            <a:ahLst/>
            <a:cxnLst/>
            <a:rect l="l" t="t" r="r" b="b"/>
            <a:pathLst>
              <a:path w="1653539" h="1313179">
                <a:moveTo>
                  <a:pt x="0" y="141088"/>
                </a:moveTo>
                <a:lnTo>
                  <a:pt x="7189" y="96493"/>
                </a:lnTo>
                <a:lnTo>
                  <a:pt x="27209" y="57763"/>
                </a:lnTo>
                <a:lnTo>
                  <a:pt x="57737" y="27221"/>
                </a:lnTo>
                <a:lnTo>
                  <a:pt x="96450" y="7192"/>
                </a:lnTo>
                <a:lnTo>
                  <a:pt x="141025" y="0"/>
                </a:lnTo>
                <a:lnTo>
                  <a:pt x="1512520" y="0"/>
                </a:lnTo>
                <a:lnTo>
                  <a:pt x="1557095" y="7192"/>
                </a:lnTo>
                <a:lnTo>
                  <a:pt x="1595808" y="27221"/>
                </a:lnTo>
                <a:lnTo>
                  <a:pt x="1626336" y="57763"/>
                </a:lnTo>
                <a:lnTo>
                  <a:pt x="1646356" y="96493"/>
                </a:lnTo>
                <a:lnTo>
                  <a:pt x="1653546" y="141088"/>
                </a:lnTo>
                <a:lnTo>
                  <a:pt x="1653546" y="1171610"/>
                </a:lnTo>
                <a:lnTo>
                  <a:pt x="1646356" y="1216205"/>
                </a:lnTo>
                <a:lnTo>
                  <a:pt x="1626336" y="1254935"/>
                </a:lnTo>
                <a:lnTo>
                  <a:pt x="1595808" y="1285476"/>
                </a:lnTo>
                <a:lnTo>
                  <a:pt x="1557095" y="1305505"/>
                </a:lnTo>
                <a:lnTo>
                  <a:pt x="1512520" y="1312698"/>
                </a:lnTo>
                <a:lnTo>
                  <a:pt x="141025" y="1312698"/>
                </a:lnTo>
                <a:lnTo>
                  <a:pt x="96450" y="1305505"/>
                </a:lnTo>
                <a:lnTo>
                  <a:pt x="57737" y="1285476"/>
                </a:lnTo>
                <a:lnTo>
                  <a:pt x="27209" y="1254935"/>
                </a:lnTo>
                <a:lnTo>
                  <a:pt x="7189" y="1216205"/>
                </a:lnTo>
                <a:lnTo>
                  <a:pt x="0" y="1171610"/>
                </a:lnTo>
                <a:lnTo>
                  <a:pt x="0" y="141088"/>
                </a:lnTo>
                <a:close/>
              </a:path>
            </a:pathLst>
          </a:custGeom>
          <a:ln w="29575">
            <a:solidFill>
              <a:srgbClr val="44546A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1" name="object 81"/>
          <p:cNvSpPr/>
          <p:nvPr/>
        </p:nvSpPr>
        <p:spPr>
          <a:xfrm>
            <a:off x="3283466" y="1979938"/>
            <a:ext cx="1413953" cy="935034"/>
          </a:xfrm>
          <a:custGeom>
            <a:avLst/>
            <a:gdLst/>
            <a:ahLst/>
            <a:cxnLst/>
            <a:rect l="l" t="t" r="r" b="b"/>
            <a:pathLst>
              <a:path w="1653539" h="1093470">
                <a:moveTo>
                  <a:pt x="0" y="117477"/>
                </a:moveTo>
                <a:lnTo>
                  <a:pt x="9227" y="71749"/>
                </a:lnTo>
                <a:lnTo>
                  <a:pt x="34392" y="34408"/>
                </a:lnTo>
                <a:lnTo>
                  <a:pt x="71717" y="9231"/>
                </a:lnTo>
                <a:lnTo>
                  <a:pt x="117424" y="0"/>
                </a:lnTo>
                <a:lnTo>
                  <a:pt x="1536121" y="0"/>
                </a:lnTo>
                <a:lnTo>
                  <a:pt x="1581828" y="9231"/>
                </a:lnTo>
                <a:lnTo>
                  <a:pt x="1619153" y="34408"/>
                </a:lnTo>
                <a:lnTo>
                  <a:pt x="1644318" y="71749"/>
                </a:lnTo>
                <a:lnTo>
                  <a:pt x="1653546" y="117477"/>
                </a:lnTo>
                <a:lnTo>
                  <a:pt x="1653546" y="975534"/>
                </a:lnTo>
                <a:lnTo>
                  <a:pt x="1644318" y="1021261"/>
                </a:lnTo>
                <a:lnTo>
                  <a:pt x="1619153" y="1058603"/>
                </a:lnTo>
                <a:lnTo>
                  <a:pt x="1581828" y="1083779"/>
                </a:lnTo>
                <a:lnTo>
                  <a:pt x="1536121" y="1093011"/>
                </a:lnTo>
                <a:lnTo>
                  <a:pt x="117424" y="1093011"/>
                </a:lnTo>
                <a:lnTo>
                  <a:pt x="71717" y="1083779"/>
                </a:lnTo>
                <a:lnTo>
                  <a:pt x="34392" y="1058603"/>
                </a:lnTo>
                <a:lnTo>
                  <a:pt x="9227" y="1021261"/>
                </a:lnTo>
                <a:lnTo>
                  <a:pt x="0" y="975534"/>
                </a:lnTo>
                <a:lnTo>
                  <a:pt x="0" y="117477"/>
                </a:lnTo>
                <a:close/>
              </a:path>
            </a:pathLst>
          </a:custGeom>
          <a:ln w="29576">
            <a:solidFill>
              <a:srgbClr val="44546A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2" name="object 82"/>
          <p:cNvSpPr/>
          <p:nvPr/>
        </p:nvSpPr>
        <p:spPr>
          <a:xfrm>
            <a:off x="3302063" y="2992666"/>
            <a:ext cx="1413953" cy="681456"/>
          </a:xfrm>
          <a:custGeom>
            <a:avLst/>
            <a:gdLst/>
            <a:ahLst/>
            <a:cxnLst/>
            <a:rect l="l" t="t" r="r" b="b"/>
            <a:pathLst>
              <a:path w="1653539" h="796925">
                <a:moveTo>
                  <a:pt x="0" y="85623"/>
                </a:moveTo>
                <a:lnTo>
                  <a:pt x="6725" y="52294"/>
                </a:lnTo>
                <a:lnTo>
                  <a:pt x="25067" y="25078"/>
                </a:lnTo>
                <a:lnTo>
                  <a:pt x="52271" y="6728"/>
                </a:lnTo>
                <a:lnTo>
                  <a:pt x="85585" y="0"/>
                </a:lnTo>
                <a:lnTo>
                  <a:pt x="1567961" y="0"/>
                </a:lnTo>
                <a:lnTo>
                  <a:pt x="1601274" y="6728"/>
                </a:lnTo>
                <a:lnTo>
                  <a:pt x="1628478" y="25078"/>
                </a:lnTo>
                <a:lnTo>
                  <a:pt x="1646820" y="52294"/>
                </a:lnTo>
                <a:lnTo>
                  <a:pt x="1653546" y="85623"/>
                </a:lnTo>
                <a:lnTo>
                  <a:pt x="1653546" y="711030"/>
                </a:lnTo>
                <a:lnTo>
                  <a:pt x="1646820" y="744358"/>
                </a:lnTo>
                <a:lnTo>
                  <a:pt x="1628478" y="771575"/>
                </a:lnTo>
                <a:lnTo>
                  <a:pt x="1601274" y="789924"/>
                </a:lnTo>
                <a:lnTo>
                  <a:pt x="1567961" y="796653"/>
                </a:lnTo>
                <a:lnTo>
                  <a:pt x="85585" y="796653"/>
                </a:lnTo>
                <a:lnTo>
                  <a:pt x="52271" y="789924"/>
                </a:lnTo>
                <a:lnTo>
                  <a:pt x="25067" y="771575"/>
                </a:lnTo>
                <a:lnTo>
                  <a:pt x="6725" y="744358"/>
                </a:lnTo>
                <a:lnTo>
                  <a:pt x="0" y="711030"/>
                </a:lnTo>
                <a:lnTo>
                  <a:pt x="0" y="85623"/>
                </a:lnTo>
                <a:close/>
              </a:path>
            </a:pathLst>
          </a:custGeom>
          <a:ln w="29577">
            <a:solidFill>
              <a:srgbClr val="44546A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3" name="object 83"/>
          <p:cNvSpPr/>
          <p:nvPr/>
        </p:nvSpPr>
        <p:spPr>
          <a:xfrm>
            <a:off x="3271726" y="3816728"/>
            <a:ext cx="1413953" cy="1373772"/>
          </a:xfrm>
          <a:custGeom>
            <a:avLst/>
            <a:gdLst/>
            <a:ahLst/>
            <a:cxnLst/>
            <a:rect l="l" t="t" r="r" b="b"/>
            <a:pathLst>
              <a:path w="1653539" h="1606550">
                <a:moveTo>
                  <a:pt x="0" y="172632"/>
                </a:moveTo>
                <a:lnTo>
                  <a:pt x="6163" y="126740"/>
                </a:lnTo>
                <a:lnTo>
                  <a:pt x="23558" y="85501"/>
                </a:lnTo>
                <a:lnTo>
                  <a:pt x="50540" y="50562"/>
                </a:lnTo>
                <a:lnTo>
                  <a:pt x="85463" y="23569"/>
                </a:lnTo>
                <a:lnTo>
                  <a:pt x="126683" y="6166"/>
                </a:lnTo>
                <a:lnTo>
                  <a:pt x="172555" y="0"/>
                </a:lnTo>
                <a:lnTo>
                  <a:pt x="1480990" y="0"/>
                </a:lnTo>
                <a:lnTo>
                  <a:pt x="1526862" y="6166"/>
                </a:lnTo>
                <a:lnTo>
                  <a:pt x="1568082" y="23569"/>
                </a:lnTo>
                <a:lnTo>
                  <a:pt x="1603005" y="50562"/>
                </a:lnTo>
                <a:lnTo>
                  <a:pt x="1629987" y="85501"/>
                </a:lnTo>
                <a:lnTo>
                  <a:pt x="1647382" y="126740"/>
                </a:lnTo>
                <a:lnTo>
                  <a:pt x="1653546" y="172632"/>
                </a:lnTo>
                <a:lnTo>
                  <a:pt x="1653546" y="1433554"/>
                </a:lnTo>
                <a:lnTo>
                  <a:pt x="1647382" y="1479447"/>
                </a:lnTo>
                <a:lnTo>
                  <a:pt x="1629987" y="1520685"/>
                </a:lnTo>
                <a:lnTo>
                  <a:pt x="1603005" y="1555624"/>
                </a:lnTo>
                <a:lnTo>
                  <a:pt x="1568082" y="1582617"/>
                </a:lnTo>
                <a:lnTo>
                  <a:pt x="1526862" y="1600020"/>
                </a:lnTo>
                <a:lnTo>
                  <a:pt x="1480990" y="1606187"/>
                </a:lnTo>
                <a:lnTo>
                  <a:pt x="172555" y="1606187"/>
                </a:lnTo>
                <a:lnTo>
                  <a:pt x="126683" y="1600020"/>
                </a:lnTo>
                <a:lnTo>
                  <a:pt x="85463" y="1582617"/>
                </a:lnTo>
                <a:lnTo>
                  <a:pt x="50540" y="1555624"/>
                </a:lnTo>
                <a:lnTo>
                  <a:pt x="23558" y="1520685"/>
                </a:lnTo>
                <a:lnTo>
                  <a:pt x="6163" y="1479447"/>
                </a:lnTo>
                <a:lnTo>
                  <a:pt x="0" y="1433554"/>
                </a:lnTo>
                <a:lnTo>
                  <a:pt x="0" y="172632"/>
                </a:lnTo>
                <a:close/>
              </a:path>
            </a:pathLst>
          </a:custGeom>
          <a:ln w="29573">
            <a:solidFill>
              <a:srgbClr val="44546A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4" name="object 84"/>
          <p:cNvSpPr/>
          <p:nvPr/>
        </p:nvSpPr>
        <p:spPr>
          <a:xfrm>
            <a:off x="5861498" y="1967189"/>
            <a:ext cx="992591" cy="1373772"/>
          </a:xfrm>
          <a:custGeom>
            <a:avLst/>
            <a:gdLst/>
            <a:ahLst/>
            <a:cxnLst/>
            <a:rect l="l" t="t" r="r" b="b"/>
            <a:pathLst>
              <a:path w="1160779" h="1606550">
                <a:moveTo>
                  <a:pt x="0" y="124783"/>
                </a:moveTo>
                <a:lnTo>
                  <a:pt x="9801" y="76212"/>
                </a:lnTo>
                <a:lnTo>
                  <a:pt x="36531" y="36548"/>
                </a:lnTo>
                <a:lnTo>
                  <a:pt x="76177" y="9806"/>
                </a:lnTo>
                <a:lnTo>
                  <a:pt x="124727" y="0"/>
                </a:lnTo>
                <a:lnTo>
                  <a:pt x="1035748" y="0"/>
                </a:lnTo>
                <a:lnTo>
                  <a:pt x="1084297" y="9806"/>
                </a:lnTo>
                <a:lnTo>
                  <a:pt x="1123944" y="36548"/>
                </a:lnTo>
                <a:lnTo>
                  <a:pt x="1150674" y="76212"/>
                </a:lnTo>
                <a:lnTo>
                  <a:pt x="1160476" y="124783"/>
                </a:lnTo>
                <a:lnTo>
                  <a:pt x="1160476" y="1481403"/>
                </a:lnTo>
                <a:lnTo>
                  <a:pt x="1150674" y="1529974"/>
                </a:lnTo>
                <a:lnTo>
                  <a:pt x="1123944" y="1569638"/>
                </a:lnTo>
                <a:lnTo>
                  <a:pt x="1084297" y="1596381"/>
                </a:lnTo>
                <a:lnTo>
                  <a:pt x="1035748" y="1606187"/>
                </a:lnTo>
                <a:lnTo>
                  <a:pt x="124727" y="1606187"/>
                </a:lnTo>
                <a:lnTo>
                  <a:pt x="76177" y="1596381"/>
                </a:lnTo>
                <a:lnTo>
                  <a:pt x="36531" y="1569638"/>
                </a:lnTo>
                <a:lnTo>
                  <a:pt x="9801" y="1529974"/>
                </a:lnTo>
                <a:lnTo>
                  <a:pt x="0" y="1481403"/>
                </a:lnTo>
                <a:lnTo>
                  <a:pt x="0" y="124783"/>
                </a:lnTo>
                <a:close/>
              </a:path>
            </a:pathLst>
          </a:custGeom>
          <a:ln w="29571">
            <a:solidFill>
              <a:srgbClr val="44546A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5" name="object 85"/>
          <p:cNvSpPr/>
          <p:nvPr/>
        </p:nvSpPr>
        <p:spPr>
          <a:xfrm>
            <a:off x="5856717" y="3450867"/>
            <a:ext cx="992591" cy="1373772"/>
          </a:xfrm>
          <a:custGeom>
            <a:avLst/>
            <a:gdLst/>
            <a:ahLst/>
            <a:cxnLst/>
            <a:rect l="l" t="t" r="r" b="b"/>
            <a:pathLst>
              <a:path w="1160779" h="1606550">
                <a:moveTo>
                  <a:pt x="0" y="124783"/>
                </a:moveTo>
                <a:lnTo>
                  <a:pt x="9801" y="76212"/>
                </a:lnTo>
                <a:lnTo>
                  <a:pt x="36531" y="36548"/>
                </a:lnTo>
                <a:lnTo>
                  <a:pt x="76177" y="9806"/>
                </a:lnTo>
                <a:lnTo>
                  <a:pt x="124727" y="0"/>
                </a:lnTo>
                <a:lnTo>
                  <a:pt x="1035748" y="0"/>
                </a:lnTo>
                <a:lnTo>
                  <a:pt x="1084297" y="9806"/>
                </a:lnTo>
                <a:lnTo>
                  <a:pt x="1123944" y="36548"/>
                </a:lnTo>
                <a:lnTo>
                  <a:pt x="1150674" y="76212"/>
                </a:lnTo>
                <a:lnTo>
                  <a:pt x="1160476" y="124783"/>
                </a:lnTo>
                <a:lnTo>
                  <a:pt x="1160476" y="1481403"/>
                </a:lnTo>
                <a:lnTo>
                  <a:pt x="1150674" y="1529974"/>
                </a:lnTo>
                <a:lnTo>
                  <a:pt x="1123944" y="1569638"/>
                </a:lnTo>
                <a:lnTo>
                  <a:pt x="1084297" y="1596381"/>
                </a:lnTo>
                <a:lnTo>
                  <a:pt x="1035748" y="1606187"/>
                </a:lnTo>
                <a:lnTo>
                  <a:pt x="124727" y="1606187"/>
                </a:lnTo>
                <a:lnTo>
                  <a:pt x="76177" y="1596381"/>
                </a:lnTo>
                <a:lnTo>
                  <a:pt x="36531" y="1569638"/>
                </a:lnTo>
                <a:lnTo>
                  <a:pt x="9801" y="1529974"/>
                </a:lnTo>
                <a:lnTo>
                  <a:pt x="0" y="1481403"/>
                </a:lnTo>
                <a:lnTo>
                  <a:pt x="0" y="124783"/>
                </a:lnTo>
                <a:close/>
              </a:path>
            </a:pathLst>
          </a:custGeom>
          <a:ln w="29571">
            <a:solidFill>
              <a:srgbClr val="44546A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6" name="object 86"/>
          <p:cNvSpPr/>
          <p:nvPr/>
        </p:nvSpPr>
        <p:spPr>
          <a:xfrm>
            <a:off x="7012494" y="1962917"/>
            <a:ext cx="949152" cy="770507"/>
          </a:xfrm>
          <a:custGeom>
            <a:avLst/>
            <a:gdLst/>
            <a:ahLst/>
            <a:cxnLst/>
            <a:rect l="l" t="t" r="r" b="b"/>
            <a:pathLst>
              <a:path w="1109979" h="901064">
                <a:moveTo>
                  <a:pt x="0" y="96824"/>
                </a:moveTo>
                <a:lnTo>
                  <a:pt x="7605" y="59136"/>
                </a:lnTo>
                <a:lnTo>
                  <a:pt x="28346" y="28359"/>
                </a:lnTo>
                <a:lnTo>
                  <a:pt x="59109" y="7608"/>
                </a:lnTo>
                <a:lnTo>
                  <a:pt x="96781" y="0"/>
                </a:lnTo>
                <a:lnTo>
                  <a:pt x="1012964" y="0"/>
                </a:lnTo>
                <a:lnTo>
                  <a:pt x="1050636" y="7608"/>
                </a:lnTo>
                <a:lnTo>
                  <a:pt x="1081399" y="28359"/>
                </a:lnTo>
                <a:lnTo>
                  <a:pt x="1102140" y="59136"/>
                </a:lnTo>
                <a:lnTo>
                  <a:pt x="1109745" y="96824"/>
                </a:lnTo>
                <a:lnTo>
                  <a:pt x="1109745" y="804041"/>
                </a:lnTo>
                <a:lnTo>
                  <a:pt x="1102140" y="841729"/>
                </a:lnTo>
                <a:lnTo>
                  <a:pt x="1081399" y="872506"/>
                </a:lnTo>
                <a:lnTo>
                  <a:pt x="1050636" y="893256"/>
                </a:lnTo>
                <a:lnTo>
                  <a:pt x="1012964" y="900865"/>
                </a:lnTo>
                <a:lnTo>
                  <a:pt x="96781" y="900865"/>
                </a:lnTo>
                <a:lnTo>
                  <a:pt x="59109" y="893256"/>
                </a:lnTo>
                <a:lnTo>
                  <a:pt x="28346" y="872506"/>
                </a:lnTo>
                <a:lnTo>
                  <a:pt x="7605" y="841729"/>
                </a:lnTo>
                <a:lnTo>
                  <a:pt x="0" y="804041"/>
                </a:lnTo>
                <a:lnTo>
                  <a:pt x="0" y="96824"/>
                </a:lnTo>
                <a:close/>
              </a:path>
            </a:pathLst>
          </a:custGeom>
          <a:ln w="29575">
            <a:solidFill>
              <a:srgbClr val="44546A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7" name="object 87"/>
          <p:cNvSpPr/>
          <p:nvPr/>
        </p:nvSpPr>
        <p:spPr>
          <a:xfrm>
            <a:off x="6995583" y="2829208"/>
            <a:ext cx="949152" cy="1008338"/>
          </a:xfrm>
          <a:custGeom>
            <a:avLst/>
            <a:gdLst/>
            <a:ahLst/>
            <a:cxnLst/>
            <a:rect l="l" t="t" r="r" b="b"/>
            <a:pathLst>
              <a:path w="1109979" h="1179195">
                <a:moveTo>
                  <a:pt x="0" y="119329"/>
                </a:moveTo>
                <a:lnTo>
                  <a:pt x="9373" y="72881"/>
                </a:lnTo>
                <a:lnTo>
                  <a:pt x="34935" y="34950"/>
                </a:lnTo>
                <a:lnTo>
                  <a:pt x="72848" y="9377"/>
                </a:lnTo>
                <a:lnTo>
                  <a:pt x="119276" y="0"/>
                </a:lnTo>
                <a:lnTo>
                  <a:pt x="990469" y="0"/>
                </a:lnTo>
                <a:lnTo>
                  <a:pt x="1036897" y="9377"/>
                </a:lnTo>
                <a:lnTo>
                  <a:pt x="1074810" y="34950"/>
                </a:lnTo>
                <a:lnTo>
                  <a:pt x="1100372" y="72881"/>
                </a:lnTo>
                <a:lnTo>
                  <a:pt x="1109745" y="119329"/>
                </a:lnTo>
                <a:lnTo>
                  <a:pt x="1109745" y="1059602"/>
                </a:lnTo>
                <a:lnTo>
                  <a:pt x="1100372" y="1106050"/>
                </a:lnTo>
                <a:lnTo>
                  <a:pt x="1074810" y="1143981"/>
                </a:lnTo>
                <a:lnTo>
                  <a:pt x="1036897" y="1169554"/>
                </a:lnTo>
                <a:lnTo>
                  <a:pt x="990469" y="1178932"/>
                </a:lnTo>
                <a:lnTo>
                  <a:pt x="119276" y="1178932"/>
                </a:lnTo>
                <a:lnTo>
                  <a:pt x="72848" y="1169554"/>
                </a:lnTo>
                <a:lnTo>
                  <a:pt x="34935" y="1143981"/>
                </a:lnTo>
                <a:lnTo>
                  <a:pt x="9373" y="1106050"/>
                </a:lnTo>
                <a:lnTo>
                  <a:pt x="0" y="1059602"/>
                </a:lnTo>
                <a:lnTo>
                  <a:pt x="0" y="119329"/>
                </a:lnTo>
                <a:close/>
              </a:path>
            </a:pathLst>
          </a:custGeom>
          <a:ln w="29573">
            <a:solidFill>
              <a:srgbClr val="44546A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8" name="object 88"/>
          <p:cNvSpPr/>
          <p:nvPr/>
        </p:nvSpPr>
        <p:spPr>
          <a:xfrm>
            <a:off x="7012494" y="3988576"/>
            <a:ext cx="949152" cy="798743"/>
          </a:xfrm>
          <a:custGeom>
            <a:avLst/>
            <a:gdLst/>
            <a:ahLst/>
            <a:cxnLst/>
            <a:rect l="l" t="t" r="r" b="b"/>
            <a:pathLst>
              <a:path w="1109979" h="934085">
                <a:moveTo>
                  <a:pt x="0" y="100350"/>
                </a:moveTo>
                <a:lnTo>
                  <a:pt x="7882" y="61289"/>
                </a:lnTo>
                <a:lnTo>
                  <a:pt x="29378" y="29391"/>
                </a:lnTo>
                <a:lnTo>
                  <a:pt x="61262" y="7886"/>
                </a:lnTo>
                <a:lnTo>
                  <a:pt x="100305" y="0"/>
                </a:lnTo>
                <a:lnTo>
                  <a:pt x="1009440" y="0"/>
                </a:lnTo>
                <a:lnTo>
                  <a:pt x="1048483" y="7886"/>
                </a:lnTo>
                <a:lnTo>
                  <a:pt x="1080367" y="29391"/>
                </a:lnTo>
                <a:lnTo>
                  <a:pt x="1101863" y="61289"/>
                </a:lnTo>
                <a:lnTo>
                  <a:pt x="1109745" y="100350"/>
                </a:lnTo>
                <a:lnTo>
                  <a:pt x="1109745" y="833316"/>
                </a:lnTo>
                <a:lnTo>
                  <a:pt x="1101863" y="872377"/>
                </a:lnTo>
                <a:lnTo>
                  <a:pt x="1080367" y="904274"/>
                </a:lnTo>
                <a:lnTo>
                  <a:pt x="1048483" y="925780"/>
                </a:lnTo>
                <a:lnTo>
                  <a:pt x="1009440" y="933666"/>
                </a:lnTo>
                <a:lnTo>
                  <a:pt x="100305" y="933666"/>
                </a:lnTo>
                <a:lnTo>
                  <a:pt x="61262" y="925780"/>
                </a:lnTo>
                <a:lnTo>
                  <a:pt x="29378" y="904274"/>
                </a:lnTo>
                <a:lnTo>
                  <a:pt x="7882" y="872377"/>
                </a:lnTo>
                <a:lnTo>
                  <a:pt x="0" y="833316"/>
                </a:lnTo>
                <a:lnTo>
                  <a:pt x="0" y="100350"/>
                </a:lnTo>
                <a:close/>
              </a:path>
            </a:pathLst>
          </a:custGeom>
          <a:ln w="29574">
            <a:solidFill>
              <a:srgbClr val="44546A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</p:spTree>
    <p:extLst>
      <p:ext uri="{BB962C8B-B14F-4D97-AF65-F5344CB8AC3E}">
        <p14:creationId xmlns:p14="http://schemas.microsoft.com/office/powerpoint/2010/main" val="349398705"/>
      </p:ext>
    </p:extLst>
  </p:cSld>
  <p:clrMapOvr>
    <a:masterClrMapping/>
  </p:clrMapOvr>
  <p:transition spd="slow">
    <p:circl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860"/>
            <a:r>
              <a:rPr sz="3200" b="0" spc="43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人工智能+内容创作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60032" y="3444611"/>
            <a:ext cx="3744416" cy="2077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 algn="just">
              <a:lnSpc>
                <a:spcPct val="150000"/>
              </a:lnSpc>
            </a:pPr>
            <a:r>
              <a:rPr sz="1800" spc="-2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2017</a:t>
            </a:r>
            <a:r>
              <a:rPr sz="1800" spc="-34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年双</a:t>
            </a:r>
            <a:r>
              <a:rPr sz="1800" spc="-2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11</a:t>
            </a:r>
            <a:r>
              <a:rPr sz="1800" spc="-34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，参与制作了</a:t>
            </a:r>
            <a:r>
              <a:rPr sz="1800" spc="-2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4</a:t>
            </a:r>
            <a:r>
              <a:rPr sz="1800" spc="-34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亿张促销海报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  <a:p>
            <a:pPr marL="10860" marR="4344" algn="just">
              <a:lnSpc>
                <a:spcPct val="150000"/>
              </a:lnSpc>
            </a:pPr>
            <a:r>
              <a:rPr sz="1800" spc="-1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AI</a:t>
            </a:r>
            <a:r>
              <a:rPr sz="1800" spc="-3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sz="1800" spc="-34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设计师鲁班，引起了很多人的注意。但 实际上</a:t>
            </a:r>
            <a:r>
              <a:rPr sz="1800" spc="-2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16</a:t>
            </a:r>
            <a:r>
              <a:rPr sz="1800" spc="-34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年双</a:t>
            </a:r>
            <a:r>
              <a:rPr sz="1800" spc="-2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11</a:t>
            </a:r>
            <a:r>
              <a:rPr sz="1800" spc="-34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时，</a:t>
            </a:r>
            <a:r>
              <a:rPr sz="1800" b="1" spc="-34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鲁班系统</a:t>
            </a:r>
            <a:r>
              <a:rPr sz="1800" spc="-34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就已经参与 了数亿张海报的制作。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601" y="3416255"/>
            <a:ext cx="3554380" cy="2077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 marR="4344">
              <a:lnSpc>
                <a:spcPct val="150000"/>
              </a:lnSpc>
            </a:pPr>
            <a:r>
              <a:rPr sz="1800" spc="-2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2017</a:t>
            </a:r>
            <a:r>
              <a:rPr sz="1800" spc="-34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腾讯媒体</a:t>
            </a:r>
            <a:r>
              <a:rPr sz="1800" spc="-2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+</a:t>
            </a:r>
            <a:r>
              <a:rPr sz="1800" spc="-34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峰会现场，嘉宾演讲结 束刚说声谢谢、还没走下台，腾讯写作 机器人</a:t>
            </a:r>
            <a:r>
              <a:rPr sz="1800" b="1" spc="-21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DreamWriter</a:t>
            </a:r>
            <a:r>
              <a:rPr sz="1800" spc="-34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不到</a:t>
            </a:r>
            <a:r>
              <a:rPr sz="1800" spc="-2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1</a:t>
            </a:r>
            <a:r>
              <a:rPr sz="1800" spc="-34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秒钟撰写的新 闻稿就已经发了出来。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0767" y="1718603"/>
            <a:ext cx="3353063" cy="16976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6"/>
          <p:cNvSpPr/>
          <p:nvPr/>
        </p:nvSpPr>
        <p:spPr>
          <a:xfrm>
            <a:off x="5021388" y="1718603"/>
            <a:ext cx="3353063" cy="16976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</p:spTree>
    <p:extLst>
      <p:ext uri="{BB962C8B-B14F-4D97-AF65-F5344CB8AC3E}">
        <p14:creationId xmlns:p14="http://schemas.microsoft.com/office/powerpoint/2010/main" val="936468218"/>
      </p:ext>
    </p:extLst>
  </p:cSld>
  <p:clrMapOvr>
    <a:masterClrMapping/>
  </p:clrMapOvr>
  <p:transition spd="slow">
    <p:circl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1273" y="1076205"/>
            <a:ext cx="8090594" cy="34209"/>
          </a:xfrm>
          <a:custGeom>
            <a:avLst/>
            <a:gdLst/>
            <a:ahLst/>
            <a:cxnLst/>
            <a:rect l="l" t="t" r="r" b="b"/>
            <a:pathLst>
              <a:path w="9461500" h="40005">
                <a:moveTo>
                  <a:pt x="0" y="39439"/>
                </a:moveTo>
                <a:lnTo>
                  <a:pt x="9461500" y="39441"/>
                </a:lnTo>
                <a:lnTo>
                  <a:pt x="9461500" y="0"/>
                </a:lnTo>
                <a:lnTo>
                  <a:pt x="0" y="0"/>
                </a:lnTo>
                <a:lnTo>
                  <a:pt x="0" y="39439"/>
                </a:lnTo>
              </a:path>
            </a:pathLst>
          </a:custGeom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4"/>
          <p:cNvSpPr/>
          <p:nvPr/>
        </p:nvSpPr>
        <p:spPr>
          <a:xfrm>
            <a:off x="2952665" y="1873111"/>
            <a:ext cx="2262426" cy="3371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5" name="object 5"/>
          <p:cNvSpPr/>
          <p:nvPr/>
        </p:nvSpPr>
        <p:spPr>
          <a:xfrm>
            <a:off x="1531240" y="1729432"/>
            <a:ext cx="1324903" cy="6407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6" name="object 6"/>
          <p:cNvSpPr/>
          <p:nvPr/>
        </p:nvSpPr>
        <p:spPr>
          <a:xfrm>
            <a:off x="1520380" y="2402743"/>
            <a:ext cx="1444361" cy="4669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7" name="object 7"/>
          <p:cNvSpPr txBox="1"/>
          <p:nvPr/>
        </p:nvSpPr>
        <p:spPr>
          <a:xfrm>
            <a:off x="948848" y="1721586"/>
            <a:ext cx="2471023" cy="920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7331" marR="117286" indent="-158553">
              <a:lnSpc>
                <a:spcPct val="105000"/>
              </a:lnSpc>
            </a:pPr>
            <a:r>
              <a:rPr sz="1600" b="1" spc="81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摄像头：视觉 处理模块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  <a:p>
            <a:pPr>
              <a:lnSpc>
                <a:spcPct val="100000"/>
              </a:lnSpc>
            </a:pP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  <a:p>
            <a:pPr>
              <a:spcBef>
                <a:spcPts val="30"/>
              </a:spcBef>
            </a:pPr>
            <a:endParaRPr sz="1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/>
            </a:endParaRPr>
          </a:p>
          <a:p>
            <a:pPr marL="10860"/>
            <a:r>
              <a:rPr sz="1600" b="1" spc="26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M</a:t>
            </a:r>
            <a:r>
              <a:rPr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I</a:t>
            </a:r>
            <a:r>
              <a:rPr sz="1600" b="1" spc="26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C</a:t>
            </a:r>
            <a:r>
              <a:rPr sz="1600" b="1" spc="90" dirty="0">
                <a:latin typeface="微软雅黑" panose="020B0503020204020204" pitchFamily="34" charset="-122"/>
                <a:ea typeface="微软雅黑" panose="020B0503020204020204" pitchFamily="34" charset="-122"/>
                <a:cs typeface="等线"/>
              </a:rPr>
              <a:t>、</a:t>
            </a:r>
            <a:r>
              <a:rPr sz="1600" b="1" spc="81" dirty="0"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语音模块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24903" y="4107741"/>
            <a:ext cx="1748437" cy="4561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9" name="object 9"/>
          <p:cNvSpPr/>
          <p:nvPr/>
        </p:nvSpPr>
        <p:spPr>
          <a:xfrm>
            <a:off x="1509520" y="4715893"/>
            <a:ext cx="1368342" cy="4452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0" name="object 10"/>
          <p:cNvSpPr txBox="1"/>
          <p:nvPr/>
        </p:nvSpPr>
        <p:spPr>
          <a:xfrm>
            <a:off x="521273" y="4213892"/>
            <a:ext cx="2401793" cy="117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spc="90" dirty="0">
                <a:latin typeface="等线"/>
                <a:cs typeface="等线"/>
              </a:rPr>
              <a:t>舵机：</a:t>
            </a:r>
            <a:r>
              <a:rPr sz="1600" b="1" spc="81" dirty="0">
                <a:latin typeface="宋体"/>
                <a:cs typeface="宋体"/>
              </a:rPr>
              <a:t>动作控制模块</a:t>
            </a:r>
            <a:endParaRPr sz="16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>
              <a:spcBef>
                <a:spcPts val="47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67783" marR="163440" algn="ctr">
              <a:lnSpc>
                <a:spcPct val="105000"/>
              </a:lnSpc>
            </a:pPr>
            <a:r>
              <a:rPr sz="1600" b="1" spc="90" dirty="0">
                <a:latin typeface="等线"/>
                <a:cs typeface="等线"/>
              </a:rPr>
              <a:t>直流</a:t>
            </a:r>
            <a:r>
              <a:rPr sz="1600" b="1" spc="81" dirty="0">
                <a:latin typeface="宋体"/>
                <a:cs typeface="宋体"/>
              </a:rPr>
              <a:t>马达、步行 马达、马达驱动</a:t>
            </a:r>
            <a:endParaRPr sz="1600" dirty="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43050" y="1827171"/>
            <a:ext cx="1259743" cy="44525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2" name="object 12"/>
          <p:cNvSpPr txBox="1"/>
          <p:nvPr/>
        </p:nvSpPr>
        <p:spPr>
          <a:xfrm>
            <a:off x="5467185" y="1864845"/>
            <a:ext cx="2102136" cy="443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400" b="1" spc="26" dirty="0">
                <a:latin typeface="Arial"/>
                <a:cs typeface="Arial"/>
              </a:rPr>
              <a:t>CPU</a:t>
            </a:r>
            <a:r>
              <a:rPr sz="1400" b="1" spc="90" dirty="0">
                <a:latin typeface="等线"/>
                <a:cs typeface="等线"/>
              </a:rPr>
              <a:t>、</a:t>
            </a:r>
            <a:r>
              <a:rPr sz="1400" b="1" spc="26" dirty="0">
                <a:latin typeface="Arial"/>
                <a:cs typeface="Arial"/>
              </a:rPr>
              <a:t>DDR</a:t>
            </a:r>
            <a:r>
              <a:rPr sz="1400" b="1" spc="43" dirty="0">
                <a:latin typeface="等线"/>
                <a:cs typeface="等线"/>
              </a:rPr>
              <a:t>、</a:t>
            </a:r>
            <a:endParaRPr sz="1400" b="1" dirty="0">
              <a:latin typeface="等线"/>
              <a:cs typeface="等线"/>
            </a:endParaRPr>
          </a:p>
          <a:p>
            <a:pPr marL="33122">
              <a:spcBef>
                <a:spcPts val="128"/>
              </a:spcBef>
            </a:pPr>
            <a:r>
              <a:rPr sz="1400" b="1" spc="90" dirty="0">
                <a:latin typeface="等线"/>
                <a:cs typeface="等线"/>
              </a:rPr>
              <a:t>无</a:t>
            </a:r>
            <a:r>
              <a:rPr sz="1400" b="1" spc="81" dirty="0">
                <a:latin typeface="宋体"/>
                <a:cs typeface="宋体"/>
              </a:rPr>
              <a:t>线连接模块</a:t>
            </a:r>
            <a:endParaRPr sz="1400" b="1" dirty="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343050" y="2565641"/>
            <a:ext cx="1335762" cy="44525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4" name="object 14"/>
          <p:cNvSpPr txBox="1"/>
          <p:nvPr/>
        </p:nvSpPr>
        <p:spPr>
          <a:xfrm>
            <a:off x="5440365" y="2694873"/>
            <a:ext cx="163503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400" b="1" spc="21" dirty="0">
                <a:latin typeface="Arial"/>
                <a:cs typeface="Arial"/>
              </a:rPr>
              <a:t>L</a:t>
            </a:r>
            <a:r>
              <a:rPr sz="1400" b="1" spc="26" dirty="0">
                <a:latin typeface="Arial"/>
                <a:cs typeface="Arial"/>
              </a:rPr>
              <a:t>CD</a:t>
            </a:r>
            <a:r>
              <a:rPr sz="1400" b="1" spc="90" dirty="0">
                <a:latin typeface="等线"/>
                <a:cs typeface="等线"/>
              </a:rPr>
              <a:t>、</a:t>
            </a:r>
            <a:r>
              <a:rPr sz="1400" b="1" spc="81" dirty="0">
                <a:latin typeface="宋体"/>
                <a:cs typeface="宋体"/>
              </a:rPr>
              <a:t>显示驱动</a:t>
            </a:r>
            <a:endParaRPr sz="1400" dirty="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364770" y="3260672"/>
            <a:ext cx="1064266" cy="44525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6" name="object 16"/>
          <p:cNvSpPr/>
          <p:nvPr/>
        </p:nvSpPr>
        <p:spPr>
          <a:xfrm>
            <a:off x="5549387" y="3890544"/>
            <a:ext cx="1064266" cy="44525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7" name="object 17"/>
          <p:cNvSpPr txBox="1"/>
          <p:nvPr/>
        </p:nvSpPr>
        <p:spPr>
          <a:xfrm>
            <a:off x="5490831" y="3299357"/>
            <a:ext cx="1383758" cy="883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593" marR="214480" indent="-79276">
              <a:lnSpc>
                <a:spcPct val="105000"/>
              </a:lnSpc>
            </a:pPr>
            <a:r>
              <a:rPr sz="1400" b="1" spc="90" dirty="0">
                <a:latin typeface="等线"/>
                <a:cs typeface="等线"/>
              </a:rPr>
              <a:t>音</a:t>
            </a:r>
            <a:r>
              <a:rPr sz="1400" b="1" spc="81" dirty="0">
                <a:latin typeface="宋体"/>
                <a:cs typeface="宋体"/>
              </a:rPr>
              <a:t>频解码、 </a:t>
            </a:r>
            <a:r>
              <a:rPr sz="1400" b="1" spc="90" dirty="0">
                <a:latin typeface="等线"/>
                <a:cs typeface="等线"/>
              </a:rPr>
              <a:t>放大模</a:t>
            </a:r>
            <a:r>
              <a:rPr sz="1400" b="1" spc="34" dirty="0">
                <a:latin typeface="宋体"/>
                <a:cs typeface="宋体"/>
              </a:rPr>
              <a:t>块</a:t>
            </a:r>
            <a:endParaRPr sz="14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 marL="177557"/>
            <a:r>
              <a:rPr sz="1400" b="1" spc="26" dirty="0" err="1">
                <a:latin typeface="Arial"/>
                <a:cs typeface="Arial"/>
              </a:rPr>
              <a:t>MCU</a:t>
            </a:r>
            <a:r>
              <a:rPr sz="1400" b="1" spc="81" dirty="0" err="1">
                <a:latin typeface="宋体"/>
                <a:cs typeface="宋体"/>
              </a:rPr>
              <a:t>单片机</a:t>
            </a:r>
            <a:endParaRPr sz="1400" dirty="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038974" y="4574715"/>
            <a:ext cx="2530347" cy="66245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19" name="object 19"/>
          <p:cNvSpPr txBox="1"/>
          <p:nvPr/>
        </p:nvSpPr>
        <p:spPr>
          <a:xfrm>
            <a:off x="5186350" y="4696348"/>
            <a:ext cx="2738450" cy="452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389" marR="4344" indent="-64073">
              <a:lnSpc>
                <a:spcPct val="105000"/>
              </a:lnSpc>
            </a:pPr>
            <a:r>
              <a:rPr sz="1400" b="1" spc="90" dirty="0">
                <a:latin typeface="等线"/>
                <a:cs typeface="等线"/>
              </a:rPr>
              <a:t>加速度、陀螺</a:t>
            </a:r>
            <a:r>
              <a:rPr sz="1400" b="1" spc="81" dirty="0">
                <a:latin typeface="宋体"/>
                <a:cs typeface="宋体"/>
              </a:rPr>
              <a:t>仪器、手势识别、 红外、环境光、温度等传感器</a:t>
            </a:r>
            <a:endParaRPr sz="1400" dirty="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687631" y="1931869"/>
            <a:ext cx="1554589" cy="349144"/>
          </a:xfrm>
          <a:custGeom>
            <a:avLst/>
            <a:gdLst/>
            <a:ahLst/>
            <a:cxnLst/>
            <a:rect l="l" t="t" r="r" b="b"/>
            <a:pathLst>
              <a:path w="1818004" h="408305">
                <a:moveTo>
                  <a:pt x="4885" y="0"/>
                </a:moveTo>
                <a:lnTo>
                  <a:pt x="0" y="24937"/>
                </a:lnTo>
                <a:lnTo>
                  <a:pt x="1744314" y="367010"/>
                </a:lnTo>
                <a:lnTo>
                  <a:pt x="1695841" y="383866"/>
                </a:lnTo>
                <a:lnTo>
                  <a:pt x="1692335" y="391107"/>
                </a:lnTo>
                <a:lnTo>
                  <a:pt x="1696942" y="404364"/>
                </a:lnTo>
                <a:lnTo>
                  <a:pt x="1704179" y="407869"/>
                </a:lnTo>
                <a:lnTo>
                  <a:pt x="1817589" y="368433"/>
                </a:lnTo>
                <a:lnTo>
                  <a:pt x="1787648" y="342074"/>
                </a:lnTo>
                <a:lnTo>
                  <a:pt x="1749200" y="342074"/>
                </a:lnTo>
                <a:lnTo>
                  <a:pt x="4885" y="0"/>
                </a:lnTo>
                <a:close/>
              </a:path>
              <a:path w="1818004" h="408305">
                <a:moveTo>
                  <a:pt x="1727454" y="289081"/>
                </a:moveTo>
                <a:lnTo>
                  <a:pt x="1719428" y="289593"/>
                </a:lnTo>
                <a:lnTo>
                  <a:pt x="1710161" y="300128"/>
                </a:lnTo>
                <a:lnTo>
                  <a:pt x="1710674" y="308157"/>
                </a:lnTo>
                <a:lnTo>
                  <a:pt x="1749200" y="342074"/>
                </a:lnTo>
                <a:lnTo>
                  <a:pt x="1787648" y="342074"/>
                </a:lnTo>
                <a:lnTo>
                  <a:pt x="1727454" y="289081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21" name="object 21"/>
          <p:cNvSpPr/>
          <p:nvPr/>
        </p:nvSpPr>
        <p:spPr>
          <a:xfrm>
            <a:off x="2896318" y="2365421"/>
            <a:ext cx="1166349" cy="240003"/>
          </a:xfrm>
          <a:custGeom>
            <a:avLst/>
            <a:gdLst/>
            <a:ahLst/>
            <a:cxnLst/>
            <a:rect l="l" t="t" r="r" b="b"/>
            <a:pathLst>
              <a:path w="1363979" h="280669">
                <a:moveTo>
                  <a:pt x="1251586" y="0"/>
                </a:moveTo>
                <a:lnTo>
                  <a:pt x="1244246" y="3286"/>
                </a:lnTo>
                <a:lnTo>
                  <a:pt x="1239245" y="16399"/>
                </a:lnTo>
                <a:lnTo>
                  <a:pt x="1242531" y="23742"/>
                </a:lnTo>
                <a:lnTo>
                  <a:pt x="1290477" y="42044"/>
                </a:lnTo>
                <a:lnTo>
                  <a:pt x="0" y="255107"/>
                </a:lnTo>
                <a:lnTo>
                  <a:pt x="4135" y="280179"/>
                </a:lnTo>
                <a:lnTo>
                  <a:pt x="1294613" y="67116"/>
                </a:lnTo>
                <a:lnTo>
                  <a:pt x="1334439" y="67116"/>
                </a:lnTo>
                <a:lnTo>
                  <a:pt x="1363764" y="42823"/>
                </a:lnTo>
                <a:lnTo>
                  <a:pt x="1251586" y="0"/>
                </a:lnTo>
                <a:close/>
              </a:path>
              <a:path w="1363979" h="280669">
                <a:moveTo>
                  <a:pt x="1334439" y="67116"/>
                </a:moveTo>
                <a:lnTo>
                  <a:pt x="1294613" y="67116"/>
                </a:lnTo>
                <a:lnTo>
                  <a:pt x="1255087" y="99862"/>
                </a:lnTo>
                <a:lnTo>
                  <a:pt x="1254335" y="107871"/>
                </a:lnTo>
                <a:lnTo>
                  <a:pt x="1263281" y="118680"/>
                </a:lnTo>
                <a:lnTo>
                  <a:pt x="1271287" y="119434"/>
                </a:lnTo>
                <a:lnTo>
                  <a:pt x="1334439" y="67116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22" name="object 22"/>
          <p:cNvSpPr/>
          <p:nvPr/>
        </p:nvSpPr>
        <p:spPr>
          <a:xfrm>
            <a:off x="2558113" y="3427276"/>
            <a:ext cx="597292" cy="761275"/>
          </a:xfrm>
          <a:custGeom>
            <a:avLst/>
            <a:gdLst/>
            <a:ahLst/>
            <a:cxnLst/>
            <a:rect l="l" t="t" r="r" b="b"/>
            <a:pathLst>
              <a:path w="698500" h="890270">
                <a:moveTo>
                  <a:pt x="691340" y="49124"/>
                </a:moveTo>
                <a:lnTo>
                  <a:pt x="643569" y="49124"/>
                </a:lnTo>
                <a:lnTo>
                  <a:pt x="0" y="874515"/>
                </a:lnTo>
                <a:lnTo>
                  <a:pt x="20027" y="890144"/>
                </a:lnTo>
                <a:lnTo>
                  <a:pt x="663597" y="64753"/>
                </a:lnTo>
                <a:lnTo>
                  <a:pt x="689228" y="64753"/>
                </a:lnTo>
                <a:lnTo>
                  <a:pt x="691340" y="49124"/>
                </a:lnTo>
                <a:close/>
              </a:path>
              <a:path w="698500" h="890270">
                <a:moveTo>
                  <a:pt x="689228" y="64753"/>
                </a:moveTo>
                <a:lnTo>
                  <a:pt x="663597" y="64753"/>
                </a:lnTo>
                <a:lnTo>
                  <a:pt x="656722" y="115632"/>
                </a:lnTo>
                <a:lnTo>
                  <a:pt x="661595" y="122031"/>
                </a:lnTo>
                <a:lnTo>
                  <a:pt x="675496" y="123911"/>
                </a:lnTo>
                <a:lnTo>
                  <a:pt x="681892" y="119037"/>
                </a:lnTo>
                <a:lnTo>
                  <a:pt x="689228" y="64753"/>
                </a:lnTo>
                <a:close/>
              </a:path>
              <a:path w="698500" h="890270">
                <a:moveTo>
                  <a:pt x="697979" y="0"/>
                </a:moveTo>
                <a:lnTo>
                  <a:pt x="586491" y="44583"/>
                </a:lnTo>
                <a:lnTo>
                  <a:pt x="583321" y="51977"/>
                </a:lnTo>
                <a:lnTo>
                  <a:pt x="588528" y="65008"/>
                </a:lnTo>
                <a:lnTo>
                  <a:pt x="595918" y="68179"/>
                </a:lnTo>
                <a:lnTo>
                  <a:pt x="643569" y="49124"/>
                </a:lnTo>
                <a:lnTo>
                  <a:pt x="691340" y="49124"/>
                </a:lnTo>
                <a:lnTo>
                  <a:pt x="697979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23" name="object 23"/>
          <p:cNvSpPr/>
          <p:nvPr/>
        </p:nvSpPr>
        <p:spPr>
          <a:xfrm>
            <a:off x="2984215" y="3340769"/>
            <a:ext cx="784625" cy="969242"/>
          </a:xfrm>
          <a:custGeom>
            <a:avLst/>
            <a:gdLst/>
            <a:ahLst/>
            <a:cxnLst/>
            <a:rect l="l" t="t" r="r" b="b"/>
            <a:pathLst>
              <a:path w="917575" h="1133475">
                <a:moveTo>
                  <a:pt x="909858" y="48234"/>
                </a:moveTo>
                <a:lnTo>
                  <a:pt x="861976" y="48234"/>
                </a:lnTo>
                <a:lnTo>
                  <a:pt x="0" y="1117504"/>
                </a:lnTo>
                <a:lnTo>
                  <a:pt x="19771" y="1133457"/>
                </a:lnTo>
                <a:lnTo>
                  <a:pt x="881747" y="64187"/>
                </a:lnTo>
                <a:lnTo>
                  <a:pt x="907438" y="64187"/>
                </a:lnTo>
                <a:lnTo>
                  <a:pt x="909858" y="48234"/>
                </a:lnTo>
                <a:close/>
              </a:path>
              <a:path w="917575" h="1133475">
                <a:moveTo>
                  <a:pt x="907438" y="64187"/>
                </a:moveTo>
                <a:lnTo>
                  <a:pt x="881747" y="64187"/>
                </a:lnTo>
                <a:lnTo>
                  <a:pt x="874047" y="114946"/>
                </a:lnTo>
                <a:lnTo>
                  <a:pt x="878815" y="121424"/>
                </a:lnTo>
                <a:lnTo>
                  <a:pt x="892685" y="123530"/>
                </a:lnTo>
                <a:lnTo>
                  <a:pt x="899160" y="118758"/>
                </a:lnTo>
                <a:lnTo>
                  <a:pt x="907438" y="64187"/>
                </a:lnTo>
                <a:close/>
              </a:path>
              <a:path w="917575" h="1133475">
                <a:moveTo>
                  <a:pt x="917174" y="0"/>
                </a:moveTo>
                <a:lnTo>
                  <a:pt x="804978" y="42768"/>
                </a:lnTo>
                <a:lnTo>
                  <a:pt x="801688" y="50109"/>
                </a:lnTo>
                <a:lnTo>
                  <a:pt x="806683" y="63223"/>
                </a:lnTo>
                <a:lnTo>
                  <a:pt x="814021" y="66513"/>
                </a:lnTo>
                <a:lnTo>
                  <a:pt x="861976" y="48234"/>
                </a:lnTo>
                <a:lnTo>
                  <a:pt x="909858" y="48234"/>
                </a:lnTo>
                <a:lnTo>
                  <a:pt x="917174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24" name="object 24"/>
          <p:cNvSpPr/>
          <p:nvPr/>
        </p:nvSpPr>
        <p:spPr>
          <a:xfrm>
            <a:off x="2564604" y="4132186"/>
            <a:ext cx="1332505" cy="303533"/>
          </a:xfrm>
          <a:custGeom>
            <a:avLst/>
            <a:gdLst/>
            <a:ahLst/>
            <a:cxnLst/>
            <a:rect l="l" t="t" r="r" b="b"/>
            <a:pathLst>
              <a:path w="1558289" h="354964">
                <a:moveTo>
                  <a:pt x="1444369" y="0"/>
                </a:moveTo>
                <a:lnTo>
                  <a:pt x="1437126" y="3493"/>
                </a:lnTo>
                <a:lnTo>
                  <a:pt x="1432499" y="16742"/>
                </a:lnTo>
                <a:lnTo>
                  <a:pt x="1435991" y="23989"/>
                </a:lnTo>
                <a:lnTo>
                  <a:pt x="1484435" y="40924"/>
                </a:lnTo>
                <a:lnTo>
                  <a:pt x="0" y="329474"/>
                </a:lnTo>
                <a:lnTo>
                  <a:pt x="4845" y="354420"/>
                </a:lnTo>
                <a:lnTo>
                  <a:pt x="1489280" y="65869"/>
                </a:lnTo>
                <a:lnTo>
                  <a:pt x="1527802" y="65869"/>
                </a:lnTo>
                <a:lnTo>
                  <a:pt x="1557714" y="39624"/>
                </a:lnTo>
                <a:lnTo>
                  <a:pt x="1444369" y="0"/>
                </a:lnTo>
                <a:close/>
              </a:path>
              <a:path w="1558289" h="354964">
                <a:moveTo>
                  <a:pt x="1527802" y="65869"/>
                </a:moveTo>
                <a:lnTo>
                  <a:pt x="1489280" y="65869"/>
                </a:lnTo>
                <a:lnTo>
                  <a:pt x="1450699" y="99721"/>
                </a:lnTo>
                <a:lnTo>
                  <a:pt x="1450173" y="107749"/>
                </a:lnTo>
                <a:lnTo>
                  <a:pt x="1459423" y="118300"/>
                </a:lnTo>
                <a:lnTo>
                  <a:pt x="1467446" y="118827"/>
                </a:lnTo>
                <a:lnTo>
                  <a:pt x="1527802" y="65869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25" name="object 25"/>
          <p:cNvSpPr/>
          <p:nvPr/>
        </p:nvSpPr>
        <p:spPr>
          <a:xfrm>
            <a:off x="2736915" y="4887828"/>
            <a:ext cx="1260829" cy="102625"/>
          </a:xfrm>
          <a:custGeom>
            <a:avLst/>
            <a:gdLst/>
            <a:ahLst/>
            <a:cxnLst/>
            <a:rect l="l" t="t" r="r" b="b"/>
            <a:pathLst>
              <a:path w="1474470" h="120014">
                <a:moveTo>
                  <a:pt x="1370765" y="0"/>
                </a:moveTo>
                <a:lnTo>
                  <a:pt x="1362989" y="2047"/>
                </a:lnTo>
                <a:lnTo>
                  <a:pt x="1355921" y="14169"/>
                </a:lnTo>
                <a:lnTo>
                  <a:pt x="1357967" y="21949"/>
                </a:lnTo>
                <a:lnTo>
                  <a:pt x="1402294" y="47819"/>
                </a:lnTo>
                <a:lnTo>
                  <a:pt x="0" y="47819"/>
                </a:lnTo>
                <a:lnTo>
                  <a:pt x="0" y="73230"/>
                </a:lnTo>
                <a:lnTo>
                  <a:pt x="1402294" y="73230"/>
                </a:lnTo>
                <a:lnTo>
                  <a:pt x="1357967" y="99099"/>
                </a:lnTo>
                <a:lnTo>
                  <a:pt x="1355921" y="106879"/>
                </a:lnTo>
                <a:lnTo>
                  <a:pt x="1361222" y="115971"/>
                </a:lnTo>
                <a:lnTo>
                  <a:pt x="1364049" y="117998"/>
                </a:lnTo>
                <a:lnTo>
                  <a:pt x="1370336" y="119653"/>
                </a:lnTo>
                <a:lnTo>
                  <a:pt x="1373795" y="119280"/>
                </a:lnTo>
                <a:lnTo>
                  <a:pt x="1474476" y="60524"/>
                </a:lnTo>
                <a:lnTo>
                  <a:pt x="1370765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26" name="object 26"/>
          <p:cNvSpPr/>
          <p:nvPr/>
        </p:nvSpPr>
        <p:spPr>
          <a:xfrm>
            <a:off x="4570733" y="2002423"/>
            <a:ext cx="802000" cy="102625"/>
          </a:xfrm>
          <a:custGeom>
            <a:avLst/>
            <a:gdLst/>
            <a:ahLst/>
            <a:cxnLst/>
            <a:rect l="l" t="t" r="r" b="b"/>
            <a:pathLst>
              <a:path w="937895" h="120014">
                <a:moveTo>
                  <a:pt x="104139" y="0"/>
                </a:moveTo>
                <a:lnTo>
                  <a:pt x="100680" y="372"/>
                </a:lnTo>
                <a:lnTo>
                  <a:pt x="0" y="59128"/>
                </a:lnTo>
                <a:lnTo>
                  <a:pt x="103710" y="119653"/>
                </a:lnTo>
                <a:lnTo>
                  <a:pt x="111486" y="117605"/>
                </a:lnTo>
                <a:lnTo>
                  <a:pt x="118554" y="105483"/>
                </a:lnTo>
                <a:lnTo>
                  <a:pt x="116508" y="97703"/>
                </a:lnTo>
                <a:lnTo>
                  <a:pt x="72181" y="71833"/>
                </a:lnTo>
                <a:lnTo>
                  <a:pt x="937851" y="71833"/>
                </a:lnTo>
                <a:lnTo>
                  <a:pt x="937851" y="46422"/>
                </a:lnTo>
                <a:lnTo>
                  <a:pt x="72181" y="46422"/>
                </a:lnTo>
                <a:lnTo>
                  <a:pt x="116508" y="20553"/>
                </a:lnTo>
                <a:lnTo>
                  <a:pt x="118554" y="12773"/>
                </a:lnTo>
                <a:lnTo>
                  <a:pt x="113253" y="3681"/>
                </a:lnTo>
                <a:lnTo>
                  <a:pt x="110426" y="1654"/>
                </a:lnTo>
                <a:lnTo>
                  <a:pt x="104139" y="0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27" name="object 27"/>
          <p:cNvSpPr/>
          <p:nvPr/>
        </p:nvSpPr>
        <p:spPr>
          <a:xfrm>
            <a:off x="4570741" y="2314335"/>
            <a:ext cx="800914" cy="483264"/>
          </a:xfrm>
          <a:custGeom>
            <a:avLst/>
            <a:gdLst/>
            <a:ahLst/>
            <a:cxnLst/>
            <a:rect l="l" t="t" r="r" b="b"/>
            <a:pathLst>
              <a:path w="936625" h="565150">
                <a:moveTo>
                  <a:pt x="105123" y="47880"/>
                </a:moveTo>
                <a:lnTo>
                  <a:pt x="55505" y="47880"/>
                </a:lnTo>
                <a:lnTo>
                  <a:pt x="923062" y="565083"/>
                </a:lnTo>
                <a:lnTo>
                  <a:pt x="936064" y="543253"/>
                </a:lnTo>
                <a:lnTo>
                  <a:pt x="105123" y="47880"/>
                </a:lnTo>
                <a:close/>
              </a:path>
              <a:path w="936625" h="565150">
                <a:moveTo>
                  <a:pt x="0" y="0"/>
                </a:moveTo>
                <a:lnTo>
                  <a:pt x="58122" y="105106"/>
                </a:lnTo>
                <a:lnTo>
                  <a:pt x="65850" y="107330"/>
                </a:lnTo>
                <a:lnTo>
                  <a:pt x="78125" y="100535"/>
                </a:lnTo>
                <a:lnTo>
                  <a:pt x="80347" y="92803"/>
                </a:lnTo>
                <a:lnTo>
                  <a:pt x="55505" y="47880"/>
                </a:lnTo>
                <a:lnTo>
                  <a:pt x="105123" y="47880"/>
                </a:lnTo>
                <a:lnTo>
                  <a:pt x="68507" y="26051"/>
                </a:lnTo>
                <a:lnTo>
                  <a:pt x="120309" y="26051"/>
                </a:lnTo>
                <a:lnTo>
                  <a:pt x="125562" y="20894"/>
                </a:lnTo>
                <a:lnTo>
                  <a:pt x="125693" y="6860"/>
                </a:lnTo>
                <a:lnTo>
                  <a:pt x="120060" y="1118"/>
                </a:lnTo>
                <a:lnTo>
                  <a:pt x="0" y="0"/>
                </a:lnTo>
                <a:close/>
              </a:path>
              <a:path w="936625" h="565150">
                <a:moveTo>
                  <a:pt x="120309" y="26051"/>
                </a:moveTo>
                <a:lnTo>
                  <a:pt x="68507" y="26051"/>
                </a:lnTo>
                <a:lnTo>
                  <a:pt x="119823" y="26529"/>
                </a:lnTo>
                <a:lnTo>
                  <a:pt x="120309" y="26051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28" name="object 28"/>
          <p:cNvSpPr/>
          <p:nvPr/>
        </p:nvSpPr>
        <p:spPr>
          <a:xfrm>
            <a:off x="4442646" y="2594250"/>
            <a:ext cx="954038" cy="895395"/>
          </a:xfrm>
          <a:custGeom>
            <a:avLst/>
            <a:gdLst/>
            <a:ahLst/>
            <a:cxnLst/>
            <a:rect l="l" t="t" r="r" b="b"/>
            <a:pathLst>
              <a:path w="1115695" h="1047114">
                <a:moveTo>
                  <a:pt x="81132" y="58648"/>
                </a:moveTo>
                <a:lnTo>
                  <a:pt x="43986" y="58648"/>
                </a:lnTo>
                <a:lnTo>
                  <a:pt x="1098000" y="1046759"/>
                </a:lnTo>
                <a:lnTo>
                  <a:pt x="1115367" y="1028217"/>
                </a:lnTo>
                <a:lnTo>
                  <a:pt x="81132" y="58648"/>
                </a:lnTo>
                <a:close/>
              </a:path>
              <a:path w="1115695" h="1047114">
                <a:moveTo>
                  <a:pt x="0" y="0"/>
                </a:moveTo>
                <a:lnTo>
                  <a:pt x="34310" y="115110"/>
                </a:lnTo>
                <a:lnTo>
                  <a:pt x="41384" y="118936"/>
                </a:lnTo>
                <a:lnTo>
                  <a:pt x="54827" y="114926"/>
                </a:lnTo>
                <a:lnTo>
                  <a:pt x="58651" y="107848"/>
                </a:lnTo>
                <a:lnTo>
                  <a:pt x="43986" y="58648"/>
                </a:lnTo>
                <a:lnTo>
                  <a:pt x="81132" y="58648"/>
                </a:lnTo>
                <a:lnTo>
                  <a:pt x="61353" y="40106"/>
                </a:lnTo>
                <a:lnTo>
                  <a:pt x="119829" y="40106"/>
                </a:lnTo>
                <a:lnTo>
                  <a:pt x="121318" y="33595"/>
                </a:lnTo>
                <a:lnTo>
                  <a:pt x="117043" y="26781"/>
                </a:lnTo>
                <a:lnTo>
                  <a:pt x="0" y="0"/>
                </a:lnTo>
                <a:close/>
              </a:path>
              <a:path w="1115695" h="1047114">
                <a:moveTo>
                  <a:pt x="119829" y="40106"/>
                </a:moveTo>
                <a:lnTo>
                  <a:pt x="61353" y="40106"/>
                </a:lnTo>
                <a:lnTo>
                  <a:pt x="111380" y="51553"/>
                </a:lnTo>
                <a:lnTo>
                  <a:pt x="118190" y="47275"/>
                </a:lnTo>
                <a:lnTo>
                  <a:pt x="119829" y="40106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29" name="object 29"/>
          <p:cNvSpPr/>
          <p:nvPr/>
        </p:nvSpPr>
        <p:spPr>
          <a:xfrm>
            <a:off x="4354997" y="2982099"/>
            <a:ext cx="1230422" cy="1127796"/>
          </a:xfrm>
          <a:custGeom>
            <a:avLst/>
            <a:gdLst/>
            <a:ahLst/>
            <a:cxnLst/>
            <a:rect l="l" t="t" r="r" b="b"/>
            <a:pathLst>
              <a:path w="1438909" h="1318895">
                <a:moveTo>
                  <a:pt x="82293" y="58127"/>
                </a:moveTo>
                <a:lnTo>
                  <a:pt x="44672" y="58127"/>
                </a:lnTo>
                <a:lnTo>
                  <a:pt x="1421535" y="1318839"/>
                </a:lnTo>
                <a:lnTo>
                  <a:pt x="1438683" y="1300093"/>
                </a:lnTo>
                <a:lnTo>
                  <a:pt x="82293" y="58127"/>
                </a:lnTo>
                <a:close/>
              </a:path>
              <a:path w="1438909" h="1318895">
                <a:moveTo>
                  <a:pt x="0" y="0"/>
                </a:moveTo>
                <a:lnTo>
                  <a:pt x="35659" y="114698"/>
                </a:lnTo>
                <a:lnTo>
                  <a:pt x="42777" y="118441"/>
                </a:lnTo>
                <a:lnTo>
                  <a:pt x="56172" y="114273"/>
                </a:lnTo>
                <a:lnTo>
                  <a:pt x="59913" y="107152"/>
                </a:lnTo>
                <a:lnTo>
                  <a:pt x="44672" y="58127"/>
                </a:lnTo>
                <a:lnTo>
                  <a:pt x="82293" y="58127"/>
                </a:lnTo>
                <a:lnTo>
                  <a:pt x="61821" y="39382"/>
                </a:lnTo>
                <a:lnTo>
                  <a:pt x="120143" y="39382"/>
                </a:lnTo>
                <a:lnTo>
                  <a:pt x="121704" y="32166"/>
                </a:lnTo>
                <a:lnTo>
                  <a:pt x="117349" y="25403"/>
                </a:lnTo>
                <a:lnTo>
                  <a:pt x="0" y="0"/>
                </a:lnTo>
                <a:close/>
              </a:path>
              <a:path w="1438909" h="1318895">
                <a:moveTo>
                  <a:pt x="120143" y="39382"/>
                </a:moveTo>
                <a:lnTo>
                  <a:pt x="61821" y="39382"/>
                </a:lnTo>
                <a:lnTo>
                  <a:pt x="111977" y="50239"/>
                </a:lnTo>
                <a:lnTo>
                  <a:pt x="118737" y="45883"/>
                </a:lnTo>
                <a:lnTo>
                  <a:pt x="120143" y="39382"/>
                </a:lnTo>
                <a:close/>
              </a:path>
            </a:pathLst>
          </a:custGeom>
          <a:solidFill>
            <a:srgbClr val="5B9BD5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30" name="object 30"/>
          <p:cNvSpPr/>
          <p:nvPr/>
        </p:nvSpPr>
        <p:spPr>
          <a:xfrm>
            <a:off x="4431720" y="3340762"/>
            <a:ext cx="709691" cy="1541556"/>
          </a:xfrm>
          <a:custGeom>
            <a:avLst/>
            <a:gdLst/>
            <a:ahLst/>
            <a:cxnLst/>
            <a:rect l="l" t="t" r="r" b="b"/>
            <a:pathLst>
              <a:path w="829945" h="1802764">
                <a:moveTo>
                  <a:pt x="58557" y="71094"/>
                </a:moveTo>
                <a:lnTo>
                  <a:pt x="30723" y="71094"/>
                </a:lnTo>
                <a:lnTo>
                  <a:pt x="806366" y="1802653"/>
                </a:lnTo>
                <a:lnTo>
                  <a:pt x="829544" y="1792262"/>
                </a:lnTo>
                <a:lnTo>
                  <a:pt x="58557" y="71094"/>
                </a:lnTo>
                <a:close/>
              </a:path>
              <a:path w="829945" h="1802764">
                <a:moveTo>
                  <a:pt x="12795" y="0"/>
                </a:moveTo>
                <a:lnTo>
                  <a:pt x="0" y="119434"/>
                </a:lnTo>
                <a:lnTo>
                  <a:pt x="5048" y="125696"/>
                </a:lnTo>
                <a:lnTo>
                  <a:pt x="18996" y="127193"/>
                </a:lnTo>
                <a:lnTo>
                  <a:pt x="25255" y="122142"/>
                </a:lnTo>
                <a:lnTo>
                  <a:pt x="30723" y="71094"/>
                </a:lnTo>
                <a:lnTo>
                  <a:pt x="58557" y="71094"/>
                </a:lnTo>
                <a:lnTo>
                  <a:pt x="53902" y="60702"/>
                </a:lnTo>
                <a:lnTo>
                  <a:pt x="97531" y="60702"/>
                </a:lnTo>
                <a:lnTo>
                  <a:pt x="12795" y="0"/>
                </a:lnTo>
                <a:close/>
              </a:path>
              <a:path w="829945" h="1802764">
                <a:moveTo>
                  <a:pt x="97531" y="60702"/>
                </a:moveTo>
                <a:lnTo>
                  <a:pt x="53902" y="60702"/>
                </a:lnTo>
                <a:lnTo>
                  <a:pt x="95627" y="90591"/>
                </a:lnTo>
                <a:lnTo>
                  <a:pt x="103560" y="89278"/>
                </a:lnTo>
                <a:lnTo>
                  <a:pt x="111728" y="77867"/>
                </a:lnTo>
                <a:lnTo>
                  <a:pt x="110415" y="69931"/>
                </a:lnTo>
                <a:lnTo>
                  <a:pt x="97531" y="60702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pc="43" dirty="0"/>
              <a:t>人工智能</a:t>
            </a:r>
            <a:r>
              <a:rPr spc="21" dirty="0"/>
              <a:t>+</a:t>
            </a:r>
            <a:r>
              <a:rPr spc="43" dirty="0"/>
              <a:t>机器人</a:t>
            </a:r>
          </a:p>
        </p:txBody>
      </p:sp>
    </p:spTree>
    <p:extLst>
      <p:ext uri="{BB962C8B-B14F-4D97-AF65-F5344CB8AC3E}">
        <p14:creationId xmlns:p14="http://schemas.microsoft.com/office/powerpoint/2010/main" val="2394404686"/>
      </p:ext>
    </p:extLst>
  </p:cSld>
  <p:clrMapOvr>
    <a:masterClrMapping/>
  </p:clrMapOvr>
  <p:transition spd="slow">
    <p:circl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860"/>
            <a:r>
              <a:rPr sz="3200" b="0" spc="43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人工智能+机器人</a:t>
            </a:r>
          </a:p>
        </p:txBody>
      </p:sp>
      <p:sp>
        <p:nvSpPr>
          <p:cNvPr id="3" name="object 3"/>
          <p:cNvSpPr/>
          <p:nvPr/>
        </p:nvSpPr>
        <p:spPr>
          <a:xfrm>
            <a:off x="5466553" y="5218000"/>
            <a:ext cx="1697735" cy="8273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4"/>
          <p:cNvSpPr txBox="1"/>
          <p:nvPr/>
        </p:nvSpPr>
        <p:spPr>
          <a:xfrm>
            <a:off x="3716216" y="6157549"/>
            <a:ext cx="926889" cy="223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454" spc="-34" dirty="0">
                <a:latin typeface="MS Gothic"/>
                <a:cs typeface="MS Gothic"/>
              </a:rPr>
              <a:t>医</a:t>
            </a:r>
            <a:r>
              <a:rPr sz="1454" spc="-34" dirty="0">
                <a:latin typeface="宋体"/>
                <a:cs typeface="宋体"/>
              </a:rPr>
              <a:t>疗机器人</a:t>
            </a:r>
            <a:endParaRPr sz="1454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21026" y="6102060"/>
            <a:ext cx="926889" cy="223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454" spc="-34" dirty="0">
                <a:latin typeface="MS Gothic"/>
                <a:cs typeface="MS Gothic"/>
              </a:rPr>
              <a:t>教育机器人</a:t>
            </a:r>
            <a:endParaRPr sz="1454">
              <a:latin typeface="MS Gothic"/>
              <a:cs typeface="MS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90089" y="1547675"/>
            <a:ext cx="4630451" cy="26057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object 7"/>
          <p:cNvSpPr/>
          <p:nvPr/>
        </p:nvSpPr>
        <p:spPr>
          <a:xfrm>
            <a:off x="3664806" y="1522381"/>
            <a:ext cx="4681142" cy="2656864"/>
          </a:xfrm>
          <a:custGeom>
            <a:avLst/>
            <a:gdLst/>
            <a:ahLst/>
            <a:cxnLst/>
            <a:rect l="l" t="t" r="r" b="b"/>
            <a:pathLst>
              <a:path w="5474334" h="3107054">
                <a:moveTo>
                  <a:pt x="0" y="0"/>
                </a:moveTo>
                <a:lnTo>
                  <a:pt x="5474189" y="0"/>
                </a:lnTo>
                <a:lnTo>
                  <a:pt x="5474189" y="3106492"/>
                </a:lnTo>
                <a:lnTo>
                  <a:pt x="0" y="3106492"/>
                </a:lnTo>
                <a:lnTo>
                  <a:pt x="0" y="0"/>
                </a:lnTo>
                <a:close/>
              </a:path>
            </a:pathLst>
          </a:custGeom>
          <a:ln w="59154">
            <a:solidFill>
              <a:srgbClr val="4472C4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" name="object 8"/>
          <p:cNvSpPr/>
          <p:nvPr/>
        </p:nvSpPr>
        <p:spPr>
          <a:xfrm>
            <a:off x="3304372" y="5127026"/>
            <a:ext cx="1606934" cy="9984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9" name="object 9"/>
          <p:cNvSpPr/>
          <p:nvPr/>
        </p:nvSpPr>
        <p:spPr>
          <a:xfrm>
            <a:off x="1272867" y="1311526"/>
            <a:ext cx="1282909" cy="821330"/>
          </a:xfrm>
          <a:prstGeom prst="rect">
            <a:avLst/>
          </a:prstGeom>
          <a:blipFill>
            <a:blip r:embed="rId5" cstate="print"/>
            <a:srcRect/>
            <a:stretch>
              <a:fillRect r="-79982" b="-118008"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0" name="object 10"/>
          <p:cNvSpPr txBox="1"/>
          <p:nvPr/>
        </p:nvSpPr>
        <p:spPr>
          <a:xfrm>
            <a:off x="1840892" y="2343345"/>
            <a:ext cx="926889" cy="223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454" spc="-34" dirty="0">
                <a:latin typeface="MS Gothic"/>
                <a:cs typeface="MS Gothic"/>
              </a:rPr>
              <a:t>服</a:t>
            </a:r>
            <a:r>
              <a:rPr sz="1454" spc="-34" dirty="0">
                <a:latin typeface="宋体"/>
                <a:cs typeface="宋体"/>
              </a:rPr>
              <a:t>务机器人</a:t>
            </a:r>
            <a:endParaRPr sz="1454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6695" y="6125462"/>
            <a:ext cx="926889" cy="223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454" spc="-34" dirty="0">
                <a:latin typeface="宋体"/>
                <a:cs typeface="宋体"/>
              </a:rPr>
              <a:t>拣货机器人</a:t>
            </a:r>
            <a:endParaRPr sz="1454" dirty="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68043" y="3851744"/>
            <a:ext cx="926889" cy="2237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1454" spc="-34" dirty="0">
                <a:latin typeface="宋体"/>
                <a:cs typeface="宋体"/>
              </a:rPr>
              <a:t>扫地机器人</a:t>
            </a:r>
            <a:endParaRPr sz="1454" dirty="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93224" y="2909836"/>
            <a:ext cx="1978576" cy="95462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4" name="object 14"/>
          <p:cNvSpPr/>
          <p:nvPr/>
        </p:nvSpPr>
        <p:spPr>
          <a:xfrm>
            <a:off x="1526388" y="5210090"/>
            <a:ext cx="1161008" cy="94207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</p:spTree>
    <p:extLst>
      <p:ext uri="{BB962C8B-B14F-4D97-AF65-F5344CB8AC3E}">
        <p14:creationId xmlns:p14="http://schemas.microsoft.com/office/powerpoint/2010/main" val="2917953494"/>
      </p:ext>
    </p:extLst>
  </p:cSld>
  <p:clrMapOvr>
    <a:masterClrMapping/>
  </p:clrMapOvr>
  <p:transition spd="slow">
    <p:circl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3200" b="0" spc="43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机器学习应用领域</a:t>
            </a:r>
          </a:p>
        </p:txBody>
      </p:sp>
      <p:graphicFrame>
        <p:nvGraphicFramePr>
          <p:cNvPr id="4" name="图示 3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9208811"/>
      </p:ext>
    </p:extLst>
  </p:cSld>
  <p:clrMapOvr>
    <a:masterClrMapping/>
  </p:clrMapOvr>
  <p:transition spd="slow">
    <p:circl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8153" y="1987814"/>
            <a:ext cx="2391483" cy="12498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" name="object 3"/>
          <p:cNvSpPr/>
          <p:nvPr/>
        </p:nvSpPr>
        <p:spPr>
          <a:xfrm>
            <a:off x="3329232" y="1987814"/>
            <a:ext cx="2391484" cy="12498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4"/>
          <p:cNvSpPr/>
          <p:nvPr/>
        </p:nvSpPr>
        <p:spPr>
          <a:xfrm>
            <a:off x="638153" y="3744367"/>
            <a:ext cx="2391483" cy="12498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5"/>
          <p:cNvSpPr/>
          <p:nvPr/>
        </p:nvSpPr>
        <p:spPr>
          <a:xfrm>
            <a:off x="3329232" y="3744367"/>
            <a:ext cx="2391484" cy="12498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6"/>
          <p:cNvSpPr txBox="1"/>
          <p:nvPr/>
        </p:nvSpPr>
        <p:spPr>
          <a:xfrm>
            <a:off x="638153" y="3293237"/>
            <a:ext cx="2391884" cy="320143"/>
          </a:xfrm>
          <a:prstGeom prst="rect">
            <a:avLst/>
          </a:prstGeom>
          <a:solidFill>
            <a:srgbClr val="5B9BD5"/>
          </a:solidFill>
          <a:ln w="26293">
            <a:solidFill>
              <a:srgbClr val="41719C"/>
            </a:solidFill>
          </a:ln>
        </p:spPr>
        <p:txBody>
          <a:bodyPr vert="horz" wrap="square" lIns="0" tIns="30408" rIns="0" bIns="0" rtlCol="0">
            <a:spAutoFit/>
          </a:bodyPr>
          <a:lstStyle/>
          <a:p>
            <a:pPr marL="716745">
              <a:spcBef>
                <a:spcPts val="239"/>
              </a:spcBef>
            </a:pPr>
            <a:r>
              <a:rPr sz="1881" spc="-17" dirty="0">
                <a:solidFill>
                  <a:srgbClr val="FFFFFF"/>
                </a:solidFill>
                <a:latin typeface="MS Gothic"/>
                <a:cs typeface="MS Gothic"/>
              </a:rPr>
              <a:t>人</a:t>
            </a:r>
            <a:r>
              <a:rPr sz="1881" spc="-17" dirty="0">
                <a:solidFill>
                  <a:srgbClr val="FFFFFF"/>
                </a:solidFill>
                <a:latin typeface="宋体"/>
                <a:cs typeface="宋体"/>
              </a:rPr>
              <a:t>脸识别</a:t>
            </a:r>
            <a:endParaRPr sz="1881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29232" y="3293237"/>
            <a:ext cx="2391884" cy="320143"/>
          </a:xfrm>
          <a:prstGeom prst="rect">
            <a:avLst/>
          </a:prstGeom>
          <a:solidFill>
            <a:srgbClr val="5B9BD5"/>
          </a:solidFill>
          <a:ln w="26293">
            <a:solidFill>
              <a:srgbClr val="41719C"/>
            </a:solidFill>
          </a:ln>
        </p:spPr>
        <p:txBody>
          <a:bodyPr vert="horz" wrap="square" lIns="0" tIns="30408" rIns="0" bIns="0" rtlCol="0">
            <a:spAutoFit/>
          </a:bodyPr>
          <a:lstStyle/>
          <a:p>
            <a:pPr marL="716745">
              <a:spcBef>
                <a:spcPts val="239"/>
              </a:spcBef>
            </a:pPr>
            <a:r>
              <a:rPr sz="1881" spc="-17" dirty="0">
                <a:solidFill>
                  <a:srgbClr val="FFFFFF"/>
                </a:solidFill>
                <a:latin typeface="宋体"/>
                <a:cs typeface="宋体"/>
              </a:rPr>
              <a:t>图像分类</a:t>
            </a:r>
            <a:endParaRPr sz="1881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8153" y="5041831"/>
            <a:ext cx="2391884" cy="321240"/>
          </a:xfrm>
          <a:prstGeom prst="rect">
            <a:avLst/>
          </a:prstGeom>
          <a:solidFill>
            <a:srgbClr val="5B9BD5"/>
          </a:solidFill>
          <a:ln w="26293">
            <a:solidFill>
              <a:srgbClr val="41719C"/>
            </a:solidFill>
          </a:ln>
        </p:spPr>
        <p:txBody>
          <a:bodyPr vert="horz" wrap="square" lIns="0" tIns="31494" rIns="0" bIns="0" rtlCol="0">
            <a:spAutoFit/>
          </a:bodyPr>
          <a:lstStyle/>
          <a:p>
            <a:pPr marL="716745">
              <a:spcBef>
                <a:spcPts val="248"/>
              </a:spcBef>
            </a:pPr>
            <a:r>
              <a:rPr sz="1881" spc="-17" dirty="0">
                <a:solidFill>
                  <a:srgbClr val="FFFFFF"/>
                </a:solidFill>
                <a:latin typeface="宋体"/>
                <a:cs typeface="宋体"/>
              </a:rPr>
              <a:t>图像搜索</a:t>
            </a:r>
            <a:endParaRPr sz="1881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29232" y="5041831"/>
            <a:ext cx="2391884" cy="321240"/>
          </a:xfrm>
          <a:prstGeom prst="rect">
            <a:avLst/>
          </a:prstGeom>
          <a:solidFill>
            <a:srgbClr val="5B9BD5"/>
          </a:solidFill>
          <a:ln w="26293">
            <a:solidFill>
              <a:srgbClr val="41719C"/>
            </a:solidFill>
          </a:ln>
        </p:spPr>
        <p:txBody>
          <a:bodyPr vert="horz" wrap="square" lIns="0" tIns="31494" rIns="0" bIns="0" rtlCol="0">
            <a:spAutoFit/>
          </a:bodyPr>
          <a:lstStyle/>
          <a:p>
            <a:pPr marL="716745">
              <a:spcBef>
                <a:spcPts val="248"/>
              </a:spcBef>
            </a:pPr>
            <a:r>
              <a:rPr sz="1881" spc="-17" dirty="0">
                <a:solidFill>
                  <a:srgbClr val="FFFFFF"/>
                </a:solidFill>
                <a:latin typeface="宋体"/>
                <a:cs typeface="宋体"/>
              </a:rPr>
              <a:t>图像分割</a:t>
            </a:r>
            <a:endParaRPr sz="1881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92482" y="1987814"/>
            <a:ext cx="2391484" cy="124984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1" name="object 11"/>
          <p:cNvSpPr/>
          <p:nvPr/>
        </p:nvSpPr>
        <p:spPr>
          <a:xfrm>
            <a:off x="6092482" y="3744367"/>
            <a:ext cx="2391484" cy="12498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2" name="object 12"/>
          <p:cNvSpPr txBox="1"/>
          <p:nvPr/>
        </p:nvSpPr>
        <p:spPr>
          <a:xfrm>
            <a:off x="6092482" y="3293237"/>
            <a:ext cx="2391884" cy="320143"/>
          </a:xfrm>
          <a:prstGeom prst="rect">
            <a:avLst/>
          </a:prstGeom>
          <a:solidFill>
            <a:srgbClr val="5B9BD5"/>
          </a:solidFill>
          <a:ln w="26293">
            <a:solidFill>
              <a:srgbClr val="41719C"/>
            </a:solidFill>
          </a:ln>
        </p:spPr>
        <p:txBody>
          <a:bodyPr vert="horz" wrap="square" lIns="0" tIns="30408" rIns="0" bIns="0" rtlCol="0">
            <a:spAutoFit/>
          </a:bodyPr>
          <a:lstStyle/>
          <a:p>
            <a:pPr marL="716745">
              <a:spcBef>
                <a:spcPts val="239"/>
              </a:spcBef>
            </a:pPr>
            <a:r>
              <a:rPr sz="1881" spc="-17" dirty="0">
                <a:solidFill>
                  <a:srgbClr val="FFFFFF"/>
                </a:solidFill>
                <a:latin typeface="MS Gothic"/>
                <a:cs typeface="MS Gothic"/>
              </a:rPr>
              <a:t>目</a:t>
            </a:r>
            <a:r>
              <a:rPr sz="1881" spc="-17" dirty="0">
                <a:solidFill>
                  <a:srgbClr val="FFFFFF"/>
                </a:solidFill>
                <a:latin typeface="宋体"/>
                <a:cs typeface="宋体"/>
              </a:rPr>
              <a:t>标检测</a:t>
            </a:r>
            <a:endParaRPr sz="1881">
              <a:latin typeface="宋体"/>
              <a:cs typeface="宋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pc="43" dirty="0"/>
              <a:t>计算机视觉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092482" y="5041831"/>
            <a:ext cx="2391884" cy="321240"/>
          </a:xfrm>
          <a:prstGeom prst="rect">
            <a:avLst/>
          </a:prstGeom>
          <a:solidFill>
            <a:srgbClr val="5B9BD5"/>
          </a:solidFill>
          <a:ln w="26293">
            <a:solidFill>
              <a:srgbClr val="41719C"/>
            </a:solidFill>
          </a:ln>
        </p:spPr>
        <p:txBody>
          <a:bodyPr vert="horz" wrap="square" lIns="0" tIns="31494" rIns="0" bIns="0" rtlCol="0">
            <a:spAutoFit/>
          </a:bodyPr>
          <a:lstStyle/>
          <a:p>
            <a:pPr marL="716745">
              <a:spcBef>
                <a:spcPts val="248"/>
              </a:spcBef>
            </a:pPr>
            <a:r>
              <a:rPr sz="1881" spc="-17" dirty="0">
                <a:solidFill>
                  <a:srgbClr val="FFFFFF"/>
                </a:solidFill>
                <a:latin typeface="宋体"/>
                <a:cs typeface="宋体"/>
              </a:rPr>
              <a:t>视频监控</a:t>
            </a:r>
            <a:endParaRPr sz="1881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59026633"/>
      </p:ext>
    </p:extLst>
  </p:cSld>
  <p:clrMapOvr>
    <a:masterClrMapping/>
  </p:clrMapOvr>
  <p:transition spd="slow">
    <p:circl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73139" y="2147856"/>
            <a:ext cx="1646393" cy="900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" name="object 3"/>
          <p:cNvSpPr txBox="1"/>
          <p:nvPr/>
        </p:nvSpPr>
        <p:spPr>
          <a:xfrm>
            <a:off x="4833760" y="3106851"/>
            <a:ext cx="1325446" cy="320143"/>
          </a:xfrm>
          <a:prstGeom prst="rect">
            <a:avLst/>
          </a:prstGeom>
          <a:solidFill>
            <a:srgbClr val="5B9BD5"/>
          </a:solidFill>
          <a:ln w="26292">
            <a:solidFill>
              <a:srgbClr val="41719C"/>
            </a:solidFill>
          </a:ln>
        </p:spPr>
        <p:txBody>
          <a:bodyPr vert="horz" wrap="square" lIns="0" tIns="30408" rIns="0" bIns="0" rtlCol="0">
            <a:spAutoFit/>
          </a:bodyPr>
          <a:lstStyle/>
          <a:p>
            <a:pPr marL="179729">
              <a:spcBef>
                <a:spcPts val="239"/>
              </a:spcBef>
            </a:pPr>
            <a:r>
              <a:rPr sz="1881" spc="-17" dirty="0">
                <a:solidFill>
                  <a:srgbClr val="FFFFFF"/>
                </a:solidFill>
                <a:latin typeface="宋体"/>
                <a:cs typeface="宋体"/>
              </a:rPr>
              <a:t>语音识别</a:t>
            </a:r>
            <a:endParaRPr sz="1881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89219" y="2147416"/>
            <a:ext cx="1646393" cy="900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5"/>
          <p:cNvSpPr txBox="1"/>
          <p:nvPr/>
        </p:nvSpPr>
        <p:spPr>
          <a:xfrm>
            <a:off x="6763183" y="3100636"/>
            <a:ext cx="1325446" cy="320143"/>
          </a:xfrm>
          <a:prstGeom prst="rect">
            <a:avLst/>
          </a:prstGeom>
          <a:solidFill>
            <a:srgbClr val="5B9BD5"/>
          </a:solidFill>
          <a:ln w="26292">
            <a:solidFill>
              <a:srgbClr val="41719C"/>
            </a:solidFill>
          </a:ln>
        </p:spPr>
        <p:txBody>
          <a:bodyPr vert="horz" wrap="square" lIns="0" tIns="30408" rIns="0" bIns="0" rtlCol="0">
            <a:spAutoFit/>
          </a:bodyPr>
          <a:lstStyle/>
          <a:p>
            <a:pPr marL="179729">
              <a:spcBef>
                <a:spcPts val="239"/>
              </a:spcBef>
            </a:pPr>
            <a:r>
              <a:rPr sz="1881" spc="-17" dirty="0">
                <a:solidFill>
                  <a:srgbClr val="FFFFFF"/>
                </a:solidFill>
                <a:latin typeface="宋体"/>
                <a:cs typeface="宋体"/>
              </a:rPr>
              <a:t>语音合成</a:t>
            </a:r>
            <a:endParaRPr sz="1881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17040" y="3749459"/>
            <a:ext cx="1646393" cy="900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object 7"/>
          <p:cNvSpPr txBox="1"/>
          <p:nvPr/>
        </p:nvSpPr>
        <p:spPr>
          <a:xfrm>
            <a:off x="5777663" y="4732153"/>
            <a:ext cx="1325446" cy="320691"/>
          </a:xfrm>
          <a:prstGeom prst="rect">
            <a:avLst/>
          </a:prstGeom>
          <a:solidFill>
            <a:srgbClr val="5B9BD5"/>
          </a:solidFill>
          <a:ln w="26292">
            <a:solidFill>
              <a:srgbClr val="41719C"/>
            </a:solidFill>
          </a:ln>
        </p:spPr>
        <p:txBody>
          <a:bodyPr vert="horz" wrap="square" lIns="0" tIns="30951" rIns="0" bIns="0" rtlCol="0">
            <a:spAutoFit/>
          </a:bodyPr>
          <a:lstStyle/>
          <a:p>
            <a:pPr marL="179729">
              <a:spcBef>
                <a:spcPts val="244"/>
              </a:spcBef>
            </a:pPr>
            <a:r>
              <a:rPr sz="1881" spc="-17" dirty="0">
                <a:solidFill>
                  <a:srgbClr val="FFFFFF"/>
                </a:solidFill>
                <a:latin typeface="MS Gothic"/>
                <a:cs typeface="MS Gothic"/>
              </a:rPr>
              <a:t>声</a:t>
            </a:r>
            <a:r>
              <a:rPr sz="1881" spc="-17" dirty="0">
                <a:solidFill>
                  <a:srgbClr val="FFFFFF"/>
                </a:solidFill>
                <a:latin typeface="宋体"/>
                <a:cs typeface="宋体"/>
              </a:rPr>
              <a:t>纹识别</a:t>
            </a:r>
            <a:endParaRPr sz="1881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pc="43" dirty="0"/>
              <a:t>语音技术</a:t>
            </a:r>
          </a:p>
        </p:txBody>
      </p:sp>
      <p:sp>
        <p:nvSpPr>
          <p:cNvPr id="9" name="object 9"/>
          <p:cNvSpPr/>
          <p:nvPr/>
        </p:nvSpPr>
        <p:spPr>
          <a:xfrm>
            <a:off x="638940" y="2484675"/>
            <a:ext cx="3604284" cy="22478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</p:spTree>
    <p:extLst>
      <p:ext uri="{BB962C8B-B14F-4D97-AF65-F5344CB8AC3E}">
        <p14:creationId xmlns:p14="http://schemas.microsoft.com/office/powerpoint/2010/main" val="432468476"/>
      </p:ext>
    </p:extLst>
  </p:cSld>
  <p:clrMapOvr>
    <a:masterClrMapping/>
  </p:clrMapOvr>
  <p:transition spd="slow">
    <p:circl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831440"/>
            <a:ext cx="2119266" cy="1172248"/>
          </a:xfrm>
          <a:prstGeom prst="rect">
            <a:avLst/>
          </a:prstGeom>
          <a:blipFill>
            <a:blip r:embed="rId2" cstate="print"/>
            <a:srcRect/>
            <a:stretch>
              <a:fillRect t="-1" r="-169966" b="-170080"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" name="object 3"/>
          <p:cNvSpPr/>
          <p:nvPr/>
        </p:nvSpPr>
        <p:spPr>
          <a:xfrm>
            <a:off x="3329232" y="1823234"/>
            <a:ext cx="2391484" cy="12498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4"/>
          <p:cNvSpPr/>
          <p:nvPr/>
        </p:nvSpPr>
        <p:spPr>
          <a:xfrm>
            <a:off x="686227" y="4186561"/>
            <a:ext cx="2391483" cy="12498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5"/>
          <p:cNvSpPr/>
          <p:nvPr/>
        </p:nvSpPr>
        <p:spPr>
          <a:xfrm>
            <a:off x="3377306" y="4186561"/>
            <a:ext cx="2391484" cy="124984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6"/>
          <p:cNvSpPr txBox="1"/>
          <p:nvPr/>
        </p:nvSpPr>
        <p:spPr>
          <a:xfrm>
            <a:off x="638153" y="3128655"/>
            <a:ext cx="2391884" cy="320143"/>
          </a:xfrm>
          <a:prstGeom prst="rect">
            <a:avLst/>
          </a:prstGeom>
          <a:solidFill>
            <a:srgbClr val="5B9BD5"/>
          </a:solidFill>
          <a:ln w="26293">
            <a:solidFill>
              <a:srgbClr val="41719C"/>
            </a:solidFill>
          </a:ln>
        </p:spPr>
        <p:txBody>
          <a:bodyPr vert="horz" wrap="square" lIns="0" tIns="30408" rIns="0" bIns="0" rtlCol="0">
            <a:spAutoFit/>
          </a:bodyPr>
          <a:lstStyle/>
          <a:p>
            <a:pPr marL="716745">
              <a:spcBef>
                <a:spcPts val="239"/>
              </a:spcBef>
            </a:pPr>
            <a:r>
              <a:rPr sz="1881" spc="-17" dirty="0">
                <a:solidFill>
                  <a:srgbClr val="FFFFFF"/>
                </a:solidFill>
                <a:latin typeface="MS Gothic"/>
                <a:cs typeface="MS Gothic"/>
              </a:rPr>
              <a:t>文本分</a:t>
            </a:r>
            <a:r>
              <a:rPr sz="1881" spc="-4" dirty="0">
                <a:solidFill>
                  <a:srgbClr val="FFFFFF"/>
                </a:solidFill>
                <a:latin typeface="宋体"/>
                <a:cs typeface="宋体"/>
              </a:rPr>
              <a:t>类</a:t>
            </a:r>
            <a:endParaRPr sz="1881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29232" y="3128655"/>
            <a:ext cx="2391884" cy="320143"/>
          </a:xfrm>
          <a:prstGeom prst="rect">
            <a:avLst/>
          </a:prstGeom>
          <a:solidFill>
            <a:srgbClr val="5B9BD5"/>
          </a:solidFill>
          <a:ln w="26293">
            <a:solidFill>
              <a:srgbClr val="41719C"/>
            </a:solidFill>
          </a:ln>
        </p:spPr>
        <p:txBody>
          <a:bodyPr vert="horz" wrap="square" lIns="0" tIns="30408" rIns="0" bIns="0" rtlCol="0">
            <a:spAutoFit/>
          </a:bodyPr>
          <a:lstStyle/>
          <a:p>
            <a:pPr marL="716745">
              <a:spcBef>
                <a:spcPts val="239"/>
              </a:spcBef>
            </a:pPr>
            <a:r>
              <a:rPr sz="1881" spc="-17" dirty="0">
                <a:solidFill>
                  <a:srgbClr val="FFFFFF"/>
                </a:solidFill>
                <a:latin typeface="MS Gothic"/>
                <a:cs typeface="MS Gothic"/>
              </a:rPr>
              <a:t>机器翻</a:t>
            </a:r>
            <a:r>
              <a:rPr sz="1881" spc="-4" dirty="0">
                <a:solidFill>
                  <a:srgbClr val="FFFFFF"/>
                </a:solidFill>
                <a:latin typeface="宋体"/>
                <a:cs typeface="宋体"/>
              </a:rPr>
              <a:t>译</a:t>
            </a:r>
            <a:endParaRPr sz="1881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6227" y="5484024"/>
            <a:ext cx="2391884" cy="321240"/>
          </a:xfrm>
          <a:prstGeom prst="rect">
            <a:avLst/>
          </a:prstGeom>
          <a:solidFill>
            <a:srgbClr val="5B9BD5"/>
          </a:solidFill>
          <a:ln w="26293">
            <a:solidFill>
              <a:srgbClr val="41719C"/>
            </a:solidFill>
          </a:ln>
        </p:spPr>
        <p:txBody>
          <a:bodyPr vert="horz" wrap="square" lIns="0" tIns="31494" rIns="0" bIns="0" rtlCol="0">
            <a:spAutoFit/>
          </a:bodyPr>
          <a:lstStyle/>
          <a:p>
            <a:pPr marL="716745">
              <a:spcBef>
                <a:spcPts val="248"/>
              </a:spcBef>
            </a:pPr>
            <a:r>
              <a:rPr sz="1881" spc="-17" dirty="0">
                <a:solidFill>
                  <a:srgbClr val="FFFFFF"/>
                </a:solidFill>
                <a:latin typeface="MS Gothic"/>
                <a:cs typeface="MS Gothic"/>
              </a:rPr>
              <a:t>自</a:t>
            </a:r>
            <a:r>
              <a:rPr sz="1881" spc="-17" dirty="0">
                <a:solidFill>
                  <a:srgbClr val="FFFFFF"/>
                </a:solidFill>
                <a:latin typeface="宋体"/>
                <a:cs typeface="宋体"/>
              </a:rPr>
              <a:t>动问答</a:t>
            </a:r>
            <a:endParaRPr sz="1881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77306" y="5484024"/>
            <a:ext cx="2391884" cy="321240"/>
          </a:xfrm>
          <a:prstGeom prst="rect">
            <a:avLst/>
          </a:prstGeom>
          <a:solidFill>
            <a:srgbClr val="5B9BD5"/>
          </a:solidFill>
          <a:ln w="26293">
            <a:solidFill>
              <a:srgbClr val="41719C"/>
            </a:solidFill>
          </a:ln>
        </p:spPr>
        <p:txBody>
          <a:bodyPr vert="horz" wrap="square" lIns="0" tIns="31494" rIns="0" bIns="0" rtlCol="0">
            <a:spAutoFit/>
          </a:bodyPr>
          <a:lstStyle/>
          <a:p>
            <a:pPr marL="716745">
              <a:spcBef>
                <a:spcPts val="248"/>
              </a:spcBef>
            </a:pPr>
            <a:r>
              <a:rPr sz="1881" spc="-17" dirty="0">
                <a:solidFill>
                  <a:srgbClr val="FFFFFF"/>
                </a:solidFill>
                <a:latin typeface="MS Gothic"/>
                <a:cs typeface="MS Gothic"/>
              </a:rPr>
              <a:t>信息</a:t>
            </a:r>
            <a:r>
              <a:rPr sz="1881" spc="-17" dirty="0">
                <a:solidFill>
                  <a:srgbClr val="FFFFFF"/>
                </a:solidFill>
                <a:latin typeface="宋体"/>
                <a:cs typeface="宋体"/>
              </a:rPr>
              <a:t>检索</a:t>
            </a:r>
            <a:endParaRPr sz="1881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92482" y="1823234"/>
            <a:ext cx="2391484" cy="124984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1" name="object 11"/>
          <p:cNvSpPr/>
          <p:nvPr/>
        </p:nvSpPr>
        <p:spPr>
          <a:xfrm>
            <a:off x="6140556" y="4186561"/>
            <a:ext cx="2391484" cy="1249842"/>
          </a:xfrm>
          <a:prstGeom prst="rect">
            <a:avLst/>
          </a:prstGeom>
          <a:blipFill>
            <a:blip r:embed="rId7" cstate="print"/>
            <a:srcRect/>
            <a:stretch>
              <a:fillRect l="1" r="-140563" b="-124748"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2" name="object 12"/>
          <p:cNvSpPr txBox="1"/>
          <p:nvPr/>
        </p:nvSpPr>
        <p:spPr>
          <a:xfrm>
            <a:off x="6092482" y="3128655"/>
            <a:ext cx="2391884" cy="320143"/>
          </a:xfrm>
          <a:prstGeom prst="rect">
            <a:avLst/>
          </a:prstGeom>
          <a:solidFill>
            <a:srgbClr val="5B9BD5"/>
          </a:solidFill>
          <a:ln w="26293">
            <a:solidFill>
              <a:srgbClr val="41719C"/>
            </a:solidFill>
          </a:ln>
        </p:spPr>
        <p:txBody>
          <a:bodyPr vert="horz" wrap="square" lIns="0" tIns="30408" rIns="0" bIns="0" rtlCol="0">
            <a:spAutoFit/>
          </a:bodyPr>
          <a:lstStyle/>
          <a:p>
            <a:pPr marL="716745">
              <a:spcBef>
                <a:spcPts val="239"/>
              </a:spcBef>
            </a:pPr>
            <a:r>
              <a:rPr sz="1881" spc="-17" dirty="0">
                <a:solidFill>
                  <a:srgbClr val="FFFFFF"/>
                </a:solidFill>
                <a:latin typeface="MS Gothic"/>
                <a:cs typeface="MS Gothic"/>
              </a:rPr>
              <a:t>知</a:t>
            </a:r>
            <a:r>
              <a:rPr sz="1881" spc="-17" dirty="0">
                <a:solidFill>
                  <a:srgbClr val="FFFFFF"/>
                </a:solidFill>
                <a:latin typeface="宋体"/>
                <a:cs typeface="宋体"/>
              </a:rPr>
              <a:t>识图谱</a:t>
            </a:r>
            <a:endParaRPr sz="1881">
              <a:latin typeface="宋体"/>
              <a:cs typeface="宋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pc="43" dirty="0"/>
              <a:t>自然语言处理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4294967295"/>
          </p:nvPr>
        </p:nvSpPr>
        <p:spPr>
          <a:xfrm>
            <a:off x="6970713" y="6092825"/>
            <a:ext cx="2173287" cy="269875"/>
          </a:xfrm>
          <a:prstGeom prst="rect">
            <a:avLst/>
          </a:prstGeom>
        </p:spPr>
        <p:txBody>
          <a:bodyPr vert="horz" wrap="square" lIns="0" tIns="26607" rIns="0" bIns="0" rtlCol="0">
            <a:spAutoFit/>
          </a:bodyPr>
          <a:lstStyle/>
          <a:p>
            <a:pPr marL="10860">
              <a:spcBef>
                <a:spcPts val="209"/>
              </a:spcBef>
            </a:pPr>
            <a:r>
              <a:rPr lang="zh-CN" altLang="en-US" spc="-4" dirty="0">
                <a:hlinkClick r:id="rId8"/>
              </a:rPr>
              <a:t> </a:t>
            </a:r>
            <a:endParaRPr spc="-4" dirty="0">
              <a:hlinkClick r:id="rId8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40556" y="5484024"/>
            <a:ext cx="2391884" cy="321240"/>
          </a:xfrm>
          <a:prstGeom prst="rect">
            <a:avLst/>
          </a:prstGeom>
          <a:solidFill>
            <a:srgbClr val="5B9BD5"/>
          </a:solidFill>
          <a:ln w="26293">
            <a:solidFill>
              <a:srgbClr val="41719C"/>
            </a:solidFill>
          </a:ln>
        </p:spPr>
        <p:txBody>
          <a:bodyPr vert="horz" wrap="square" lIns="0" tIns="31494" rIns="0" bIns="0" rtlCol="0">
            <a:spAutoFit/>
          </a:bodyPr>
          <a:lstStyle/>
          <a:p>
            <a:pPr marL="716745">
              <a:spcBef>
                <a:spcPts val="248"/>
              </a:spcBef>
            </a:pPr>
            <a:r>
              <a:rPr sz="1881" spc="-17" dirty="0">
                <a:solidFill>
                  <a:srgbClr val="FFFFFF"/>
                </a:solidFill>
                <a:latin typeface="MS Gothic"/>
                <a:cs typeface="MS Gothic"/>
              </a:rPr>
              <a:t>文本生成</a:t>
            </a:r>
            <a:endParaRPr sz="1881">
              <a:latin typeface="MS Gothic"/>
              <a:cs typeface="MS Gothic"/>
            </a:endParaRPr>
          </a:p>
        </p:txBody>
      </p:sp>
    </p:spTree>
    <p:extLst>
      <p:ext uri="{BB962C8B-B14F-4D97-AF65-F5344CB8AC3E}">
        <p14:creationId xmlns:p14="http://schemas.microsoft.com/office/powerpoint/2010/main" val="3680588273"/>
      </p:ext>
    </p:extLst>
  </p:cSld>
  <p:clrMapOvr>
    <a:masterClrMapping/>
  </p:clrMapOvr>
  <p:transition spd="slow">
    <p:circl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D1A8D4-A673-4A3B-8AB4-E1C064BCB58F}"/>
              </a:ext>
            </a:extLst>
          </p:cNvPr>
          <p:cNvSpPr txBox="1"/>
          <p:nvPr/>
        </p:nvSpPr>
        <p:spPr>
          <a:xfrm>
            <a:off x="2843808" y="2916713"/>
            <a:ext cx="41976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0" dirty="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谢谢大家！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1024175" y="422108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978293" y="262572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cience-conference_68080">
            <a:extLst>
              <a:ext uri="{FF2B5EF4-FFF2-40B4-BE49-F238E27FC236}">
                <a16:creationId xmlns:a16="http://schemas.microsoft.com/office/drawing/2014/main" id="{F5F06994-9830-4FAD-AC75-CC45B977F649}"/>
              </a:ext>
            </a:extLst>
          </p:cNvPr>
          <p:cNvSpPr>
            <a:spLocks noChangeAspect="1"/>
          </p:cNvSpPr>
          <p:nvPr/>
        </p:nvSpPr>
        <p:spPr bwMode="auto">
          <a:xfrm>
            <a:off x="4140777" y="1030369"/>
            <a:ext cx="823580" cy="1300741"/>
          </a:xfrm>
          <a:custGeom>
            <a:avLst/>
            <a:gdLst>
              <a:gd name="connsiteX0" fmla="*/ 190764 w 385450"/>
              <a:gd name="connsiteY0" fmla="*/ 514563 h 608768"/>
              <a:gd name="connsiteX1" fmla="*/ 211847 w 385450"/>
              <a:gd name="connsiteY1" fmla="*/ 526418 h 608768"/>
              <a:gd name="connsiteX2" fmla="*/ 210607 w 385450"/>
              <a:gd name="connsiteY2" fmla="*/ 529304 h 608768"/>
              <a:gd name="connsiteX3" fmla="*/ 190764 w 385450"/>
              <a:gd name="connsiteY3" fmla="*/ 548787 h 608768"/>
              <a:gd name="connsiteX4" fmla="*/ 170818 w 385450"/>
              <a:gd name="connsiteY4" fmla="*/ 529304 h 608768"/>
              <a:gd name="connsiteX5" fmla="*/ 169578 w 385450"/>
              <a:gd name="connsiteY5" fmla="*/ 526418 h 608768"/>
              <a:gd name="connsiteX6" fmla="*/ 190764 w 385450"/>
              <a:gd name="connsiteY6" fmla="*/ 514563 h 608768"/>
              <a:gd name="connsiteX7" fmla="*/ 219467 w 385450"/>
              <a:gd name="connsiteY7" fmla="*/ 493887 h 608768"/>
              <a:gd name="connsiteX8" fmla="*/ 215033 w 385450"/>
              <a:gd name="connsiteY8" fmla="*/ 517315 h 608768"/>
              <a:gd name="connsiteX9" fmla="*/ 199568 w 385450"/>
              <a:gd name="connsiteY9" fmla="*/ 508749 h 608768"/>
              <a:gd name="connsiteX10" fmla="*/ 208950 w 385450"/>
              <a:gd name="connsiteY10" fmla="*/ 502041 h 608768"/>
              <a:gd name="connsiteX11" fmla="*/ 219467 w 385450"/>
              <a:gd name="connsiteY11" fmla="*/ 493887 h 608768"/>
              <a:gd name="connsiteX12" fmla="*/ 162098 w 385450"/>
              <a:gd name="connsiteY12" fmla="*/ 493887 h 608768"/>
              <a:gd name="connsiteX13" fmla="*/ 172491 w 385450"/>
              <a:gd name="connsiteY13" fmla="*/ 502041 h 608768"/>
              <a:gd name="connsiteX14" fmla="*/ 181856 w 385450"/>
              <a:gd name="connsiteY14" fmla="*/ 508749 h 608768"/>
              <a:gd name="connsiteX15" fmla="*/ 166523 w 385450"/>
              <a:gd name="connsiteY15" fmla="*/ 517315 h 608768"/>
              <a:gd name="connsiteX16" fmla="*/ 162098 w 385450"/>
              <a:gd name="connsiteY16" fmla="*/ 493887 h 608768"/>
              <a:gd name="connsiteX17" fmla="*/ 230644 w 385450"/>
              <a:gd name="connsiteY17" fmla="*/ 484220 h 608768"/>
              <a:gd name="connsiteX18" fmla="*/ 246720 w 385450"/>
              <a:gd name="connsiteY18" fmla="*/ 502370 h 608768"/>
              <a:gd name="connsiteX19" fmla="*/ 256097 w 385450"/>
              <a:gd name="connsiteY19" fmla="*/ 526294 h 608768"/>
              <a:gd name="connsiteX20" fmla="*/ 249296 w 385450"/>
              <a:gd name="connsiteY20" fmla="*/ 528253 h 608768"/>
              <a:gd name="connsiteX21" fmla="*/ 223842 w 385450"/>
              <a:gd name="connsiteY21" fmla="*/ 521447 h 608768"/>
              <a:gd name="connsiteX22" fmla="*/ 229716 w 385450"/>
              <a:gd name="connsiteY22" fmla="*/ 485045 h 608768"/>
              <a:gd name="connsiteX23" fmla="*/ 230644 w 385450"/>
              <a:gd name="connsiteY23" fmla="*/ 484220 h 608768"/>
              <a:gd name="connsiteX24" fmla="*/ 150811 w 385450"/>
              <a:gd name="connsiteY24" fmla="*/ 484220 h 608768"/>
              <a:gd name="connsiteX25" fmla="*/ 151842 w 385450"/>
              <a:gd name="connsiteY25" fmla="*/ 485045 h 608768"/>
              <a:gd name="connsiteX26" fmla="*/ 157723 w 385450"/>
              <a:gd name="connsiteY26" fmla="*/ 521447 h 608768"/>
              <a:gd name="connsiteX27" fmla="*/ 132137 w 385450"/>
              <a:gd name="connsiteY27" fmla="*/ 528253 h 608768"/>
              <a:gd name="connsiteX28" fmla="*/ 125431 w 385450"/>
              <a:gd name="connsiteY28" fmla="*/ 526294 h 608768"/>
              <a:gd name="connsiteX29" fmla="*/ 134820 w 385450"/>
              <a:gd name="connsiteY29" fmla="*/ 502370 h 608768"/>
              <a:gd name="connsiteX30" fmla="*/ 150811 w 385450"/>
              <a:gd name="connsiteY30" fmla="*/ 484220 h 608768"/>
              <a:gd name="connsiteX31" fmla="*/ 190782 w 385450"/>
              <a:gd name="connsiteY31" fmla="*/ 463115 h 608768"/>
              <a:gd name="connsiteX32" fmla="*/ 176120 w 385450"/>
              <a:gd name="connsiteY32" fmla="*/ 477657 h 608768"/>
              <a:gd name="connsiteX33" fmla="*/ 190782 w 385450"/>
              <a:gd name="connsiteY33" fmla="*/ 492199 h 608768"/>
              <a:gd name="connsiteX34" fmla="*/ 205341 w 385450"/>
              <a:gd name="connsiteY34" fmla="*/ 477657 h 608768"/>
              <a:gd name="connsiteX35" fmla="*/ 190782 w 385450"/>
              <a:gd name="connsiteY35" fmla="*/ 463115 h 608768"/>
              <a:gd name="connsiteX36" fmla="*/ 190782 w 385450"/>
              <a:gd name="connsiteY36" fmla="*/ 452183 h 608768"/>
              <a:gd name="connsiteX37" fmla="*/ 203276 w 385450"/>
              <a:gd name="connsiteY37" fmla="*/ 460949 h 608768"/>
              <a:gd name="connsiteX38" fmla="*/ 220210 w 385450"/>
              <a:gd name="connsiteY38" fmla="*/ 474666 h 608768"/>
              <a:gd name="connsiteX39" fmla="*/ 220314 w 385450"/>
              <a:gd name="connsiteY39" fmla="*/ 477657 h 608768"/>
              <a:gd name="connsiteX40" fmla="*/ 220210 w 385450"/>
              <a:gd name="connsiteY40" fmla="*/ 480751 h 608768"/>
              <a:gd name="connsiteX41" fmla="*/ 203276 w 385450"/>
              <a:gd name="connsiteY41" fmla="*/ 494365 h 608768"/>
              <a:gd name="connsiteX42" fmla="*/ 190782 w 385450"/>
              <a:gd name="connsiteY42" fmla="*/ 503131 h 608768"/>
              <a:gd name="connsiteX43" fmla="*/ 178288 w 385450"/>
              <a:gd name="connsiteY43" fmla="*/ 494365 h 608768"/>
              <a:gd name="connsiteX44" fmla="*/ 161251 w 385450"/>
              <a:gd name="connsiteY44" fmla="*/ 480751 h 608768"/>
              <a:gd name="connsiteX45" fmla="*/ 161251 w 385450"/>
              <a:gd name="connsiteY45" fmla="*/ 477657 h 608768"/>
              <a:gd name="connsiteX46" fmla="*/ 161251 w 385450"/>
              <a:gd name="connsiteY46" fmla="*/ 474666 h 608768"/>
              <a:gd name="connsiteX47" fmla="*/ 178288 w 385450"/>
              <a:gd name="connsiteY47" fmla="*/ 460949 h 608768"/>
              <a:gd name="connsiteX48" fmla="*/ 190782 w 385450"/>
              <a:gd name="connsiteY48" fmla="*/ 452183 h 608768"/>
              <a:gd name="connsiteX49" fmla="*/ 215033 w 385450"/>
              <a:gd name="connsiteY49" fmla="*/ 437929 h 608768"/>
              <a:gd name="connsiteX50" fmla="*/ 219467 w 385450"/>
              <a:gd name="connsiteY50" fmla="*/ 461427 h 608768"/>
              <a:gd name="connsiteX51" fmla="*/ 208950 w 385450"/>
              <a:gd name="connsiteY51" fmla="*/ 453182 h 608768"/>
              <a:gd name="connsiteX52" fmla="*/ 199568 w 385450"/>
              <a:gd name="connsiteY52" fmla="*/ 446483 h 608768"/>
              <a:gd name="connsiteX53" fmla="*/ 215033 w 385450"/>
              <a:gd name="connsiteY53" fmla="*/ 437929 h 608768"/>
              <a:gd name="connsiteX54" fmla="*/ 166523 w 385450"/>
              <a:gd name="connsiteY54" fmla="*/ 437929 h 608768"/>
              <a:gd name="connsiteX55" fmla="*/ 181856 w 385450"/>
              <a:gd name="connsiteY55" fmla="*/ 446483 h 608768"/>
              <a:gd name="connsiteX56" fmla="*/ 172491 w 385450"/>
              <a:gd name="connsiteY56" fmla="*/ 453182 h 608768"/>
              <a:gd name="connsiteX57" fmla="*/ 162098 w 385450"/>
              <a:gd name="connsiteY57" fmla="*/ 461427 h 608768"/>
              <a:gd name="connsiteX58" fmla="*/ 166523 w 385450"/>
              <a:gd name="connsiteY58" fmla="*/ 437929 h 608768"/>
              <a:gd name="connsiteX59" fmla="*/ 249292 w 385450"/>
              <a:gd name="connsiteY59" fmla="*/ 426991 h 608768"/>
              <a:gd name="connsiteX60" fmla="*/ 256092 w 385450"/>
              <a:gd name="connsiteY60" fmla="*/ 429053 h 608768"/>
              <a:gd name="connsiteX61" fmla="*/ 252280 w 385450"/>
              <a:gd name="connsiteY61" fmla="*/ 444418 h 608768"/>
              <a:gd name="connsiteX62" fmla="*/ 252177 w 385450"/>
              <a:gd name="connsiteY62" fmla="*/ 444418 h 608768"/>
              <a:gd name="connsiteX63" fmla="*/ 243110 w 385450"/>
              <a:gd name="connsiteY63" fmla="*/ 453596 h 608768"/>
              <a:gd name="connsiteX64" fmla="*/ 243625 w 385450"/>
              <a:gd name="connsiteY64" fmla="*/ 456793 h 608768"/>
              <a:gd name="connsiteX65" fmla="*/ 230642 w 385450"/>
              <a:gd name="connsiteY65" fmla="*/ 471024 h 608768"/>
              <a:gd name="connsiteX66" fmla="*/ 229715 w 385450"/>
              <a:gd name="connsiteY66" fmla="*/ 470199 h 608768"/>
              <a:gd name="connsiteX67" fmla="*/ 223842 w 385450"/>
              <a:gd name="connsiteY67" fmla="*/ 433797 h 608768"/>
              <a:gd name="connsiteX68" fmla="*/ 249292 w 385450"/>
              <a:gd name="connsiteY68" fmla="*/ 426991 h 608768"/>
              <a:gd name="connsiteX69" fmla="*/ 132137 w 385450"/>
              <a:gd name="connsiteY69" fmla="*/ 426991 h 608768"/>
              <a:gd name="connsiteX70" fmla="*/ 136677 w 385450"/>
              <a:gd name="connsiteY70" fmla="*/ 427300 h 608768"/>
              <a:gd name="connsiteX71" fmla="*/ 145240 w 385450"/>
              <a:gd name="connsiteY71" fmla="*/ 433384 h 608768"/>
              <a:gd name="connsiteX72" fmla="*/ 151120 w 385450"/>
              <a:gd name="connsiteY72" fmla="*/ 431219 h 608768"/>
              <a:gd name="connsiteX73" fmla="*/ 157723 w 385450"/>
              <a:gd name="connsiteY73" fmla="*/ 433797 h 608768"/>
              <a:gd name="connsiteX74" fmla="*/ 151739 w 385450"/>
              <a:gd name="connsiteY74" fmla="*/ 470199 h 608768"/>
              <a:gd name="connsiteX75" fmla="*/ 150811 w 385450"/>
              <a:gd name="connsiteY75" fmla="*/ 471024 h 608768"/>
              <a:gd name="connsiteX76" fmla="*/ 134820 w 385450"/>
              <a:gd name="connsiteY76" fmla="*/ 452874 h 608768"/>
              <a:gd name="connsiteX77" fmla="*/ 125431 w 385450"/>
              <a:gd name="connsiteY77" fmla="*/ 429053 h 608768"/>
              <a:gd name="connsiteX78" fmla="*/ 132137 w 385450"/>
              <a:gd name="connsiteY78" fmla="*/ 426991 h 608768"/>
              <a:gd name="connsiteX79" fmla="*/ 190764 w 385450"/>
              <a:gd name="connsiteY79" fmla="*/ 406527 h 608768"/>
              <a:gd name="connsiteX80" fmla="*/ 210607 w 385450"/>
              <a:gd name="connsiteY80" fmla="*/ 426010 h 608768"/>
              <a:gd name="connsiteX81" fmla="*/ 211847 w 385450"/>
              <a:gd name="connsiteY81" fmla="*/ 428896 h 608768"/>
              <a:gd name="connsiteX82" fmla="*/ 190764 w 385450"/>
              <a:gd name="connsiteY82" fmla="*/ 440751 h 608768"/>
              <a:gd name="connsiteX83" fmla="*/ 169578 w 385450"/>
              <a:gd name="connsiteY83" fmla="*/ 428896 h 608768"/>
              <a:gd name="connsiteX84" fmla="*/ 170818 w 385450"/>
              <a:gd name="connsiteY84" fmla="*/ 426010 h 608768"/>
              <a:gd name="connsiteX85" fmla="*/ 190764 w 385450"/>
              <a:gd name="connsiteY85" fmla="*/ 406527 h 608768"/>
              <a:gd name="connsiteX86" fmla="*/ 190761 w 385450"/>
              <a:gd name="connsiteY86" fmla="*/ 397011 h 608768"/>
              <a:gd name="connsiteX87" fmla="*/ 162059 w 385450"/>
              <a:gd name="connsiteY87" fmla="*/ 421960 h 608768"/>
              <a:gd name="connsiteX88" fmla="*/ 160923 w 385450"/>
              <a:gd name="connsiteY88" fmla="*/ 424846 h 608768"/>
              <a:gd name="connsiteX89" fmla="*/ 154213 w 385450"/>
              <a:gd name="connsiteY89" fmla="*/ 422166 h 608768"/>
              <a:gd name="connsiteX90" fmla="*/ 145230 w 385450"/>
              <a:gd name="connsiteY90" fmla="*/ 415052 h 608768"/>
              <a:gd name="connsiteX91" fmla="*/ 138519 w 385450"/>
              <a:gd name="connsiteY91" fmla="*/ 417939 h 608768"/>
              <a:gd name="connsiteX92" fmla="*/ 132118 w 385450"/>
              <a:gd name="connsiteY92" fmla="*/ 417424 h 608768"/>
              <a:gd name="connsiteX93" fmla="*/ 117664 w 385450"/>
              <a:gd name="connsiteY93" fmla="*/ 423300 h 608768"/>
              <a:gd name="connsiteX94" fmla="*/ 127059 w 385450"/>
              <a:gd name="connsiteY94" fmla="*/ 458662 h 608768"/>
              <a:gd name="connsiteX95" fmla="*/ 143888 w 385450"/>
              <a:gd name="connsiteY95" fmla="*/ 477631 h 608768"/>
              <a:gd name="connsiteX96" fmla="*/ 127059 w 385450"/>
              <a:gd name="connsiteY96" fmla="*/ 496601 h 608768"/>
              <a:gd name="connsiteX97" fmla="*/ 117664 w 385450"/>
              <a:gd name="connsiteY97" fmla="*/ 531963 h 608768"/>
              <a:gd name="connsiteX98" fmla="*/ 132118 w 385450"/>
              <a:gd name="connsiteY98" fmla="*/ 537839 h 608768"/>
              <a:gd name="connsiteX99" fmla="*/ 160923 w 385450"/>
              <a:gd name="connsiteY99" fmla="*/ 530416 h 608768"/>
              <a:gd name="connsiteX100" fmla="*/ 162059 w 385450"/>
              <a:gd name="connsiteY100" fmla="*/ 533303 h 608768"/>
              <a:gd name="connsiteX101" fmla="*/ 190761 w 385450"/>
              <a:gd name="connsiteY101" fmla="*/ 558355 h 608768"/>
              <a:gd name="connsiteX102" fmla="*/ 219360 w 385450"/>
              <a:gd name="connsiteY102" fmla="*/ 533303 h 608768"/>
              <a:gd name="connsiteX103" fmla="*/ 220599 w 385450"/>
              <a:gd name="connsiteY103" fmla="*/ 530416 h 608768"/>
              <a:gd name="connsiteX104" fmla="*/ 249301 w 385450"/>
              <a:gd name="connsiteY104" fmla="*/ 537839 h 608768"/>
              <a:gd name="connsiteX105" fmla="*/ 263755 w 385450"/>
              <a:gd name="connsiteY105" fmla="*/ 531963 h 608768"/>
              <a:gd name="connsiteX106" fmla="*/ 254360 w 385450"/>
              <a:gd name="connsiteY106" fmla="*/ 496601 h 608768"/>
              <a:gd name="connsiteX107" fmla="*/ 237531 w 385450"/>
              <a:gd name="connsiteY107" fmla="*/ 477631 h 608768"/>
              <a:gd name="connsiteX108" fmla="*/ 251160 w 385450"/>
              <a:gd name="connsiteY108" fmla="*/ 462682 h 608768"/>
              <a:gd name="connsiteX109" fmla="*/ 252192 w 385450"/>
              <a:gd name="connsiteY109" fmla="*/ 462785 h 608768"/>
              <a:gd name="connsiteX110" fmla="*/ 261381 w 385450"/>
              <a:gd name="connsiteY110" fmla="*/ 453610 h 608768"/>
              <a:gd name="connsiteX111" fmla="*/ 260452 w 385450"/>
              <a:gd name="connsiteY111" fmla="*/ 449589 h 608768"/>
              <a:gd name="connsiteX112" fmla="*/ 263755 w 385450"/>
              <a:gd name="connsiteY112" fmla="*/ 423300 h 608768"/>
              <a:gd name="connsiteX113" fmla="*/ 249301 w 385450"/>
              <a:gd name="connsiteY113" fmla="*/ 417424 h 608768"/>
              <a:gd name="connsiteX114" fmla="*/ 220599 w 385450"/>
              <a:gd name="connsiteY114" fmla="*/ 424846 h 608768"/>
              <a:gd name="connsiteX115" fmla="*/ 219360 w 385450"/>
              <a:gd name="connsiteY115" fmla="*/ 421960 h 608768"/>
              <a:gd name="connsiteX116" fmla="*/ 190761 w 385450"/>
              <a:gd name="connsiteY116" fmla="*/ 397011 h 608768"/>
              <a:gd name="connsiteX117" fmla="*/ 15246 w 385450"/>
              <a:gd name="connsiteY117" fmla="*/ 352474 h 608768"/>
              <a:gd name="connsiteX118" fmla="*/ 370304 w 385450"/>
              <a:gd name="connsiteY118" fmla="*/ 352474 h 608768"/>
              <a:gd name="connsiteX119" fmla="*/ 381557 w 385450"/>
              <a:gd name="connsiteY119" fmla="*/ 357422 h 608768"/>
              <a:gd name="connsiteX120" fmla="*/ 385377 w 385450"/>
              <a:gd name="connsiteY120" fmla="*/ 369072 h 608768"/>
              <a:gd name="connsiteX121" fmla="*/ 355023 w 385450"/>
              <a:gd name="connsiteY121" fmla="*/ 595057 h 608768"/>
              <a:gd name="connsiteX122" fmla="*/ 339950 w 385450"/>
              <a:gd name="connsiteY122" fmla="*/ 608768 h 608768"/>
              <a:gd name="connsiteX123" fmla="*/ 45600 w 385450"/>
              <a:gd name="connsiteY123" fmla="*/ 608768 h 608768"/>
              <a:gd name="connsiteX124" fmla="*/ 30423 w 385450"/>
              <a:gd name="connsiteY124" fmla="*/ 595057 h 608768"/>
              <a:gd name="connsiteX125" fmla="*/ 69 w 385450"/>
              <a:gd name="connsiteY125" fmla="*/ 369072 h 608768"/>
              <a:gd name="connsiteX126" fmla="*/ 3992 w 385450"/>
              <a:gd name="connsiteY126" fmla="*/ 357422 h 608768"/>
              <a:gd name="connsiteX127" fmla="*/ 15246 w 385450"/>
              <a:gd name="connsiteY127" fmla="*/ 352474 h 608768"/>
              <a:gd name="connsiteX128" fmla="*/ 229886 w 385450"/>
              <a:gd name="connsiteY128" fmla="*/ 196878 h 608768"/>
              <a:gd name="connsiteX129" fmla="*/ 251679 w 385450"/>
              <a:gd name="connsiteY129" fmla="*/ 215230 h 608768"/>
              <a:gd name="connsiteX130" fmla="*/ 297227 w 385450"/>
              <a:gd name="connsiteY130" fmla="*/ 236159 h 608768"/>
              <a:gd name="connsiteX131" fmla="*/ 313855 w 385450"/>
              <a:gd name="connsiteY131" fmla="*/ 250387 h 608768"/>
              <a:gd name="connsiteX132" fmla="*/ 341122 w 385450"/>
              <a:gd name="connsiteY132" fmla="*/ 330599 h 608768"/>
              <a:gd name="connsiteX133" fmla="*/ 209538 w 385450"/>
              <a:gd name="connsiteY133" fmla="*/ 330599 h 608768"/>
              <a:gd name="connsiteX134" fmla="*/ 194769 w 385450"/>
              <a:gd name="connsiteY134" fmla="*/ 231726 h 608768"/>
              <a:gd name="connsiteX135" fmla="*/ 155647 w 385450"/>
              <a:gd name="connsiteY135" fmla="*/ 196878 h 608768"/>
              <a:gd name="connsiteX136" fmla="*/ 190747 w 385450"/>
              <a:gd name="connsiteY136" fmla="*/ 231726 h 608768"/>
              <a:gd name="connsiteX137" fmla="*/ 175881 w 385450"/>
              <a:gd name="connsiteY137" fmla="*/ 330599 h 608768"/>
              <a:gd name="connsiteX138" fmla="*/ 44465 w 385450"/>
              <a:gd name="connsiteY138" fmla="*/ 330599 h 608768"/>
              <a:gd name="connsiteX139" fmla="*/ 71615 w 385450"/>
              <a:gd name="connsiteY139" fmla="*/ 250387 h 608768"/>
              <a:gd name="connsiteX140" fmla="*/ 88339 w 385450"/>
              <a:gd name="connsiteY140" fmla="*/ 236159 h 608768"/>
              <a:gd name="connsiteX141" fmla="*/ 133762 w 385450"/>
              <a:gd name="connsiteY141" fmla="*/ 215230 h 608768"/>
              <a:gd name="connsiteX142" fmla="*/ 160716 w 385450"/>
              <a:gd name="connsiteY142" fmla="*/ 70485 h 608768"/>
              <a:gd name="connsiteX143" fmla="*/ 129130 w 385450"/>
              <a:gd name="connsiteY143" fmla="*/ 98962 h 608768"/>
              <a:gd name="connsiteX144" fmla="*/ 191398 w 385450"/>
              <a:gd name="connsiteY144" fmla="*/ 178647 h 608768"/>
              <a:gd name="connsiteX145" fmla="*/ 253666 w 385450"/>
              <a:gd name="connsiteY145" fmla="*/ 98962 h 608768"/>
              <a:gd name="connsiteX146" fmla="*/ 174876 w 385450"/>
              <a:gd name="connsiteY146" fmla="*/ 100611 h 608768"/>
              <a:gd name="connsiteX147" fmla="*/ 160716 w 385450"/>
              <a:gd name="connsiteY147" fmla="*/ 70485 h 608768"/>
              <a:gd name="connsiteX148" fmla="*/ 191398 w 385450"/>
              <a:gd name="connsiteY148" fmla="*/ 0 h 608768"/>
              <a:gd name="connsiteX149" fmla="*/ 273286 w 385450"/>
              <a:gd name="connsiteY149" fmla="*/ 80407 h 608768"/>
              <a:gd name="connsiteX150" fmla="*/ 191398 w 385450"/>
              <a:gd name="connsiteY150" fmla="*/ 196172 h 608768"/>
              <a:gd name="connsiteX151" fmla="*/ 109407 w 385450"/>
              <a:gd name="connsiteY151" fmla="*/ 80407 h 608768"/>
              <a:gd name="connsiteX152" fmla="*/ 191398 w 385450"/>
              <a:gd name="connsiteY152" fmla="*/ 0 h 608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385450" h="608768">
                <a:moveTo>
                  <a:pt x="190764" y="514563"/>
                </a:moveTo>
                <a:cubicBezTo>
                  <a:pt x="197998" y="519099"/>
                  <a:pt x="205026" y="523119"/>
                  <a:pt x="211847" y="526418"/>
                </a:cubicBezTo>
                <a:cubicBezTo>
                  <a:pt x="211433" y="527449"/>
                  <a:pt x="211020" y="528480"/>
                  <a:pt x="210607" y="529304"/>
                </a:cubicBezTo>
                <a:cubicBezTo>
                  <a:pt x="205026" y="541674"/>
                  <a:pt x="197792" y="548787"/>
                  <a:pt x="190764" y="548787"/>
                </a:cubicBezTo>
                <a:cubicBezTo>
                  <a:pt x="183633" y="548787"/>
                  <a:pt x="176399" y="541674"/>
                  <a:pt x="170818" y="529304"/>
                </a:cubicBezTo>
                <a:cubicBezTo>
                  <a:pt x="170405" y="528480"/>
                  <a:pt x="169991" y="527449"/>
                  <a:pt x="169578" y="526418"/>
                </a:cubicBezTo>
                <a:cubicBezTo>
                  <a:pt x="176399" y="523119"/>
                  <a:pt x="183530" y="519099"/>
                  <a:pt x="190764" y="514563"/>
                </a:cubicBezTo>
                <a:close/>
                <a:moveTo>
                  <a:pt x="219467" y="493887"/>
                </a:moveTo>
                <a:cubicBezTo>
                  <a:pt x="218642" y="502247"/>
                  <a:pt x="217095" y="510091"/>
                  <a:pt x="215033" y="517315"/>
                </a:cubicBezTo>
                <a:cubicBezTo>
                  <a:pt x="209981" y="514735"/>
                  <a:pt x="204826" y="511948"/>
                  <a:pt x="199568" y="508749"/>
                </a:cubicBezTo>
                <a:cubicBezTo>
                  <a:pt x="202764" y="506582"/>
                  <a:pt x="205857" y="504311"/>
                  <a:pt x="208950" y="502041"/>
                </a:cubicBezTo>
                <a:cubicBezTo>
                  <a:pt x="212559" y="499357"/>
                  <a:pt x="216064" y="496571"/>
                  <a:pt x="219467" y="493887"/>
                </a:cubicBezTo>
                <a:close/>
                <a:moveTo>
                  <a:pt x="162098" y="493887"/>
                </a:moveTo>
                <a:cubicBezTo>
                  <a:pt x="165494" y="496571"/>
                  <a:pt x="168992" y="499357"/>
                  <a:pt x="172491" y="502041"/>
                </a:cubicBezTo>
                <a:cubicBezTo>
                  <a:pt x="175578" y="504311"/>
                  <a:pt x="178666" y="506582"/>
                  <a:pt x="181856" y="508749"/>
                </a:cubicBezTo>
                <a:cubicBezTo>
                  <a:pt x="176608" y="511948"/>
                  <a:pt x="171462" y="514838"/>
                  <a:pt x="166523" y="517315"/>
                </a:cubicBezTo>
                <a:cubicBezTo>
                  <a:pt x="164362" y="510091"/>
                  <a:pt x="162921" y="502247"/>
                  <a:pt x="162098" y="493887"/>
                </a:cubicBezTo>
                <a:close/>
                <a:moveTo>
                  <a:pt x="230644" y="484220"/>
                </a:moveTo>
                <a:cubicBezTo>
                  <a:pt x="236930" y="490511"/>
                  <a:pt x="242392" y="496595"/>
                  <a:pt x="246720" y="502370"/>
                </a:cubicBezTo>
                <a:cubicBezTo>
                  <a:pt x="257437" y="516704"/>
                  <a:pt x="257643" y="524128"/>
                  <a:pt x="256097" y="526294"/>
                </a:cubicBezTo>
                <a:cubicBezTo>
                  <a:pt x="255067" y="527531"/>
                  <a:pt x="252697" y="528253"/>
                  <a:pt x="249296" y="528253"/>
                </a:cubicBezTo>
                <a:cubicBezTo>
                  <a:pt x="243010" y="528253"/>
                  <a:pt x="234250" y="525881"/>
                  <a:pt x="223842" y="521447"/>
                </a:cubicBezTo>
                <a:cubicBezTo>
                  <a:pt x="227140" y="510619"/>
                  <a:pt x="229201" y="498039"/>
                  <a:pt x="229716" y="485045"/>
                </a:cubicBezTo>
                <a:cubicBezTo>
                  <a:pt x="230025" y="484839"/>
                  <a:pt x="230335" y="484530"/>
                  <a:pt x="230644" y="484220"/>
                </a:cubicBezTo>
                <a:close/>
                <a:moveTo>
                  <a:pt x="150811" y="484220"/>
                </a:moveTo>
                <a:cubicBezTo>
                  <a:pt x="151120" y="484530"/>
                  <a:pt x="151430" y="484839"/>
                  <a:pt x="151842" y="485045"/>
                </a:cubicBezTo>
                <a:cubicBezTo>
                  <a:pt x="152358" y="498039"/>
                  <a:pt x="154421" y="510619"/>
                  <a:pt x="157723" y="521447"/>
                </a:cubicBezTo>
                <a:cubicBezTo>
                  <a:pt x="147303" y="525881"/>
                  <a:pt x="138430" y="528253"/>
                  <a:pt x="132137" y="528253"/>
                </a:cubicBezTo>
                <a:cubicBezTo>
                  <a:pt x="128733" y="528253"/>
                  <a:pt x="126360" y="527531"/>
                  <a:pt x="125431" y="526294"/>
                </a:cubicBezTo>
                <a:cubicBezTo>
                  <a:pt x="123781" y="524128"/>
                  <a:pt x="124090" y="516704"/>
                  <a:pt x="134820" y="502370"/>
                </a:cubicBezTo>
                <a:cubicBezTo>
                  <a:pt x="139153" y="496595"/>
                  <a:pt x="144517" y="490511"/>
                  <a:pt x="150811" y="484220"/>
                </a:cubicBezTo>
                <a:close/>
                <a:moveTo>
                  <a:pt x="190782" y="463115"/>
                </a:moveTo>
                <a:cubicBezTo>
                  <a:pt x="182728" y="463115"/>
                  <a:pt x="176120" y="469612"/>
                  <a:pt x="176120" y="477657"/>
                </a:cubicBezTo>
                <a:cubicBezTo>
                  <a:pt x="176120" y="485702"/>
                  <a:pt x="182728" y="492199"/>
                  <a:pt x="190782" y="492199"/>
                </a:cubicBezTo>
                <a:cubicBezTo>
                  <a:pt x="198836" y="492199"/>
                  <a:pt x="205341" y="485702"/>
                  <a:pt x="205341" y="477657"/>
                </a:cubicBezTo>
                <a:cubicBezTo>
                  <a:pt x="205341" y="469612"/>
                  <a:pt x="198836" y="463115"/>
                  <a:pt x="190782" y="463115"/>
                </a:cubicBezTo>
                <a:close/>
                <a:moveTo>
                  <a:pt x="190782" y="452183"/>
                </a:moveTo>
                <a:cubicBezTo>
                  <a:pt x="194913" y="454967"/>
                  <a:pt x="199146" y="457855"/>
                  <a:pt x="203276" y="460949"/>
                </a:cubicBezTo>
                <a:cubicBezTo>
                  <a:pt x="209162" y="465384"/>
                  <a:pt x="214944" y="469922"/>
                  <a:pt x="220210" y="474666"/>
                </a:cubicBezTo>
                <a:cubicBezTo>
                  <a:pt x="220210" y="475697"/>
                  <a:pt x="220314" y="476729"/>
                  <a:pt x="220314" y="477657"/>
                </a:cubicBezTo>
                <a:cubicBezTo>
                  <a:pt x="220314" y="478688"/>
                  <a:pt x="220210" y="479719"/>
                  <a:pt x="220210" y="480751"/>
                </a:cubicBezTo>
                <a:cubicBezTo>
                  <a:pt x="214944" y="485392"/>
                  <a:pt x="209162" y="490033"/>
                  <a:pt x="203276" y="494365"/>
                </a:cubicBezTo>
                <a:cubicBezTo>
                  <a:pt x="199146" y="497459"/>
                  <a:pt x="194913" y="500347"/>
                  <a:pt x="190782" y="503131"/>
                </a:cubicBezTo>
                <a:cubicBezTo>
                  <a:pt x="186549" y="500347"/>
                  <a:pt x="182315" y="497459"/>
                  <a:pt x="178288" y="494365"/>
                </a:cubicBezTo>
                <a:cubicBezTo>
                  <a:pt x="172299" y="490033"/>
                  <a:pt x="166620" y="485392"/>
                  <a:pt x="161251" y="480751"/>
                </a:cubicBezTo>
                <a:cubicBezTo>
                  <a:pt x="161251" y="479719"/>
                  <a:pt x="161251" y="478688"/>
                  <a:pt x="161251" y="477657"/>
                </a:cubicBezTo>
                <a:cubicBezTo>
                  <a:pt x="161251" y="476729"/>
                  <a:pt x="161251" y="475697"/>
                  <a:pt x="161251" y="474666"/>
                </a:cubicBezTo>
                <a:cubicBezTo>
                  <a:pt x="166620" y="469922"/>
                  <a:pt x="172299" y="465384"/>
                  <a:pt x="178288" y="460949"/>
                </a:cubicBezTo>
                <a:cubicBezTo>
                  <a:pt x="182315" y="457855"/>
                  <a:pt x="186549" y="454967"/>
                  <a:pt x="190782" y="452183"/>
                </a:cubicBezTo>
                <a:close/>
                <a:moveTo>
                  <a:pt x="215033" y="437929"/>
                </a:moveTo>
                <a:cubicBezTo>
                  <a:pt x="217095" y="445143"/>
                  <a:pt x="218642" y="452976"/>
                  <a:pt x="219467" y="461427"/>
                </a:cubicBezTo>
                <a:cubicBezTo>
                  <a:pt x="216064" y="458644"/>
                  <a:pt x="212559" y="455861"/>
                  <a:pt x="208950" y="453182"/>
                </a:cubicBezTo>
                <a:cubicBezTo>
                  <a:pt x="205960" y="450914"/>
                  <a:pt x="202764" y="448647"/>
                  <a:pt x="199568" y="446483"/>
                </a:cubicBezTo>
                <a:cubicBezTo>
                  <a:pt x="204826" y="443288"/>
                  <a:pt x="209981" y="440505"/>
                  <a:pt x="215033" y="437929"/>
                </a:cubicBezTo>
                <a:close/>
                <a:moveTo>
                  <a:pt x="166523" y="437929"/>
                </a:moveTo>
                <a:cubicBezTo>
                  <a:pt x="171462" y="440505"/>
                  <a:pt x="176608" y="443391"/>
                  <a:pt x="181856" y="446483"/>
                </a:cubicBezTo>
                <a:cubicBezTo>
                  <a:pt x="178666" y="448647"/>
                  <a:pt x="175578" y="450914"/>
                  <a:pt x="172491" y="453182"/>
                </a:cubicBezTo>
                <a:cubicBezTo>
                  <a:pt x="168992" y="455861"/>
                  <a:pt x="165494" y="458644"/>
                  <a:pt x="162098" y="461427"/>
                </a:cubicBezTo>
                <a:cubicBezTo>
                  <a:pt x="162921" y="452976"/>
                  <a:pt x="164362" y="445143"/>
                  <a:pt x="166523" y="437929"/>
                </a:cubicBezTo>
                <a:close/>
                <a:moveTo>
                  <a:pt x="249292" y="426991"/>
                </a:moveTo>
                <a:cubicBezTo>
                  <a:pt x="252692" y="426991"/>
                  <a:pt x="255061" y="427713"/>
                  <a:pt x="256092" y="429053"/>
                </a:cubicBezTo>
                <a:cubicBezTo>
                  <a:pt x="257431" y="430806"/>
                  <a:pt x="257225" y="435859"/>
                  <a:pt x="252280" y="444418"/>
                </a:cubicBezTo>
                <a:lnTo>
                  <a:pt x="252177" y="444418"/>
                </a:lnTo>
                <a:cubicBezTo>
                  <a:pt x="247128" y="444418"/>
                  <a:pt x="243110" y="448543"/>
                  <a:pt x="243110" y="453596"/>
                </a:cubicBezTo>
                <a:cubicBezTo>
                  <a:pt x="243110" y="454731"/>
                  <a:pt x="243213" y="455762"/>
                  <a:pt x="243625" y="456793"/>
                </a:cubicBezTo>
                <a:cubicBezTo>
                  <a:pt x="239916" y="461433"/>
                  <a:pt x="235588" y="466177"/>
                  <a:pt x="230642" y="471024"/>
                </a:cubicBezTo>
                <a:cubicBezTo>
                  <a:pt x="230333" y="470714"/>
                  <a:pt x="230024" y="470405"/>
                  <a:pt x="229715" y="470199"/>
                </a:cubicBezTo>
                <a:cubicBezTo>
                  <a:pt x="229200" y="457205"/>
                  <a:pt x="227139" y="444625"/>
                  <a:pt x="223842" y="433797"/>
                </a:cubicBezTo>
                <a:cubicBezTo>
                  <a:pt x="234249" y="429363"/>
                  <a:pt x="243007" y="426991"/>
                  <a:pt x="249292" y="426991"/>
                </a:cubicBezTo>
                <a:close/>
                <a:moveTo>
                  <a:pt x="132137" y="426991"/>
                </a:moveTo>
                <a:cubicBezTo>
                  <a:pt x="133478" y="426991"/>
                  <a:pt x="135026" y="427094"/>
                  <a:pt x="136677" y="427300"/>
                </a:cubicBezTo>
                <a:cubicBezTo>
                  <a:pt x="137915" y="430909"/>
                  <a:pt x="141422" y="433384"/>
                  <a:pt x="145240" y="433384"/>
                </a:cubicBezTo>
                <a:cubicBezTo>
                  <a:pt x="147406" y="433384"/>
                  <a:pt x="149469" y="432559"/>
                  <a:pt x="151120" y="431219"/>
                </a:cubicBezTo>
                <a:cubicBezTo>
                  <a:pt x="153287" y="432044"/>
                  <a:pt x="155453" y="432869"/>
                  <a:pt x="157723" y="433797"/>
                </a:cubicBezTo>
                <a:cubicBezTo>
                  <a:pt x="154421" y="444625"/>
                  <a:pt x="152358" y="457205"/>
                  <a:pt x="151739" y="470199"/>
                </a:cubicBezTo>
                <a:cubicBezTo>
                  <a:pt x="151430" y="470405"/>
                  <a:pt x="151120" y="470714"/>
                  <a:pt x="150811" y="471024"/>
                </a:cubicBezTo>
                <a:cubicBezTo>
                  <a:pt x="144517" y="464836"/>
                  <a:pt x="139153" y="458752"/>
                  <a:pt x="134820" y="452874"/>
                </a:cubicBezTo>
                <a:cubicBezTo>
                  <a:pt x="123987" y="438540"/>
                  <a:pt x="123781" y="431116"/>
                  <a:pt x="125431" y="429053"/>
                </a:cubicBezTo>
                <a:cubicBezTo>
                  <a:pt x="126360" y="427713"/>
                  <a:pt x="128733" y="426991"/>
                  <a:pt x="132137" y="426991"/>
                </a:cubicBezTo>
                <a:close/>
                <a:moveTo>
                  <a:pt x="190764" y="406527"/>
                </a:moveTo>
                <a:cubicBezTo>
                  <a:pt x="197792" y="406527"/>
                  <a:pt x="205026" y="413640"/>
                  <a:pt x="210607" y="426010"/>
                </a:cubicBezTo>
                <a:cubicBezTo>
                  <a:pt x="211020" y="426937"/>
                  <a:pt x="211433" y="427865"/>
                  <a:pt x="211847" y="428896"/>
                </a:cubicBezTo>
                <a:cubicBezTo>
                  <a:pt x="205026" y="432195"/>
                  <a:pt x="197998" y="436215"/>
                  <a:pt x="190764" y="440751"/>
                </a:cubicBezTo>
                <a:cubicBezTo>
                  <a:pt x="183530" y="436215"/>
                  <a:pt x="176399" y="432195"/>
                  <a:pt x="169578" y="428896"/>
                </a:cubicBezTo>
                <a:cubicBezTo>
                  <a:pt x="169991" y="427865"/>
                  <a:pt x="170405" y="426937"/>
                  <a:pt x="170818" y="426010"/>
                </a:cubicBezTo>
                <a:cubicBezTo>
                  <a:pt x="176399" y="413640"/>
                  <a:pt x="183633" y="406527"/>
                  <a:pt x="190764" y="406527"/>
                </a:cubicBezTo>
                <a:close/>
                <a:moveTo>
                  <a:pt x="190761" y="397011"/>
                </a:moveTo>
                <a:cubicBezTo>
                  <a:pt x="179611" y="397011"/>
                  <a:pt x="169390" y="405877"/>
                  <a:pt x="162059" y="421960"/>
                </a:cubicBezTo>
                <a:cubicBezTo>
                  <a:pt x="161646" y="422888"/>
                  <a:pt x="161336" y="423815"/>
                  <a:pt x="160923" y="424846"/>
                </a:cubicBezTo>
                <a:cubicBezTo>
                  <a:pt x="158549" y="423815"/>
                  <a:pt x="156381" y="422991"/>
                  <a:pt x="154213" y="422166"/>
                </a:cubicBezTo>
                <a:cubicBezTo>
                  <a:pt x="153283" y="418042"/>
                  <a:pt x="149567" y="415052"/>
                  <a:pt x="145230" y="415052"/>
                </a:cubicBezTo>
                <a:cubicBezTo>
                  <a:pt x="142752" y="415052"/>
                  <a:pt x="140275" y="416083"/>
                  <a:pt x="138519" y="417939"/>
                </a:cubicBezTo>
                <a:cubicBezTo>
                  <a:pt x="136248" y="417630"/>
                  <a:pt x="134080" y="417424"/>
                  <a:pt x="132118" y="417424"/>
                </a:cubicBezTo>
                <a:cubicBezTo>
                  <a:pt x="125407" y="417424"/>
                  <a:pt x="120555" y="419382"/>
                  <a:pt x="117664" y="423300"/>
                </a:cubicBezTo>
                <a:cubicBezTo>
                  <a:pt x="112089" y="430723"/>
                  <a:pt x="115393" y="442991"/>
                  <a:pt x="127059" y="458662"/>
                </a:cubicBezTo>
                <a:cubicBezTo>
                  <a:pt x="131602" y="464744"/>
                  <a:pt x="137281" y="471136"/>
                  <a:pt x="143888" y="477631"/>
                </a:cubicBezTo>
                <a:cubicBezTo>
                  <a:pt x="137281" y="484126"/>
                  <a:pt x="131602" y="490518"/>
                  <a:pt x="127059" y="496601"/>
                </a:cubicBezTo>
                <a:cubicBezTo>
                  <a:pt x="115393" y="512271"/>
                  <a:pt x="112089" y="524540"/>
                  <a:pt x="117664" y="531963"/>
                </a:cubicBezTo>
                <a:cubicBezTo>
                  <a:pt x="120555" y="535880"/>
                  <a:pt x="125407" y="537839"/>
                  <a:pt x="132118" y="537839"/>
                </a:cubicBezTo>
                <a:cubicBezTo>
                  <a:pt x="139552" y="537839"/>
                  <a:pt x="149463" y="535365"/>
                  <a:pt x="160923" y="530416"/>
                </a:cubicBezTo>
                <a:cubicBezTo>
                  <a:pt x="161336" y="531447"/>
                  <a:pt x="161646" y="532375"/>
                  <a:pt x="162059" y="533303"/>
                </a:cubicBezTo>
                <a:cubicBezTo>
                  <a:pt x="169390" y="549386"/>
                  <a:pt x="179611" y="558355"/>
                  <a:pt x="190761" y="558355"/>
                </a:cubicBezTo>
                <a:cubicBezTo>
                  <a:pt x="201912" y="558355"/>
                  <a:pt x="212029" y="549386"/>
                  <a:pt x="219360" y="533303"/>
                </a:cubicBezTo>
                <a:cubicBezTo>
                  <a:pt x="219773" y="532375"/>
                  <a:pt x="220186" y="531447"/>
                  <a:pt x="220599" y="530416"/>
                </a:cubicBezTo>
                <a:cubicBezTo>
                  <a:pt x="231956" y="535365"/>
                  <a:pt x="241971" y="537839"/>
                  <a:pt x="249301" y="537839"/>
                </a:cubicBezTo>
                <a:cubicBezTo>
                  <a:pt x="256012" y="537839"/>
                  <a:pt x="260865" y="535880"/>
                  <a:pt x="263755" y="531963"/>
                </a:cubicBezTo>
                <a:cubicBezTo>
                  <a:pt x="269331" y="524540"/>
                  <a:pt x="266130" y="512271"/>
                  <a:pt x="254360" y="496601"/>
                </a:cubicBezTo>
                <a:cubicBezTo>
                  <a:pt x="249817" y="490518"/>
                  <a:pt x="244139" y="484126"/>
                  <a:pt x="237531" y="477631"/>
                </a:cubicBezTo>
                <a:cubicBezTo>
                  <a:pt x="242694" y="472579"/>
                  <a:pt x="247236" y="467528"/>
                  <a:pt x="251160" y="462682"/>
                </a:cubicBezTo>
                <a:cubicBezTo>
                  <a:pt x="251573" y="462785"/>
                  <a:pt x="251882" y="462785"/>
                  <a:pt x="252192" y="462785"/>
                </a:cubicBezTo>
                <a:cubicBezTo>
                  <a:pt x="257251" y="462785"/>
                  <a:pt x="261381" y="458662"/>
                  <a:pt x="261381" y="453610"/>
                </a:cubicBezTo>
                <a:cubicBezTo>
                  <a:pt x="261381" y="452270"/>
                  <a:pt x="261071" y="450826"/>
                  <a:pt x="260452" y="449589"/>
                </a:cubicBezTo>
                <a:cubicBezTo>
                  <a:pt x="267162" y="438146"/>
                  <a:pt x="268298" y="429279"/>
                  <a:pt x="263755" y="423300"/>
                </a:cubicBezTo>
                <a:cubicBezTo>
                  <a:pt x="260865" y="419382"/>
                  <a:pt x="256012" y="417424"/>
                  <a:pt x="249301" y="417424"/>
                </a:cubicBezTo>
                <a:cubicBezTo>
                  <a:pt x="241971" y="417424"/>
                  <a:pt x="231956" y="420001"/>
                  <a:pt x="220599" y="424846"/>
                </a:cubicBezTo>
                <a:cubicBezTo>
                  <a:pt x="220186" y="423815"/>
                  <a:pt x="219773" y="422888"/>
                  <a:pt x="219360" y="421960"/>
                </a:cubicBezTo>
                <a:cubicBezTo>
                  <a:pt x="212029" y="405877"/>
                  <a:pt x="201912" y="397011"/>
                  <a:pt x="190761" y="397011"/>
                </a:cubicBezTo>
                <a:close/>
                <a:moveTo>
                  <a:pt x="15246" y="352474"/>
                </a:moveTo>
                <a:lnTo>
                  <a:pt x="370304" y="352474"/>
                </a:lnTo>
                <a:cubicBezTo>
                  <a:pt x="374537" y="352474"/>
                  <a:pt x="378666" y="354329"/>
                  <a:pt x="381557" y="357422"/>
                </a:cubicBezTo>
                <a:cubicBezTo>
                  <a:pt x="384448" y="360618"/>
                  <a:pt x="385790" y="364845"/>
                  <a:pt x="385377" y="369072"/>
                </a:cubicBezTo>
                <a:lnTo>
                  <a:pt x="355023" y="595057"/>
                </a:lnTo>
                <a:cubicBezTo>
                  <a:pt x="354301" y="602789"/>
                  <a:pt x="347796" y="608768"/>
                  <a:pt x="339950" y="608768"/>
                </a:cubicBezTo>
                <a:lnTo>
                  <a:pt x="45600" y="608768"/>
                </a:lnTo>
                <a:cubicBezTo>
                  <a:pt x="37753" y="608768"/>
                  <a:pt x="31249" y="602789"/>
                  <a:pt x="30423" y="595057"/>
                </a:cubicBezTo>
                <a:lnTo>
                  <a:pt x="69" y="369072"/>
                </a:lnTo>
                <a:cubicBezTo>
                  <a:pt x="-344" y="364845"/>
                  <a:pt x="1101" y="360618"/>
                  <a:pt x="3992" y="357422"/>
                </a:cubicBezTo>
                <a:cubicBezTo>
                  <a:pt x="6883" y="354329"/>
                  <a:pt x="10909" y="352474"/>
                  <a:pt x="15246" y="352474"/>
                </a:cubicBezTo>
                <a:close/>
                <a:moveTo>
                  <a:pt x="229886" y="196878"/>
                </a:moveTo>
                <a:lnTo>
                  <a:pt x="251679" y="215230"/>
                </a:lnTo>
                <a:lnTo>
                  <a:pt x="297227" y="236159"/>
                </a:lnTo>
                <a:cubicBezTo>
                  <a:pt x="303940" y="238943"/>
                  <a:pt x="310963" y="243376"/>
                  <a:pt x="313855" y="250387"/>
                </a:cubicBezTo>
                <a:cubicBezTo>
                  <a:pt x="313855" y="250387"/>
                  <a:pt x="333169" y="296163"/>
                  <a:pt x="341122" y="330599"/>
                </a:cubicBezTo>
                <a:lnTo>
                  <a:pt x="209538" y="330599"/>
                </a:lnTo>
                <a:lnTo>
                  <a:pt x="194769" y="231726"/>
                </a:lnTo>
                <a:close/>
                <a:moveTo>
                  <a:pt x="155647" y="196878"/>
                </a:moveTo>
                <a:lnTo>
                  <a:pt x="190747" y="231726"/>
                </a:lnTo>
                <a:lnTo>
                  <a:pt x="175881" y="330599"/>
                </a:lnTo>
                <a:lnTo>
                  <a:pt x="44465" y="330599"/>
                </a:lnTo>
                <a:cubicBezTo>
                  <a:pt x="52414" y="296163"/>
                  <a:pt x="71615" y="250387"/>
                  <a:pt x="71615" y="250387"/>
                </a:cubicBezTo>
                <a:cubicBezTo>
                  <a:pt x="75022" y="243067"/>
                  <a:pt x="81629" y="238943"/>
                  <a:pt x="88339" y="236159"/>
                </a:cubicBezTo>
                <a:lnTo>
                  <a:pt x="133762" y="215230"/>
                </a:lnTo>
                <a:close/>
                <a:moveTo>
                  <a:pt x="160716" y="70485"/>
                </a:moveTo>
                <a:cubicBezTo>
                  <a:pt x="145085" y="69041"/>
                  <a:pt x="126549" y="77366"/>
                  <a:pt x="129130" y="98962"/>
                </a:cubicBezTo>
                <a:cubicBezTo>
                  <a:pt x="133777" y="138753"/>
                  <a:pt x="157321" y="178647"/>
                  <a:pt x="191398" y="178647"/>
                </a:cubicBezTo>
                <a:cubicBezTo>
                  <a:pt x="223822" y="178647"/>
                  <a:pt x="253253" y="130712"/>
                  <a:pt x="253666" y="98962"/>
                </a:cubicBezTo>
                <a:cubicBezTo>
                  <a:pt x="254182" y="45976"/>
                  <a:pt x="217317" y="105147"/>
                  <a:pt x="174876" y="100611"/>
                </a:cubicBezTo>
                <a:cubicBezTo>
                  <a:pt x="189075" y="83138"/>
                  <a:pt x="176347" y="71928"/>
                  <a:pt x="160716" y="70485"/>
                </a:cubicBezTo>
                <a:close/>
                <a:moveTo>
                  <a:pt x="191398" y="0"/>
                </a:moveTo>
                <a:cubicBezTo>
                  <a:pt x="249845" y="0"/>
                  <a:pt x="273802" y="30101"/>
                  <a:pt x="273286" y="80407"/>
                </a:cubicBezTo>
                <a:cubicBezTo>
                  <a:pt x="272563" y="152979"/>
                  <a:pt x="225991" y="196172"/>
                  <a:pt x="191398" y="196172"/>
                </a:cubicBezTo>
                <a:cubicBezTo>
                  <a:pt x="150816" y="196172"/>
                  <a:pt x="110130" y="152979"/>
                  <a:pt x="109407" y="80407"/>
                </a:cubicBezTo>
                <a:cubicBezTo>
                  <a:pt x="108891" y="30101"/>
                  <a:pt x="132848" y="0"/>
                  <a:pt x="191398" y="0"/>
                </a:cubicBezTo>
                <a:close/>
              </a:path>
            </a:pathLst>
          </a:custGeom>
          <a:solidFill>
            <a:srgbClr val="C10000"/>
          </a:solidFill>
          <a:ln>
            <a:noFill/>
          </a:ln>
        </p:spPr>
      </p:sp>
      <p:sp>
        <p:nvSpPr>
          <p:cNvPr id="14" name="female-instructor-giving-a-lecture-standing-at-the-side-of-a-screen_43195">
            <a:extLst>
              <a:ext uri="{FF2B5EF4-FFF2-40B4-BE49-F238E27FC236}">
                <a16:creationId xmlns:a16="http://schemas.microsoft.com/office/drawing/2014/main" id="{A3CC8630-8483-4AC1-83CF-8E9426A7DDC8}"/>
              </a:ext>
            </a:extLst>
          </p:cNvPr>
          <p:cNvSpPr>
            <a:spLocks noChangeAspect="1"/>
          </p:cNvSpPr>
          <p:nvPr/>
        </p:nvSpPr>
        <p:spPr bwMode="auto">
          <a:xfrm>
            <a:off x="107504" y="6525344"/>
            <a:ext cx="294652" cy="253054"/>
          </a:xfrm>
          <a:custGeom>
            <a:avLst/>
            <a:gdLst>
              <a:gd name="connsiteX0" fmla="*/ 45866 w 605777"/>
              <a:gd name="connsiteY0" fmla="*/ 339787 h 520255"/>
              <a:gd name="connsiteX1" fmla="*/ 147937 w 605777"/>
              <a:gd name="connsiteY1" fmla="*/ 341219 h 520255"/>
              <a:gd name="connsiteX2" fmla="*/ 150812 w 605777"/>
              <a:gd name="connsiteY2" fmla="*/ 408537 h 520255"/>
              <a:gd name="connsiteX3" fmla="*/ 130685 w 605777"/>
              <a:gd name="connsiteY3" fmla="*/ 408537 h 520255"/>
              <a:gd name="connsiteX4" fmla="*/ 133561 w 605777"/>
              <a:gd name="connsiteY4" fmla="*/ 447208 h 520255"/>
              <a:gd name="connsiteX5" fmla="*/ 129248 w 605777"/>
              <a:gd name="connsiteY5" fmla="*/ 501635 h 520255"/>
              <a:gd name="connsiteX6" fmla="*/ 150812 w 605777"/>
              <a:gd name="connsiteY6" fmla="*/ 510229 h 520255"/>
              <a:gd name="connsiteX7" fmla="*/ 136436 w 605777"/>
              <a:gd name="connsiteY7" fmla="*/ 520255 h 520255"/>
              <a:gd name="connsiteX8" fmla="*/ 127810 w 605777"/>
              <a:gd name="connsiteY8" fmla="*/ 520255 h 520255"/>
              <a:gd name="connsiteX9" fmla="*/ 104808 w 605777"/>
              <a:gd name="connsiteY9" fmla="*/ 520255 h 520255"/>
              <a:gd name="connsiteX10" fmla="*/ 103371 w 605777"/>
              <a:gd name="connsiteY10" fmla="*/ 520255 h 520255"/>
              <a:gd name="connsiteX11" fmla="*/ 103371 w 605777"/>
              <a:gd name="connsiteY11" fmla="*/ 511661 h 520255"/>
              <a:gd name="connsiteX12" fmla="*/ 106246 w 605777"/>
              <a:gd name="connsiteY12" fmla="*/ 505932 h 520255"/>
              <a:gd name="connsiteX13" fmla="*/ 111996 w 605777"/>
              <a:gd name="connsiteY13" fmla="*/ 447208 h 520255"/>
              <a:gd name="connsiteX14" fmla="*/ 109121 w 605777"/>
              <a:gd name="connsiteY14" fmla="*/ 408537 h 520255"/>
              <a:gd name="connsiteX15" fmla="*/ 96183 w 605777"/>
              <a:gd name="connsiteY15" fmla="*/ 408537 h 520255"/>
              <a:gd name="connsiteX16" fmla="*/ 96183 w 605777"/>
              <a:gd name="connsiteY16" fmla="*/ 507364 h 520255"/>
              <a:gd name="connsiteX17" fmla="*/ 97620 w 605777"/>
              <a:gd name="connsiteY17" fmla="*/ 511661 h 520255"/>
              <a:gd name="connsiteX18" fmla="*/ 97620 w 605777"/>
              <a:gd name="connsiteY18" fmla="*/ 520255 h 520255"/>
              <a:gd name="connsiteX19" fmla="*/ 96183 w 605777"/>
              <a:gd name="connsiteY19" fmla="*/ 520255 h 520255"/>
              <a:gd name="connsiteX20" fmla="*/ 74618 w 605777"/>
              <a:gd name="connsiteY20" fmla="*/ 520255 h 520255"/>
              <a:gd name="connsiteX21" fmla="*/ 65993 w 605777"/>
              <a:gd name="connsiteY21" fmla="*/ 520255 h 520255"/>
              <a:gd name="connsiteX22" fmla="*/ 51617 w 605777"/>
              <a:gd name="connsiteY22" fmla="*/ 510229 h 520255"/>
              <a:gd name="connsiteX23" fmla="*/ 74618 w 605777"/>
              <a:gd name="connsiteY23" fmla="*/ 501635 h 520255"/>
              <a:gd name="connsiteX24" fmla="*/ 74618 w 605777"/>
              <a:gd name="connsiteY24" fmla="*/ 408537 h 520255"/>
              <a:gd name="connsiteX25" fmla="*/ 42991 w 605777"/>
              <a:gd name="connsiteY25" fmla="*/ 408537 h 520255"/>
              <a:gd name="connsiteX26" fmla="*/ 219630 w 605777"/>
              <a:gd name="connsiteY26" fmla="*/ 117545 h 520255"/>
              <a:gd name="connsiteX27" fmla="*/ 219630 w 605777"/>
              <a:gd name="connsiteY27" fmla="*/ 182051 h 520255"/>
              <a:gd name="connsiteX28" fmla="*/ 285663 w 605777"/>
              <a:gd name="connsiteY28" fmla="*/ 197819 h 520255"/>
              <a:gd name="connsiteX29" fmla="*/ 285663 w 605777"/>
              <a:gd name="connsiteY29" fmla="*/ 240823 h 520255"/>
              <a:gd name="connsiteX30" fmla="*/ 219630 w 605777"/>
              <a:gd name="connsiteY30" fmla="*/ 233656 h 520255"/>
              <a:gd name="connsiteX31" fmla="*/ 219630 w 605777"/>
              <a:gd name="connsiteY31" fmla="*/ 341166 h 520255"/>
              <a:gd name="connsiteX32" fmla="*/ 377534 w 605777"/>
              <a:gd name="connsiteY32" fmla="*/ 341166 h 520255"/>
              <a:gd name="connsiteX33" fmla="*/ 403373 w 605777"/>
              <a:gd name="connsiteY33" fmla="*/ 341166 h 520255"/>
              <a:gd name="connsiteX34" fmla="*/ 581374 w 605777"/>
              <a:gd name="connsiteY34" fmla="*/ 341166 h 520255"/>
              <a:gd name="connsiteX35" fmla="*/ 581374 w 605777"/>
              <a:gd name="connsiteY35" fmla="*/ 117545 h 520255"/>
              <a:gd name="connsiteX36" fmla="*/ 107662 w 605777"/>
              <a:gd name="connsiteY36" fmla="*/ 78841 h 520255"/>
              <a:gd name="connsiteX37" fmla="*/ 107662 w 605777"/>
              <a:gd name="connsiteY37" fmla="*/ 98909 h 520255"/>
              <a:gd name="connsiteX38" fmla="*/ 144985 w 605777"/>
              <a:gd name="connsiteY38" fmla="*/ 98909 h 520255"/>
              <a:gd name="connsiteX39" fmla="*/ 144985 w 605777"/>
              <a:gd name="connsiteY39" fmla="*/ 78841 h 520255"/>
              <a:gd name="connsiteX40" fmla="*/ 48807 w 605777"/>
              <a:gd name="connsiteY40" fmla="*/ 78841 h 520255"/>
              <a:gd name="connsiteX41" fmla="*/ 48807 w 605777"/>
              <a:gd name="connsiteY41" fmla="*/ 98909 h 520255"/>
              <a:gd name="connsiteX42" fmla="*/ 87565 w 605777"/>
              <a:gd name="connsiteY42" fmla="*/ 98909 h 520255"/>
              <a:gd name="connsiteX43" fmla="*/ 87565 w 605777"/>
              <a:gd name="connsiteY43" fmla="*/ 78841 h 520255"/>
              <a:gd name="connsiteX44" fmla="*/ 68904 w 605777"/>
              <a:gd name="connsiteY44" fmla="*/ 38704 h 520255"/>
              <a:gd name="connsiteX45" fmla="*/ 24403 w 605777"/>
              <a:gd name="connsiteY45" fmla="*/ 77407 h 520255"/>
              <a:gd name="connsiteX46" fmla="*/ 24403 w 605777"/>
              <a:gd name="connsiteY46" fmla="*/ 81708 h 520255"/>
              <a:gd name="connsiteX47" fmla="*/ 43065 w 605777"/>
              <a:gd name="connsiteY47" fmla="*/ 84575 h 520255"/>
              <a:gd name="connsiteX48" fmla="*/ 43065 w 605777"/>
              <a:gd name="connsiteY48" fmla="*/ 73107 h 520255"/>
              <a:gd name="connsiteX49" fmla="*/ 93307 w 605777"/>
              <a:gd name="connsiteY49" fmla="*/ 73107 h 520255"/>
              <a:gd name="connsiteX50" fmla="*/ 93307 w 605777"/>
              <a:gd name="connsiteY50" fmla="*/ 84575 h 520255"/>
              <a:gd name="connsiteX51" fmla="*/ 101920 w 605777"/>
              <a:gd name="connsiteY51" fmla="*/ 84575 h 520255"/>
              <a:gd name="connsiteX52" fmla="*/ 101920 w 605777"/>
              <a:gd name="connsiteY52" fmla="*/ 73107 h 520255"/>
              <a:gd name="connsiteX53" fmla="*/ 150726 w 605777"/>
              <a:gd name="connsiteY53" fmla="*/ 73107 h 520255"/>
              <a:gd name="connsiteX54" fmla="*/ 150726 w 605777"/>
              <a:gd name="connsiteY54" fmla="*/ 84575 h 520255"/>
              <a:gd name="connsiteX55" fmla="*/ 166517 w 605777"/>
              <a:gd name="connsiteY55" fmla="*/ 81708 h 520255"/>
              <a:gd name="connsiteX56" fmla="*/ 159339 w 605777"/>
              <a:gd name="connsiteY56" fmla="*/ 63073 h 520255"/>
              <a:gd name="connsiteX57" fmla="*/ 68904 w 605777"/>
              <a:gd name="connsiteY57" fmla="*/ 38704 h 520255"/>
              <a:gd name="connsiteX58" fmla="*/ 94742 w 605777"/>
              <a:gd name="connsiteY58" fmla="*/ 0 h 520255"/>
              <a:gd name="connsiteX59" fmla="*/ 180872 w 605777"/>
              <a:gd name="connsiteY59" fmla="*/ 134746 h 520255"/>
              <a:gd name="connsiteX60" fmla="*/ 175130 w 605777"/>
              <a:gd name="connsiteY60" fmla="*/ 172016 h 520255"/>
              <a:gd name="connsiteX61" fmla="*/ 202404 w 605777"/>
              <a:gd name="connsiteY61" fmla="*/ 177750 h 520255"/>
              <a:gd name="connsiteX62" fmla="*/ 202404 w 605777"/>
              <a:gd name="connsiteY62" fmla="*/ 117545 h 520255"/>
              <a:gd name="connsiteX63" fmla="*/ 190920 w 605777"/>
              <a:gd name="connsiteY63" fmla="*/ 117545 h 520255"/>
              <a:gd name="connsiteX64" fmla="*/ 190920 w 605777"/>
              <a:gd name="connsiteY64" fmla="*/ 93176 h 520255"/>
              <a:gd name="connsiteX65" fmla="*/ 202404 w 605777"/>
              <a:gd name="connsiteY65" fmla="*/ 93176 h 520255"/>
              <a:gd name="connsiteX66" fmla="*/ 371792 w 605777"/>
              <a:gd name="connsiteY66" fmla="*/ 93176 h 520255"/>
              <a:gd name="connsiteX67" fmla="*/ 371792 w 605777"/>
              <a:gd name="connsiteY67" fmla="*/ 73107 h 520255"/>
              <a:gd name="connsiteX68" fmla="*/ 420599 w 605777"/>
              <a:gd name="connsiteY68" fmla="*/ 73107 h 520255"/>
              <a:gd name="connsiteX69" fmla="*/ 420599 w 605777"/>
              <a:gd name="connsiteY69" fmla="*/ 93176 h 520255"/>
              <a:gd name="connsiteX70" fmla="*/ 598600 w 605777"/>
              <a:gd name="connsiteY70" fmla="*/ 93176 h 520255"/>
              <a:gd name="connsiteX71" fmla="*/ 605777 w 605777"/>
              <a:gd name="connsiteY71" fmla="*/ 93176 h 520255"/>
              <a:gd name="connsiteX72" fmla="*/ 605777 w 605777"/>
              <a:gd name="connsiteY72" fmla="*/ 117545 h 520255"/>
              <a:gd name="connsiteX73" fmla="*/ 598600 w 605777"/>
              <a:gd name="connsiteY73" fmla="*/ 117545 h 520255"/>
              <a:gd name="connsiteX74" fmla="*/ 598600 w 605777"/>
              <a:gd name="connsiteY74" fmla="*/ 358368 h 520255"/>
              <a:gd name="connsiteX75" fmla="*/ 403373 w 605777"/>
              <a:gd name="connsiteY75" fmla="*/ 358368 h 520255"/>
              <a:gd name="connsiteX76" fmla="*/ 403373 w 605777"/>
              <a:gd name="connsiteY76" fmla="*/ 402805 h 520255"/>
              <a:gd name="connsiteX77" fmla="*/ 500986 w 605777"/>
              <a:gd name="connsiteY77" fmla="*/ 511749 h 520255"/>
              <a:gd name="connsiteX78" fmla="*/ 465099 w 605777"/>
              <a:gd name="connsiteY78" fmla="*/ 511749 h 520255"/>
              <a:gd name="connsiteX79" fmla="*/ 400502 w 605777"/>
              <a:gd name="connsiteY79" fmla="*/ 438642 h 520255"/>
              <a:gd name="connsiteX80" fmla="*/ 400502 w 605777"/>
              <a:gd name="connsiteY80" fmla="*/ 511749 h 520255"/>
              <a:gd name="connsiteX81" fmla="*/ 380405 w 605777"/>
              <a:gd name="connsiteY81" fmla="*/ 511749 h 520255"/>
              <a:gd name="connsiteX82" fmla="*/ 380405 w 605777"/>
              <a:gd name="connsiteY82" fmla="*/ 438642 h 520255"/>
              <a:gd name="connsiteX83" fmla="*/ 315808 w 605777"/>
              <a:gd name="connsiteY83" fmla="*/ 511749 h 520255"/>
              <a:gd name="connsiteX84" fmla="*/ 281356 w 605777"/>
              <a:gd name="connsiteY84" fmla="*/ 511749 h 520255"/>
              <a:gd name="connsiteX85" fmla="*/ 377534 w 605777"/>
              <a:gd name="connsiteY85" fmla="*/ 402805 h 520255"/>
              <a:gd name="connsiteX86" fmla="*/ 377534 w 605777"/>
              <a:gd name="connsiteY86" fmla="*/ 358368 h 520255"/>
              <a:gd name="connsiteX87" fmla="*/ 202404 w 605777"/>
              <a:gd name="connsiteY87" fmla="*/ 358368 h 520255"/>
              <a:gd name="connsiteX88" fmla="*/ 202404 w 605777"/>
              <a:gd name="connsiteY88" fmla="*/ 230789 h 520255"/>
              <a:gd name="connsiteX89" fmla="*/ 147856 w 605777"/>
              <a:gd name="connsiteY89" fmla="*/ 223621 h 520255"/>
              <a:gd name="connsiteX90" fmla="*/ 139243 w 605777"/>
              <a:gd name="connsiteY90" fmla="*/ 273793 h 520255"/>
              <a:gd name="connsiteX91" fmla="*/ 147856 w 605777"/>
              <a:gd name="connsiteY91" fmla="*/ 333999 h 520255"/>
              <a:gd name="connsiteX92" fmla="*/ 123452 w 605777"/>
              <a:gd name="connsiteY92" fmla="*/ 333999 h 520255"/>
              <a:gd name="connsiteX93" fmla="*/ 99049 w 605777"/>
              <a:gd name="connsiteY93" fmla="*/ 333999 h 520255"/>
              <a:gd name="connsiteX94" fmla="*/ 99049 w 605777"/>
              <a:gd name="connsiteY94" fmla="*/ 227922 h 520255"/>
              <a:gd name="connsiteX95" fmla="*/ 123452 w 605777"/>
              <a:gd name="connsiteY95" fmla="*/ 183484 h 520255"/>
              <a:gd name="connsiteX96" fmla="*/ 114839 w 605777"/>
              <a:gd name="connsiteY96" fmla="*/ 179184 h 520255"/>
              <a:gd name="connsiteX97" fmla="*/ 114839 w 605777"/>
              <a:gd name="connsiteY97" fmla="*/ 153381 h 520255"/>
              <a:gd name="connsiteX98" fmla="*/ 166517 w 605777"/>
              <a:gd name="connsiteY98" fmla="*/ 90309 h 520255"/>
              <a:gd name="connsiteX99" fmla="*/ 150726 w 605777"/>
              <a:gd name="connsiteY99" fmla="*/ 93176 h 520255"/>
              <a:gd name="connsiteX100" fmla="*/ 150726 w 605777"/>
              <a:gd name="connsiteY100" fmla="*/ 103210 h 520255"/>
              <a:gd name="connsiteX101" fmla="*/ 101920 w 605777"/>
              <a:gd name="connsiteY101" fmla="*/ 103210 h 520255"/>
              <a:gd name="connsiteX102" fmla="*/ 101920 w 605777"/>
              <a:gd name="connsiteY102" fmla="*/ 96043 h 520255"/>
              <a:gd name="connsiteX103" fmla="*/ 93307 w 605777"/>
              <a:gd name="connsiteY103" fmla="*/ 96043 h 520255"/>
              <a:gd name="connsiteX104" fmla="*/ 93307 w 605777"/>
              <a:gd name="connsiteY104" fmla="*/ 103210 h 520255"/>
              <a:gd name="connsiteX105" fmla="*/ 43065 w 605777"/>
              <a:gd name="connsiteY105" fmla="*/ 103210 h 520255"/>
              <a:gd name="connsiteX106" fmla="*/ 43065 w 605777"/>
              <a:gd name="connsiteY106" fmla="*/ 91742 h 520255"/>
              <a:gd name="connsiteX107" fmla="*/ 24403 w 605777"/>
              <a:gd name="connsiteY107" fmla="*/ 88875 h 520255"/>
              <a:gd name="connsiteX108" fmla="*/ 74646 w 605777"/>
              <a:gd name="connsiteY108" fmla="*/ 151948 h 520255"/>
              <a:gd name="connsiteX109" fmla="*/ 74646 w 605777"/>
              <a:gd name="connsiteY109" fmla="*/ 179184 h 520255"/>
              <a:gd name="connsiteX110" fmla="*/ 67468 w 605777"/>
              <a:gd name="connsiteY110" fmla="*/ 182051 h 520255"/>
              <a:gd name="connsiteX111" fmla="*/ 93307 w 605777"/>
              <a:gd name="connsiteY111" fmla="*/ 229355 h 520255"/>
              <a:gd name="connsiteX112" fmla="*/ 93307 w 605777"/>
              <a:gd name="connsiteY112" fmla="*/ 333999 h 520255"/>
              <a:gd name="connsiteX113" fmla="*/ 45936 w 605777"/>
              <a:gd name="connsiteY113" fmla="*/ 333999 h 520255"/>
              <a:gd name="connsiteX114" fmla="*/ 53113 w 605777"/>
              <a:gd name="connsiteY114" fmla="*/ 276660 h 520255"/>
              <a:gd name="connsiteX115" fmla="*/ 40194 w 605777"/>
              <a:gd name="connsiteY115" fmla="*/ 232222 h 520255"/>
              <a:gd name="connsiteX116" fmla="*/ 28710 w 605777"/>
              <a:gd name="connsiteY116" fmla="*/ 318230 h 520255"/>
              <a:gd name="connsiteX117" fmla="*/ 0 w 605777"/>
              <a:gd name="connsiteY117" fmla="*/ 316797 h 520255"/>
              <a:gd name="connsiteX118" fmla="*/ 12919 w 605777"/>
              <a:gd name="connsiteY118" fmla="*/ 194952 h 520255"/>
              <a:gd name="connsiteX119" fmla="*/ 5742 w 605777"/>
              <a:gd name="connsiteY119" fmla="*/ 87442 h 520255"/>
              <a:gd name="connsiteX120" fmla="*/ 48807 w 605777"/>
              <a:gd name="connsiteY120" fmla="*/ 12901 h 520255"/>
              <a:gd name="connsiteX121" fmla="*/ 60291 w 605777"/>
              <a:gd name="connsiteY121" fmla="*/ 11468 h 520255"/>
              <a:gd name="connsiteX122" fmla="*/ 68904 w 605777"/>
              <a:gd name="connsiteY122" fmla="*/ 2867 h 520255"/>
              <a:gd name="connsiteX123" fmla="*/ 94742 w 605777"/>
              <a:gd name="connsiteY123" fmla="*/ 0 h 520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605777" h="520255">
                <a:moveTo>
                  <a:pt x="45866" y="339787"/>
                </a:moveTo>
                <a:lnTo>
                  <a:pt x="147937" y="341219"/>
                </a:lnTo>
                <a:lnTo>
                  <a:pt x="150812" y="408537"/>
                </a:lnTo>
                <a:lnTo>
                  <a:pt x="130685" y="408537"/>
                </a:lnTo>
                <a:lnTo>
                  <a:pt x="133561" y="447208"/>
                </a:lnTo>
                <a:lnTo>
                  <a:pt x="129248" y="501635"/>
                </a:lnTo>
                <a:cubicBezTo>
                  <a:pt x="142186" y="501635"/>
                  <a:pt x="150812" y="504500"/>
                  <a:pt x="150812" y="510229"/>
                </a:cubicBezTo>
                <a:cubicBezTo>
                  <a:pt x="150812" y="517390"/>
                  <a:pt x="136436" y="520255"/>
                  <a:pt x="136436" y="520255"/>
                </a:cubicBezTo>
                <a:lnTo>
                  <a:pt x="127810" y="520255"/>
                </a:lnTo>
                <a:lnTo>
                  <a:pt x="104808" y="520255"/>
                </a:lnTo>
                <a:lnTo>
                  <a:pt x="103371" y="520255"/>
                </a:lnTo>
                <a:lnTo>
                  <a:pt x="103371" y="511661"/>
                </a:lnTo>
                <a:cubicBezTo>
                  <a:pt x="103371" y="508797"/>
                  <a:pt x="104808" y="507364"/>
                  <a:pt x="106246" y="505932"/>
                </a:cubicBezTo>
                <a:lnTo>
                  <a:pt x="111996" y="447208"/>
                </a:lnTo>
                <a:lnTo>
                  <a:pt x="109121" y="408537"/>
                </a:lnTo>
                <a:lnTo>
                  <a:pt x="96183" y="408537"/>
                </a:lnTo>
                <a:lnTo>
                  <a:pt x="96183" y="507364"/>
                </a:lnTo>
                <a:cubicBezTo>
                  <a:pt x="97620" y="508797"/>
                  <a:pt x="97620" y="510229"/>
                  <a:pt x="97620" y="511661"/>
                </a:cubicBezTo>
                <a:lnTo>
                  <a:pt x="97620" y="520255"/>
                </a:lnTo>
                <a:lnTo>
                  <a:pt x="96183" y="520255"/>
                </a:lnTo>
                <a:lnTo>
                  <a:pt x="74618" y="520255"/>
                </a:lnTo>
                <a:lnTo>
                  <a:pt x="65993" y="520255"/>
                </a:lnTo>
                <a:cubicBezTo>
                  <a:pt x="65993" y="520255"/>
                  <a:pt x="51617" y="517390"/>
                  <a:pt x="51617" y="510229"/>
                </a:cubicBezTo>
                <a:cubicBezTo>
                  <a:pt x="51617" y="504500"/>
                  <a:pt x="60242" y="501635"/>
                  <a:pt x="74618" y="501635"/>
                </a:cubicBezTo>
                <a:lnTo>
                  <a:pt x="74618" y="408537"/>
                </a:lnTo>
                <a:lnTo>
                  <a:pt x="42991" y="408537"/>
                </a:lnTo>
                <a:close/>
                <a:moveTo>
                  <a:pt x="219630" y="117545"/>
                </a:moveTo>
                <a:lnTo>
                  <a:pt x="219630" y="182051"/>
                </a:lnTo>
                <a:lnTo>
                  <a:pt x="285663" y="197819"/>
                </a:lnTo>
                <a:lnTo>
                  <a:pt x="285663" y="240823"/>
                </a:lnTo>
                <a:lnTo>
                  <a:pt x="219630" y="233656"/>
                </a:lnTo>
                <a:lnTo>
                  <a:pt x="219630" y="341166"/>
                </a:lnTo>
                <a:lnTo>
                  <a:pt x="377534" y="341166"/>
                </a:lnTo>
                <a:lnTo>
                  <a:pt x="403373" y="341166"/>
                </a:lnTo>
                <a:lnTo>
                  <a:pt x="581374" y="341166"/>
                </a:lnTo>
                <a:lnTo>
                  <a:pt x="581374" y="117545"/>
                </a:lnTo>
                <a:close/>
                <a:moveTo>
                  <a:pt x="107662" y="78841"/>
                </a:moveTo>
                <a:lnTo>
                  <a:pt x="107662" y="98909"/>
                </a:lnTo>
                <a:lnTo>
                  <a:pt x="144985" y="98909"/>
                </a:lnTo>
                <a:lnTo>
                  <a:pt x="144985" y="78841"/>
                </a:lnTo>
                <a:close/>
                <a:moveTo>
                  <a:pt x="48807" y="78841"/>
                </a:moveTo>
                <a:lnTo>
                  <a:pt x="48807" y="98909"/>
                </a:lnTo>
                <a:lnTo>
                  <a:pt x="87565" y="98909"/>
                </a:lnTo>
                <a:lnTo>
                  <a:pt x="87565" y="78841"/>
                </a:lnTo>
                <a:close/>
                <a:moveTo>
                  <a:pt x="68904" y="38704"/>
                </a:moveTo>
                <a:cubicBezTo>
                  <a:pt x="67468" y="60206"/>
                  <a:pt x="44500" y="75974"/>
                  <a:pt x="24403" y="77407"/>
                </a:cubicBezTo>
                <a:cubicBezTo>
                  <a:pt x="24403" y="78841"/>
                  <a:pt x="24403" y="80274"/>
                  <a:pt x="24403" y="81708"/>
                </a:cubicBezTo>
                <a:lnTo>
                  <a:pt x="43065" y="84575"/>
                </a:lnTo>
                <a:lnTo>
                  <a:pt x="43065" y="73107"/>
                </a:lnTo>
                <a:lnTo>
                  <a:pt x="93307" y="73107"/>
                </a:lnTo>
                <a:lnTo>
                  <a:pt x="93307" y="84575"/>
                </a:lnTo>
                <a:lnTo>
                  <a:pt x="101920" y="84575"/>
                </a:lnTo>
                <a:lnTo>
                  <a:pt x="101920" y="73107"/>
                </a:lnTo>
                <a:lnTo>
                  <a:pt x="150726" y="73107"/>
                </a:lnTo>
                <a:lnTo>
                  <a:pt x="150726" y="84575"/>
                </a:lnTo>
                <a:lnTo>
                  <a:pt x="166517" y="81708"/>
                </a:lnTo>
                <a:cubicBezTo>
                  <a:pt x="166517" y="71674"/>
                  <a:pt x="163646" y="64506"/>
                  <a:pt x="159339" y="63073"/>
                </a:cubicBezTo>
                <a:cubicBezTo>
                  <a:pt x="129194" y="60206"/>
                  <a:pt x="93307" y="58772"/>
                  <a:pt x="68904" y="38704"/>
                </a:cubicBezTo>
                <a:close/>
                <a:moveTo>
                  <a:pt x="94742" y="0"/>
                </a:moveTo>
                <a:cubicBezTo>
                  <a:pt x="185178" y="0"/>
                  <a:pt x="182307" y="103210"/>
                  <a:pt x="180872" y="134746"/>
                </a:cubicBezTo>
                <a:cubicBezTo>
                  <a:pt x="180872" y="153381"/>
                  <a:pt x="176565" y="159115"/>
                  <a:pt x="175130" y="172016"/>
                </a:cubicBezTo>
                <a:lnTo>
                  <a:pt x="202404" y="177750"/>
                </a:lnTo>
                <a:lnTo>
                  <a:pt x="202404" y="117545"/>
                </a:lnTo>
                <a:lnTo>
                  <a:pt x="190920" y="117545"/>
                </a:lnTo>
                <a:lnTo>
                  <a:pt x="190920" y="93176"/>
                </a:lnTo>
                <a:lnTo>
                  <a:pt x="202404" y="93176"/>
                </a:lnTo>
                <a:lnTo>
                  <a:pt x="371792" y="93176"/>
                </a:lnTo>
                <a:lnTo>
                  <a:pt x="371792" y="73107"/>
                </a:lnTo>
                <a:lnTo>
                  <a:pt x="420599" y="73107"/>
                </a:lnTo>
                <a:lnTo>
                  <a:pt x="420599" y="93176"/>
                </a:lnTo>
                <a:lnTo>
                  <a:pt x="598600" y="93176"/>
                </a:lnTo>
                <a:lnTo>
                  <a:pt x="605777" y="93176"/>
                </a:lnTo>
                <a:lnTo>
                  <a:pt x="605777" y="117545"/>
                </a:lnTo>
                <a:lnTo>
                  <a:pt x="598600" y="117545"/>
                </a:lnTo>
                <a:lnTo>
                  <a:pt x="598600" y="358368"/>
                </a:lnTo>
                <a:lnTo>
                  <a:pt x="403373" y="358368"/>
                </a:lnTo>
                <a:lnTo>
                  <a:pt x="403373" y="402805"/>
                </a:lnTo>
                <a:lnTo>
                  <a:pt x="500986" y="511749"/>
                </a:lnTo>
                <a:lnTo>
                  <a:pt x="465099" y="511749"/>
                </a:lnTo>
                <a:lnTo>
                  <a:pt x="400502" y="438642"/>
                </a:lnTo>
                <a:lnTo>
                  <a:pt x="400502" y="511749"/>
                </a:lnTo>
                <a:lnTo>
                  <a:pt x="380405" y="511749"/>
                </a:lnTo>
                <a:lnTo>
                  <a:pt x="380405" y="438642"/>
                </a:lnTo>
                <a:lnTo>
                  <a:pt x="315808" y="511749"/>
                </a:lnTo>
                <a:lnTo>
                  <a:pt x="281356" y="511749"/>
                </a:lnTo>
                <a:lnTo>
                  <a:pt x="377534" y="402805"/>
                </a:lnTo>
                <a:lnTo>
                  <a:pt x="377534" y="358368"/>
                </a:lnTo>
                <a:lnTo>
                  <a:pt x="202404" y="358368"/>
                </a:lnTo>
                <a:lnTo>
                  <a:pt x="202404" y="230789"/>
                </a:lnTo>
                <a:lnTo>
                  <a:pt x="147856" y="223621"/>
                </a:lnTo>
                <a:cubicBezTo>
                  <a:pt x="142114" y="249424"/>
                  <a:pt x="139243" y="273793"/>
                  <a:pt x="139243" y="273793"/>
                </a:cubicBezTo>
                <a:lnTo>
                  <a:pt x="147856" y="333999"/>
                </a:lnTo>
                <a:lnTo>
                  <a:pt x="123452" y="333999"/>
                </a:lnTo>
                <a:lnTo>
                  <a:pt x="99049" y="333999"/>
                </a:lnTo>
                <a:lnTo>
                  <a:pt x="99049" y="227922"/>
                </a:lnTo>
                <a:lnTo>
                  <a:pt x="123452" y="183484"/>
                </a:lnTo>
                <a:lnTo>
                  <a:pt x="114839" y="179184"/>
                </a:lnTo>
                <a:lnTo>
                  <a:pt x="114839" y="153381"/>
                </a:lnTo>
                <a:cubicBezTo>
                  <a:pt x="153597" y="149081"/>
                  <a:pt x="166517" y="114678"/>
                  <a:pt x="166517" y="90309"/>
                </a:cubicBezTo>
                <a:lnTo>
                  <a:pt x="150726" y="93176"/>
                </a:lnTo>
                <a:lnTo>
                  <a:pt x="150726" y="103210"/>
                </a:lnTo>
                <a:lnTo>
                  <a:pt x="101920" y="103210"/>
                </a:lnTo>
                <a:lnTo>
                  <a:pt x="101920" y="96043"/>
                </a:lnTo>
                <a:lnTo>
                  <a:pt x="93307" y="96043"/>
                </a:lnTo>
                <a:lnTo>
                  <a:pt x="93307" y="103210"/>
                </a:lnTo>
                <a:lnTo>
                  <a:pt x="43065" y="103210"/>
                </a:lnTo>
                <a:lnTo>
                  <a:pt x="43065" y="91742"/>
                </a:lnTo>
                <a:lnTo>
                  <a:pt x="24403" y="88875"/>
                </a:lnTo>
                <a:cubicBezTo>
                  <a:pt x="25839" y="118978"/>
                  <a:pt x="47371" y="143347"/>
                  <a:pt x="74646" y="151948"/>
                </a:cubicBezTo>
                <a:lnTo>
                  <a:pt x="74646" y="179184"/>
                </a:lnTo>
                <a:lnTo>
                  <a:pt x="67468" y="182051"/>
                </a:lnTo>
                <a:lnTo>
                  <a:pt x="93307" y="229355"/>
                </a:lnTo>
                <a:lnTo>
                  <a:pt x="93307" y="333999"/>
                </a:lnTo>
                <a:lnTo>
                  <a:pt x="45936" y="333999"/>
                </a:lnTo>
                <a:lnTo>
                  <a:pt x="53113" y="276660"/>
                </a:lnTo>
                <a:cubicBezTo>
                  <a:pt x="53113" y="276660"/>
                  <a:pt x="45936" y="255158"/>
                  <a:pt x="40194" y="232222"/>
                </a:cubicBezTo>
                <a:lnTo>
                  <a:pt x="28710" y="318230"/>
                </a:lnTo>
                <a:lnTo>
                  <a:pt x="0" y="316797"/>
                </a:lnTo>
                <a:lnTo>
                  <a:pt x="12919" y="194952"/>
                </a:lnTo>
                <a:lnTo>
                  <a:pt x="5742" y="87442"/>
                </a:lnTo>
                <a:cubicBezTo>
                  <a:pt x="5742" y="87442"/>
                  <a:pt x="4306" y="34403"/>
                  <a:pt x="48807" y="12901"/>
                </a:cubicBezTo>
                <a:cubicBezTo>
                  <a:pt x="51678" y="11468"/>
                  <a:pt x="57420" y="12901"/>
                  <a:pt x="60291" y="11468"/>
                </a:cubicBezTo>
                <a:cubicBezTo>
                  <a:pt x="63162" y="10034"/>
                  <a:pt x="64597" y="5734"/>
                  <a:pt x="68904" y="2867"/>
                </a:cubicBezTo>
                <a:cubicBezTo>
                  <a:pt x="73210" y="1433"/>
                  <a:pt x="84694" y="0"/>
                  <a:pt x="94742" y="0"/>
                </a:cubicBezTo>
                <a:close/>
              </a:path>
            </a:pathLst>
          </a:custGeom>
          <a:solidFill>
            <a:srgbClr val="C10000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260648"/>
            <a:ext cx="2660986" cy="61098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713" y="4631201"/>
            <a:ext cx="1809708" cy="179306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707383443"/>
      </p:ext>
    </p:extLst>
  </p:cSld>
  <p:clrMapOvr>
    <a:masterClrMapping/>
  </p:clrMapOvr>
  <p:transition spd="slow">
    <p:circle/>
  </p:transition>
</p:sld>
</file>

<file path=ppt/theme/theme1.xml><?xml version="1.0" encoding="utf-8"?>
<a:theme xmlns:a="http://schemas.openxmlformats.org/drawingml/2006/main" name="yu_讲义模板">
  <a:themeElements>
    <a:clrScheme name="1_讲义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讲义模板">
      <a:majorFont>
        <a:latin typeface="Book Antiqua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_讲义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讲义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讲义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讲义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讲义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讲义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[2021]_报告PPT模版_V2" id="{8EC8653A-606D-47E4-A478-266612CD6098}" vid="{7E307012-7BE2-4DF2-B728-4130463293FE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[2021]_报告PPT模版_V2</Template>
  <TotalTime>2180</TotalTime>
  <Words>653</Words>
  <Application>Microsoft Office PowerPoint</Application>
  <PresentationFormat>全屏显示(4:3)</PresentationFormat>
  <Paragraphs>237</Paragraphs>
  <Slides>36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3" baseType="lpstr">
      <vt:lpstr>MS Gothic</vt:lpstr>
      <vt:lpstr>等线</vt:lpstr>
      <vt:lpstr>仿宋</vt:lpstr>
      <vt:lpstr>黑体</vt:lpstr>
      <vt:lpstr>华文中宋</vt:lpstr>
      <vt:lpstr>思源黑体 CN Medium</vt:lpstr>
      <vt:lpstr>宋体</vt:lpstr>
      <vt:lpstr>微软雅黑</vt:lpstr>
      <vt:lpstr>幼圆</vt:lpstr>
      <vt:lpstr>Arial</vt:lpstr>
      <vt:lpstr>Book Antiqua</vt:lpstr>
      <vt:lpstr>Calibri</vt:lpstr>
      <vt:lpstr>Times New Roman</vt:lpstr>
      <vt:lpstr>Verdana</vt:lpstr>
      <vt:lpstr>Wingdings</vt:lpstr>
      <vt:lpstr>Wingdings 2</vt:lpstr>
      <vt:lpstr>yu_讲义模板</vt:lpstr>
      <vt:lpstr>PowerPoint 演示文稿</vt:lpstr>
      <vt:lpstr>PowerPoint 演示文稿</vt:lpstr>
      <vt:lpstr>人类对人工智能的探索</vt:lpstr>
      <vt:lpstr>人工智能发展的技术路径</vt:lpstr>
      <vt:lpstr>从时间线上看人工智能发展</vt:lpstr>
      <vt:lpstr>机器学习与人工智能</vt:lpstr>
      <vt:lpstr>人工智能&gt;机器学习&gt;深度学习</vt:lpstr>
      <vt:lpstr>人工智能&gt;机器学习&gt;深度学习</vt:lpstr>
      <vt:lpstr>现代人工智能三大要素</vt:lpstr>
      <vt:lpstr>手机上的人工智能应用</vt:lpstr>
      <vt:lpstr>“琴棋书画”</vt:lpstr>
      <vt:lpstr>人工智能的核心部件</vt:lpstr>
      <vt:lpstr>什么是人工智能</vt:lpstr>
      <vt:lpstr>人工智能的演进</vt:lpstr>
      <vt:lpstr>人工智能第一个层面-计算智能</vt:lpstr>
      <vt:lpstr>人工智能第二个层面-感知智能</vt:lpstr>
      <vt:lpstr>人工智能第三个层面-认知智能</vt:lpstr>
      <vt:lpstr>PowerPoint 演示文稿</vt:lpstr>
      <vt:lpstr>人工智能+</vt:lpstr>
      <vt:lpstr>人工智能+城市</vt:lpstr>
      <vt:lpstr>基本应用场景</vt:lpstr>
      <vt:lpstr>人工智能+金融</vt:lpstr>
      <vt:lpstr>人工智能+金融</vt:lpstr>
      <vt:lpstr>人工智能+医疗</vt:lpstr>
      <vt:lpstr>人工智能+智能家居</vt:lpstr>
      <vt:lpstr>人工智能+交通</vt:lpstr>
      <vt:lpstr>人工智能+客服</vt:lpstr>
      <vt:lpstr>人工智能+内容创作</vt:lpstr>
      <vt:lpstr>人工智能+内容创作</vt:lpstr>
      <vt:lpstr>人工智能+机器人</vt:lpstr>
      <vt:lpstr>人工智能+机器人</vt:lpstr>
      <vt:lpstr>机器学习应用领域</vt:lpstr>
      <vt:lpstr>计算机视觉</vt:lpstr>
      <vt:lpstr>语音技术</vt:lpstr>
      <vt:lpstr>自然语言处理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yuli</dc:creator>
  <cp:lastModifiedBy>webuser</cp:lastModifiedBy>
  <cp:revision>117</cp:revision>
  <dcterms:created xsi:type="dcterms:W3CDTF">2021-09-11T11:16:46Z</dcterms:created>
  <dcterms:modified xsi:type="dcterms:W3CDTF">2025-03-07T07:22:08Z</dcterms:modified>
</cp:coreProperties>
</file>