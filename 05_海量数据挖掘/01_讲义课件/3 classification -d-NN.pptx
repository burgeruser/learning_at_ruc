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100"/>
  </p:notesMasterIdLst>
  <p:handoutMasterIdLst>
    <p:handoutMasterId r:id="rId101"/>
  </p:handoutMasterIdLst>
  <p:sldIdLst>
    <p:sldId id="1344" r:id="rId2"/>
    <p:sldId id="1353" r:id="rId3"/>
    <p:sldId id="1345" r:id="rId4"/>
    <p:sldId id="1346" r:id="rId5"/>
    <p:sldId id="1347" r:id="rId6"/>
    <p:sldId id="1348" r:id="rId7"/>
    <p:sldId id="1349" r:id="rId8"/>
    <p:sldId id="1435" r:id="rId9"/>
    <p:sldId id="1436" r:id="rId10"/>
    <p:sldId id="1350" r:id="rId11"/>
    <p:sldId id="1380" r:id="rId12"/>
    <p:sldId id="1413" r:id="rId13"/>
    <p:sldId id="1382" r:id="rId14"/>
    <p:sldId id="1383" r:id="rId15"/>
    <p:sldId id="1384" r:id="rId16"/>
    <p:sldId id="1385" r:id="rId17"/>
    <p:sldId id="1386" r:id="rId18"/>
    <p:sldId id="1387" r:id="rId19"/>
    <p:sldId id="1388" r:id="rId20"/>
    <p:sldId id="1351" r:id="rId21"/>
    <p:sldId id="1352" r:id="rId22"/>
    <p:sldId id="1324" r:id="rId23"/>
    <p:sldId id="1325" r:id="rId24"/>
    <p:sldId id="1326" r:id="rId25"/>
    <p:sldId id="1327" r:id="rId26"/>
    <p:sldId id="1339" r:id="rId27"/>
    <p:sldId id="1340" r:id="rId28"/>
    <p:sldId id="1328" r:id="rId29"/>
    <p:sldId id="1329" r:id="rId30"/>
    <p:sldId id="1330" r:id="rId31"/>
    <p:sldId id="1331" r:id="rId32"/>
    <p:sldId id="1332" r:id="rId33"/>
    <p:sldId id="1341" r:id="rId34"/>
    <p:sldId id="1469" r:id="rId35"/>
    <p:sldId id="1470" r:id="rId36"/>
    <p:sldId id="1471" r:id="rId37"/>
    <p:sldId id="1472" r:id="rId38"/>
    <p:sldId id="1473" r:id="rId39"/>
    <p:sldId id="1474" r:id="rId40"/>
    <p:sldId id="1342" r:id="rId41"/>
    <p:sldId id="1343" r:id="rId42"/>
    <p:sldId id="1337" r:id="rId43"/>
    <p:sldId id="1235" r:id="rId44"/>
    <p:sldId id="1456" r:id="rId45"/>
    <p:sldId id="1463" r:id="rId46"/>
    <p:sldId id="1489" r:id="rId47"/>
    <p:sldId id="1490" r:id="rId48"/>
    <p:sldId id="1492" r:id="rId49"/>
    <p:sldId id="1493" r:id="rId50"/>
    <p:sldId id="1464" r:id="rId51"/>
    <p:sldId id="1465" r:id="rId52"/>
    <p:sldId id="1466" r:id="rId53"/>
    <p:sldId id="1461" r:id="rId54"/>
    <p:sldId id="1482" r:id="rId55"/>
    <p:sldId id="1480" r:id="rId56"/>
    <p:sldId id="1481" r:id="rId57"/>
    <p:sldId id="1467" r:id="rId58"/>
    <p:sldId id="1462" r:id="rId59"/>
    <p:sldId id="1495" r:id="rId60"/>
    <p:sldId id="1460" r:id="rId61"/>
    <p:sldId id="1458" r:id="rId62"/>
    <p:sldId id="1496" r:id="rId63"/>
    <p:sldId id="1355" r:id="rId64"/>
    <p:sldId id="1414" r:id="rId65"/>
    <p:sldId id="1415" r:id="rId66"/>
    <p:sldId id="1417" r:id="rId67"/>
    <p:sldId id="1418" r:id="rId68"/>
    <p:sldId id="1425" r:id="rId69"/>
    <p:sldId id="1419" r:id="rId70"/>
    <p:sldId id="1437" r:id="rId71"/>
    <p:sldId id="1438" r:id="rId72"/>
    <p:sldId id="1439" r:id="rId73"/>
    <p:sldId id="1440" r:id="rId74"/>
    <p:sldId id="1441" r:id="rId75"/>
    <p:sldId id="1484" r:id="rId76"/>
    <p:sldId id="1442" r:id="rId77"/>
    <p:sldId id="1443" r:id="rId78"/>
    <p:sldId id="1444" r:id="rId79"/>
    <p:sldId id="1445" r:id="rId80"/>
    <p:sldId id="1486" r:id="rId81"/>
    <p:sldId id="1485" r:id="rId82"/>
    <p:sldId id="1446" r:id="rId83"/>
    <p:sldId id="1487" r:id="rId84"/>
    <p:sldId id="1488" r:id="rId85"/>
    <p:sldId id="1447" r:id="rId86"/>
    <p:sldId id="1448" r:id="rId87"/>
    <p:sldId id="1449" r:id="rId88"/>
    <p:sldId id="1450" r:id="rId89"/>
    <p:sldId id="1451" r:id="rId90"/>
    <p:sldId id="1452" r:id="rId91"/>
    <p:sldId id="1453" r:id="rId92"/>
    <p:sldId id="1454" r:id="rId93"/>
    <p:sldId id="1455" r:id="rId94"/>
    <p:sldId id="1434" r:id="rId95"/>
    <p:sldId id="1476" r:id="rId96"/>
    <p:sldId id="1478" r:id="rId97"/>
    <p:sldId id="1479" r:id="rId98"/>
    <p:sldId id="1477" r:id="rId99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6EA"/>
    <a:srgbClr val="FAE2F6"/>
    <a:srgbClr val="170981"/>
    <a:srgbClr val="121328"/>
    <a:srgbClr val="8FF9EF"/>
    <a:srgbClr val="993300"/>
    <a:srgbClr val="00CE98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20" autoAdjust="0"/>
  </p:normalViewPr>
  <p:slideViewPr>
    <p:cSldViewPr>
      <p:cViewPr varScale="1">
        <p:scale>
          <a:sx n="118" d="100"/>
          <a:sy n="118" d="100"/>
        </p:scale>
        <p:origin x="142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8057"/>
    </p:cViewPr>
  </p:sorterViewPr>
  <p:notesViewPr>
    <p:cSldViewPr>
      <p:cViewPr varScale="1">
        <p:scale>
          <a:sx n="38" d="100"/>
          <a:sy n="38" d="100"/>
        </p:scale>
        <p:origin x="-1530" y="-72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9.wmf"/><Relationship Id="rId1" Type="http://schemas.openxmlformats.org/officeDocument/2006/relationships/image" Target="../media/image27.wmf"/><Relationship Id="rId4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9.wmf"/><Relationship Id="rId1" Type="http://schemas.openxmlformats.org/officeDocument/2006/relationships/image" Target="../media/image27.wmf"/><Relationship Id="rId4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9.wmf"/><Relationship Id="rId1" Type="http://schemas.openxmlformats.org/officeDocument/2006/relationships/image" Target="../media/image27.wmf"/><Relationship Id="rId4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5B5182-7205-437C-965A-ABBFE97C0E5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5T05:08:01.1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5733 1794 111 0,'0'0'98'15,"0"0"-50"-15,0 0-13 16,0 0 1-16,0 0 0 16,0 0 0-16,-2 2 3 15,2-2-13-15,0 0-16 16,0 2-10-16,0 1 0 16,0 2-55-16,0 5-7 15,10 5-23-15,-4-4-20 16,0 0-25-16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07T03:30:54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11139 10636 0,'14'0'157,"-1"0"-142,0 0 1,27 0 15,-27 0 32,0 0 46,0 0-78,14 0 32,-1 0 15</inkml:trace>
  <inkml:trace contextRef="#ctx0" brushRef="#br0" timeOffset="3470.85">11047 10676 0,'0'26'63,"0"-12"15,13 12-62,0-13-1,0 14 32,-13-14-31,0 13 31,14-12-1,25 12-14,-39-13-1,14 1 344,-14 12 141,0 1-485,0 12-16,-14-26 1,-12 1 0,13 25-16,-1-25 15,1-1 1,0 0 0,13 0-1,-13 0 1,-1 1 15,14 12 16,-26-13-31,13-13 30,0 14-46,-1-1 16,1 0 15,0 0 16,39-13 313,-12 0-345,12 0 1,-13 0-1,14 0 1,-14 0 0,0 0 31,0 0-32,27 0-15,-27 0 16,1 0-1,-1 0-15,26 0 16,-25 0 15,-1 0 1,0 0-32,27 0 15,-27 14 266</inkml:trace>
  <inkml:trace contextRef="#ctx0" brushRef="#br0" timeOffset="5174.94">11086 10702 0,'0'-26'218,"14"13"-171,12-14-15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11-02T02:58:12.2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3730 3170 462 0,'0'0'51'15,"0"0"-37"-15,0 0-14 16,0 0 0-16,0 0-24 15,0 0 2-15,-28 0 12 16,21-2-2-16,-4 0 11 16,-2 2-9-16,-19 0-38 15,6 0-74-15,-3 8-40 0</inkml:trace>
  <inkml:trace contextRef="#ctx0" brushRef="#br0" timeOffset="9024.7">16265 6485 84 0,'0'0'94'16,"0"0"-58"-16,0 0 1 15,0 0 14-15,0 0-11 16,0 0-5-16,0 0-1 15,0 0-2-15,0 0-10 16,0 0-8-16,0 0 11 0,0 0 2 16,0 0 2-16,0 0-5 15,0 0 0-15,0 0-1 16,0 0 4-16,0 0-4 16,0 0-1-16,0 0-11 15,0 0 4-15,0 0 11 16,0 0 13-16,0 0 8 15,0 0-5-15,0 0-10 16,0 0-7-16,0 0-15 16,0 0 3-16,0 0 3 15,0 0-5-15,-4 0-1 16,-7 2 5-16,-2 8-9 16,-3 2 7-16,1 0-3 15,-3 0-9-15,-1 2 10 16,2 0-10-16,-3 0 0 0,3 0 0 15,-4-2 0-15,3 0 0 16,1-2 1-16,-2-2-1 16,4 0 1-16,1-2-2 15,6 0 1-15,-1 0-1 16,2-2 0-16,0 2 0 16,3-4-1-16,0 2 0 15,-1-2 1-15,3 0 0 16,0-2 0-16,2 2 0 15,0-2 0-15,0 0 0 16,0 0 0-16,0 0 0 16,0 0 0-16,0 0 0 15,0 0 1-15,0 0 5 16,0 0-4-16,0 0 6 16,0 0-2-16,0 0-3 0,0 0 4 15,0 0-6 1,0 0 6-16,0 0-7 0,0 0 0 15,0 0 0-15,0 0 0 16,0 0-1-16,0 0 1 16,0 0 0-16,0 2 1 15,0 4 0-15,0 2-1 16,0 6 6-16,0-2-6 16,0 5 0-16,2-2 13 15,-2 2-12-15,2 1 9 0,0 1-3 16,1 3-1-16,-1 7 0 15,-2 1 6-15,0 6-2 16,0 2 0-16,0 0 1 16,0 2-2-16,0-2-8 15,0 1 12-15,0-2 6 16,0 2-7-16,0-3-10 16,0 0 8-16,-2 0-3 15,-3-2 6-15,1 0-11 16,0-4-1-16,-2 0 9 15,4-2-8-15,0-2 4 16,2 1 0-16,0-2-5 16,0 0-1-16,0-2 0 15,0 2 1-15,0-3 0 16,0 0-1-16,0-2 1 0,0 0-1 16,-2 2 0-16,0-2 0 15,2-2 0-15,-2 2 0 16,2-2 0-16,0-2 0 15,0 0 1-15,0 0-1 16,0 2 0-16,0-2 0 16,0-2 0-16,0 0 0 15,0-1 0-15,0-4 0 16,0 0 0-16,0-4 0 16,0-1 0-16,0 1 0 15,0-3 0-15,0 0 0 16,0-2 0-16,0 0-1 15,0 0 1-15,0 0 0 0,0 0 0 16,0 0-1 0,0 0 1-16,0 0 0 0,0 0-1 15,0 0-8-15,4 0 9 16,0 0 0-16,6 1 0 16,3 2 0-16,3 1 0 15,3 0 1-15,6 0 0 16,6 2 0-16,5 0 2 15,1 2-2-15,6-3 0 16,-1 4 1-16,0-3-1 16,-3 2-1-16,-6-2 1 15,-4 0-1-15,-7-2 0 16,-6 0 0-16,-8-2 1 16,-1-2-1-16,-4 2 1 15,-3-2 9-15,0 0 9 0,0 0 4 16,0 0 2-16,0 2 0 15,0 0-24-15,0-2 25 16,0 2-13-16,0-2-13 16,0 0 0-16,0 0-33 15,0 0-47-15,0 0-50 16,0-4-102-16,0-9-408 0</inkml:trace>
  <inkml:trace contextRef="#ctx0" brushRef="#br0" timeOffset="10581.61">16215 7142 211 0,'0'0'160'0,"0"0"-114"15,0 0-34-15,0 0 31 16,0 0 49-16,0 0-14 16,0 0-26-16,0 0-11 15,0 0-1-15,0 0-13 16,0 0-14-16,0 0-5 15,0 3-8-15,0 2 2 0,0 8 21 16,0 2 23 0,0 10-1-16,0 3-11 0,0 2-13 15,0 4-1-15,2-2 0 16,0 0-3-16,0 0-8 16,0-4-8-16,3-4 1 15,-3-4-1-15,2-2-1 16,-1-2 0-16,-1-3 1 15,0-2-1-15,1-3 0 16,-1-2 1-16,-2-2-1 16,2 0 0-16,0-4 0 15,-2 0-1-15,2 0 1 16,0 0-7-16,3 0 7 16,1 0 1-16,4-1 0 15,1-8 6-15,2-3-7 0,0 1-1 16,4-4 1-1,0-3-7-15,-1 0-7 0,1-4-5 16,-1 2-7 0,-1 0 13-16,-3 4 1 0,-3 4 12 15,-5 0 0-15,2 4 0 16,-3 0 9-16,1 0-3 16,-2 2 1-16,1 0 12 15,-3 4-8-15,2 2-5 16,-2 0-5-16,0 0 8 15,0 0-8-15,3 2 0 16,-1 14 15-16,2 6 23 16,2 4-12-16,1 2-12 15,0 0-7-15,2-2-2 0,0-1 1 16,-1-2-6-16,2-3 0 16,-1-3 0-16,-1-4 0 15,-4-3-1-15,2-3 1 16,-4-3 0-16,0-4-1 15,0 0 1-15,0 0 6 16,1 0-6-16,1 0 0 16,2-8-1-16,8-13 0 15,-1-4 0-15,3-8-1 16,2-1-10-16,-2-2-5 16,-1-2 4-16,1 4 2 15,-3 0 10-15,1 0-1 16,-4 3 0-16,-1 2 1 0,1 3 0 15,-4 4 0 1,-4 8 10-16,0 4 0 0,1 6 2 16,-3 1-5-16,0 2-5 15,0 1-1-15,0 0 0 16,0 0-1-16,0 0-1 16,0 0-18-16,0 0-13 15,0 0-21-15,0 0-35 16,2-3-55-16,0 2-87 15,-2-2-51-15</inkml:trace>
  <inkml:trace contextRef="#ctx0" brushRef="#br0" timeOffset="11222.16">16863 7407 117 0,'0'0'183'0,"0"0"-141"16,0 0-25-16,0 0 5 15,0 0 13-15,0 0 5 16,0 0 2-16,13 0-2 16,-13 6 27-16,3 4-2 15,-3 2 8-15,0 2-15 16,0 2-29-16,0 0-13 15,0 5-3-15,-5-2-2 16,-4 2-2-16,0-3-8 16,0-3 5-16,0 0-6 15,3-3 1-15,1-4 1 16,3 0-2-16,2-4 0 0,0 0 0 16,0-2 0-16,0 0 1 15,13 0 9-15,5-2 3 16,2 0 0-16,2 0-12 15,3 0 1-15,0 0 0 16,-4 0-1-16,0 0 1 16,-3-2-1-16,-3 0 0 15,-1 0 0-15,-3 0 1 16,-3 2 6-16,0-2-7 16,-7 2 0-16,2-2 0 15,-1 2-1-15,-2 0 0 16,0-2-1-16,3 2-19 15,-1-4-32-15,0 0-54 0,0-6-102 16,-2 2 9-16,0-1-73 16</inkml:trace>
  <inkml:trace contextRef="#ctx0" brushRef="#br0" timeOffset="11602.48">16942 7483 385 0,'0'0'73'0,"0"0"-55"0,0 0-7 15,0 0 17-15,0 0 11 16,0 0 8-16,0 0 20 15,0 37 3-15,0-18-15 16,-1 3-10-16,-4 0-22 16,1-1-8-16,-1-3-5 15,3-2-9-15,-2-2 0 16,0-2-1-16,1-2 0 16,3-2 0-16,0-2-6 15,0-2-15-15,0 0-28 16,0 2-15-16,0-4-36 0,0 0-16 15,0-2 0 1,7 0-45-16,-1-2-31 0</inkml:trace>
  <inkml:trace contextRef="#ctx0" brushRef="#br0" timeOffset="12199.98">17255 7297 333 0,'0'0'143'0,"0"0"-107"0,0 0-24 15,0 0 24-15,0 0 29 16,0 0-20-16,0 0 44 16,0 42-20-16,0-14-22 15,-2 4-10-15,-5 0 1 16,0 0-15-16,1 2 1 16,-1 1 5-16,0-3-8 15,2 0-7-15,1-2 2 16,2-2-3-16,2-2 4 15,0-2-15-15,0-4 4 16,0-2-4-16,0-6-1 0,0-4 0 16,4-2 7-1,3-4-7-15,5-2 0 0,-2 0 1 16,4 0-2-16,-1-2-2 16,0-10-7-16,1-2-5 15,-3-2-6-15,-1-2-1 16,-4-2-2-16,-4 4-20 15,-2 0 15-15,0 4 17 16,0 4 11-16,-2 2 19 16,-11 2-9-16,-1 2 0 15,-3 2-9-15,1 0-1 16,-5 0 0-16,6 0 0 16,-1 0-2-16,5 2-18 15,5 2-35-15,1-1-52 0,5 4-108 16,0-3-36-16,5-4-91 0</inkml:trace>
  <inkml:trace contextRef="#ctx0" brushRef="#br0" timeOffset="14148.99">17867 7022 185 0,'0'0'151'0,"0"0"-109"0,0 0-20 16,0 0 31-16,0 0 12 15,0 0-6-15,0 0-10 16,0 0-5-16,0 0 5 16,0 0-10-16,0 0-22 15,0 8-7-15,0 6 32 16,0 10 45-16,0 7-9 15,0 5-29-15,0 4-10 16,5-2-16-16,4 0-22 16,-2-6 7-16,-1-4-8 0,1-6 1 15,0-2-1 1,-3-2 1-16,-2-4 0 0,1-2-1 16,-1 2 0-16,0-4 0 15,0 0 0-15,-2-2 0 16,2-2 0-16,-2-4 0 15,0 0-2-15,2-2-8 16,-2 0-7-16,3 0 2 16,-3 0 8-16,3 0 7 15,-1 0 6-15,0 0-5 16,4-8 6-16,1-6-7 16,5-4 0-16,1-2-3 15,2-4-19-15,3 0-8 16,2-4 0-16,-2-2-15 15,0 2 17-15,-2 0 8 0,-3 4 14 16,-2 3 6-16,-3 7 0 16,0 3 1-16,-2 3 12 15,-4 1-2-15,-2 5 5 16,2 2-4-16,-2 0-11 16,3 0 8-16,-1 10-3 15,2 15 18-15,0 4 20 16,4 6-20-16,1 1-9 15,-3-2-5-15,6-4-10 16,-4-2 8-16,3-6-8 16,-2-2 0-16,0-6 2 15,-2-2-2-15,-1-6 0 16,0-2 1-16,-2-2-1 16,-2-2 0-16,0 0 0 15,5 0 9-15,1-16-8 0,1-2 1 16,5-8-1-16,-1-4-1 15,3-2-7-15,-3-4 1 16,1 0-2-16,-1 0 7 16,-2 0 1-16,-2 0 1 15,0 4 6-15,-3-1-7 16,2 1 6-16,-4 2 4 16,0 4-9-16,1 2 0 15,-3 6 5-15,0 6 6 16,0 4 8-16,-2 4-3 15,0 2-7-15,0 2-10 16,0 0 0-16,0 0-17 0,0 0-25 16,0 0-39-16,2 0-29 15,-2 12-53-15,0 2-97 16,0 0-60-16</inkml:trace>
  <inkml:trace contextRef="#ctx0" brushRef="#br0" timeOffset="14761.81">18444 7243 309 0,'0'0'58'16,"0"0"-41"-16,0 0 9 15,0 0 52-15,0 0 11 16,0 0-15-16,-19 104-3 15,17-82-8-15,-2 2-14 16,0-2-21-16,2-4-7 0,2 1-5 16,0-4-7-16,0-1-8 15,0-2 5-15,0 1-6 16,6-4 1-16,2 0-1 16,5-4-1-16,-2-1-5 15,3 1-13-15,-3-4 2 16,-2 3 8-16,-2-1 8 15,-1-2 1-15,-4 2 0 16,3-1 0-16,-5-1 3 16,0 3 6-16,0-1 9 15,0-2 8-15,0 6 8 16,-5-1 5-16,-10-1-8 16,-5 4-12-16,-3-1-7 15,-4-2-2-15,-2 0-10 16,-1-2 0-16,6-1 0 0,1 0-16 15,3-3 2 1,7 0-17-16,3 0-24 0,10 0-43 16,0-22-91-16,0-2-32 15,14-1-57-15</inkml:trace>
  <inkml:trace contextRef="#ctx0" brushRef="#br0" timeOffset="15037.64">18425 7365 398 0,'0'0'125'0,"0"0"-119"15,0 0 11-15,0 0 60 16,0 0 25-16,0 0-35 15,0 0-21-15,98 0-1 16,-81 0-26-16,-1 2-12 16,-3 0-7-16,-3-2 0 15,-4 2-1-15,1-2-19 16,-1 0-19-16,0 0-42 16,-2 0-85-16,0 0-23 15,-4 0-76-15</inkml:trace>
  <inkml:trace contextRef="#ctx0" brushRef="#br0" timeOffset="15649.36">18621 7217 386 0,'0'0'90'16,"0"0"-63"-16,0 0 18 15,0 0 13-15,0 0-12 0,0 0-23 16,0 0-16-16,2 12 28 16,-2 6 31-16,0 4-11 15,-2 4-16-15,-7 2-3 16,2 4-1-16,2 0-12 15,1 4-9-15,0-2 2 16,-1-2-14-16,3 0-1 16,2-3 8-16,0-5-9 15,0-5 0-15,0-2 0 16,0-5 0-16,0-4 0 16,0-2-1-16,0-2-16 0,9-2 8 15,2 0 1-15,3-2-7 16,-1 0-8-16,3 0-10 15,-1-2-3-15,-1-7 7 16,1 2 3-16,-3-4-6 16,-2 2 6-16,-3-4 16 15,-5 3 10-15,-2 1 0 16,0-1-11-16,0 2 11 16,-2-1 0-16,-11 4 0 15,-1-2 21-15,1 1 5 16,-1 2-5-16,-1 3-2 15,-1 1 1-15,1 0-18 16,2 0-2-16,-3 0 0 16,5 0-15-16,-1 0-21 0,4 0-8 15,1 1-44-15,3-1-60 16,4 0-27-16,0 0-118 0</inkml:trace>
  <inkml:trace contextRef="#ctx0" brushRef="#br0" timeOffset="16819.64">18652 6601 185 0,'0'0'137'15,"0"0"-43"-15,0 0-16 16,0 0 12-16,0 0-10 15,0 0-14-15,0 0 1 16,0-2-8-16,0 2-14 16,0 0-14-16,0 0-6 15,0 0-8-15,4 0-5 16,4 0-3-16,5 0-1 16,2 6 1-16,3 2-3 15,1-2-5-15,6 0 6 16,2 0-1-16,-2-2-6 15,2 0-1-15,-3-2-9 16,0-2-1-16,-4 0-9 16,-4 0-3-16,-3 0 4 0,-6 0-7 15,-1 0 0-15,-4 0 18 16,-2 0 6-16,0 0 2 16,0 0 1-16,0 0 0 15,0 0 0-15,0 0 6 16,0 0-7-16,0 0 1 15,0 0-1-15,0 0 0 16,0 0 1-16,0 4-1 16,0 8 1-16,0 4 9 15,0 6 1-15,0 7-2 16,0 0-2-16,-2 6 6 0,2 2 3 16,0 3-6-1,0 3 2-15,0 3-6 0,0 0-5 16,0 2 9-16,0 3-1 15,-2-4 1-15,2 0 4 16,-2-3-1-16,0-4-5 16,0-4 0-16,0-2-8 15,2 0 8-15,0 0-8 16,-3 0 1-16,3 0 2 16,0 0 3-16,0-1 5 15,0-5 1-15,0 0-11 16,0-1 0-16,0 0 0 15,0-1 1-15,0-2-1 16,0 0-1-16,0-2 1 16,0 0 0-16,0-4-1 0,0 2 2 15,3 0-1-15,-3-2-1 16,0-2 1-16,2 0-1 16,-2 1 0-16,0-6 0 15,0 0 0-15,0-4 1 16,0 0-1-16,0-3 1 15,0-2 5-15,0 0-5 16,0 0 6-16,-7-1 0 16,-7 3-4-16,-3 0-3 15,-8 1-1-15,-2-1-10 16,-2-3-4-16,-2 2 1 16,2-3-9-16,2 0-31 0,-4-4-61 15,5-13-165-15,4-1-59 16</inkml:trace>
  <inkml:trace contextRef="#ctx0" brushRef="#br0" timeOffset="17514.8">19155 7195 388 0,'0'0'120'0,"0"0"-80"16,0 0 25 0,0 0 44-16,0 0 15 0,0 0-38 15,0 0-34-15,0 63-8 16,0-52-1-16,0-5-1 16,0 0-16-16,0-4 2 15,0 0-12-15,0-2-14 16,0 2 4-16,0-2-4 15,0 0-1-15,0 0 6 16,0 0-7-16,0 0-25 16,0 0-50-16,0-8-68 15,0-8-248-15,0-2-111 0</inkml:trace>
  <inkml:trace contextRef="#ctx0" brushRef="#br0" timeOffset="24746.08">19568 6421 178 0,'0'0'95'0,"0"0"-27"16,0 0 18-16,0 0 9 15,0 0-4-15,0 0-16 16,0 0-13-16,0 0-15 16,0 0-3-16,0 0 1 15,0 0-4-15,0 0-14 0,0 0 2 16,0 0-10-16,0 0 0 16,0 0 7-16,-12 6-13 15,-7 3 0-15,-4 4-12 16,-2 1-1-16,2 0 1 15,0 0 1-15,1-2-1 16,1 2 0-16,4-4-1 16,3 0 1-16,3-4-1 15,5 0 0-15,4-4 0 16,0 0-1-16,2-2-12 16,0 2-2-16,0-2 1 15,0 0 4-15,0 0 1 16,0 0 3-16,0 0 5 0,0 0 0 15,0 0-1 1,0 0 1-16,0 0 1 0,0 0 0 16,0 0 0-16,0 0 1 15,0 0 1-15,0 0-1 16,0 0 0-16,0 0-1 16,0 0 1-16,0 0 1 15,0 0-1-15,0 0 0 16,0 0 0-16,0 0 0 15,0 0-1-15,0 0 0 16,0 0 0-16,0 0 0 16,0 2-1-16,0 2-1 15,2 4 2-15,0 0-1 16,2 4 1-16,-2 0 0 16,3 2 1-16,-1 2 0 0,-2 0-1 15,0 2 1-15,1 2 0 16,-3 2 11-16,0 2-5 15,2 2-6-15,-2 1 1 16,0-1 4-16,0-4-5 16,0 0 1-16,0-2-1 15,0 0 1-15,0-4 4 16,0-2-5-16,0-2 0 16,3 0 1-16,-3-2-1 15,0 0 0-15,0 0 0 0,0 0 0 16,0 2 0-1,0-2 1-15,0 2-1 16,0-2 0-16,0 0 0 16,0 0 0-16,0 0 0 15,0 0-1-15,0 0 0 16,0 0 2-16,0 0-2 0,0 2 1 16,0 1-1-16,0 0 0 15,0 1 0-15,0 3 1 16,0-3-1-16,0 1 1 15,0 0-1-15,0-1 0 16,-3-3 1-16,1 2-1 16,-1-3 1-16,1 0-1 15,0-2 2-15,0 2-1 16,0 2-1-16,-1-2 1 16,1 2-1-16,0-4 2 15,0 2 0-15,0-2-2 0,0 0 1 16,2 2 0-1,-2-2-1-15,-2 2 1 0,3 0-1 16,-2 0 0-16,1 0 1 16,2-2-1-16,-2 2 0 15,0-2 1-15,-1 2-1 16,1 2 0-16,2-2 0 16,0 3 1-16,0-4-1 15,-2 1-1-15,2 0 1 16,0-2 0-16,-2 0 1 15,2-2-1-15,0 1 0 16,0-3 0-16,-2-1 0 16,2 1 0-16,0 0 0 0,0 0 0 15,-2-1 0 1,2-1 0-16,0 0 0 0,0 0 0 16,0-1 0-16,0 2 0 15,0-2 0-15,0 2 0 16,0-3 0-16,0 1 0 15,-3 2-1-15,3-3 1 16,0 2 0-16,0 0 1 16,0-2-1-16,0 0 0 15,0 2 0-15,0-2 0 16,0 0 0-16,0 0 0 16,0 1 0-16,-2-1 0 15,2 3-1-15,0-2 1 0,0 2 0 16,0-1 0-1,0-2 0-15,0 0 0 0,0 0 0 16,0 0 0-16,0 0 0 16,0 0 1-16,0 0-1 15,0 0 0-15,0 0 1 16,0 0 6-16,0 0-5 16,0 0-2-16,0 0 0 15,0 0 0-15,0 0-7 16,0 0 7-16,0 0-6 15,0 0 6-15,0 0 0 16,0 0 0-16,0 0-1 0,0 0 1 16,0 2 0-16,7 2 0 15,4 3 1-15,5 4 11 16,1 5-5-16,5 4 13 16,1 4 1-16,4 2-11 15,-3 0-9-15,0 0 0 16,-1-2 0-16,-1 0 1 15,-4-2-1-15,0-4 0 16,-3-3 1-16,-3-4 0 16,-4-3-2-16,-1 1 1 15,-3-5-1-15,-2 0 1 16,2-4 0-16,-4 1 0 16,1-1 0-16,-1 0 11 15,0 0-1-15,0 0-3 16,0 0-1-16,0 0-1 0,0 0-5 15,0 0-1-15,0 0-14 16,0-8-47-16,-1-14-80 16,-11 2-163-16,1-4-77 0</inkml:trace>
  <inkml:trace contextRef="#ctx0" brushRef="#br0" timeOffset="27064.83">19793 6445 98 0,'0'0'93'0,"0"0"-93"16,0 0 0-16,0 0-13 15,0 0 1-15,0 0-11 16,0 0-29-16,-13 0 26 15,11 0 18-15,-2 0 8 16,4 0 11-16,0 0-4 0,0 0-6 16,0 0 0-16,0 0-1 15,0 0 1-15,0 0 0 16,0 0 9-16,0 0 8 16,0 0 0-16,0 0 5 15,0 0 7-15,0 0-1 16,0 0-15-16,0 0-6 15,0 0-7-15,0 0 1 16,0 0 0-16,0 0 7 16,0 0 8-16,0 0-4 15,0 0-2-15,0 0 1 16,0 0-5-16,0 0 5 16,0 0-5-16,0 0 3 15,0 0-3-15,0 0 0 0,0 0 9 16,0 0 3-16,0 0-2 15,0 0-5-15,0 0-2 16,0 0 3-16,0 0 3 16,0 0 1-16,0 0 6 15,0 0 2-15,0 0-8 16,0 0-1-16,0 0-3 16,0 0 9-16,0 0 15 15,0 0 12-15,0 0-3 16,-6 0-20-16,-3 8 61 15,-5 10-18-15,4 6-18 16,-3 2-18-16,1 2-13 16,3 0-1-16,3 0 3 0,2-2-5 15,1-2-2 1,3 0 3-16,0 0-6 0,0-3 0 16,0-3 2-16,9-3-2 15,2-2-2-15,-2-4-9 16,0 0 1-16,0-5 4 15,-3 0-5-15,2-3-1 16,0-1 0-16,-1 0 0 16,-1 0 1-16,6 0 5 15,-3 0 2-15,1 0 1 16,4-9-8-16,-3-1 12 16,3-4-11-16,-1-3-1 15,-2 1 5-15,0-4-6 0,0 2 1 16,-2-2 0-1,0 0 0-15,0 2 1 0,-5 2-2 16,1-2 0-16,-1 2 1 16,-4-2-1-16,0 0 1 15,0 2 0-15,0-2 0 16,0 0-1-16,0 2 0 16,0-2-1-16,0 4 0 15,-2 0-7-15,-5 1 2 16,-1 4 5-16,1 0-6 15,-2 1 7-15,0 3 1 16,3 0 0-16,1 1-1 0,-3 3-8 16,4 1-3-1,0-3 1-15,0 3-2 0,0 0-1 16,1 0-4-16,1 0-32 16,-2 0-47-16,-2 3-38 15,-4 12-22-15,1-2-56 16,0-4-65-16</inkml:trace>
  <inkml:trace contextRef="#ctx0" brushRef="#br0" timeOffset="27639.3">20050 6543 542 0,'0'0'166'0,"0"0"-162"15,0 0-3-15,0 0-1 0,0 0 13 16,0 0 1-16,0 0 21 16,0 58-2-16,-8-30 19 15,-3 0-16-15,2 0-13 16,-2 0-14-16,2-2-2 15,3-1 2-15,1-4-8 16,2 0-1-16,3-3 1 16,0-6 0-16,0-2 0 15,0-2 1-15,3-4-1 16,8 2 1-16,0-5-2 16,5 2 1-16,1-3-1 15,2 0 0-15,0 0-2 16,-1 0-8-16,-2 0-6 0,-1 0-1 15,-2-3-21 1,1 0-12-16,-5-3-12 0,-3 2-6 16,2-2-38-16,-4-4-31 15,1 2-40-15,-1-2-3 16</inkml:trace>
  <inkml:trace contextRef="#ctx0" brushRef="#br0" timeOffset="27930.54">20123 6679 55 0,'0'0'250'0,"0"0"-187"16,0 0-25-16,0 0 25 16,0 0 15-16,-23 113 10 15,21-83-30-15,0 0-32 16,-2 0-16-16,1 0-9 16,-2-4 0-16,1 12-1 15,-3-8-82-15,3-4-139 0</inkml:trace>
  <inkml:trace contextRef="#ctx0" brushRef="#br0" timeOffset="29095.7">19913 7485 178 0,'0'0'150'0,"0"0"-133"0,0 0-16 15,0 0 27-15,0 0 50 16,0 0 36-16,0 0-6 15,-22 65-45-15,13-41-3 16,2 6-13-16,0 2-6 16,3 2-7-16,1 0-6 15,3 0-9-15,0-2-8 16,0-2-1-16,0-3 2 16,3-4-3-16,6-3-2 15,2-4 3-15,0-3-9 16,-2-4 5-16,0-3-5 15,0-3-1-15,2-3 0 16,0 0 0-16,4 0 0 0,4-3-6 16,1-8-7-1,-3-6 0-15,1 1-2 0,-2-2 2 16,-2 0 0-16,-4 0 5 16,-3 0 6-16,-3 0 1 15,1 0 1-15,-2 2 0 16,-3-2 1-16,0 2 7 15,0 0 4-15,0 0 10 16,0 0-9-16,0 2 0 16,0-3-2-16,0 4-1 15,-5-1 5-15,-2 1-5 16,-2 3 9-16,3 2-3 0,-6 3 0 16,3-1-5-16,-2-1-9 15,0 2-1 1,0 0 19-16,0 1-19 0,-1 0-1 15,4 0 1-15,1 1-1 16,3 0 0-16,0 2 0 16,2 1 0-16,2 0 0 15,0 0-9-15,0 0 3 16,-4 0-8-16,4 0-4 16,-4 0 10-16,0 4-1 15,-1 2 8-15,1 2-7 16,0-2-10-16,2-1-19 15,2 3-51-15,0-1-88 16,0-1-84-16,0-5-71 0</inkml:trace>
  <inkml:trace contextRef="#ctx0" brushRef="#br0" timeOffset="30169.31">20154 7746 85 0,'0'0'113'16,"0"0"-54"-16,0 0 13 15,0 0 12-15,0 0-12 16,0 0-1-16,0 0 1 16,0 0-4-16,0 0 4 15,0 0-20-15,0 0-31 16,0 2-20-16,0 8 1 15,0 4 50-15,-2 6 13 16,-4 6-9-16,2 2-23 16,2-2-15-16,0 1 1 15,2-8-6-15,0-1-12 0,0-4 7 16,0-1-6-16,0-5-2 16,6 2 1-16,6-2 0 15,-1 0-1-15,5 0 1 16,-1 0-1-16,1 0 0 15,-1 0 0-15,-1 2 0 16,-3-2 0-16,-2-2 0 16,-5-2 0-16,1-2 0 15,-5 0 0-15,0 0 0 16,0-2 8-16,0 4 11 16,0 0 6-16,-12 2-11 15,-3 0-12-15,-1 2 5 16,-3-2-7-16,-4 0-1 15,-1-2-14-15,1 0-12 16,1-4-2-16,2 0-3 0,2 0-16 16,3 0-24-16,3 0-25 15,3 0-1-15,3 0 1 16,4-2-63-16,2-16-19 16,0 2 38-16</inkml:trace>
  <inkml:trace contextRef="#ctx0" brushRef="#br0" timeOffset="30460.53">20165 7904 423 0,'0'0'147'0,"0"0"-89"15,0 0 33-15,0 0 30 16,0 0-24-16,0 0-32 16,0 0-25-16,56-19-14 15,-46 16-11-15,2 2-14 16,-1-2 9-16,-2 3-9 16,0 0-1-16,2 0-2 15,-2-1-24-15,2 1-23 16,0-3-48-16,0-4-79 15,-1-2-92-15,-6 1-38 0</inkml:trace>
  <inkml:trace contextRef="#ctx0" brushRef="#br0" timeOffset="32172.38">20512 6515 64 0,'0'0'213'0,"0"0"-154"15,0 0-41-15,0 0-5 16,0 0-2-16,0 0 14 16,0 0 22-16,-6-24 5 15,6 20-16-15,0 0-5 16,0 0-5-16,0 0 7 15,0 1-17-15,0 2 11 16,0 1 15-16,0-3-7 0,0 3 15 16,0-1 6-1,0 1 1-15,0 0-5 0,0 0-20 16,0 0-12-16,0 0-12 16,0 0-8-16,0 0 1 15,2 0 5-15,9 0 1 16,0 5-1-16,3 2-5 15,-1-1 8-15,0 0-8 16,3 0 0-16,-3 0 5 16,1-2-4-16,-1 2-2 15,-2-4 0-15,0 2 0 16,-4-2 0-16,-1-2-9 16,-1 2-2-16,0-2 2 15,-3 0-5-15,-2 0-5 16,2 0 7-16,-2 0 6 0,0 0 6 15,0 0-3-15,0 0-7 16,0 2 10-16,0-2 0 16,0 0 0-16,0 0 0 15,0 0 0-15,0 0 0 16,0 0 0-16,0 0 0 16,0 0 0-16,0 0 0 15,0 2 0-15,0 2-2 16,0 4 1-16,0 4 1 15,0 6 7-15,0 8-6 16,0 6 8-16,-2 10 11 16,2 9 11-16,0 7-1 15,0 6 2-15,0 2-3 16,0-2-18-16,0-4-4 0,0-4 5 16,0-5 1-16,0-5 9 15,2-4-9-15,0-2 16 16,-2 0-9-16,3-4-11 15,-3 0-9-15,2-2 2 16,-2-4-1-16,2-2 9 16,0 0-2-16,-2-3 8 15,2-3-7-15,0-3-6 16,1-1 4-16,-1 1-5 16,1-6-1-16,-3 4 0 15,1-1 1-15,-1 0-2 16,3 0 7-16,-3 2-7 15,2 2 0-15,1 0 0 0,-1 0 1 16,2 0-1-16,-2 0 1 16,0 0-1-16,0-2 0 15,-2 0 0-15,0-2 0 16,3 0 1-16,-3 1-1 16,0-2 1-16,0 3 0 15,0 0-1-15,0-1 0 16,0-2 0-16,0 2 0 15,0-3 1-15,0-2 0 16,-3 0-1-16,1 0 0 16,0-2 2-16,0 0-2 0,0 0 0 15,-2-2 0-15,1 0 1 16,1 0-1-16,-1-4 1 16,2 0-1-16,-2 0 0 15,1-2 2-15,-1-2-1 16,1 0 13-16,-2 2-1 15,0-2-5-15,-3 0-1 16,-2 0-6-16,0 2 0 16,-2-2-1-16,-1 0 0 15,2 2-11-15,-4-2-15 16,1 0-13-16,0 0-26 16,-10 0-55-16,5 0-148 15,1-8-289-15</inkml:trace>
  <inkml:trace contextRef="#ctx0" brushRef="#br0" timeOffset="34207.78">20852 7289 199 0,'0'0'182'16,"0"0"-124"-16,0 0-34 16,0 0 43-16,0 0 38 0,0 0-18 15,0 0-21-15,0-2-24 16,0 2-5-16,0 0 8 15,0 0 0-15,0 0 0 16,0 0-5-16,0 0-12 16,0 0 14-16,0 0-8 15,0 0-18-15,0 0-1 16,1 0-2-16,11 0 4 16,1 0 8-16,5 0-14 15,4 0 2-15,6 0-2 16,1 0-9-16,6-2-1 15,-4 0-1-15,-6-2-1 16,-2 2 1-16,-7 0 0 16,-5 0 0-16,-4 0-2 15,-3 2 4-15,-2-2-2 0,0 2 0 16,-2 0 0-16,0 0 0 16,0 0-6-16,0 0-10 15,0 0-25-15,0 0-14 16,0 0-32-16,0-2-74 15,0-2-98-15,0-1-81 0</inkml:trace>
  <inkml:trace contextRef="#ctx0" brushRef="#br0" timeOffset="34759.66">21037 7046 183 0,'0'0'195'0,"0"0"-126"0,0 0-41 16,0 0 14-16,0 0 28 16,0 0 17-16,0 0-24 15,-4-2-32-15,4 2-23 16,0 8 17-16,0 8 20 15,0 11-5-15,-2 5 1 16,-4 9 6-16,-3 6 5 16,0 5-13-16,2 2-21 15,1-4-4-15,-1-2-7 16,3-6-6-16,-4-6-1 16,4-5 2-16,0-7-1 0,2-6 0 15,-1-6-1 1,3-4 0-16,-2-2-5 15,2-5-15-15,0-1-14 0,0 0-28 16,0 0-36-16,0 0-19 16,9-22-79-16,3-1-73 15,-2-1-39-15</inkml:trace>
  <inkml:trace contextRef="#ctx0" brushRef="#br0" timeOffset="35894.27">21561 6567 234 0,'0'0'189'0,"0"0"-124"16,0 0-10-16,0 0 73 15,0 0 55-15,0 0-61 16,0 0-73-16,6-2-35 16,-6 2-1-16,0 14 22 15,-3 0 4-15,-8 4-16 16,-2 0-5-16,-1-2-7 16,1-2-9-16,-1-2-1 0,1-2-1 15,2-2-8-15,-1 0-9 16,2-2-24-16,-1-2-1 15,1 0 9-15,2 0-16 16,3-2 10-16,1-2 10 16,0 3 6-16,4-3 15 15,0 1 0-15,-3 3-12 16,3 0-2-16,0 1 14 16,0 0 8-16,0 1 7 15,0 1 1-15,0 1 9 16,0-1 10-16,0 5-1 15,0 6 8-15,0 9-4 16,0 7 18-16,0 10-9 16,0 8-9-16,0 4 2 0,0 2-9 15,0 1 5-15,0-4-5 16,0-4-7-16,0-3 8 16,0-2 11-16,0 0-5 15,0 0-1-15,-5 0-8 16,-1 0-5-16,-1-4-6 15,1-3-10-15,-2-7 6 16,2-6-6-16,2-4 1 16,-1-6 0-16,3-6-1 15,0-2 0-15,0-2 1 16,2-4 0-16,0-2-1 0,0 2 2 16,0-2-2-16,0 0 1 15,0 0-1-15,0 0 0 16,0 0 0-16,0 0-1 15,0 0 1-15,0 0-2 16,0 0-7-16,0 0 8 16,0 0-6-16,0 0 7 15,0 0 0-15,0 0 0 16,0 0 0-16,4 0 2 16,7 2 0-16,3-2 4 15,1 2-6-15,1-2 1 16,-3 0-1-16,-2 0 0 15,-2 0-6-15,2 0-4 16,-2 0-6-16,0 0-20 16,0 0-29-16,0-8-42 0,-3 0-38 15,4-6-77-15,-6 4-50 16,0-2 47-16</inkml:trace>
  <inkml:trace contextRef="#ctx0" brushRef="#br0" timeOffset="36998.06">21673 6829 317 0,'0'0'113'0,"0"0"-77"16,0 0-2-16,0 0 46 15,0 0 9-15,0 0-12 16,0 0-5-16,0-4-4 16,0 4-5-16,0 0-12 0,0 0-24 15,0 3-17 1,0 16-10-16,0 12 29 0,-2 9 25 15,-9 8-24 1,2 4-14-16,-2 4 9 0,4-2-6 16,-2-1 2-16,2-3-13 15,1-2-6-15,1-2 0 16,1-6-2-16,2-4 2 16,0-6-1-16,-4-6-1 15,5-5 1-15,-2-8 0 16,3-4-1-16,0-4 0 15,0-1 0-15,0-2 0 16,0 0 0-16,0 0-12 16,0 0 6-16,-2 0-2 15,2 0-5-15,0-8-37 0,0-7-13 16,0-6 15-16,0-5 12 16,0-2-22-16,0-2-14 15,0 2 10-15,0 2 36 16,6 4 16-16,2 4-13 15,1 4 2-15,1 0 0 16,2 4 3-16,1 0 4 16,1 1-12-16,-1 4 4 15,0-1 11-15,1 3 2 16,-3 2 9-16,0 1 0 16,-2 0 0-16,2 0 6 15,-5 8 12-15,2 6 18 16,-2 4 7-16,-2 4 25 15,1 0 8-15,-3 0-26 0,0 0-24 16,-2-4 11-16,0-2-9 16,0-2 2-16,-2-2 5 15,-11-2 8-15,-3 0-11 16,-3 0-18-16,-2-2-6 16,-1 0-1-16,2 0-6 15,2-1 0-15,5-4-1 16,3 1-18-16,4-2-5 15,4-2-7-15,0 2-12 16,2-2-23-16,0 0-28 16,0-4-25-16,4-10-122 15,2-2 4-15</inkml:trace>
  <inkml:trace contextRef="#ctx0" brushRef="#br0" timeOffset="37857.89">21968 7159 205 0,'0'0'176'16,"0"0"-123"-16,0 0-40 15,0 0 38-15,0 0 33 16,0 0-18-16,0 0-30 16,0 0-6-16,0 0 11 15,0 0-7-15,0 0-18 0,0 0-6 16,0 0-8-16,-3 0 8 16,3 0 0-16,-3 0 0 15,0 0 2-15,2 0-4 16,-1 4-6-16,0-3 4 15,2 2-5-15,-2-2 0 16,2 3 1-16,-3 2-1 16,1 2 0-16,-2 5 1 15,-3 1-1-15,1 2 12 16,-4 2 25-16,2 2-12 16,-1 2 0-16,0 0-7 15,2 6-2-15,1 0 16 16,1 4-1-16,3 0-10 0,2-2 8 15,0-2-8 1,0 0-2-16,0-6-7 0,4 0-3 16,3-4-8-16,2-4 6 15,-3-3-6-15,1-5-1 16,0-1 0-16,-3-2 0 16,3-3-1-16,-5 0 0 15,5 0-1-15,-2 0-7 16,3 0 7-16,1-14-6 15,0-2-20-15,-2-4-15 16,-3-2-28-16,-4 1 34 16,0 3 10-16,0 4 25 15,0 4 1-15,-8 4 16 0,-2 0 0 16,1 2 21 0,3 4-25-16,-1 0-12 0,1 0 0 15,1 0-13 1,0 0-36-16,1 0-23 0,0 0-18 15,-1 0-47-15,-3 0-49 16,0 0-29-16,4 0-56 0</inkml:trace>
  <inkml:trace contextRef="#ctx0" brushRef="#br0" timeOffset="41381.22">22023 6665 347 0,'0'0'71'0,"0"0"-44"16,0 0 2-16,0 0 53 15,0 0-11-15,0 0-19 16,0 0 1-16,0 0 5 16,0 0 3-16,0 0-7 15,0 0 11-15,0 0-14 16,0 0-21-16,0 0-14 0,0 0-6 16,0 0 1-1,0 0-1-15,9 0 7 0,2 0 8 16,3 0-7-16,3 0-9 15,1 0 0-15,2 2-9 16,2 0 1-16,-1-2 0 16,-2 2-1-16,2-2 1 15,-3 0-1-15,-1 2 1 16,-3-2-1-16,-3 0-2 16,-3 0-6-16,-1 0 7 15,-2 0-8-15,-1 0 8 16,-4 0-6-16,3 0 1 15,-3 0 5-15,0 0-9 16,0 0 3-16,0 2-1 16,0-2 0-16,0 0-1 0,2 0-3 15,-2 0 4-15,2 0 2 16,-2 0-4-16,0 0 9 16,0 0 1-16,0 0 0 15,0 2 1-15,0-2 6 16,0 0-4-16,0 2 4 15,0-2-6-15,0 0 0 16,0 2 1-16,0 4-2 16,0 4 3-16,0 6 13 15,0 10 4-15,0 5 12 16,2 5-19-16,0 1 1 16,0 4 11-16,1 1-9 15,-1 2 0-15,-1 0 1 16,-1 2 14-16,3 0 5 0,-3 2-4 15,0-2 0-15,0 1-9 16,0-5-9-16,0-4-3 16,0-2-1-16,3-2 6 15,-1 0 3-15,0-2-3 16,1 2 4-16,-3 1 5 16,0-2-1-16,0-1-3 15,0 1-11-15,0-5-9 16,0-4 5-16,0-4-5 15,0-4 0-15,0-4 1 16,0-2-1-16,0-2 0 0,0-2 0 16,0-2 0-1,-3 0 1-15,3-2-2 0,-2 0 1 16,-3 2-1-16,1 0 0 16,-3 0 0-16,1 4 0 15,-1-2-1-15,0 2 1 16,0-4-7-16,3 0-14 15,2-2-15-15,2 0-31 16,0-2-23-16,0 0-32 16,0-4-67-16,0-12-157 15,0-6-143-15</inkml:trace>
  <inkml:trace contextRef="#ctx0" brushRef="#br0" timeOffset="42312.15">22390 7149 215 0,'0'0'131'0,"0"0"-93"16,0 0-21-16,0 0 11 16,0 0 6-16,0 0 4 15,0 0 11-15,0 0-2 16,8 0 30-16,0 0-3 15,3 0-8-15,7 0-36 16,-1 0-20-16,8 0-8 16,0 0-1-16,2 0 1 15,0 0-2-15,2 0 1 16,-2 0 0-16,-4 0-1 16,2 0 1-16,-5 0-1 15,-4 1 1-15,0-1 0 16,-6 0 9-16,-1 0-1 15,3 0-8-15,-6 3 8 0,3-3-3 16,-2 0 1-16,-2 0-7 16,-1 0 1-16,-2 0-1 15,-2 0 1-15,2 0-1 16,-2 0 0-16,0 0-6 16,5 0-10-16,-1 0-35 15,2 0-66-15,2 0-73 16,-4 0-64-16</inkml:trace>
  <inkml:trace contextRef="#ctx0" brushRef="#br0" timeOffset="43001.73">22722 7040 214 0,'0'0'196'0,"0"0"-141"15,0 0-26-15,0 0 76 16,0 0 22-16,0 0-29 15,0 0-30-15,0 0-22 16,0 0 3-16,0 0 9 16,0 0-7-16,0 0-21 15,0 0-14-15,0 0-14 0,7 0 0 16,5 0-1-16,1 2 0 16,1 6 0-16,1 1 0 15,3-2-1-15,-3 1 1 16,1-2 0-16,-3 2-1 15,-2-1-2-15,-2-2-4 16,0-1 6-16,-2 1-3 16,-3 0 2-16,1-2-1 15,-1 0-9-15,-1-1 3 16,-3-2 7-16,0 2-6 16,0-2 5-16,0 4-9 15,0 3-1-15,-3 3 11 16,-13 5 1-16,-3 6 0 15,-4 2 0-15,-1 2-21 16,1-1-29-16,4 0-76 0,-4 2-99 16,7-4-39-1,5-8-111-15</inkml:trace>
  <inkml:trace contextRef="#ctx0" brushRef="#br0" timeOffset="49388.89">23211 6641 591 0,'0'0'0'16,"0"0"0"-16,0 0 0 16,0 0 116-16,0 0 6 0,0 0-70 15,2 0-31-15,-2 0 22 16,0 0 26-16,0 0 2 16,0 0-23-16,0 0-21 15,0 0 1-15,0 0-6 16,0 0-8-16,0 0 5 15,0 0-12-15,-5 0 5 16,-12 2-12-16,1 6 0 16,-2-2 1-16,1 2-1 15,0-2 0-15,5 0 0 16,-2 1 0-16,5-4-1 16,0 1-10-16,3 0-4 15,-2 0 8-15,2 0-2 16,2-2 3-16,1 2-1 15,1-2-4-15,0-2 3 0,2 2 0 16,-2-2-2 0,2 0 8-16,0 2-8 0,0-2-6 15,-2 0-3-15,-1 0-5 16,-2 2 3-16,3-2 7 16,-2 0 7-16,0 3 6 15,1-3 1-15,3 0 0 16,0 0 0-16,0 0-1 15,0 0 0-15,0 0 0 16,0 0-1-16,0 0 2 16,0 0 0-16,0 0 1 15,0 0 12-15,0 0 2 16,0 0-1-16,0 0-1 0,0 0-11 16,0 4-1-16,0-1 0 15,0 8 10-15,0 0 18 16,0 7-7-16,0 4-8 15,0 4 12-15,0 9 8 16,0 3-15-16,0 8 21 16,-4 4-8-16,2 4-13 15,0-2 0-15,0 0-8 16,-1-5-5-16,1-3-4 16,-3-6 6-16,3-2-7 15,-2-4 5-15,1 2 3 16,1-2 1-16,2 0 0 0,0-2-8 15,0 0 0-15,0-2-1 16,0-1 0-16,0-4 0 16,-2-2 0-16,2-2 0 15,0-1 0-15,-2-3-1 16,2-1 1-16,0-2 0 16,0 0-1-16,0-2 0 15,0 2 1-15,-2 0 0 16,0 2-1-16,0 2 1 15,2 0-1-15,-4 0 0 16,4-2 1-16,0-2-1 16,0-4 0-16,0 0 0 15,0-4 1-15,0 0-1 16,0-2 0-16,0 0 0 16,0 0 0-16,0-2-1 0,0 2 1 15,0 0-1-15,0 2 1 16,0-1-1-16,0 0 0 15,0-1-5-15,0 0-10 16,0-2 0-16,0 2 7 16,8 0-1-16,3 2 9 15,2-1 1-15,3-2-1 16,2 1 1-16,-3 0-1 16,-1 0 1-16,-1 1 0 15,-7-3 0-15,2 1 0 16,-7-1 0-16,-1 0-1 0,3 0 1 15,-3 0 0-15,0 0 0 16,0 0-16-16,0 0-29 16,2 0-32-16,0-6-50 15,3-10-180-15,-3 0-212 0</inkml:trace>
  <inkml:trace contextRef="#ctx0" brushRef="#br0" timeOffset="50171.36">23182 6986 327 0,'0'0'136'0,"0"0"-45"16,0 0 23-16,0 0 21 15,0 0-13-15,0 0-47 16,0 0-27-16,0-2-1 16,0 2 0-16,0 0-10 15,0 0 1-15,0 0-14 16,2 0-8-16,4 0-1 16,4 0 4-16,3 0-6 15,1 0-5-15,1 0-7 16,-2-2 5-16,1 2-6 15,-4-2 1-15,0 2-1 16,-6-2 0-16,1 2 0 16,-1 0 0-16,0 0-7 15,1 0-13-15,0 0-15 0,3 0-33 16,-1 0-44-16,2 0-77 16,-4 0-84-16,1 0-14 15,-6 0-37-15</inkml:trace>
  <inkml:trace contextRef="#ctx0" brushRef="#br0" timeOffset="50939.39">23279 7004 149 0,'0'0'187'0,"0"0"-120"0,0 0-17 15,0 0 35-15,0 0 26 16,0 0 6-16,0 0-33 16,-10 86 7-16,5-56 2 15,1 4-15-15,-2 1-25 16,0-2-22-16,4 0-8 16,-2-5-15-16,2-6-7 15,-1-2 0-15,1-4 0 16,0-4 0-16,2-2-1 15,0 0 0-15,0-4 0 16,0 2 0-16,0-2-1 0,0 0-11 16,-2 0 2-1,2 0-7-15,-2-2-8 0,2 0-2 16,-2 2-21-16,2-4-3 16,-5 2 5-16,4-2-2 15,-1 0-1-15,0 0-1 16,0-2 2-16,0 0 2 15,-3 2-8-15,3-2-2 16,-2 0 17-16,-4 2 25 16,4-2 5-16,0 0-15 15,-3 0-49-15,3 0-10 16,0 0 22-16,-1 0-24 16,1 0 30-16,1 0 55 15,1 0 16-15,2 0 45 16,0 0 17-16,0 0-16 0,0 0-5 15,0 0 18-15,0 0 13 16,0 0-5-16,0 0-13 16,0 0-2-16,0 0-4 15,0 0-8-15,0 0-7 16,5 0-5-16,4 0-5 16,4 0 19-16,5 0-3 15,-1 0-25-15,1 0-10 16,0 0-14-16,-4 0 3 15,-4 0-8-15,0 0 0 16,-4 0 1-16,-1 0-2 16,-1 0 1-16,-2 0-1 15,0 0 0-15,3 0-9 0,-1 0-8 16,1 0-15-16,2 0-25 16,-3 0-34-16,3 0-19 15,-2-6-50-15,1 0-96 16,-3 0-39-16</inkml:trace>
  <inkml:trace contextRef="#ctx0" brushRef="#br0" timeOffset="51514.95">23443 7172 466 0,'0'0'127'0,"0"0"-87"15,0 0 28-15,0 0 52 16,0 0-58-16,0 0-48 15,0 0 40-15,-10 71 14 16,-1-37 5-16,1 4 10 16,-2-2-44-16,3 0-6 0,1 0-8 15,-2-4-5-15,3 1-5 16,1-8-14-16,4-3 2 16,0-4-2-16,2-3-1 15,0-5 0-15,0-2 0 16,0-4-9-16,0-1-1 15,8 0 2-15,3-3 7 16,5 0-18-16,-1 0-3 16,1 0-11-16,-1-13-13 15,-5-2-1-15,-3 0 16 16,-3 1 5-16,-4 0 13 16,0 4 3-16,0 5 10 15,0-2 19-15,-2 3-12 16,-7 0-7-16,-1 1 1 15,2-1-1-15,-5 1-11 0,-1-1-15 16,-1 0-25 0,1 2-24-16,5-2 32 0,7-2-12 15,2 0-157-15,0 0-104 16</inkml:trace>
  <inkml:trace contextRef="#ctx0" brushRef="#br0" timeOffset="83694.23">23400 6695 91 0,'0'0'117'0,"0"0"-58"16,0 0-23-16,0 0 0 15,0 0 9-15,0 0-5 16,0 0-8-16,0 0 1 15,0 0 6-15,0 0 6 16,0-2 1-16,0 2 3 16,0 0 2-16,0 0 2 15,0 0 11-15,0 0-2 16,0 0 1-16,0 0-18 0,0 0-16 16,0 0-9-1,0 0-5-15,0 0-7 0,6 0 4 16,2 0-11-16,2 0 7 15,3 0 2-15,1 0-9 16,5 0 7-16,0 0 0 16,1 0-7-16,1 2 0 15,3 0 6-15,-2 3-7 16,1-4 0-16,-6 1 1 16,1-2-1-16,-5 2 1 15,-1 0-1-15,-1-2 1 16,-1 2-1-16,2-2 1 15,-1 2-1-15,2-2 0 0,-1 0 0 16,-2 2 1 0,1-2-1-16,-1 0 0 0,-4 0 0 15,-1 0 1-15,-3 0-1 16,-2 0 1-16,0 0 1 16,0 0-1-16,0 0-1 15,0 2 1-15,0-2-1 16,0 0 0-16,0 0 0 15,0 0-1-15,0 0-2 16,0 3 2-16,0-2-7 16,2 3 1-16,2 2 6 15,2 2 1-15,-2 0 9 16,2 2 1-16,-1 3 1 16,-1-1 3-16,2-1 3 15,0 3-2-15,-4 3-8 0,2-1 12 16,1 4-5-1,-3 2-8-15,2 2 3 0,0 2-2 16,-2 6-5-16,4 0 9 16,-4 4-4-16,-2 2 5 15,2-2 0-15,-2 3-12 16,0-3 1-16,2 0 8 16,0-2-9-16,-2-2 2 15,0-2-1-15,3 0-1 16,-3 0 2-16,0-2-2 0,2 0 1 15,-2-4 0 1,0 2-1-16,0-2 2 0,0 1-2 16,2-1 0-16,0-1 1 15,2-1-1-15,-2 3 0 16,3-3 1-16,-2 0-1 16,-1-4 0-16,0 0 0 15,0-4 0-15,-2-2 0 16,3 0 0-16,-3 0 0 15,2 0 0-15,-2-2 1 16,0 0-1-16,2-2 0 16,-2 0 0-16,0-2 0 15,0 0 0-15,0 0 1 16,0-2-1-16,0 1 0 16,0 0 1-16,0 3-1 0,0-2-2 15,-2 2 1 1,-3-2 0-16,3-2-2 15,0-1 2-15,2-2 1 0,0-1 1 16,0 2 1-16,0-2 7 16,0 0 0-16,-2 0-3 15,2 0 4-15,-5 0-3 16,0 0-5-16,-3 0-1 16,-5 0-1-16,-3 0 0 15,-7 0 0-15,-6 0-10 16,-2 7 8-16,-2 1 1 15,-1 2 0-15,3-1 0 16,6 0-2-16,4-1 2 16,5-4-1-16,5-1-9 15,1 1 10-15,6-4-7 0,4 3-21 16,0-3-10-16,0 0-11 16,0 0-3-16,0 0-12 15,2 0-13-15,21-10-39 16,-3-8-173-16,-3-1-234 0</inkml:trace>
  <inkml:trace contextRef="#ctx0" brushRef="#br0" timeOffset="84657.92">23992 7283 150 0,'0'0'150'0,"0"0"-78"16,0 0-15-16,0 0 16 16,0 0 15-16,0 0 0 15,0 0-7-15,0-2 4 16,0 2-1-16,0 0-12 0,0 0-17 16,0 0-19-16,0 0-4 15,0 0-1-15,0 0-15 16,0-2-5-16,0 2-2 15,10-2-9-15,3 0 6 16,5 0-5-16,4 0-1 16,0 0 2-16,3-2-1 15,2 2-1-15,0 2 0 16,2-2 0-16,0 2 1 16,-5-3-1-16,2 3 0 15,-5 0 1-15,-4-1-1 16,-1 1 0-16,-5 0 1 15,-4-2-1-15,-2 2 1 16,-3 0-1-16,0 0 1 0,-2 0 0 16,0 0-1-16,0 0-12 15,0 0-43-15,0 0-43 16,-7 0-31-16,-7 0-63 16,1 0-101-16</inkml:trace>
  <inkml:trace contextRef="#ctx0" brushRef="#br0" timeOffset="85193.48">24151 6994 608 0,'0'0'106'0,"0"0"-77"16,0 0-17-16,0 0 14 16,0 0 13-16,0 0-6 15,0 0-10-15,78 10-7 16,-58-2-15-16,0 0 0 15,0 2 7-15,2 0-8 16,-1 0 0-16,-2 2 0 16,2-2 0-16,-4 2 0 15,-3 0 0-15,-3-2-1 0,-3 1 0 16,0-1 0-16,-4-2 0 16,-2-1 0-16,0 1-1 15,-2 2 2-15,0 2 0 16,0 2 5-16,0 3 4 15,0 1 1-15,-2 4 7 16,-11 0-5-16,1 0-5 16,-4 0 2-16,3-4-8 15,-2-2 6-15,-1-2-7 16,1-2 0-16,-1-2-1 16,-2 2-10-16,1-2-40 15,-2 2-43-15,2 2-98 0,3-2-4 16,6-6-82-16</inkml:trace>
  <inkml:trace contextRef="#ctx0" brushRef="#br0" timeOffset="86477.51">24829 6796 317 0,'0'0'293'0,"0"0"-152"16,0 0-51-16,0 0-31 15,0 0-4-15,0 0 6 16,0 0-19-16,0-17-16 16,0 17-22-16,0 0-4 15,-4 0-6-15,-8 0-5 16,-11 5 1-16,-5 7 9 16,3-1-17-16,1 2-3 15,1-4-3-15,5 0-9 16,5-4 13-16,2-1-5 15,1 1 5-15,6-3 0 16,2-2-13-16,0 0-8 16,2 2 1-16,0-2 8 15,0 0 13-15,0 0-8 16,0 0-11-16,0 0 1 0,0 0 2 16,0 0 14-1,0 0 12-15,0 0 8 0,0 0 1 16,0 0 0-16,0 0 14 15,0 0 11-15,0 0-16 16,0 0-2-16,0 0-6 16,0 6-1-16,0 6 15 15,0 8 24-15,0 4-2 16,0 8 12-16,0 8 8 16,0 4 0-16,2 8-16 0,0 4-14 15,-2 2 2 1,0 0-4-16,0-1-12 0,0-5-2 15,0-2-10-15,0-4 14 16,-6 1-4-16,1-4-10 16,-1-3 12-16,-3 0-11 15,6-3-1-15,-3-3 0 16,-1-4-1-16,3-2 0 16,-4-6 0-16,4-2-1 15,0-4 0-15,-1-4-9 16,3-4-2-16,2-3-10 15,-2-4-1-15,2 2 9 16,0-3 1-16,-2 0 1 16,2 0-1-16,0 0-11 15,-2 0-1-15,0 0-7 0,-1 0-4 16,1 0 16 0,-1 0 10-16,3 0 10 0,0 0 0 15,0 0 11-15,0 0 20 16,0 0-17-16,0 0 2 15,0 0 3-15,0 0-13 16,0 0-6-16,0 0 0 16,0 0-1-16,0 0 1 15,0 0 0-15,0 0 14 16,0 0 18-16,0 0-3 16,5 0-5-16,0 0 5 15,1 0-3-15,1 0 6 16,-2 0-6-16,8 0-13 15,-4 0-4-15,3 0-8 16,2 0 0-16,-1 0 0 0,3 0 0 16,-3 0 0-16,1 0 6 15,-3 0-7-15,0 0 0 16,-1 0 0-16,-2 0 0 16,2 0-1-16,1 0-7 15,-3 0-8-15,-1 0-13 16,-2 0-10-16,1 0-22 15,-1 0-33-15,-3 0-40 16,0 0-23-16,0 0-45 0</inkml:trace>
  <inkml:trace contextRef="#ctx0" brushRef="#br0" timeOffset="87741.71">24906 7050 127 0,'0'0'144'15,"0"0"-47"-15,0 0-22 16,0 0 4-16,0 0 1 15,0 0-5-15,0 0-22 16,-4-4-30-16,-1 4-22 16,-1 10 0-16,-8 11 26 15,-1 8 15-15,-5 5 7 16,1 4-10-16,2 2-9 16,1-3-10-16,3-1-5 0,4-4-7 15,0 0 0-15,4-2-1 16,3-2-6-16,2-4 6 15,0-4 5-15,0-2-4 16,0-4 7-16,0-4-4 16,0-2-2-16,5-2-2 15,-1-2-6-15,0-4 6 16,-1 3-1-16,0-3-5 16,1 0 9-16,2 0-2 15,1 0 1-15,1 0 4 16,6 0-12-16,-3 0 1 15,5-7-1-15,-1 0 1 16,-1-4 0-16,1-3-1 0,1 0 5 16,-3 0-6-16,1 0 1 15,-1 0 6-15,-2 2-7 16,-1-2 0-16,-2 2 0 16,1 0 1-16,-3-2-1 15,0 0 1-15,-2-2-1 16,0-2 2-16,-4-4-1 15,0 0-1-15,0-4-9 16,0-2-10-16,0 2 3 16,0-3-16-16,-4 4 2 15,-2-1 13-15,-4 3 11 16,1 3 5-16,3 4-1 16,1 6 2-16,3 2 2 15,-1 6-2-15,3 2-2 16,0 0-12-16,-2 0-40 0,-2 0-18 15,-1 10 21 1,-3 4-18-16,1 2-62 0,-1 2-6 16,2-4-8-16,6-3-129 15</inkml:trace>
  <inkml:trace contextRef="#ctx0" brushRef="#br0" timeOffset="88595.17">25174 7267 150 0,'0'0'230'16,"0"0"-101"-16,0 0-54 16,0 0-15-16,0 0 16 15,0 0-20-15,0 0-31 16,0 0-19-16,0 2-6 16,0 2-1-16,0 2-4 15,0 6 5-15,-10 6 26 16,1 4-12-16,-1 2-8 15,-2 2-4-15,3 0 5 16,1-2-6-16,-1 0 6 16,2-4-5-16,0 2 0 15,1-2-1-15,1 1 5 16,1 1-5-16,4-3 0 16,0-1 1-16,0 0 7 15,0-3 1-15,0-3 6 0,0-2 10 16,2 0-4-16,7-4-14 15,-1 2-2-15,2-4-5 16,-3 0 0-16,1 0 0 16,1-2 0-16,-2-2 0 15,2 0 6-15,-1 0-6 16,1 0 5-16,1 0-6 16,-2 0-6-16,-1-4 4 15,2-4 1-15,-2-4-6 16,-1 0-12-16,1-4 1 0,-3 2-13 15,0-2-12-15,-4 1 7 16,0 1-2-16,0 5 34 16,-4-1 4-16,-7 3 9 15,-5 4 1-15,3 3 1 16,0 0-4-16,-1 0-6 16,4 0-1-16,-2 0-1 15,3 0-1-15,3 6 2 16,-1-1-1-16,3-1-15 15,4 3-49-15,0-1-87 16,0-2-22-16,0-4-157 0</inkml:trace>
  <inkml:trace contextRef="#ctx0" brushRef="#br0" timeOffset="89944.69">25230 6824 101 0,'0'0'238'16,"0"0"-141"-16,0 0-19 16,0 0 1-16,0 0 8 0,0 0-43 15,0 0-18 1,0 0-11-16,0 0-14 0,0 0 5 16,0 0-3-16,4 0-2 15,2 1 7-15,3 3-8 16,0 1 1-16,2 1 6 15,0 0-7-15,1 0 0 16,-1-2 0-16,-3 0 0 16,-1 0 0-16,-2-3 1 15,-3-1-1-15,0 3 0 16,-2-3-1-16,0 0 1 16,0 0 0-16,0 0-1 15,0 0-1-15,0 0-5 16,0 0 6-16,0 0 1 15,0 0-1-15,0 2 0 0,0-2-1 16,0 2 1-16,0 0 0 16,3 2 1-16,-3 0-2 15,2 2 1-15,-2 2-5 16,0 2-1-16,0 2 7 16,0 4 13-16,0 4 0 15,0 2-1-15,0 0-2 16,0 2-3-16,0 0-6 15,2-2 0-15,-2 2 0 16,2-2 10-16,-2 3 4 16,2-1-9-16,-2-1 12 15,0 2 0-15,0-1 6 16,0 2-12-16,0-2-6 0,0 0-5 16,2 0 8-16,-2 2-9 15,3-2 1-15,-3-2 11 16,0-2-2-16,2 0 1 15,-2 0-2-15,0-2 1 16,0 1-9-16,0-1 0 16,0 0 0-16,2 0 1 15,0 0-2-15,1-2 3 16,-1 2-3-16,1-2 1 16,-1 0 0-16,0-2 0 15,0 0-1-15,0-2 1 16,0 0 0-16,0-2 0 15,1 0 1-15,-1 0-1 16,0-4 8-16,1 2-9 16,-2-2 8-16,2-2 1 0,-3 2-8 15,0-4 8-15,3 2-9 16,-3-2 7-16,0 2-1 16,0 0-4-16,0 2 8 15,0 2-4-15,0-2-6 16,0 0 1-16,0 0 2 15,0 0-2-15,0 2 11 16,0 0-5-16,0 0 2 16,0 0-2-16,0 0-4 15,0 0 7-15,0 1-3 0,0-5-6 16,-3-1 0 0,3-1 0-16,0 0 10 0,0-2 4 15,0 0-9 1,0 0 5-16,-3 0 2 15,3 0 2-15,0 0 9 0,0 0 2 16,0 0 8-16,0 0-5 16,-1 0-12-16,1 0-9 15,0 0-8-15,-5 0-11 16,0 0-10-16,-5 0-21 16,-6 4-1-16,-11 4-18 15,-4 2-16-15,-7 2-30 16,-27 12-99-16,12-6-74 15,6 0-43-15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11-02T03:00:26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1647 12196 29 0,'0'0'71'15,"0"0"-21"-15,0 0-11 16,100 120-6-16,-62-74-10 16,5 10-10-16,3 9-11 15,4 7-2-15,14 38-32 16,-10-18-41-16,-10-12-77 0</inkml:trace>
  <inkml:trace contextRef="#ctx0" brushRef="#br0" timeOffset="3175.19">1282 14664 500 0,'0'0'59'0,"0"0"-59"16,0 0 0-16,0 0 21 15,0 0 31-15,0 0-18 16,0 0-5-16,0 0 1 16,0 0 2-16,0 0 9 15,0 0 11-15,0 0-6 0,0 0-16 16,0 0 3-16,0 0-2 16,0 0-1-16,0 0 0 15,0 0-5-15,0 0 0 16,0 0-5-16,0 0-9 15,0 4 5-15,-11 2-4 16,-5 6-11-16,-1 2 5 16,-4 2-6-16,-1 0 1 15,-2 4 0-15,2-2 0 16,-5 1 0-16,0 3-1 16,0-4 0-16,0 4 0 15,0-4 0-15,6 0 0 16,0-4 0-16,7-4 0 15,4-2 0-15,3-4-2 16,5 0-7-16,2-4 8 0,0 0-1 16,0 0-9-16,0 0-3 15,0 0-3-15,0 0-1 16,0 0 5-16,0 0 12 16,0 0 0-16,0 0 1 15,0 0 0-15,0 0 1 16,0 0 5-16,0 0 10 15,0 0-3-15,0 0-3 16,0 0-1-16,0 0-9 16,0 0 1-16,0 0-1 15,0 0 0-15,0 0 0 16,0 0 0-16,0 6 0 0,0 6 12 16,0 6 2-1,0 4 5-15,0 4-4 0,0 2-1 16,2 4 3-16,0 2-1 15,3 2 0-15,-1 0 5 16,1 0-4-16,-1 1-1 16,1 1-6-16,-1 0 0 15,0 2-1-15,-1-2-3 16,1-2-5-16,-2 4 6 16,0-8-1-16,-2 4 4 15,3-1-1-15,-3 1-7 16,0-4 13-16,0 0-6 15,0 2 1-15,2 2 6 16,1 0-9-16,-1 0 5 16,0 4-1-16,2-4-5 0,3 3 7 15,-3-3-4-15,0 1-8 16,1 2 7-16,0-3-8 16,-3 4 7-1,0 0-6-15,-2 0 5 0,0 0 1 16,0 2-6-16,0-2 0 15,0 0 0-15,0 1 0 16,0-5-1-16,0 2 0 16,-2-2 0-16,-2-4 1 15,-1 0 0-15,2 2-1 16,1-6 0-16,0 6 0 16,2-6 1-16,0 3-1 15,0-3 1-15,0-2 1 16,0 0-1-16,0-2-1 15,0-2 0-15,0 0 0 0,-2-4-1 16,2 0 1-16,-2 4 0 16,0-4 0-16,-1 4 0 15,3-4 0-15,-2 0 0 16,0 0 0-16,0 0-1 16,0 3 1-16,0-7-6 15,2-1 6-15,0 1 0 16,0-1 0-16,0-3-1 15,0-6-12-15,0 0 3 16,0 0 4-16,0-3-4 16,0 4 8-16,0-5-4 0,0 0 5 15,0 4 0 1,6 0 0-16,5 0 1 0,3 0-2 16,3-4 1-16,1 6 1 15,3-6 0-15,0 4 0 16,2 0 0-16,4 0 0 15,2-2 0-15,0 2 0 16,2 4 0-16,0 0 0 16,0-2 0-16,0 2 0 15,-5 2 0-15,-1-2 0 16,-2 0 1-16,-3-2-1 16,-3 2 0-16,-1-2 2 15,-5-2-2-15,0 0 0 16,-1 0 0-16,-6 0 0 0,0-4 0 15,-4 0 0-15,2 0-3 16,-2 0-32-16,0 0-63 16,0 0-73-16,-2 0-233 0</inkml:trace>
  <inkml:trace contextRef="#ctx0" brushRef="#br0" timeOffset="15011.51">1375 15065 90 0,'0'0'138'0,"0"0"-87"0,0 0-37 15,0 0 21-15,0 0 24 16,0 0-6-16,-2 0-1 16,2 0-9-16,-2 0 9 15,2 0 19-15,-2 0 0 16,0 0-15-16,2 0-4 16,0 0-7-16,0 0-5 15,0 0-4-15,0 0-7 0,-2 0 2 16,2 0-5-1,0 0 3-15,0 0 1 0,0 0-16 16,0 0 1-16,0 0-14 16,-2 0 0-16,2 6 1 15,0 6-1-15,-4 6 11 16,1 6 4-16,3 2-6 16,-1 5-3-16,1 0-6 15,0 1 6-15,0 3 5 16,0-5-6-16,0 2-6 15,1-4 1-15,8-2-1 16,-3-4 7-16,1-8-6 16,-3-4-1-16,0-2 0 15,-2-4-1-15,2-4-6 0,-4 0 5 16,2 0-8-16,-2 0 5 16,2 0 5-16,0 0 7 15,4-4 0-15,1-6-6 16,7-8 7-16,1-4-8 15,5 0-2-15,2-6-6 16,-2 2-2-16,1 4 2 16,-2 0 7-16,-3 0-5 15,-5 4 5-15,1 4 1 16,-6 1 0-16,1 5 0 16,-5 7 2-16,-2-3 6 15,2 4 5-15,-2 0 3 16,0 0-6-16,0 0-10 15,0 0-9-15,0 0 1 0,0 4 3 16,0 5 5-16,0 5 16 16,4 9 0-16,2 3 1 15,-2 0-3 1,2 4-6-16,3-2-7 0,0-4 1 16,-2-4-1-16,2-6 1 15,-5-4-2-15,0-6 0 16,-1 0-2-16,-2-4 2 15,-1 0 0-15,3 0-1 16,0 0 0-16,1 0 1 16,5-8-6-16,4-10 5 15,7-6-8-15,1-6-24 16,2-6-19-16,0-4-2 0,-3-4 21 16,-2 3 14-16,-4 5-5 15,-6 0 18-15,-1 6 6 16,-2 4 13-16,-3 2 12 15,0 2 10-15,-2 4-4 16,2 0 0-16,-2-4-14 16,3 4-15-16,-3 0 9 15,2 4-10-15,-2 6 11 16,0 0 5-16,0 4-10 16,0 4-7-16,0 0-13 15,0 0-11-15,0 0-37 16,4 2-92-16,0 8-120 15,1 0-51-15</inkml:trace>
  <inkml:trace contextRef="#ctx0" brushRef="#br0" timeOffset="15665.75">1970 15418 178 0,'0'0'154'15,"0"0"-109"-15,0 0-24 16,0 0 37-16,0 0 36 0,0 0-22 16,0 0-27-16,0 0-22 15,0 0-4-15,0 0-6 16,0 0-11-16,0 0 33 16,0 0 17-16,0 4 6 15,0-4 5-15,-2 2-11 16,2 0-23-16,-2 4-11 15,0 4-5-15,-1 6 13 16,1 6 32-16,0 5-9 16,2 0-17-16,0 1-14 15,0-2 6-15,0 1-14 16,0-9-9-16,0-4 0 16,0-2 0-16,0-2-1 0,0-6-19 15,0-4-12-15,0 0-15 16,0 0-31-16,0 0-48 15,7-4-76-15,1-14-43 16,0 0-137-16</inkml:trace>
  <inkml:trace contextRef="#ctx0" brushRef="#br0" timeOffset="16098.73">2222 15240 449 0,'0'0'94'0,"0"0"-81"16,0 0-10-16,0 0 46 15,0 0 22-15,0 0 5 16,0 0 1-16,0 62-25 15,-5-36-20-15,-1 2 7 16,-1 0-3-16,3 2-15 16,2-4-15-16,2-2 1 15,0-2-6-15,0-1 0 16,4-3 1-16,9-5-2 16,3 1 2-16,4-5 5 15,2-5-7-15,5-4 1 0,4 0 0 16,5 0-1-16,-1-8 0 15,4-6-9 1,-6-3-5-16,1 3-8 0,-8 2-8 16,-3 2-2-16,-4 2 6 15,-7 2-15-15,-1 2-15 16,-11-2-19-16,0-2-40 16,0 4-56-16,-14-2-32 0</inkml:trace>
  <inkml:trace contextRef="#ctx0" brushRef="#br0" timeOffset="16437.88">2412 15364 163 0,'0'0'127'16,"0"0"-59"-16,0 0-6 16,0 0 36-16,0 0 46 15,0 0-47-15,0 0-32 16,-14-8-10-16,14 8-23 16,0 18 47-16,0 4 12 15,0 6-53-15,0 2 1 16,0 0-22-16,0-2-11 0,0 0-4 15,0-2-2-15,0-4-5 16,-2 1-33-16,0-7-41 16,-1 8-54-16,1-6-62 15,0-4-46-15</inkml:trace>
  <inkml:trace contextRef="#ctx0" brushRef="#br0" timeOffset="17637.94">3345 14935 234 0,'0'0'300'0,"0"0"-216"15,0 0-41-15,0 0 39 0,0 0 19 16,0 0-23-16,0 0-26 16,-2-4-20-16,2 4-3 15,0 0 0-15,-2 0-2 16,2 8-3-16,-2 16 28 15,-1 4-15-15,1 8-12 16,-1 4-15-16,3 0-3 16,0-2 3-16,0-1-9 15,0-6-1-15,0 0 0 16,0-9-1-16,0-2 0 16,5-2-10-16,0-2-14 15,1-8-14-15,-1 2 6 16,1-6-9-16,-1-2 19 15,0-2-9-15,-1 0 2 0,0 0 17 16,3 0 11 0,1-6 1-16,4-12-8 0,1-4-1 15,1 0 0 1,-1-6-3-16,3-2 0 0,-3-2 1 16,0-3 2-16,1-1-4 15,0 0-31-15,-6 4 9 16,-1 0 27-16,-3 10 9 15,1 8 11-15,-5 8 28 16,0 4 10-16,0 2-4 16,0 0-17-16,0 0-13 15,0 0-14-15,0 18 1 16,0 2 40-16,0 10 14 0,2 6-14 16,3 0-16-16,1 0-10 15,1-1-14-15,2-5 5 16,-3-6-7-1,4-6 1-15,-4-4-1 0,-2-6-1 16,1-4 0-16,-3-4-14 16,2 0 2-16,0 0 13 15,2-4-1-15,2-14-1 16,1-8-12-16,-2-2-2 16,2-7 6-16,-5-1-5 15,1-4 5-15,-1-2 3 16,-4 0 6-16,2 0 0 0,-2 2 1 15,0 2 0 1,0 8 7-16,0 8 12 0,0 10 17 16,0 3 17-1,0 8-16-15,0 1-13 0,0 0-14 16,0 0-10-16,0 0-3 16,0 0-14-16,0 0-17 15,0 0-22-15,6 0-32 16,0 4-77-16,0 6-166 0</inkml:trace>
  <inkml:trace contextRef="#ctx0" brushRef="#br0" timeOffset="18288.3">3699 15222 116 0,'0'0'349'16,"0"0"-257"-16,0 0-83 0,0 0 17 16,0 0 52-16,0 0 17 15,0 0-20-15,22 4 4 16,-10-3-28-16,1 2-16 16,-1 1-17-16,5-2-10 15,0 2-7-15,0 0 6 16,1-4-7-16,-5 1 1 15,-3 2 0-15,0-3-1 16,-3 2 0-16,-5 0 0 16,-2 0 0-16,0 2 0 15,0 0 13-15,0 0-3 16,0 6-8-16,-7 2-1 16,-7 4-1-16,1 0-12 15,-1 6 2-15,-1-4 3 0,5 0-3 16,-2-4 9-16,5 0 0 15,1-2 0-15,4-2-1 16,2-2-6-16,0-4 6 16,0-4-9-16,0 2 2 15,8 0 8-15,4-2 0 16,5 0 1-16,2 0 1 16,0 0-1-16,1 0 1 15,-1 0 6-15,-2-4-7 16,1 0 0-16,-3 0-14 15,-2-2-17-15,1 2-60 16,1-8-18-16,-3 2-48 0,-3 0-51 16</inkml:trace>
  <inkml:trace contextRef="#ctx0" brushRef="#br0" timeOffset="18694.65">4056 15145 411 0,'0'0'390'0,"0"0"-384"16,0 0-6-16,0 0-6 15,0 0 6-15,0 0 71 16,0 0-24-16,-29 73-16 16,24-47 3-16,1-2-6 15,0 0-2-15,4 0-13 16,0-6-7-16,0-2-6 16,0-2 0-16,13 0-6 15,1-6-5-15,3 2-5 16,1-6-6-16,2-2-4 15,0-2 0-15,5 0-1 16,-1 0-12-16,2 0-31 16,-1-10-29-16,4-8-69 15,-4 4 0-15,-10 0-93 0</inkml:trace>
  <inkml:trace contextRef="#ctx0" brushRef="#br0" timeOffset="18982.08">4174 15222 146 0,'0'0'414'0,"0"0"-300"15,0 0-101-15,0 0 52 16,0 0 75-16,0 0-33 16,-31 110-42-16,27-82-46 15,-1 0-11-15,2 2-8 16,3-6-8-16,0 2-36 16,0 4-55-16,0-8-140 15,0-4-134-15</inkml:trace>
  <inkml:trace contextRef="#ctx0" brushRef="#br0" timeOffset="20120.63">4725 14923 217 0,'0'0'271'0,"0"0"-147"16,0 0-42-16,0 0 54 16,0 0-13-16,0 0-35 0,0 0-36 15,0 0-16-15,0 0 10 16,0 0-14-16,0 0-6 16,0 8-3-16,0 12 9 15,0 6 20-15,0 8-18 16,0 2-20-16,4 0-6 15,0 0-8-15,0-5 1 16,1 1 1-16,-1-5-2 16,1-2 0-16,2-1-9 15,-3-10-10-15,3-2-12 16,-3-2-9-16,-1-2 15 16,1-6-2-16,-1 2-8 15,-1-4-10-15,0 0 13 16,2 0-5-16,0 0 5 15,1 0 12-15,0 0 12 16,6-14 8-16,0-4-13 16,2-4-7-16,3-6-18 0,0-3-20 15,-1-1-34-15,1-2-15 16,-1 0 35-16,-3 4 56 16,-1 8 16-16,-7 4 35 15,0 8 18-15,-2 6 25 16,-2 2 16-16,0 2-16 15,0 0-20-15,0 0-9 16,5 16-13-16,-3 2 23 16,5 8-21-16,0 2-11 15,-1 2-11-15,1-2-10 16,-2-1 1-16,4-5-7 16,-3-8 1-16,-2-2-1 15,1-2 0-15,-1-6-7 0,-1-4 6 16,2 0 0-16,-3 0 1 15,0 0 0-15,2 0 7 16,3-14-6-16,-1-8-1 16,6-4-10-16,-1-9-3 15,3-7-11-15,-1-2-11 16,-3-2 15-16,-1 2 20 16,-2 2 7-16,-2 8 10 15,-1 4 5-15,0 4 8 16,1 2-2-16,-2 2-12 15,5 1-8-15,-3 1-7 16,-1 0 1-16,0 4 11 16,-2 4 4-16,1 4-1 0,-3 6-6 15,2 0-4-15,-2 0-6 16,2 2-7-16,-1 0-21 16,5 0-41-16,3 0-53 15,-2 0-93-15,-5 0-173 0</inkml:trace>
  <inkml:trace contextRef="#ctx0" brushRef="#br0" timeOffset="20955.9">5170 15154 186 0,'0'0'143'16,"0"0"-104"-16,0 0-10 16,0 0 14-16,0 0 38 15,0 0 3-15,118 0-18 16,-102 0-20-16,-5 1-13 0,-3 3-4 15,-5 0 15-15,-1-4 22 16,-2 2-14-16,0 1-17 16,0 1-14-16,0 1-5 15,-5 8 19-15,-8 1-3 16,-5 8-16-16,1-4-9 16,-1 0-7-16,3-4 1 15,3 0 0-15,3-2-1 16,3-4 1-16,0-2-1 15,4 2 0-15,2-4 0 16,0 2-1-16,0 2-9 16,0 0 10-16,0 2-10 0,10-4-2 15,-1 2-1 1,-1-4 6-16,2 0 6 0,-6 0 1 16,0 0 1-16,1-2-1 15,-5 2-1-15,2-4 1 16,-2 4 12-16,0-4 1 15,0 4-3-15,0 2 0 16,-9 2-9-16,-5-2-1 16,-3 0-16-16,-3 4-11 15,-1-6-17-15,2 2-39 16,-2-2-112-16,6-4-65 16,1 0-95-16</inkml:trace>
  <inkml:trace contextRef="#ctx0" brushRef="#br0" timeOffset="21404.27">5486 15111 42 0,'0'0'824'0,"0"0"-824"16,0 0-2-16,0 0 2 16,0 0 44-16,0 0 34 15,0 0-23-15,3 65-23 16,-15-37-12-16,1-5 1 15,3 2 2-15,-2-1-12 16,6-2-10-16,-1 0 0 16,3-4-1-16,2-6 0 15,0 0 0-15,0 0-9 16,7-4-5-16,7-2-7 16,3 2 0-16,3-8 3 15,2 0-5-15,1 0-7 16,-3 0-34-16,-3 0 15 0,1 0-23 15,1-14-39-15,-4 2-35 16,-6 2-52-16</inkml:trace>
  <inkml:trace contextRef="#ctx0" brushRef="#br0" timeOffset="21678.54">5546 15218 146 0,'0'0'496'0,"0"0"-450"15,0 0-45-15,0 0 35 16,0 0 73-16,-60 134-15 15,47-94-55-15,0 4-39 16,-1 18-9-16,5-8-102 16,3-13-159-16</inkml:trace>
  <inkml:trace contextRef="#ctx0" brushRef="#br0" timeOffset="23904.98">1544 16718 134 0,'0'0'215'16,"0"0"-140"-16,0 0-53 16,0 0 34-16,0 0 24 15,0 0-13-15,0 0-19 16,0 0-12-16,0 0 6 16,0 0 1-16,0 0 2 0,0 0-7 15,0-5-14 1,0 5-15-16,0 0-9 0,0 0-1 15,0-4-11-15,0 4-12 16,0-4 24-16,0 4 10 16,0 0 14-16,0 0 5 15,0 0 6-15,0 0-3 16,0 0-15-16,0 0-5 16,0 0-2-16,0 0 3 15,0 0 13-15,-2 17 7 16,-2 5 51-16,0 6 0 15,-1 4-35-15,1 2-17 0,2-2-4 16,0-2-18 0,2-6-7-16,0-2-2 15,0-4 0-15,0-6 0 16,0-2-1-16,0-6-1 0,0 0 0 16,0 0-21-16,0-4 0 15,0 0-1-15,0 0 6 16,2 0-5-16,-2 0-11 15,2 0-6-15,2 0 11 16,1 0 9-16,3-4 3 16,4-14 5-16,3 0-11 15,3-4-20-15,3-4-20 16,0 4 16-16,0 0 11 16,1 0 5-16,-5 4 14 15,0 4 4-15,-7 6 7 0,-1 2 5 16,-5 6 6-16,-1 0 12 15,-3 0 14-15,0 0 7 16,0 0-8-16,0 10 3 16,0 8 37-16,0-2-45 15,0 4-20-15,0 0-3 16,3-2 6-16,1-4-8 16,0 0 2-16,3-2-3 15,-1 2 1-15,4 0 0 16,-2-2 0-16,-1-2-1 15,-1-2 0-15,0-2 1 16,-2-2-1-16,-2-4-2 16,0 0 2-16,0 0-2 15,3 0 1-15,-1 0-2 16,5-10-4-16,2-8 7 16,2-4-1-16,3-4-9 0,2-6-10 15,0-6-23-15,-1 2-20 16,-1-6-25-16,-1 2 30 15,-3 1 12-15,-1 7-3 16,-5 4 24-16,0 8 25 16,-4 10 44-16,0 2 20 15,-2 6 17-15,0 2-26 16,0 0-26-16,0 0-16 16,0 0-12-16,0 0 0 0,0 0-1 15,0 0-6 1,0 0-20-16,2 0-31 0,2 6-28 15,1 6-85-15,-3-2-104 16</inkml:trace>
  <inkml:trace contextRef="#ctx0" brushRef="#br0" timeOffset="24404.59">2155 16958 225 0,'0'0'230'0,"0"0"-150"16,0 0-48-16,0 0 59 16,0 0 36-16,0 0-36 15,0 0-32-15,0 0-17 16,0 0 10-16,0 0 0 0,0 0-16 15,0 2-24-15,0 10-12 16,-2 2 16-16,2 4 17 16,-2 8-4-16,-1 0-16 15,1-2-4-15,0 2-3 16,0-3-5-16,0-5 0 16,0-4-1-16,2-2 0 15,0-8-15-15,0 2-29 16,0-2-43-16,0 0-56 15,6-4-62-15,5 0-8 16,3-8-40-16</inkml:trace>
  <inkml:trace contextRef="#ctx0" brushRef="#br0" timeOffset="24854.48">2433 16852 525 0,'0'0'309'0,"0"0"-228"16,0 0-72-16,0 0 25 15,0 0 49-15,0 0 11 0,0 0-49 16,-13 102-28-16,13-84-10 15,0 0-7-15,0 0 0 16,7 0-1-16,7 0-13 16,-1 0 4-16,0-1 0 15,1-3 1-15,-4-5 7 16,2 0-16-16,-5-5-1 16,-3 1 3-16,-4-5 6 15,0 0 9-15,0 0 1 16,0 4 1-16,0-4 13 15,-9 5-5-15,-5 3-9 16,-3-2 1-16,-5-2-1 16,-1 4-10-16,-4-2-22 15,4 2-30-15,0-4-25 16,3 0 5-16,4-4-8 16,5 0-132-16,4-8-58 15,5-6 55-15</inkml:trace>
  <inkml:trace contextRef="#ctx0" brushRef="#br0" timeOffset="25081.65">2431 16968 751 0,'0'0'61'0,"0"0"-42"15,0 0 7-15,0 0 11 0,0 0-3 16,0 0-17 0,135-8-16-16,-104 6-1 0,0-6-23 15,-2 4-53-15,6-6-47 16,-5 2-96-16,-11 0-87 0</inkml:trace>
  <inkml:trace contextRef="#ctx0" brushRef="#br0" timeOffset="26235.87">3363 16585 68 0,'0'0'231'16,"0"0"-135"-16,0 0-48 15,0 0 46-15,0 0 43 16,0 0-22-16,0 0-41 16,5-2-25-16,-3 2-13 0,2 0 26 15,0 10 5-15,1 12-12 16,-1 8-7-16,4 2-14 15,-6 4-10-15,2 5 0 16,0-5-6-16,-2-4 0 16,3-2-10-16,-3-4-7 15,2-2-1-15,1-6 1 16,0-2-1-16,-1-6-1 16,-2-6-20-16,3 4-5 15,-3-8-3-15,0 2 18 16,0 2-15-16,0-4-5 15,0 0-3-15,3 0 0 16,2 0 8-16,4-10 13 16,2-8 5-16,3-4-21 15,0 0-29-15,1-8-30 16,-1 2 14-16,-3-4 9 16,3 2 17-16,-5-2-22 15,0 1 32-15,1 8 25 0,-6 6 13 16,1 3 20-16,-3 10 59 15,-4 0 18-15,0 4 6 16,0 0-21-16,0 0-34 16,4 16-8-16,1 4 22 15,0 10 3-15,1 1-34 16,-1-3-5-16,1 2-9 16,1-6-7-16,2-6 0 15,-2-2-10-15,1-2 0 0,-1-6-2 16,0-2-4-1,-2 2 5-15,-1-8-6 0,2 0 7 16,-3 0 0-16,2 0 0 16,-1 0 0-16,3 0 0 15,1-8 2-15,1-10 0 16,5 0-1-16,-3-8-1 16,-1-2-2-16,2-2-8 15,-5-7 3-15,-1-3-5 16,2-6-8-16,-4-2-6 15,0-2-7-15,1-2-15 16,-1 6 12-16,-2 12 10 16,-2 6 26-16,0 10 30 15,0 10-9-15,0 3-1 16,0 5-7-16,0 0-13 0,0 0-23 16,0 0-21-16,0 19-14 15,0-3-66-15,0 2-166 0</inkml:trace>
  <inkml:trace contextRef="#ctx0" brushRef="#br0" timeOffset="27023.5">3906 16794 217 0,'0'0'176'0,"0"0"-132"16,0 0-31-16,0 0 49 15,0 0 38-15,0 0-25 16,0 0-16-16,5 0 13 15,-1 0 19-15,1 0-24 16,2 0-31-16,-1 0-7 16,3 0 3-16,0 0-24 15,0 0 4-15,0 0-6 16,-1 0-6-16,2 0 1 16,-4 0 0-16,-1 0-1 15,-1 0 2-15,-4 0-2 16,2 0 0-16,-2 0 0 15,0 0 0-15,0 0 1 16,0 4 7-16,0 0-8 0,0 6-6 16,0 0 6-16,-6 6 2 15,-5 2-2-15,-3 0-1 16,1 4 1-16,-1-4-1 16,6 0 2-16,1-8 0 15,1 2-1-15,3-8-1 16,3 2 1-16,0-2-2 15,0 0-6-15,0 0-1 16,0-4 3-16,0 0 5 16,3 0 0-16,5 0 0 15,2 0 1-15,5 0 2 16,0 0 5-16,1 0-5 16,-1-4-2-16,1-4 0 0,-1 4-6 15,-3 2-19-15,1-2-5 16,-1 0-19-16,-3 4-45 15,-1-4-65-15,-4-2-65 16,-1 2-190-16</inkml:trace>
  <inkml:trace contextRef="#ctx0" brushRef="#br0" timeOffset="27516.57">4197 16677 755 0,'0'0'143'0,"0"0"-143"15,0 0 0-15,0 0 29 16,0 0 43-16,0 0-20 16,-12 107-20-16,10-83-9 15,2 2-6-15,0-4-16 16,0 0 1-16,0 0-1 16,4-4 1-16,8-4-2 15,1 0-8-15,1-2 7 0,-1-2-12 16,2-2 4-16,-1 2 8 15,-4 2 0-15,2-6 1 16,-5 2-2-16,-1 0 1 16,-4-6-7-16,-2 2-2 15,0 0 2-15,0 0 8 16,0 0 0-16,-2 2 0 16,-13 2-7-16,-5 2-10 15,-3-2-22-15,0 2-6 16,2 3-32-16,-4-8-53 15,5-1-88-15,5 0-63 0</inkml:trace>
  <inkml:trace contextRef="#ctx0" brushRef="#br0" timeOffset="27799.72">4251 16834 626 0,'0'0'107'0,"0"0"-84"0,0 0 4 16,0 0 14-1,0 0-24-15,0 0-16 0,135 0-1 16,-106 0-8-16,4-4-63 16,-6 0-112-16,-8-2-77 0</inkml:trace>
  <inkml:trace contextRef="#ctx0" brushRef="#br0" timeOffset="28817.34">4967 16547 491 0,'0'0'241'0,"0"0"-163"16,0 0-60-16,0 0 27 15,0 0 53-15,0 0-4 16,0 0-27-16,5 18 1 16,-3 4 4-16,2 6 7 15,-2 2-37-15,3 6-15 16,-3 1-8-16,1-6-10 15,0 4-9-15,3-3 0 16,-2-6 0-16,0-2-19 0,-2-6 6 16,3-2-9-1,-1-6-5-15,-2-2-5 0,-1-2-25 16,4-2-2-16,-3-4-2 16,0 0 15-16,0 0-1 15,2 0 11-15,3-4-3 16,4-18-11-16,2-2-23 15,4-6-28-15,-2-6-30 16,-1 0-23-16,3 0 93 16,-6 5 61-16,0 8 3 15,-2 6 59-15,-3 7 22 16,-1 6 27-16,-3 4-9 0,-2 0-14 16,1 0-24-16,2 0-12 15,0 14 23-15,2 4-10 16,-1 4-17-16,3 5-22 15,1-1-9-15,2-4-7 16,-2 2-2-16,1-6-8 16,3-6 0-16,-4 2 0 15,1-6-6-15,0-2 6 16,-4-6-13-16,-1 4-7 16,1-4 13-16,-3 0-2 15,0 0 9-15,0 0-1 16,2 0 1-16,3-4 0 15,0-10 0-15,4-4 0 16,0-4 0-16,3-6-1 16,-3-2-7-16,3-6 0 0,-4-5-12 15,-1-3-16-15,1-2-12 16,-4 2 13-16,-2 4 1 16,-2 4 34-16,-2 10 3 15,0 4 4-15,0 4 9 16,0 4 14-16,0 2-7 15,0 6-17-15,0-2 2 16,3 8-8-16,-3 0-1 16,0 0-32-16,0 0-36 15,0 8-61-15,0 10-111 16,0 4-133-16</inkml:trace>
  <inkml:trace contextRef="#ctx0" brushRef="#br0" timeOffset="29489.99">5460 16749 570 0,'0'0'248'0,"0"0"-248"0,0 0-33 15,0 0 33-15,0 0 69 16,0 0-15-16,0 0-18 15,6 0-7-15,3 0 3 16,0 5-12-16,0 3-7 16,0-2-4-16,-1-2-2 15,-1 4-6-15,-2-4 0 16,0 2 0-16,-5-2 11 16,0 4 5-16,0 2 11 15,0 0-11-15,-7 6-16 16,-7-2 0-16,-1 0 0 15,1 2 0-15,1-6-1 16,4 0 0-16,2 2 0 0,5-8-1 16,0 2-8-16,2-2-10 15,0 0-18-15,0 4 8 16,2-2 14-16,7-2 5 16,2 0 9-16,-2 2 1 15,0-2-1-15,-2 0 1 16,-3 0 0-16,-1 0 0 15,-3 0-6-15,0-2 6 16,0 2 13-16,0-4-1 16,-3 4-5-16,-8 4-6 15,-4-2-1-15,-2 2 0 16,0 0-7-16,1-2 5 16,1 2-21-16,3-4-45 15,6-4-71-15,1 0-71 16,5 0-76-16</inkml:trace>
  <inkml:trace contextRef="#ctx0" brushRef="#br0" timeOffset="29968.48">5649 16727 667 0,'0'0'59'0,"0"0"-31"0,0 0-28 15,0 0 117-15,0 0-7 16,0 0-24-16,0 111-31 15,0-83-24-15,0-2-8 16,0-4-16-16,0 0-4 16,2 0-2-16,7 0 0 15,2-4 11-15,0 4-12 16,0-4 2-16,1 0-2 16,-3-4-1-16,-1-5-6 0,-1 0 1 15,-3-4-10 1,-4-1 2-16,0-4 12 15,0 0-9-15,0 0 10 0,0 1-1 16,-11 3 1-16,-6 0-21 16,-3-4-24-16,-5 5 17 15,3-1-16-15,0-4-71 16,-3 0-45-16,5 0-50 16,5 0-39-16</inkml:trace>
  <inkml:trace contextRef="#ctx0" brushRef="#br0" timeOffset="30216.96">5669 16896 753 0,'0'0'49'0,"0"0"-41"16,0 0-8-16,0 0 26 16,0 0 10-16,0 0-3 15,0 0-23-15,95-12-10 16,-79 10-8-16,-3-6-61 0,-1 4-132 16,-5 0-132-16</inkml:trace>
  <inkml:trace contextRef="#ctx0" brushRef="#br0" timeOffset="32099.63">5751 14684 312 0,'0'0'160'16,"0"0"-83"-16,0 0-19 15,0 0 38-15,0 0 23 16,0 0-23-16,0 0-38 16,0 0-13-16,0 0 0 15,0 0-3-15,0 0-3 16,0 0-17-16,0 0-5 15,5 0 0-15,9 0-1 16,3 6-7-16,3-2-8 16,3 2-1-16,-2-2 1 0,0 0-1 15,1 0-1 1,-4-4 0-16,-2 0-19 0,-3 0-1 16,-2 0-5-16,-2 0 5 15,-3 0 2-15,-1 0-25 16,-3 0 8-1,-2 0 2-15,0 0 8 0,0 0 13 16,0 0 5-16,0 0 1 16,0 0 7-16,0 0 7 15,0 2-5-15,0 0-2 16,0 0-1-16,0 6 0 16,0 0 0-16,0 10 1 15,3 0 0-15,-2 10 13 16,2 7-4-16,-1 5 1 15,3 4-3-15,-1 6-1 16,3-2-4-16,2 2-1 0,-2-6 0 16,-1 2-1-16,-2 3 2 15,-1-3-1-15,-3 2 0 16,0 0 0-16,0 2 0 16,0 2-1-16,0-2 2 15,0 4-2-15,0-8 1 16,0 3 6-16,0-1-7 15,0-4 1-15,0-2-1 16,0 2 0-16,0 0 1 16,0-4 0-16,0 5-1 15,0-5 0-15,0 0 0 16,0-4 0-16,0-4 0 16,0 2 0-16,0-2-1 15,0-4 2-15,0 2-1 16,0 2 1-16,0-2-1 0,0 2 1 15,0 0 0-15,0 3-1 16,0-3 0-16,0-2 0 16,0 6 0-16,0-4 0 15,0-2 0-15,-3 2 1 16,1-6-1-16,0-2 0 16,-2 2 1-16,4 0-1 15,-2-3 8-15,-4 4 0 16,5 0-6-16,-2-1-1 0,1 2 0 15,0-2 0-15,0-4-1 16,-1 2 0-16,1 2 0 16,0-4 1-16,0 0 0 15,0 0-1-15,2-4 1 16,0 0-1-16,0-4 0 16,0-2-1-16,0-2-8 15,0 0 8-15,0-2 1 16,0 0 0-16,0-3-1 15,0-4 0-15,0 3 1 16,0 0 0-16,0-4 1 16,0 5-1-16,0-5 0 15,0 0 0-15,0 0 0 16,0 0 1-16,0 0 9 16,0 0 3-16,0 0 3 0,0 0 4 15,0 0-6-15,0 0 2 16,0 0 2-16,-5 4-4 15,0-3 6-15,-6 7-9 16,-4 1-9-16,-3 5 4 16,-4 0-6-16,-5-1 1 15,1 4-1-15,-1 1-29 16,0 0-23-16,-4 0-54 16,4-4-116-16,7-6-126 0</inkml:trace>
  <inkml:trace contextRef="#ctx0" brushRef="#br0" timeOffset="34969.5">6736 14614 364 0,'0'0'95'0,"0"0"-76"16,0 0 4-16,0 0 46 15,0 0 13-15,0 0-20 16,0 0-1-16,-4 0 0 16,4 0 15-16,-2 0 2 15,2 0-13-15,-2 0-14 16,-5 0-3-16,-5 8-14 0,-5 8-9 16,-8 4-16-16,-4 4-8 15,-4 2 6-15,-3 0-7 16,-4-2 0-16,2 1-1 15,0-6-15-15,7 4-6 16,2-11-7-16,9 2-4 16,7-8 1-16,4-2-4 15,6 0 16-15,3-4 7 16,0 0-16-16,0 0-20 16,0 0-3-16,0 0 10 15,0 0 20-15,3 0 22 0,4 0 0 16,-3 0 0-1,-2 0 0-15,2 0 1 0,-1 0 6 16,1 4 2-16,0-4-2 16,4 4-6-16,-2 0-1 15,1 0 1-15,-1 2 0 16,-2-2-1-16,2 4 2 16,0 2 24-16,-2-2 7 15,1 4-6-15,-1 4 24 16,-2 2-22-16,4 8-6 15,-4-4 4-15,0 10-11 16,0-2-3-16,-2 4-7 16,2 4-5-16,0-1 2 15,-2 3-3-15,0 0 6 16,0 2-5-16,0 0 0 0,0 0 0 16,0 0 1-16,0 0-2 15,0 2 2 1,0-3-2-16,0-1 0 15,0 0 1-15,0 0-1 0,0-4 0 16,0 4 1-16,0-4-1 16,0 0 0-16,0-4-1 15,0 2 1-15,0-2-1 16,0 3-8-16,0 1-1 16,3-4 4-16,-1 0-1 15,0 2 7-15,0-2-1 16,-2-6-5-16,2 6 4 15,0-6 0-15,-2 2 2 16,2 2-1-16,1-2 0 0,0 3-8 16,-1-5-7-16,0 2 7 15,-2-6 1-15,0 4-4 16,0-4 6-16,0 2-1 16,0-6 1-16,0 4-1 15,0-4 0-15,-2 0-15 16,-6 4 9-16,4-4 7 15,-2 4 5-15,1-4-1 16,1 4-4-16,0-4 6 16,-2-1-1-16,4 1 1 15,2-4-1-15,-2-1-7 16,2 0 7-16,-2-3 1 16,0-1-2-16,2 4 1 0,-2-5 0 15,2 2 1-15,-3-2-1 16,-1 2 1-16,2 4 1 15,-2-2 5-15,-2 2-5 16,2 4 0-16,0-6 1 16,-1 2-2-16,3 0 1 15,0-6-1-15,-2 2 1 16,2-2-1-16,0 2 1 16,-1 2-1-16,0-2 1 15,0 2-1-15,2 2 0 16,-1-4 1-16,0 2-1 15,-1-2 1-15,-1-2-1 16,2-2 1-16,-2-2-1 16,1 0 0-16,3 0 1 15,0 0-1-15,0-4 0 0,0 0 0 16,0 0-1-16,0 0-6 16,0 0-2-16,0 0 1 15,0 0 2-15,0 0 6 16,0 0 6-16,0 0 4 15,0 0 3-15,0 0 9 16,0 0 5-16,0 0-9 16,5 0 11-16,3 0 10 15,3 0-5-15,7 6-8 16,1-2-10-16,4 0-4 0,2 0 1 16,2 1-3-16,-2-5 2 15,-1 5-12 1,-2-5 0-16,-4 4 1 0,-5-4-1 15,-5 5 1-15,-4-5 0 16,0 0 6-16,-4 0-7 16,2 0 0-16,1 4 1 15,1-4-2-15,4 1-10 16,2-1-28-16,10 0-56 16,-2 0-76-16,-2-1-155 0</inkml:trace>
  <inkml:trace contextRef="#ctx0" brushRef="#br0" timeOffset="36559.4">6959 14780 204 0,'0'0'147'0,"0"0"-85"15,0 0-19-15,0 0 41 16,0 0 17-16,0 0-36 16,0 0-32-16,-5-14-24 15,3 14 1-15,2-4 3 16,0 4 5-16,-2 0-2 16,0 0 2-16,2 0 12 15,-2 0 3-15,2 0-5 16,-2 0-4-16,2 0-8 15,-3 0 3-15,3 0-5 16,0 0 1-16,0 0-1 0,0 0 1 16,-2 0 1-16,0 0 4 15,-3 8-3-15,-2 5 5 16,-1 6-9-16,-3 8 1 16,-1 5 1-16,4 2-2 15,-1 4-6-15,2 0 5 16,2 0-11-16,3 0 8 15,2-2-9-15,0-10 0 16,0 1 0-16,0-8 0 16,0-2-7-16,7-3-1 0,0-9-13 15,2 4 12-15,-1-5 0 16,1-4 8-16,0 0-6 16,-2 0 6-16,2 0-5 15,0 0 6-15,2-4 0 16,4-10 0-16,1-3 0 15,-1-5-8-15,3-2 0 16,-1-8-6-16,-5 2-6 16,-1-4 4-16,-1 0 6 15,-6 4 9-15,-4 0 0 16,0 2-4-16,0 4 5 16,0 0 1-16,0 1 0 15,-2 4 6-15,-5-2-4 16,0 3-2-16,1 3 0 15,-1 2-1-15,3-3 2 0,-4 6 4 16,4 2-6 0,-5 2 0-16,3 2-2 0,-6 0-8 15,1 0 10-15,-2 2-2 16,-5-2-5-16,0 0-9 16,3 0-9-16,-1 2 19 15,7 0 6-15,3 2 11 16,1 0-11-16,5 0 0 15,-2 4-8-15,0 12 7 16,0 6-14-16,-3 2-57 16,0 8-60-16,3-6-58 15,0-3-71-15</inkml:trace>
  <inkml:trace contextRef="#ctx0" brushRef="#br0" timeOffset="37139.08">7245 15129 224 0,'0'0'153'0,"0"0"-116"15,0 0-22-15,0 0 47 16,0 0 42-16,0 0-21 15,0 0-11-15,-4 0 8 16,4 0 21-16,0 0-11 16,0 0-12-16,0 0-22 15,0 0-28-15,-3 4-11 16,2 17 10-16,-1 2-2 16,0 8-13-16,0 1-12 15,2 4-15-15,0-2-31 16,0 6-60-16,0-8-96 15,0-10-166-15</inkml:trace>
  <inkml:trace contextRef="#ctx0" brushRef="#br0" timeOffset="38142.64">6990 15681 354 0,'0'0'145'0,"0"0"-117"15,0 0-28-15,0 0 39 16,0 0 53-16,0 0 6 16,0 0 6-16,-29 50-23 15,22-28-10-15,1 2-13 16,2 6-11-16,-1 2-19 16,3 6-9-16,2 3-6 15,0-4-2-15,0 2 1 0,0-3-11 16,0-4 0-1,0-6 1-15,0-4-1 0,0-4 0 16,0-4 0-16,0-2-1 16,4-2-1-16,3-6-12 15,2 0 0-15,-1-4 0 16,2 0-6-16,1 0-4 16,0 0 15-16,2 0 1 15,2-12-9-15,1-2-10 16,0 0 3-16,-3-4 3 15,0 2 0-15,-3-4-1 16,-1 0 3-16,-5 0 5 16,-2-2 4-16,-2 0 7 15,0-4 1-15,0-1 0 16,0 4 1-16,0 2 1 0,-2 1 16 16,-2 4-16-16,-1 2 6 15,1-4-7-15,-1 4 17 16,0-2-17-16,-1 6 1 15,2-2 12-15,-3 6-12 16,-2-4 14-16,-2 6 5 16,0 0 0-16,1 4-2 15,2-4-2-15,-1 4-15 16,1 0-1-16,-2 0-11 16,1 0-9-16,3 0 0 15,1 0-19-15,3 0-25 16,-1 0-37-16,1 0-40 0,2 4-86 15,0 2-123-15</inkml:trace>
  <inkml:trace contextRef="#ctx0" brushRef="#br0" timeOffset="38968.33">7229 16084 605 0,'0'0'189'0,"0"0"-137"15,0 0-16-15,0 0 56 16,0 0 17-16,0 0-28 16,0 0-35-16,0-4-11 15,0 4 8-15,0 0 9 16,0 0-15-16,0 0-20 16,0 0-8-16,0 0-8 15,0 0 0-15,0 0-1 16,0 0 0-16,4 0-1 15,1 0 0-15,4 4 1 16,-1 4-1-16,-1-4 1 16,-1 2 0-16,-1-2 0 15,0 0 0-15,-3-4 0 16,0 2 0-16,-2 2-1 16,2 0 1-16,-2 4-1 0,0 0-12 15,0 2 4 1,0 8-4-16,0-4 3 0,0 8-2 15,-8-4 1-15,-2 4 1 16,2-4-3-16,-1 0 5 16,1-6 8-16,2-2-1 15,2 3 0-15,2-8 0 16,2 4-9-16,0-4-5 16,0-1-21-16,0 0 13 15,0 1 8-15,0-1 7 16,6-4 8-16,0 1 0 15,4-1 0-15,-1 3 6 0,2-2-4 16,2 3 0-16,-2-4 4 16,3 0-6-16,-3 5 1 15,2-5-1-15,-1 0-25 16,1 0-31-16,5 0-63 16,-3 0-85-16,-1 0-120 0</inkml:trace>
  <inkml:trace contextRef="#ctx0" brushRef="#br0" timeOffset="40158.11">7052 16726 195 0,'0'0'221'0,"0"0"-149"16,0 0-26-16,0 0 51 16,0 0 17-16,0 0-19 15,0 0-30-15,-8 0-9 16,5 0 6-16,3 0 2 15,-2 0-13-15,0 0-15 16,-4 10-17-16,-1 3-9 0,-2 1 9 16,0 9 1-1,0 3 5-15,-2-4-8 0,2 6-7 16,0 2-3-16,0 6-5 16,0-4 4-16,5 2-6 15,-1 2 9-15,1-10-9 16,4-2 0-16,0-2 0 15,0-9-2-15,0 1-5 16,0-6 6-16,0-2-12 16,7 2 11-16,-1-4-4 15,3-3-1-15,0 4 0 16,0-5-6-16,0 0 3 16,5 0 4-16,-2 0-7 0,5 0 6 15,-2-10 6 1,3 2 1-16,-3-2-1 0,-1-3 2 15,-1-1-1 1,-2 1 0-16,-4 0-1 16,0-1 1-16,-3 0 0 0,-2-4 1 15,0 4 0-15,0-6-1 16,-2 6 1-16,2-4 1 16,-2-4-2-16,0 4 1 15,0-4 0-15,0 4-1 16,0-4-7-16,-4 0 6 15,-2 4 1-15,-1 4 0 16,2 0 6-16,1 10 22 16,-1 0-8-16,1-2-10 0,0 6-9 15,-1-4-1-15,1 4 0 16,2-4-19-16,-6 4 0 16,4-4 8-16,0 4 11 15,-1 0 0-15,1 0-8 16,0 0-5-16,-1 0-23 15,-6 8-85-15,2 6-163 16,-3-4-118-16</inkml:trace>
  <inkml:trace contextRef="#ctx0" brushRef="#br0" timeOffset="41097.47">7340 16980 447 0,'0'0'191'0,"0"0"-116"16,0 0 32-16,0 0 53 15,0 0-41-15,0 0-59 16,0 0-32-16,2-4-2 15,1 4 12-15,-3 0 2 0,0 0-9 16,0 0-18 0,2 0-13-16,0 0 0 0,2 0-1 15,3 0 1-15,5 0 0 16,-2 4 0-16,3 2 1 16,-1-2 0-16,1 4-1 15,-3-2 0-15,-4-2-1 16,-2 0 0-16,-4 0 0 15,0 2-18-15,0 2 9 16,0 2-5-16,-2 6-12 0,-13-2-11 16,3 4-13-1,-7 0 14-15,5-4 9 0,0-1 8 16,3-8 13-16,3 4 6 16,3-5-6-16,3-4-2 15,2 4-14-15,0-4-18 16,0 0 1-16,0 0 15 15,0 0 17-15,0 0 6 16,2 0 1-16,5 1 0 16,-1 4 0-16,4-1 0 15,1-4-1-15,-1 4 1 16,4 0 1-16,-3 2 1 16,-2-2-1-16,-4 4 8 15,4-4 0-15,-9 2 18 16,0-2 38-16,0-4-18 0,0 4-13 15,0 0 4-15,-14 6-4 16,-6-2-24-16,-2 2-9 16,-3 2-1-16,-2 2-8 15,3-4-16-15,2-2-60 16,2 2-25-16,-1-2-10 16,8-4-101-16,5-4-365 0</inkml:trace>
  <inkml:trace contextRef="#ctx0" brushRef="#br0" timeOffset="43031.73">7511 14743 20 0,'0'0'308'0,"0"0"-223"16,0 0-62-16,0 0 6 16,0 0 76-16,0 0 0 15,0 0-28-15,-2-11-19 0,2 11 15 16,0 0 5 0,0 0-10-16,0 0-20 0,0 0-18 15,0 0-14-15,0 0-3 16,0 0 2-16,4 0-4 15,10 0 8-15,4 0-7 16,4 0-5-16,5 0-6 16,2 0-1-16,-2 2 0 15,0 0-7-15,-4-2-12 16,0 0-9-16,-2 3-12 16,-6-3-1-16,-1 0 4 15,-6 0-4-15,-1 0 1 16,-3 0-2-16,-2 0-1 15,-2 0 14-15,0 0 17 16,0 0 11-16,0 1 1 16,0 2 1-16,0-2 17 15,0 3-2-15,0-4-15 0,0 0 0 16,0 0-1-16,0 4-1 16,0 5 0-16,0 5 1 15,0 8 7-15,0 10 19 16,0 4-7-16,0 8 0 15,5 6 4-15,0 4 6 16,1 2-11-16,-2 0-5 16,3 1-12-16,-3-3 5 15,2 2-6-15,0 0 0 16,-4 2 1-16,3 0-1 16,-1 0 1-16,0 0-1 0,-2-1 1 15,4-3-1 1,-2-4 0-16,-2-2 1 15,2-4 1-15,1-2-2 16,-3-4 1-16,0-1 0 0,0-6 0 16,-2 4 0-16,2-3 7 15,-2 4-6-15,0-6-1 16,0 2 1-16,0 0-1 16,0 0 0-16,0 2-1 15,0-2 1-15,0-2-1 16,0 2 0-16,0-1 0 15,0-3 0-15,0-6 1 16,0 4 0-16,0-4 6 16,0 0-7-16,0 2 1 15,0-2 0-15,0 0 0 0,0 0 0 16,5 0 0-16,0 0-1 16,-3-4 2-16,-2 4-1 15,0-4 8-15,0 0 2 16,0 1-3-16,0-1-1 15,0 0-6-15,0 0 0 16,0 0 1-16,0 0-1 16,0-4 6-16,0 6 0 15,0-6-4-15,0 0 4 16,0-2 0-16,0 2 6 16,-4-4-5-16,1 2-1 15,-2 2-6-15,1-4 5 0,2 6-6 16,-2-2 0-1,-1 0 0-15,1 4 1 0,2-6-1 16,0-2 1-16,-2-2-1 16,2 2 2-16,2-6-2 15,-2 0 2-15,0 0 7 16,0 2-2-16,0-2 9 16,0 0 0-16,-1 0 0 15,1 2 3-15,-2 2 1 16,2-3 3-16,-4 4 8 15,2-5-11-15,2 5-4 16,-2-5-6-16,1-3 0 16,1 3-9-16,0 1 0 0,0-5-1 15,-2 4-15 1,-1 0-11-16,0-4 3 0,-4 6-2 16,1-2 2-16,-1 0 15 15,0 1 7-15,2 4 0 16,1-5 0-16,1 0-24 15,1 2-31-15,-2-2-53 16,2 0-121-16,-2-4-259 0</inkml:trace>
  <inkml:trace contextRef="#ctx0" brushRef="#br0" timeOffset="43905.81">8142 15897 211 0,'0'0'193'16,"0"0"-129"-16,0 0-20 16,0 0 88-16,0 0 13 15,0 0-49-15,0 0-33 16,0 0-11-16,0 0 0 16,0 0 8-16,0 0-7 0,0 0-25 15,0 0-11-15,3 0-4 16,5 0 2-16,3 0 6 15,5 0-6-15,4 0-9 16,2 0-5-16,5 0-1 16,4 0 0-16,0 0-6 15,3-6-2-15,0 2-10 16,-6-4-6-16,-6 2 3 16,-3 6 5-16,-8-4 5 15,-7 4 10-15,-2 0-15 16,0 0-4-16,-2 0-25 15,0 0-55-15,0-4-62 0,2 4-99 16,-2 0-43-16</inkml:trace>
  <inkml:trace contextRef="#ctx0" brushRef="#br0" timeOffset="44327.68">8325 15583 436 0,'0'0'151'16,"0"0"-120"-16,0 0-14 16,0 0 45-16,0 0 12 15,0 0-8-15,2 116-5 16,-2-70 4-16,0 8-20 15,0 4-9-15,0 4-22 16,0 0-6-16,0 5-8 16,0-9-33-16,0-4-45 0,0 4-81 15,2-14-88 1,1-12-76-16</inkml:trace>
  <inkml:trace contextRef="#ctx0" brushRef="#br0" timeOffset="46583.78">9354 14816 555 0,'0'0'254'0,"0"0"-231"15,0 0-23-15,0 0 0 16,0 0 80-16,0 0 15 15,0 0-24-15,-22 0-48 16,4 3-10-16,-2 7 0 16,3-5 22-16,-2 4-11 15,1-1-22-15,5 2-1 0,-1-1-1 16,1 2-1-16,0-1-9 16,-1 4-5-16,2-4 7 15,-2 2-5-15,-1 2 0 16,0 0 2-16,1-2-10 15,0 0 3-15,1-2 0 16,2-4 5-16,1 2-9 16,4-4 3-16,1-2 9 15,3-2 3-15,0 2-6 16,2-2-5-16,0 0 10 16,0 0 8-16,0 0 6 15,0 0 0-15,0 0 1 16,0 0 1-16,0 0 3 0,0 2 4 15,0 2 6 1,0 6 1-16,2 2 17 0,3 10 6 16,1 0-16-16,-2 8 19 15,4 8-1-15,-4 2-15 16,3 9 0-16,-3 1-1 16,2 6-7-16,4 2-3 15,-3 4-10-15,-3 2 5 16,2 3-3-16,-2-5-3 15,2 2 3-15,-2-2-11 16,1 0 5-16,-1-8 3 16,0-1-9-16,0-7 0 15,1-2 0-15,2-4 0 16,-2-4-1-16,1-2 0 16,-2-2 0-16,1-6-1 0,-3-2 0 15,0-2-11-15,0-4 6 16,1-6-5-16,-1 2 1 15,-2-5-5-15,3-4-2 16,-3-1 4-16,2 1 0 16,-2-5-5-16,0 0-5 15,2 4 1-15,-2-4 2 16,0 0-6-16,0 4 0 16,0-3 8-16,0 3 2 15,0 1-2-15,0-1 2 16,0-4-2-16,0 0-3 15,0 0 2-15,0 0-9 16,0 0 4-16,0 0 14 0,0 0 10 16,4 1 8-16,1 2 2 15,3-2 8-15,2 3 5 16,3 1 13-16,5-5 6 16,1 4-7-16,6-4 5 15,0 4-2-15,-1-4-13 16,-2 0 8-16,-2 1-4 15,-1 4-17-15,-4-5-5 16,-1 4-7-16,-8-4 0 16,-2 0-1-16,-1 0-27 15,-3 0-27-15,0 0-56 16,0 0-82-16,-3-9-217 0</inkml:trace>
  <inkml:trace contextRef="#ctx0" brushRef="#br0" timeOffset="47746.69">9704 14610 202 0,'0'0'277'0,"0"0"-208"0,0 0-56 16,0 0-7-16,0 0 71 16,0 0 29-16,0 0-26 15,-5-8-15-15,3 8-3 16,2 0 7-16,-2 0-11 15,0 0-23-15,0 8-12 16,-1 10-11-16,-1 16 27 16,-2 16 11-16,-4 10-16 15,1 11-11-15,-1 5-7 16,0-2-10-16,1-2-6 16,3-10 2-16,-3-3 0 0,0-9-1 15,0-2-1-15,3-8 0 16,-1-8 0-16,0-4 0 15,2-8-11-15,1-6-4 16,2-8-9-16,2-2 2 16,0-2-3-16,0-2-9 15,0 0-7-15,0 0 3 16,0-8-15-16,0-8-24 16,0-8 21-16,0-2-13 15,0-6-27-15,0-4 8 16,2 0 20-16,7 2-8 15,0 2 14-15,2 5 36 16,3 5 13-16,1 8 11 16,2 0 0-16,2 6-35 15,1 0 6-15,-1 4 18 0,0 4 13 16,-5 0 12-16,-4 0 46 16,-1 6 67-16,-5 8-14 15,4 2-11-15,-4 6-31 16,0 3-7-16,-1 3-16 15,-3-1-7-15,0 4-17 16,0-5-7-16,0-2-8 16,-5-2-6-16,-11-2 0 15,-9-2-1-15,-4-2-6 16,-4 0-9-16,-2-2-7 16,-1-6-27-16,7-2-6 15,2-2-35-15,7-4-45 16,7-2-116-16</inkml:trace>
  <inkml:trace contextRef="#ctx0" brushRef="#br0" timeOffset="48170.58">10019 15132 639 0,'0'0'202'0,"0"0"-189"16,0 0 0-16,0 0-1 15,0 0 76-15,0 0-17 16,0 0-28-16,-25 112-11 16,13-80-19-16,6-4 0 15,1-2-3-15,5 0-9 16,0-4-1-16,0-4 0 16,2-6 0-16,12 2-6 15,4-6-5-15,0-2-5 16,3-2-10-16,2-4-6 15,-1 0-13-15,-1 0-41 0,-6 0-44 16,-1-8-68 0,-5-2-23-16,-3-2-95 0</inkml:trace>
  <inkml:trace contextRef="#ctx0" brushRef="#br0" timeOffset="48427.42">10096 15286 434 0,'0'0'133'0,"0"0"11"15,-42 110-53-15,24-58-26 16,3 4-33-16,3 19-32 16,5-13-106-16,3-12-184 0</inkml:trace>
  <inkml:trace contextRef="#ctx0" brushRef="#br0" timeOffset="49444.11">9811 15783 546 0,'0'0'169'0,"0"0"-127"16,0 0-33-1,0 0 41-15,0 0 54 0,0 0-33 16,0 0-32-16,0 18-1 16,-4 10 40-16,-3 4-9 15,-5 12-28-15,2 1-3 16,-2 3 8-16,1 2-14 15,3 0-13-15,-1-2-18 16,-1-2 1-16,4-6-1 16,1-2-1-16,1-10 0 15,0-1-19-15,1-9-1 16,-2 0-3-16,3-9-11 0,0 0 5 16,0-1 0-16,0-7-11 15,2 4-6-15,0-5 5 16,0 0 6-16,0 0 8 15,0 0 4-15,0 0-8 16,0-6-16-16,0-12-5 16,0-4-67-16,2-5-1 15,7 0-12-15,4 0 5 16,-2 5 29-16,3 4 63 16,-3 4 35-16,1 10 3 15,-4 0 24-15,3 4 17 16,-2 0 6-16,0 0-4 15,-2 0 32-15,1 0 13 16,-1 14 26-16,0 2 10 0,0 4-40 16,-3 6-18-16,1-4-18 15,-3 5-15 1,-2-4-10-16,0 4-4 0,0-9 5 16,0 0-5-16,-2-2-8 15,-11-2 1-15,-4 0-14 16,-4-4-1-16,-6 2-8 15,-2-4-14-15,2-2-10 16,5-2-1-16,1-4-41 16,6 0-54-16,7 0-46 15,8 0-29-15,0-14-3 16,0-4-55-16</inkml:trace>
  <inkml:trace contextRef="#ctx0" brushRef="#br0" timeOffset="49955.63">10058 16168 743 0,'0'0'389'16,"0"0"-296"-16,0 0-93 0,0 0 26 16,0 0 56-16,0 0-1 15,-14 120-21-15,12-92-38 16,2-1-11-16,0-1-9 15,0-4-2-15,0-2 0 16,10 2-11-16,3-4-5 16,7 4-10-16,0-6-6 15,0 2-8-15,0 0 13 16,-5-4 12-16,-1-6 14 16,-7-2 0-16,-5 2-8 0,-2-8 8 15,0 4 1 1,0-4 2-16,-6 6 4 0,-13-2-6 15,-6 4-10 1,0 2 10-16,-4-2-1 0,2 2-21 16,2-6-65-16,3 0-31 15,4-4-8-15,4 0-27 16,6-8-74-16,3-6-53 0</inkml:trace>
  <inkml:trace contextRef="#ctx0" brushRef="#br0" timeOffset="50245.93">10036 16302 211 0,'0'0'378'0,"0"0"-263"16,0 0-66-16,0 0 41 16,0 0 1-16,0 0-38 15,0 0-19-15,87-18-23 16,-74 18-4-16,-1 0-7 16,-6 0-10-16,0 0-38 15,-2 0-53-15,-1-4-90 16,-3 0-125-16</inkml:trace>
  <inkml:trace contextRef="#ctx0" brushRef="#br0" timeOffset="51812.14">10472 14708 492 0,'0'0'103'0,"0"0"-95"15,0 0 33-15,0 0 65 16,0 0-3-16,0 0-15 16,0 0-23-16,52 0-20 15,-39 0 7-15,1 0-6 16,3 4-1-16,1-2-19 0,3 2-17 15,0 0-8-15,2 0-1 16,-3-4-7-16,0 0-11 16,-2 4-5-16,-2-4 6 15,-5 0-2-15,-3 0-6 16,-1 0 14-16,-2 0-5 16,-3 0-9-16,0 0 9 15,1 0-7-15,-3 0 9 16,0 0-4-16,0 0 5 15,0 0-7-15,0 0-6 16,0 2 7-16,0 2 6 16,2 0 13-16,-2 8 16 15,2 2 15-15,2 9 2 16,0 4 0-16,1 9-11 16,-3 7-12-16,3 3 7 15,-3 4-2-15,-2 2-2 0,3 6 14 16,-1 0-2-16,2 1-9 15,0-1 0-15,3 0 2 16,0 4-4-16,0-8-13 16,1 0-1-16,-1 3 0 15,-1-7 1-15,2-2 0 16,-4-2 0-16,0 2-1 16,-1-8 0-16,-3 0 0 15,2 2 0-15,-2 1 0 16,0-3-2-16,2 0 2 15,0 0-1-15,-2-2 0 16,2-4 1-16,-2 2 0 16,1-8 0-16,-1 2-2 0,0-4 2 15,3-2-1-15,-3 2 0 16,4-4 1-16,-4 5 0 16,0-8 0-16,0 8 0 15,0-5 0-15,0-4-1 16,0-2 1-16,0 0-1 15,0 0 1-15,0-2 0 16,0-4-1-16,0 6 0 16,-4-2 1-16,0 4 1 15,2 4-1-15,-2-4 1 16,-1 0-1-16,-1 0 0 16,2-4 1-16,-2-2-1 0,0-4 1 15,2 2 0-15,1-2 6 16,-1 2-6-16,2-2 0 15,0-2-1-15,0 2 0 16,-1 1 0-16,1-9 1 16,-1 1-1-16,3 3 1 15,0-4-1-15,0 0 0 16,0 0-1-16,-1 0 1 16,1 0 0-16,-3 0 0 15,-2 0 9-15,-1 0-2 16,-3 0-6-16,-5 0-1 15,-5 0 0-15,-6 4-1 16,-4 5-6-16,-4 0-8 16,-12 9-29-16,7-4-101 0,7-1-229 15</inkml:trace>
  <inkml:trace contextRef="#ctx0" brushRef="#br0" timeOffset="52828.39">11087 15743 404 0,'0'0'156'15,"0"0"-113"-15,0 0 15 16,0 0 66-16,0 0 9 16,0 0-45-16,0 0-14 15,12 0-2-15,3 0-11 0,6 0-22 16,3 0-10-16,5 0-12 16,5-2-8-16,1-2-8 15,1-2 0-15,3 2 2 16,2-2-3-16,1 2 1 15,2 0 0-15,6 0-1 16,-3 0-1-16,1 2-6 16,0 0-21-16,-6 0 2 15,-7 2 6-15,-2 0 8 16,-1 0 5-16,-8 0 0 16,1 0 6-16,-5 0 1 15,-2 0-1-15,-4 0 0 16,-6 0 1-16,-1 0-1 0,-5 0-1 15,0 0-6-15,-2 0 7 16,0 0-5-16,0 0-18 16,0 0-20-16,0 0-32 15,0 0-50-15,-6 0-115 16,-3 0-315-16</inkml:trace>
  <inkml:trace contextRef="#ctx0" brushRef="#br0" timeOffset="53365.05">11750 15480 563 0,'0'0'114'0,"0"0"-83"15,0 0 13-15,0 0 85 16,0 0-12-16,0 0-48 15,0 0-27-15,0 0-3 0,0 0 8 16,0 0 0-16,10 0-5 16,2 0-13-16,3 8-13 15,3 2-10-15,2-1-4 16,5 4-2-16,-1-3 1 16,1 3-1-16,2 1-2 15,-6-9 1-15,2 3-7 16,-5 1-3-16,-3-4 4 15,-1 4 5-15,-5-5-7 16,-5 10-2-16,-2 0-1 16,-2 8 12-16,0 8 12 15,-13 6 2-15,-9 8 2 16,-5 0-14-16,-2 2-2 0,0-2-24 16,0 1-68-1,-11-4-80-15,9-10-192 0</inkml:trace>
  <inkml:trace contextRef="#ctx0" brushRef="#br0" timeOffset="55474.59">12866 14548 385 0,'0'0'310'0,"0"0"-220"0,0 0-59 16,0 0 37-16,0 0 54 15,0 0-10-15,0 0-29 16,0-2-11-16,0 2-2 16,0 0-12-16,0 0-22 15,-9 0-13-15,-7 0-22 16,-6 6-1-16,-5 4-11 16,-2 4-7-16,2-2-5 15,3 2-20-15,1-2-15 16,4-2-3-16,5 0 3 15,1-4-7-15,6-2 4 0,2 2-3 16,3-6-6 0,2 0 12-16,0 0 12 0,0 2-12 15,0-2-3-15,0 0 31 16,0 0 16-16,0 2 14 16,0 2 31-16,0 0-2 15,0 2 28-15,2 2-5 16,6 2 5-16,-4 6-21 15,2 2-13-15,1 10 0 16,-1 0 2-16,2 8 19 16,-4 7 10-16,0 7-19 15,1 2-11-15,-3 4 5 16,-2 4-3-16,0 4-10 16,0 3 3-16,0-1-13 15,0 2 8-15,0-6 4 16,-2 0-5-16,2-2 10 15,0-3 4-15,0-3-9 0,0-2-4 16,0-2-12-16,0-2 9 16,0-2-3-16,0 0-8 15,0-3 1-15,0-3 2 16,0-3 6-16,2 2 5 16,-2-7 2-16,0-4-6 15,2-2-9-15,-2 0 0 16,0-4 0-16,0 0 6 15,0 2-7-15,0 2 2 16,0 0-2-16,0-4 1 16,-2 1-1-16,-2-4 1 15,1-2 5-15,3-3-6 0,0 0 0 16,0-2 0-16,0-2-1 16,0 2-1-16,0-2 1 15,0 2-9-15,0 2 9 16,0 0-1-16,0 0 1 15,0 0-5-15,-2 2-1 16,2-6-1-16,0-2-6 16,-2-4 5-16,2-4 8 15,0 2-14-15,0-2 5 16,0 0 4-16,0 0-2 16,0 0-10-16,-2 0-8 15,2 0-4-15,0 2 1 16,0-2 4-16,0 0 13 0,0 0 2 15,0 0 0 1,0 0-7-16,0 0 2 0,0 0 15 16,0 0 6-16,0 0 1 15,4 0 11-15,5 0 21 16,3 0 16-16,3 0 9 16,5 6-15-16,-1-2-23 15,4 0-3-15,0 0-10 16,-1-4-5-16,-2 6-7 15,-2-2 1-15,-3-4-1 16,-3 4 2-16,-4 0-3 16,-3-4 1-16,-1 2-1 15,-2 2-17-15,0-4-35 16,4 4-37-16,-2-4-43 16,2 0-79-16,-3 0-275 0</inkml:trace>
  <inkml:trace contextRef="#ctx0" brushRef="#br0" timeOffset="58388.12">13102 14646 485 0,'0'0'129'0,"0"0"-95"16,0 0 0-16,0 0 91 16,0 0-1-16,0 0-28 15,0 0-28-15,0-2-12 16,0 2-8-16,0 0 1 16,0 0-2-16,2 0-23 15,9 0-9-15,7-2 14 16,4 2-18-16,5-2-5 15,0 0-4-15,-1 0 0 16,1 2 4-16,0-2-6 16,-2 0 0-16,-1 2 0 15,-2-4-15-15,-4 2 4 16,-3 2-21-16,-5 0-12 0,-3 0-8 16,-5 0 1-1,-2 0-24-15,0 0-36 0,0 0-106 16,-2 0-56-16,-8 2-63 15</inkml:trace>
  <inkml:trace contextRef="#ctx0" brushRef="#br0" timeOffset="58685.4">13329 14694 434 0,'0'0'150'0,"0"0"-99"15,0 0 27-15,0 0 79 0,0 0-24 16,0 0-10 0,0 0 7-16,0 86-41 0,0-46-17 15,0 5-31-15,4-1-16 16,1 2-9-16,-3-2-6 16,3-4-10-16,-1-4 1 15,-2-6 0-15,3-6-1 16,-3-3-18-16,0-8-30 15,0-3-31-15,0-1-8 16,-2-5 8-16,3 0-31 16,-1-3-28-16,-2 2-67 15,0-2-54-15,0-1-34 0</inkml:trace>
  <inkml:trace contextRef="#ctx0" brushRef="#br0" timeOffset="58985.68">13122 15240 176 0,'0'0'309'0,"0"0"-228"16,0 0-29-16,0 0 62 16,0 0 40-16,0 0-34 15,0 0-13-15,78 0-20 16,-47 0-25-16,2 0-11 0,1 0-12 15,-3 0-24 1,0 0-8-16,-4 0-7 0,-2 0 0 16,-6-4 0-16,-3 2-11 15,-4 0-8-15,3 0-9 16,-4-1-9-16,1 2-20 16,-4 1-18-16,3-4-51 15,-1 0-94-15,-6-1-91 0</inkml:trace>
  <inkml:trace contextRef="#ctx0" brushRef="#br0" timeOffset="59354.16">13551 14979 704 0,'0'0'131'0,"0"0"-131"16,0 0 0-16,0 0 42 16,0 0 27-16,0 0-18 15,-37 122-19-15,33-100 7 16,4-4-23-16,0-4 4 15,0 0-1-15,10-1-13 16,6-8-4-16,7 2-2 16,2-1-7-16,1-6-5 15,0 0-1-15,-1 0-7 0,-4 0-9 16,-2 0-14-16,-3-5-30 16,-5-4-55-16,-3-1-93 15,-2 2-13-15</inkml:trace>
  <inkml:trace contextRef="#ctx0" brushRef="#br0" timeOffset="59597.27">13668 15033 28 0,'0'0'538'16,"0"0"-448"-16,0 0 68 16,-16 126-32-16,8-73-35 15,0 5-56-15,2 4-35 16,2 20-22-16,-1-16-130 16,3-16-193-16</inkml:trace>
  <inkml:trace contextRef="#ctx0" brushRef="#br0" timeOffset="60392.96">13209 15891 463 0,'0'0'164'0,"0"0"-41"16,0 0-16-16,0 0-12 0,0 0-20 15,0 0-15 1,0 0 26-16,45-8-28 0,-23 8-23 16,4 0-6-16,-1 0-6 15,4 0-10-15,-2 0-11 16,-3 0-2-16,0 0 0 16,-6 0-28-16,-2 0-18 15,-7 0 4-15,-2 0-10 16,-5 0-19-16,-2 0-16 15,0 0-72-15,-13 4-115 16</inkml:trace>
  <inkml:trace contextRef="#ctx0" brushRef="#br0" timeOffset="60711.46">13378 15927 401 0,'0'0'130'0,"0"0"-97"15,0 0 64-15,0 0 53 16,0 0-1-16,0 0-74 16,0 0-19-16,-4 127 21 15,4-87-12-15,0 8-26 16,0-4-24-16,0 0-4 16,0-4-11-16,0 1 2 15,0-9-2-15,0 0 0 16,0-2 0-16,0-8-10 15,0-2 4-15,0-4-9 16,0-2-21-16,0-6-14 0,0 2-47 16,0-6-10-16,2-4-39 15,5 0-68-15,-3 0 22 16,0 0-8-16</inkml:trace>
  <inkml:trace contextRef="#ctx0" brushRef="#br0" timeOffset="61059.13">13276 16557 45 0,'0'0'265'0,"0"0"-184"0,0 0-36 16,0 0 24-16,0 0 6 15,0 0-27-15,0 0 7 16,-5 4 10-16,7-4 1 16,10 0 0-16,3 0 2 15,3 0-13-15,4 0-14 16,0 0-12-16,3-4-9 16,0 4-19-16,-1-4 5 15,-2 0-5-15,-2 4-1 16,-1-2 2-16,-2 2-1 15,-1-4-1-15,-1 4 0 16,1-4-16-16,-3 4-9 16,1-4-31-16,-1 0-25 0,-1-2-72 15,1 2-97-15</inkml:trace>
  <inkml:trace contextRef="#ctx0" brushRef="#br0" timeOffset="72617.24">13732 16276 58 0,'0'0'127'0,"0"0"-69"0,0 0-22 15,0 0-2-15,0 0 4 16,0 0-1-16,0 0-8 16,0 0-3-16,0 0 0 15,0 0 14-15,0 0 1 16,0 0-1-16,0 0 5 15,0 0-3-15,0 0-6 16,0 0-9-16,0 0-6 16,0 0-4-16,0 4-4 15,0 4 19-15,0 2-1 16,0-2-9-16,0 2 1 16,0 3 0-16,0 1-1 0,0 4-2 15,0 0-7-15,-2 0-3 16,-2 4-8-16,-1 0 4 15,-1 0-4-15,-2 0 14 16,2-4 5-16,2 4-10 16,-1-8-1-16,3 0-8 15,0-2-1-15,2-2 10 16,0-2-10-16,0-6-2 16,0 6 0-16,0-4 0 15,0 0 0-15,4 2-1 16,3-2-5-16,1 4 7 15,2-4-2-15,-4-2-5 16,3 2 6-16,-2 0-5 16,2 0 5-16,-2 0 1 15,1 2-1-15,-1-2 1 16,-2 0 0-16,-1 0-1 0,-4-4 1 16,0 4 0-16,0-4 0 15,0 2 15-15,0 6 18 16,-4 0 15-16,-10 2-24 15,-1 3-15-15,-5 1-9 16,-1-1-5-16,2 0-4 16,3-3 9-16,1-2-6 15,4-2-1-15,3-2-11 16,4 0-16-16,2-4-14 16,2 4-43-16,0-4-36 15,0 0-54-15,0 0-22 0,2-4-12 16</inkml:trace>
  <inkml:trace contextRef="#ctx0" brushRef="#br0" timeOffset="73236.14">13779 16455 182 0,'0'0'153'15,"0"0"-127"-15,0 0-25 16,0 0 28-16,0 0 30 16,0 0 19-16,0 0-1 15,0-6-7-15,0 6 5 16,0 0-2-16,0 0-10 16,0 0-12-16,0 0-14 15,-2 0-3-15,2 0-4 0,0 0-7 16,0 0-1-16,0 0-9 15,0 0 10-15,0 0 3 16,0 0 1-16,0 0-3 16,0 0-16-16,0 0-6 15,0-2 9-15,0 2 4 16,0 0-2-16,0-2-6 16,5 2-6-16,1 0 1 15,4 0 4-15,3 0-5 16,-3-4-1-16,-1 4-10 15,1 0 9-15,-6-4 0 16,0 4 0-16,-2 0 0 0,1 0 0 16,-1 0-5-1,0 0-7-15,0 0-21 16,0 0-36-16,6-6-54 0,-4 2-68 16,-2 0-114-16</inkml:trace>
  <inkml:trace contextRef="#ctx0" brushRef="#br0" timeOffset="74952.67">14133 14662 185 0,'0'0'122'15,"0"0"-78"-15,0 0-8 0,0 0-22 16,0 0-5-16,0 0-3 16,0 0-5-16,2-52 8 15,1 44 4-15,-3 4 47 16,0 0 7-16,0 2 15 15,0 2-4-15,0 0-12 16,0 0-17-16,0 0-10 16,0 0-4-16,0 0 10 15,0 0 0-15,0 0-5 16,0 0 5-16,0 0-13 16,0 0-12-16,2 0-10 15,3 0-1-15,4 0-2 16,3 0 8-16,7 0-7 15,1 0 1-15,2 0-8 0,0 0 0 16,1 0 0 0,-3 4 0-16,2 0-1 0,-2 0 0 15,0-2-1-15,-2 2-7 16,-3 0-5-16,-3-4-2 16,-4 0 6-16,-3 0-2 15,-3 2 1-15,0-2 9 16,-2 0-6-16,0 0 1 15,0 2-7-15,0-2-2 16,0 0 7-16,0 0 2 16,0 0 4-16,0 0 1 15,0 0-9-15,0 2 8 16,0-2 1-16,0 4-8 16,0 4 8-16,0 4-4 15,0 8 5-15,5 6 7 0,-3 10 6 16,1 8-4-16,-3 2 11 15,2 8-4-15,-2 3-6 16,0 1-9-16,0 0-1 16,0 0 7-16,0-4-5 15,0 0 11-15,0 0-13 16,0 3 1-16,-5 1 0 16,3-4 0-16,-3 2 1 15,3-1-1-15,0-1-1 16,-1-6 1-16,1 2 6 0,-2-2-7 15,0 2 1 1,-3 0 5-16,0 2 3 0,-2-2-8 16,3-1 0-16,-3 1-1 15,2-6 1-15,0-4 0 16,1-4-1 0,-1-6 1-16,1-2 1 0,1 0-2 15,0-2 1-15,1 0-1 16,-1 1 1-16,1-8-1 15,0 8 0-15,2-5 0 16,-1-4 0-16,0 4 0 16,2-4 0-16,-2 0 1 15,1-4 0-15,2 2-1 16,0-2 0-16,0 0 0 16,0 2 1-16,0 2 0 15,0-4-1-15,0 0 0 0,0-2 1 16,0-2-1-16,0-2 0 15,0 2 1-15,0-6-1 16,0 4 0-16,0-6-1 16,0 2 1-16,0 0 0 15,0-4 0-15,0 0 0 16,0 0 0-16,0 0-1 16,0 0 1-16,0 0-1 15,0 0 1-15,0 0 0 16,-2 4 1-16,-3-4-2 15,-1 4 1-15,-8 2-1 16,-5-2 0-16,-4 4-12 16,-2 2-24-16,-2-2-10 15,-4 2-41-15,8-1-85 0,4-5-117 16</inkml:trace>
  <inkml:trace contextRef="#ctx0" brushRef="#br0" timeOffset="76137.5">14860 15641 428 0,'0'0'189'0,"0"0"-107"16,0 0-23-16,0 0 45 15,0 0-1-15,0 0-21 16,0 0-31-16,-2 0-24 16,2 0 6-16,0-3-1 0,0 3-4 15,2 0-5 1,9-1-7-16,9-3-2 0,7 0-6 15,11-2-7-15,5 2 2 16,11-4-3-16,4 2 1 16,7-1 0-16,6 2-1 15,7-4 0-15,5 4 0 16,1-4 0-16,1 0 0 16,-2 0-7-16,-5 0 0 15,-5 4 6-15,-6-3 0 16,-11 4-1-16,-8 3 2 15,-5-2 2-15,-9 3-2 16,-5-2 1-16,-10 2 12 16,-3 0 4-16,-7 0 1 15,-3 0 2-15,0 0 9 0,-6 0-6 16,2 0-10 0,-2 0-12-16,0 0-1 0,0 0-8 15,0 0-40-15,2 0-42 16,4 0-49-16,-1 0-87 15,-1-4-149-15</inkml:trace>
  <inkml:trace contextRef="#ctx0" brushRef="#br0" timeOffset="76585.67">16098 15310 71 0,'0'0'876'16,"0"0"-772"-16,0 0-91 15,0 0-12-15,0 0 17 16,0 0 34-16,0 0-23 16,9-6-6-16,9 8 3 0,5 8-12 15,1 2-2-15,0 2-10 16,3-4-2-16,-4 0 0 16,-1 2 0-16,-2-4-2 15,-4-2-3-15,-5 2-1 16,-3 0 5-16,-2 2-1 15,-4-2 1-15,-2 6 0 16,0 0 1-16,-12 8 0 16,-11 4 0-16,-5 5-18 15,-6 2-28-15,-12 12-68 16,8-9-103-16,7-6-176 0</inkml:trace>
  <inkml:trace contextRef="#ctx0" brushRef="#br0" timeOffset="77961.86">17106 14444 599 0,'0'0'114'0,"0"0"-80"15,0 0-11-15,0 0 58 16,0 0 57-16,0 0-34 16,0 0-46-16,2-4-13 15,-2 4-3-15,-13 0-19 16,-7 14-13-16,-7 4-10 15,-4 0 0-15,-1 4-10 16,1 0-10-16,4-4-6 16,3-4-2-16,6 0-5 15,2-2 6-15,3-4 1 16,6 2-3-16,0-4-15 16,5 2-9-16,0 0-8 0,0-6-13 15,2 0 2-15,-2 0 12 16,2 0 19-16,0-2 24 15,-2 0 4-15,2 0 4 16,-2 0-2-16,-1 2 10 16,1 0 1-16,2 0 10 15,-2 2 2-15,2 2-2 16,-3 0-9-16,1 4 5 16,0-2-4-16,-1 4 12 15,1 4 6-15,2-2 0 16,-2 7 8-16,2 2 22 15,0 9-6-15,0 7-8 16,0 3-12-16,0 8 1 16,0 2-8-16,0 2 1 15,0 2-5-15,0 0 13 0,0 2-2 16,0 3-6 0,-4 1 5-16,-3 2-7 0,3 2-6 15,-3-2-9-15,0 1 0 16,1-1 1-16,-1-6-2 15,-2-6 1-15,2-2 2 16,-2-6-3-16,3-4 1 16,0-4 0-16,-2 1-1 15,4-1 1-15,-1-4 0 16,1 2 1-16,0-2-1 16,0-2-1-16,1 2 0 0,-2-6 0 15,3-2-1 1,-2-2 1-16,-3 0-1 0,3 0 1 15,-3-4 0-15,2 4 0 16,-1-4 0-16,-1 0 0 16,3 1 0-16,-3-1-1 15,2-2 0-15,1 2-10 16,-1-4-5-16,1 0 1 16,-2 0 5-16,-1 2 9 15,0-2 0-15,0 0 0 16,3-2 1-16,0-2-2 15,1-2-11-15,1-4-18 16,2-2-4-16,0 2-14 16,0-4 3-16,0 0 11 0,0 0-1 15,0 0 16-15,0 0 20 16,11 0 0-16,5 0 23 16,4 0 26-16,6 4 17 15,6 0-8-15,7 6-12 16,9-2-2-16,5-2-4 15,5 6-9-15,-1 2-14 16,2-6-9-16,-6 6-8 16,-1-6 0-16,-10 2-35 15,-2-2-52-15,-9-8-78 16,-9 0-100-16,-10 0-295 0</inkml:trace>
  <inkml:trace contextRef="#ctx0" brushRef="#br0" timeOffset="79005.94">17442 14520 143 0,'0'0'225'16,"0"0"-131"-16,0 0-16 15,0 0-3-15,0 0 43 16,0 0 38-16,0 0-56 0,15-48-44 16,-15 48-10-1,0 0 14-15,0 0-1 0,0 0 0 16,0 0-14-16,0 0-21 16,0 0-4-16,0 0-13 15,-2 8-7-15,-6 12 8 16,-4 8 21-16,1 8-11 15,-2 4-7-15,1 6-10 16,2-4-1-16,3 2 0 16,5-1 0-16,2-6-1 15,0-2-8-15,0-9-2 16,2-4-8-16,9-6-12 16,3-4-12-16,-1-6-2 15,5-4 10-15,1-2 12 16,2 0 10-16,1-8 0 15,2-10-6-15,1-10 0 16,-3-1 5-16,1-4-5 16,-1-3 7-16,-2-4 2 0,0-1-3 15,-2 7-2-15,-4-2 15 16,-6 10 1-16,-1 4 18 16,-5 4-2-16,-2 4 4 15,0 2 3-15,0 0-1 16,0 0-11-16,0 2-6 15,-2-1-5-15,-7 0-1 16,-3-1-11-16,-1 2-21 16,-2-2 0-16,-3 2 6 15,2 0 5-15,1 6 12 0,4 0 2 16,-1 4-6 0,4 0-10-16,1 0-3 15,1 0-12-15,-2 5-31 0,-5 16-32 16,5-5-67-16,-2-3-53 0</inkml:trace>
  <inkml:trace contextRef="#ctx0" brushRef="#br0" timeOffset="79881.84">17948 14722 199 0,'0'0'413'0,"0"0"-264"16,0 0-109-16,0 0 0 15,0 0 69-15,0 0-1 0,0 0-41 16,0 0-44 0,0 0-16-16,0 8 3 0,-5 10 3 15,-5 9 22-15,-2 9-25 16,1 0-8-16,-1-4 0 15,6 0-2-15,4-6 1 16,2 0-1-16,0-10-15 16,0-2-5-16,4 0-10 15,10-6-18-15,3 2 8 16,1-6-14-16,1-2 8 16,-2-2 13-16,3 0-15 15,-2-2-26-15,6-14-21 16,-3 0-93-16,-6 4-1 0</inkml:trace>
  <inkml:trace contextRef="#ctx0" brushRef="#br0" timeOffset="80119.2">18026 14811 602 0,'0'0'97'0,"0"0"-96"16,0 0 20-16,0 0 5 16,-45 116-12-16,32-72-5 15,-3 0-9-15,-3 10-68 16,0-10-107-16,1-10-315 0</inkml:trace>
  <inkml:trace contextRef="#ctx0" brushRef="#br0" timeOffset="81486.25">17627 15841 510 0,'0'0'136'0,"0"0"-127"15,0 0-1-15,0 0 26 0,0 0 71 16,0 0-13-16,0 0-40 16,0 0-14-16,0 0 10 15,0 0 17-15,0 0-13 16,-7 0-29-16,0 18-3 16,-3 4 18-16,-1 6-16 15,-1 4-12-15,1 3-9 16,5 1 12-16,0 0-3 15,4-4-1-15,2 2 1 16,0-2-2-16,0-2-6 16,0 2 4-16,0-8-6 15,0-2 0-15,0-4 0 0,0-2-1 16,6-10-5-16,2 2-6 16,1-4-7-16,-1 1 9 15,2-4 10-15,-1-1 0 16,2 0 0-16,2 0 2 15,0 0 4-15,1 0-4 16,-1 0-2-16,0 0 1 16,-1-1 0-16,-3-12 5 15,1 3 2-15,0-2-6 16,-1-2 4-16,-1 2-5 16,4-2 7-16,-1 4-7 15,3-6 5-15,-3 2-5 16,1 0 1-16,0-4-2 15,-1 0 2-15,-2 0-2 16,0-4 0-16,-2 0 1 16,-3-4-1-16,-2 2 0 0,-2-6 0 15,0-1-12-15,0-2 6 16,-11 2-4-16,-3-1 3 16,2 6 6-16,-2 4-1 15,1 4 1-15,4 6 0 16,-1 6 1-16,4-2 10 15,2 4-2-15,1 4-1 16,-1 0-7-16,0 0-9 16,-8 0-4-16,-3 12 4 15,-8 6-8-15,-1 0-22 16,-1 0-13-16,1-4-9 16,0 0-27-16,3-2-68 0,8-2-75 15,5-6-79-15</inkml:trace>
  <inkml:trace contextRef="#ctx0" brushRef="#br0" timeOffset="82186.44">18050 16120 430 0,'0'0'190'0,"0"0"-126"15,0 0-34-15,0 0 36 16,0 0 43-16,0 0-20 15,0 0-28-15,0 0-18 16,-4 0 8-16,-1 0-2 16,-3 12 13-16,-4 8 8 15,1 2-27-15,0 4-18 16,2 4-12-16,2-6-3 16,3 2-8-16,2 0-1 15,2-7 0-15,0-1-1 16,0 0-1-16,0-4 0 15,8-1-10-15,2 4-11 16,1-7-16-16,-3-2 15 16,-1 0 7-16,-2-2 9 0,-3 2 6 15,0-6 0-15,1 2 1 16,-3 0 0-16,0 0 1 16,0 0 5-16,0 0 2 15,0-2 7-15,0 2-1 16,-9 4-5-16,-5-4-9 15,-1 2-7-15,-3 2-9 16,3-4-25-16,-1 0-34 16,3-4-87-16,1 0-124 15,5 0-222-15</inkml:trace>
  <inkml:trace contextRef="#ctx0" brushRef="#br0" timeOffset="82539.5">18024 16222 347 0,'0'0'340'16,"0"0"-279"-16,0 0-48 15,0 0 25-15,0 0 34 16,0 0-10-16,127-4 10 16,-112 4-31-16,3 0-18 15,-5 0-17-15,3 0-6 16,-5 0-16-16,7 0-54 15,-5-8-76-15,-2 6-137 0</inkml:trace>
  <inkml:trace contextRef="#ctx0" brushRef="#br0" timeOffset="84063.13">18550 14436 525 0,'0'0'175'0,"0"0"-136"0,0 0-38 15,0 0 10-15,0 0 84 16,0 0 19-16,0 0-43 16,6 0-33-16,3 0 2 15,3 0 2-15,1 0-10 16,5 0-12-16,3 1-10 16,8 6-4-16,3-1-5 15,1 2-1-15,0 0-6 0,-2-2-17 16,-6 2-5-1,-7-4-4-15,-5 0 6 0,-4-2 3 16,-2 2 7 0,-2-4-7-16,-3 0-7 0,-2 0-3 15,0 0 12-15,0 0 7 16,0 0-3-16,0 0 11 16,0 0-4-16,0 1-3 15,0 2 11-15,0 3 1 16,0 2 1-16,0 8 0 15,0 4 7-15,0 8 9 16,0 6-2-16,-2 6 7 16,-3 4 16-16,1 10-12 15,-1 9-11-15,-2 1-7 16,3 6-5-16,-2 0-1 16,-3 2 1-16,1-9-1 0,0-1 6 15,-1 2-7-15,0-6 1 16,0 4 0-16,3 4 1 15,1-3 5-15,1 5-5 16,2-2-1-16,0-4-1 16,-2-2 1-16,2-6 0 15,-2-2-1-15,2-8 0 16,-3-7 6-16,1 3 1 16,0-8 9-16,0 2 0 15,-2-2-1-15,2 0-4 16,2 2 1-16,0-2-11 15,-3-2 12-15,3 2 0 16,-2-5 10-16,2 0 6 16,0 0-6-16,-4-5-11 0,4 2-5 15,-2 2-6-15,-1 0 8 16,3 2-2-16,-2 2 3 16,2-6-3-16,0 2-6 15,2-4-1-15,-3-8 0 16,3 2 1-16,-2-2 9 15,2-6 0-15,0 2 0 16,0-2-3-16,0 2-6 16,0-6 0-16,0 0-1 15,0-4 1-15,0 2-1 16,-2-2 6-16,2 0 1 16,0 0 1-16,-3 0 6 0,0 0 25 15,2 0 9 1,-1 0-4-16,-3 0-17 0,-3 4-19 15,-8 4-8-15,-8 1-21 16,-15 4-27-16,-11 6-30 16,-42 8-51-16,12 0-111 15,6-5-331-15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11T15:02:37.9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5795 939 0,'-14'0'94,"-12"0"15,0 0-62,12 0-31,1 27 0,13-14 30,-13 0-30,13 14 15,-13-14-31,13 0 32,-27 14-17,14-27 1,0 13-1,0 0 1,13 0 0,-14 0-1,-25 27 1,39-27 0,0 1-1,0-1 1,-14 0-1,14 27 1,0-27 0,0 0 15,0 0 0,0 27 0,0-27-15,14 1 0,12-1-1,-13 0 1,1-13 0,-1 13-1,0 1 1,27 12-1,-27-26 1,0 0 31,0 0-16,1 0 125,25 0-109,-26 0 125,1 0-172,-1 0 31,13 0 16,1 0-15,-14 0-17,0 0 63,14 0 32,-14 0-95,27 13 17,-14-13 14,1 0-30,-14 13-16,0-13 47,14 40-16,-1-40 94,-13-13-109,0 0 15,1-1-15,12 1 15,1 0-15,-27 0 15,0-14 0,0 1-15,0 13-1,0-1 1,0 1 0,0-27-1,0 27 1,0 0-1,0 0 1,0-27 0,0 14-1,0 12 1,0-12 0,0-1-1,0 14 16,0 0 1,0-13-1,-14 12-31,1-25 31,13 12-15,-13 1-1,0 12 1,-1-12 0,1 13-1,-13-27 1,13 40 125,-14 0-79,14 0-62,0 0 16,-14 0-1,1 0 1,-1 0 0,14 0-1,-13 0 1,-1 27-1,14-27 48,0 13-47</inkml:trace>
  <inkml:trace contextRef="#ctx0" brushRef="#br0" timeOffset="3585.29">9049 1654 0,'-26'0'109,"12"0"-93,-12 0-16,13 13 16,-27 0-1,27 0 1,-27 14 0,14 12-1,-1 1 16,27-13-15,-13 26 0,13-40-1,0 13 1,-13 1 0,13-1-16,0-13 15,0 1-15,0 12 16,0-13 31,0 14 0,0-14 124,13-13-155,27 13 0,-27-13 46,13 0-31,14 13-15,-27 1 15,14-14 16,-1 0-16,-13 0 16,1 0 0,12 0-16,-13 0 16,14 0-47,-14 0 32,0 0-17,0 0 1,1 0 15,-1 0 0,0 0 1,27 0-17,-27 0 16,14 0 173,12 0-158,-26-14-46,1 14 47,-1 0-31,13 0 0,-12 0-1,12-13-15,-13 13 172,1-13-141,12 0 1,-13-14 14,-13 14 33,0-13-79,0 12 15,0 1 1,0-13-1,-13-14 17,0 14-1,0 12 0,-1 14-31,1-13 16,-27-13-1,27-1 1,0 14 0,0 0-1,-27-14 1,14 1 15,12 13-15,-12-1-1,-1 1 1,14 0 0,-27-14-1,27 14 1,-13 13 15,13-13 0,-14 13-31,14 0 47,-14 0-15,14 0 30,0 0-31,-14 0-15,1 40 125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11T15:03:07.3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9816 767 0,'-13'0'125,"-27"0"-78,27 27-16,0-14-15,0 0 15,-27 14-15,27-1 15,13-13 47,-27 14-62,27-14 31,0 13-32,0-12 1,0 12 15,0-13-15,0 1 0,0 12-1,0 1-15,0-14 16,0 0-1,0 0 1,0 27 15,0-27 16,14 0-47,-14 1 31,13-1-15,-13 13-16,13-12 16,0-1-1,1 0 1,12 0 31,-13 0-16,0 1-31,1-14 47,-1 0-31,0 26-1,27-26 1,-27 13-1,0-13 17,1 0-1,25 0-15,-26 0 15,1 0-16,-1 0 17,13 0-17,-12 0 17,12 0 93,-13 0-110,0-26 63,1 26-46,-1-13-17,0-1 1,0 1-1,14 0 1,-14-27 15,0 27 1,1 0-1,-14 0 0,13-1-15,0 1 15,-13-13 31,0-1 17,0 14-48,0 0-16,0 0-15,0-40 16,-13 39 15,0-12-15,-1 13 0,1-1-1,-13 1 1,-1-26-1,14 25 1,0-12 0,-14 13 15,14-1 0,0 1-15,0 13 31,-1 0 0,-25 0-32,12-26 1,14 13-1,-27 13 32,27 0-31,0 0 0,0 0-1,-27 0 1,27 0 31,-1 0 125</inkml:trace>
  <inkml:trace contextRef="#ctx0" brushRef="#br0" timeOffset="2558.04">9433 1931 0,'-27'0'109,"14"0"-93,-27 0-1,27 14 1,13 39 0,-40-27-1,27 27 1,13-27 15,0 1-15,0-1-1,0 1 1,0-14 0,13 27-1,1-27 1,-14 13 0,26 1-1,-26-14 1,27 14-1,-14-14 1,0-13 0,14 13-1,12 27 1,-26-27 15,14 0-15,-1-13-1,-12 0 1,-1 0-16,0 13 16,13-13-1,1 27 1,13-27 0,-27 0-1,0 0 1,0 0-1,40 0 1,-26 0 0,12 0-1,-25 0 1,-1 0 0,13 0-1,-12 0 1,25-13-1,-26-1 17,14 14-17,-14-13 32,14-27-16,-14 27-15,-13-13 0,13-1-1,-13 1 1,0-14 15,0 27-15,0-40-1,0 27 1,0-27 0,0 39-1,0-25 1,-53-27 0,27 52-1,12-25 1,1 25-16,-13-12 15,13 13 17,-27 13-1,27 0-31,-14-27 31,-13 14-15,14 13-1,13-13 1,-80 0 0,53 13-1,1 0 1,-27 0 0,52 0-1,1 0 1,0 0-1,0 0 1,0 0 0,-14 0-1,1 0 1,12 0 15,1 13-15,13 0 15,0 0 0,0 27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11T15:20:21.7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5623 1191 0,'-13'0'110,"13"26"-79,0-13-31,0 14 15,0-14 1,0 27 0,0-14-1,0 14 1,0-27 0,0 27-1,0-27 1,0 0-1,0 0 17,0 14 30,26 13-15,-13-27 0,0 0-16,14 14 0,-1-1-15,-12 0 15,-1-12 16,0-14-31,27 26-1,-27-13 17,13-13-17,-12 14 1,12-14 46,-13 26-62,14-26 32,-14 0-17,0 0 17,14 0-17,-1 0 1,-13 0-1,1 0 1,-1 0 15,27 0-15,-27 0 46,0 0-46,0-13 0,0 0 15,1-1 0,12 14-15,-13 0-1,1-13 1,12 13 47,-13 0-32,14-13-16,-14 13 79,0-13-31,-13-1-32,0 1 31,0-13 1,0 13-32</inkml:trace>
  <inkml:trace contextRef="#ctx0" brushRef="#br0" timeOffset="3495.85">5662 1244 0,'0'-14'157,"0"-12"-126,0 13-31,14-1 31,-1 14-15,0-13-1,0 0 17,27 13-1,-27 0-16,0-13 1,1 13 0,25 0 62,-25 0-47,-1 0-31,0 0 16,27 0-16,-27 0 15,0 0 1,0 0 31,14 0-32,-14 0 32,14 0-31,-14 0 0,13 0 15,-12 0-16,-1 0 1,26 26 31,1 1-16,-27-14 0,1 0 16,12-13 31,0 13-62,-12 1 15,-14 12 110,0-13-110,0 14-15,13-14-1,-13 0 1,0 0 0,0 27 15,13-27-15,-13 1 30,0-1-30,0 26 15,0-25 1,13 12-1,1 1 0,-14-14-15,26 13 15,-26-12 172,-13-1-140</inkml:trace>
  <inkml:trace contextRef="#ctx0" brushRef="#br0" timeOffset="6942.36">9009 1984 0,'0'-26'47,"0"39"0,-13 0-32,0 1-15,13-1 16,0 0 0,0 14-1,0 12 1,0-12 0,0 26-1,0-27 1,0 27-1,0-27 17,0-12-17,0 12 1,0-13 0,0 14-1,0-14 1,0 13-1,0-12 32,0-1-15,13 13 46,14-26-47,-1 14-15,-13-14 15,14 26-16,-14-26 17,0 0-17,14 0 1,-14 0 0,13 0-1,-12 0 1,-1 0-1,13 0 1,1 0 0,-14 0 15,0 0-15,0 0-1,27 0 110,-27 0-78,1 0 16,-1 0-32,0 0 0,14 0-15,-14 0-1,0 0 32,0 13-16,0-13 94,1-13-109,-1 0 0,13-40 15,-26 40-15,0-1-1,0-25-15,14 12 16,-14-12-1,0-14 17,0 13-17,13 14 1,-13 12 0,0-12-1,0 13 1,0-14-1,0 1 1,-13-1 0,-1 27-1,-12 0 1,-14-13 0,1 13-1,-28-26 1,1 26-1,40 0 17,-54-14-17,27 14 1,-13-39 0,27 39-16,-28-14 15,28 14 1,26 0-16,-14 0 15,1 0 1</inkml:trace>
  <inkml:trace contextRef="#ctx0" brushRef="#br0" timeOffset="9318.2">9168 635 0,'-13'40'47,"13"-27"-47,0 13 15,0 27 1,0 40 0,0 39-1,0-39 1,0-27-1,0 0 1,0-39 0,0-14-1,0 13 1,0 1 15,0-14 16,0 0-31,0 40 15,13-40 0,0 1-15,14-14 15,-14 0 0,0 0-15,40 0 0,-40 0-1,1 0-15,-1 0 16,27 0-16,-27 0 15,13 0 1,14 0 0,-27 0-1,53 0 1,-39 0 0,-14-14-1,0 1 16,0 13-31,14 0 16,-14-13 0,0 13 15,1-27-15,-1 27 15,0-13 0,0 0 47,-13 0-62,27-1 15,-27-25-15,0 12-1,0 14 1,0-13 0,0-1-1,0 1 1,0-14-1,0-26 17,0 53-17,0-54 1,0 41 0,0 13-1,0 0-15,0-14 16,0 14-16,0-14 15,-13 1 1,-1 13 0,1 0-1,0-1 1,-27-25 0,14 12-1,12 14 1,1-14-1,0 14 17,-27-13-17,-26-1 1,53 14 0,-40 13-1,40 0 1,0 0-1,-54 0 1,41 0 0,-27 0-1,27 0 1,-1 0 0,1 0-1,12 0 1,-12 13-1,13 14 32,0-14-15,-1 0-1</inkml:trace>
  <inkml:trace contextRef="#ctx0" brushRef="#br0" timeOffset="17598.32">12198 1336 0,'0'13'94,"0"14"-78,0-14-1,0 14 1,0-14 0,0 13-1,0-13 1,0 1 0,13 25-1,-13-25 1,13-1 15,-13 0-15,0 14-1,0-1 17,0-13-17,13 0 1,1 1-1,-1-1 1,0 13 15,0 1-15,14-14 0,-14 0 93,0-13-47,0 0-15,1 0-31,25 0 15,-25 0-15,-1 0-1,0 0 17,13 0 15,1 0-32,-14 0 16,0 0 1,14 0-17,-14 0 1,13 0 0,-12 0 15,12 0 0,-13 0 0,1 0 1,12 0 14,-13-13 33,1-13-64,-1-1 32,0 27 16,0-13-48,0 0 32,-13-1-31,0 1 46,27 0-46,-14 0-16,-13 0 31,0-14 16,0 14-31,0 0-1,0-14 1,0 14-1,0-14 1,0 14 0,0-13-1,0 13 1,-13-27 0,0 13-1,-1 14 16,1 13 16,0-13 16,0 13-48,0 0 17,-40 0-17,39-13 1,1-14 0,-27 27-1,27 0 16,0 0-15,-40-26 0,40 26 15,0-13 0,-1 13-15,-25 0-1,26-27 1,-1 27 15,1 0 32,-13 0-32,-1 0-15,14 0-1,0 0 17,-14 0-1,14 13-31,-13 1 15,12-1 1,1 0 0,0 40-1,0-40 1,-1 0 93</inkml:trace>
  <inkml:trace contextRef="#ctx0" brushRef="#br0" timeOffset="29622.21">15121 2077 0,'-13'0'94,"0"0"-78,-27 0 15,14 0-31,12 13 16,-25 27-1,12-27 16,1 27-15,26-27 0,-13 13-1,-14 27 1,1-26 0,26-1-1,-14 1 1,14 12-1,0-25 1,0-1 0,0 0 15,27 27-15,-27-27-16,13 0 15,14 14 16,-14-1-15,27 14 0,-27-27-1,13-13 1,-13 13 0,1 1-1,-1-1 16,27-13 32,-1 26-32,-26-26-15,14 0 15,-14 0-15,0 0-1,14 0 1,-1 0 0,-12 0-1,-1 0 1,0 0-1,27 0 1,-27 0 0,0 0-1,0 0 1,27 0 0,-27 0 15,1 0-16,-1 0 17,26 0 15,-25 0-1,-1-13 1,0 0-31,0 0 0,27-14-1,-27 1 1,1 12-1,-14 1 1,13 0 0,26-40-1,-25 27 1,-14-1 0,13-13-1,-13 27 1,13-26-1,-13 12-15,0-13 16,0 27 0,0 0 15,0-14 47,0 1-62,-40-14 15,27 27-15,-13-13-1,-14-14 1,27 27-1,0 0 1,-1-1 0,1 1-1,-13-13 1,12 12 15,1 14-15,-13 0 15,13 0 0,-14 0-15,-13 0 0,14 0-1,-27 0 1,13 0-1,-26 0 1,26 27 0,-12-14-1,-1 0 1,39-13 0,1 14-1,0 12 1,0-13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11T15:21:25.4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17092 2183 0,'0'0'0,"-13"13"47,0 13-16,13-12-16,-13 12 1,0-13 0,-14 54-1,27-41 17,0 0-17,-13-12-15,13-1 31,0 0-15,0 27 0,0-27-1,0 0 1,0 1 0,0 25-1,0-26 1,0 1-1,0-1 17,13 0-32,27 14 109,-27-14-78,0 0-15,0-13 484</inkml:trace>
  <inkml:trace contextRef="#ctx0" brushRef="#br0" timeOffset="4880.02">17066 2672 0,'13'-13'78,"0"13"-46,1 0-17,12 0 1,1 0 0,-14 13-1,0-13 16,0 0-15,27 0 0,-27 0-16,0 0 31,1 0 16,25 0 31,-25 0 0,-1 0-47,0 0 63,13 0-31,1 0-32,-14-13-16,0 13 32,1-13 0,-1 13-31,0-13 31,0-1-16,14 1-15,-14-13 46,0 12-15,0 1-47,-13 0 62,0 0-62,0 0 32,0-1-17,0-12 1,0 13 0,0-14-1,0 14 1,0-40-1,0 40 1,0-14 15,-26-12-15,13 25 0,0 1-1,-1 0 1,1-14-1,13 14 1,-13 0 0,13 0 15,-27 0 16,27-1-32,-13 1 1,0 13 31,0 0-31,-1-26-1,-12 26 1,-14-14-1,27 14 1,-13 0 0,12 0-1,-12 0 48,13 0 15,-14 0-62,14 0-1,0 0 1,-14 0-1,1 0 1,13 0 0,-1 0-1,1 0 1,-26 27 31,25-27-16</inkml:trace>
  <inkml:trace contextRef="#ctx0" brushRef="#br0" timeOffset="41639.8">15492 2037 0,'-14'0'78,"1"0"-62,13 14 15,-13 12-15,13-13 0,-13 0-1,-14 14 1,14 13-1,0-27 17,0 0-17,-1 13 17,14-12 61,-13-1-46,13 0-31,0 14-1,-26 12 17,12-25 15,14-1-16,14 13 0,-1-13 16,27 14 15,-1-1 17,1 1-1,-27-27-47,0 26-15,1-26 15,12 0 0,1 0 0,-14 0-15,0 0 15,0 0 0,1 0-15,-1 0 15,0 0 1,13 14-1,-12-14-16,-1 0 1,0 0 0,0 0-1,1 13 1,25-13 15,-25 0 16,-1 0 16,0 0-17,13 0-14,14 13-1,-27 0 16,1-13 15,12 0 1,0-13-1,1-40 48,-27 27-79,0 12 0,0-12-15,0 13-1,0-1 32,0-12-31,0 0 15,0 12-15,0 1-1,0 0 1,-13-14-16,-14 1 16,27 13 15,0-1-15,-13 1-1,13-13-15,0 13 16,0-1 15,-13 1-15,13-13 46,0-1-46,-27 14-1,14 0 1,0 0 0,0-1 15,-1 1-31,1 0 16,0-14 15,-13 27 156,12 0-155,-25 0-17,12 0 1,14 0-1,-14 0 17,14 0-17,0 0-15,-13 0 16,-1 0 0,-26 27-1,27-27 48,12 13-63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11T15:23:05.9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20095 2553 0,'-26'0'141,"13"0"-141,0 0 15,-1 0 1,-25 0-16,12 0 15,-26 0 17,40 0-17,-13 0 1,-27 0 0,26 0-1,-13 0 1,14 0-1,13 0 1,-14 0 0,14 0-1,0 0 1,0 0 15,-27 0 0,27 0-15,0 0 0,-1 0-1,-25 0 1,12 0 0,-26 0-1,40 0 1,-13 0-1,-27 0 1,-14 0 0,54 0-1,-13 0 1,-1 0 0,14 0-1,-27 0 1,14 0-1,13 0 17,-1 0-17,-12 0 17,0 0-17,-14-13 16,27 13-15,-14 0 78,14 0-79,-14-13-15,14 13 16,-13 0 15,13 0-15,-1 0 0,-25-40-1,25 40 1,1-13-1,-26 0 1</inkml:trace>
  <inkml:trace contextRef="#ctx0" brushRef="#br0" timeOffset="28592.68">17304 2011 0,'-13'0'32,"0"0"46,-14 0-63,1 13 32,12-13-15,1 13-32,-26 14 31,-1-1-16,27 1 1,-1-14 78,-12-13-94,-14 40 31,27-27 0,-27 0 1,27 0-17,0 0 16,13 1-31,0-1 16,-13 27 15,13-14-15,0-13 0,0 14-1,0-1 1,0-13-1,0 1 1,0-1 15,13 0-15,0 14 0,0-14-1,1 0 1,-1-13 15,13 13-15,-12-13 15,-1 14-15,13-14-1,14 39 1,-27-39-1,40 0 1,-40 0 0,14 13-1,-1-13 1,1 0 0,26 0-1,-40 0 1,13 0-1,1 0 1,12 0 15,-25 0 32,25-13-48,-25 13 32,-1 0 0,0-13-16,-13-27 48,0 27-64,0 0 1,0 0-1,13-40 1,-13 39 0,0 1-1,0-26 1,0 25 0,0 1-1,0 0 16,0 0-15,0-1 0,27-25-1,-14 25 1,-26-38 46,13 38-15,-14-12-31,14-1 31,-13 14-47,0-13 47,0 26 0,-27-13-32,14 13 32,-1 0-16,14 0-15,0 0 0,-14 0-1,14 0 1,0 0 15,-14 0-31,1 0 16,13 0 15,-1 0-15,1 0-1,-27 0 1,14 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4992388-FC0B-4783-B690-13F5C8565C7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207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5029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1513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5313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5488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4376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8811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Data Mining: Concepts and Techniques</a:t>
            </a: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05F3970-DBF3-4183-9494-79077F0C71F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8649790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4DFBEE-26CD-4F2F-95E7-1B115DE429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329174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A9CA5-507D-4E4B-8285-34A0AB84C6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705824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F5F712-7800-4008-88CE-F2FE87CFD31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7939527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EA5661-9858-49E2-AE03-1340B6A08D0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8541593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EFA7B3-67FF-45AA-9F19-4B04C851DA8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7596488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6A83D4-3D09-4F7B-9106-F2CFA64C65B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957839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8D0F4-BB15-4112-B681-E56106F0CE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2128325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395D8-3124-4FF7-85BE-69CBD41948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7882079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8AE15-9F0F-409C-8491-93BCB59460A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3508614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381000"/>
            <a:ext cx="21145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381000"/>
            <a:ext cx="61912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B647D7-C940-4D2E-ACE4-A12E500851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2919712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2AC13-42C6-4E06-B6CF-58039C32590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5978729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476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0100" y="4000500"/>
            <a:ext cx="4152900" cy="2476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782D3-32B7-4B61-B600-4A4761A06C5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0521156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3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  <p:extLst>
      <p:ext uri="{BB962C8B-B14F-4D97-AF65-F5344CB8AC3E}">
        <p14:creationId xmlns:p14="http://schemas.microsoft.com/office/powerpoint/2010/main" val="297249828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56"/>
          <p:cNvSpPr>
            <a:spLocks noChangeArrowheads="1"/>
          </p:cNvSpPr>
          <p:nvPr/>
        </p:nvSpPr>
        <p:spPr bwMode="gray">
          <a:xfrm>
            <a:off x="304800" y="1219200"/>
            <a:ext cx="8410575" cy="46038"/>
          </a:xfrm>
          <a:prstGeom prst="rect">
            <a:avLst/>
          </a:prstGeom>
          <a:gradFill rotWithShape="1">
            <a:gsLst>
              <a:gs pos="0">
                <a:srgbClr val="00CE98">
                  <a:alpha val="50000"/>
                </a:srgbClr>
              </a:gs>
              <a:gs pos="100000">
                <a:srgbClr val="8FF9EF">
                  <a:alpha val="51999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1027" name="Rectangle 2057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381000"/>
            <a:ext cx="84026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205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84582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928780" name="Rectangle 206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770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8781" name="Rectangle 206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E044D1E-0C9C-4C37-B32D-190C0604951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3" r:id="rId14"/>
  </p:sldLayoutIdLst>
  <p:transition>
    <p:zoom/>
  </p:transition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emf"/><Relationship Id="rId5" Type="http://schemas.openxmlformats.org/officeDocument/2006/relationships/customXml" Target="../ink/ink2.xml"/><Relationship Id="rId4" Type="http://schemas.openxmlformats.org/officeDocument/2006/relationships/image" Target="../media/image11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8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7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29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5" Type="http://schemas.openxmlformats.org/officeDocument/2006/relationships/customXml" Target="../ink/ink4.xml"/><Relationship Id="rId4" Type="http://schemas.openxmlformats.org/officeDocument/2006/relationships/image" Target="../media/image31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blogs.com/pinard/p/5970503.html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www.cnblogs.com/pinard/p/5970503.html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www.cnblogs.com/pinard/p/5970503.html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www.cnblogs.com/pinard/p/5970503.html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oleObject" Target="../embeddings/oleObject11.bin"/><Relationship Id="rId7" Type="http://schemas.openxmlformats.org/officeDocument/2006/relationships/image" Target="../media/image41.jpeg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6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10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oleObject" Target="../embeddings/oleObject11.bin"/><Relationship Id="rId7" Type="http://schemas.openxmlformats.org/officeDocument/2006/relationships/image" Target="../media/image42.jpeg"/><Relationship Id="rId12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.wmf"/><Relationship Id="rId11" Type="http://schemas.openxmlformats.org/officeDocument/2006/relationships/image" Target="../media/image28.wmf"/><Relationship Id="rId5" Type="http://schemas.openxmlformats.org/officeDocument/2006/relationships/oleObject" Target="../embeddings/oleObject13.bin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27.wmf"/><Relationship Id="rId9" Type="http://schemas.openxmlformats.org/officeDocument/2006/relationships/image" Target="../media/image26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oleObject" Target="../embeddings/oleObject11.bin"/><Relationship Id="rId7" Type="http://schemas.openxmlformats.org/officeDocument/2006/relationships/image" Target="../media/image43.jpeg"/><Relationship Id="rId12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wmf"/><Relationship Id="rId11" Type="http://schemas.openxmlformats.org/officeDocument/2006/relationships/image" Target="../media/image28.wmf"/><Relationship Id="rId5" Type="http://schemas.openxmlformats.org/officeDocument/2006/relationships/oleObject" Target="../embeddings/oleObject13.bin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27.wmf"/><Relationship Id="rId9" Type="http://schemas.openxmlformats.org/officeDocument/2006/relationships/image" Target="../media/image26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8.wmf"/><Relationship Id="rId3" Type="http://schemas.openxmlformats.org/officeDocument/2006/relationships/image" Target="../media/image30.png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5" Type="http://schemas.openxmlformats.org/officeDocument/2006/relationships/image" Target="../media/image29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19.bin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tiff"/><Relationship Id="rId3" Type="http://schemas.openxmlformats.org/officeDocument/2006/relationships/image" Target="../media/image50.tiff"/><Relationship Id="rId7" Type="http://schemas.openxmlformats.org/officeDocument/2006/relationships/image" Target="../media/image54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tiff"/><Relationship Id="rId5" Type="http://schemas.openxmlformats.org/officeDocument/2006/relationships/image" Target="../media/image52.tiff"/><Relationship Id="rId4" Type="http://schemas.openxmlformats.org/officeDocument/2006/relationships/image" Target="../media/image51.gif"/><Relationship Id="rId9" Type="http://schemas.openxmlformats.org/officeDocument/2006/relationships/image" Target="../media/image56.gi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gif"/><Relationship Id="rId5" Type="http://schemas.openxmlformats.org/officeDocument/2006/relationships/image" Target="../media/image61.gif"/><Relationship Id="rId4" Type="http://schemas.openxmlformats.org/officeDocument/2006/relationships/image" Target="../media/image60.gif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e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emf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em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e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emf"/><Relationship Id="rId4" Type="http://schemas.openxmlformats.org/officeDocument/2006/relationships/customXml" Target="../ink/ink9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E6C50A-1DEF-42D9-8B56-9F63373F206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200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本讲内容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1663" cy="5181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>
                <a:ea typeface="宋体" panose="02010600030101010101" pitchFamily="2" charset="-122"/>
              </a:rPr>
              <a:t>基于神经网络的分类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2063160" y="645840"/>
              <a:ext cx="8280" cy="2160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58840" y="642240"/>
                <a:ext cx="15120" cy="27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893D9B6-BFF8-48FC-AEB7-21575A22AB5A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717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6B6D89-0CB9-4F3B-873D-FB627E8A47A7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CN" sz="120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神经网络最早是由心理学家和神经学家提出的，旨在寻求开发和测试神经的计算模拟。</a:t>
            </a:r>
          </a:p>
          <a:p>
            <a:pPr algn="just"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粗略地说，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神经网络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是一组连接的输入/输出单元，其中每个连接都与一个权相关联。在学习阶段，通过调整权值，使得神经网络的预测准确性逐步提高。由于单元之间的连接，神经网络学习又称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连接者学习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4139DE-2B3A-4A19-B6C6-B9F409BDD678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819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43F8F7-58EE-4ACA-8B96-5E48439A36A2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CN" sz="1200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ea typeface="宋体" panose="02010600030101010101" pitchFamily="2" charset="-122"/>
              </a:rPr>
              <a:t>神经网络是以模拟人脑神经元的数学模型为基础而建立的，它由一系列神经元组成，单元之间彼此连接。</a:t>
            </a:r>
          </a:p>
          <a:p>
            <a:pPr algn="just" eaLnBrk="1" hangingPunct="1"/>
            <a:endParaRPr lang="zh-CN" altLang="en-US"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>
                <a:ea typeface="宋体" panose="02010600030101010101" pitchFamily="2" charset="-122"/>
              </a:rPr>
              <a:t>从信息处理角度看，神经元可以看作是一个多输入单输出的信息处理单元，根据神经元的特性和功能，可以把神经元抽象成一个简单的数学模型。</a:t>
            </a:r>
          </a:p>
          <a:p>
            <a:pPr algn="just"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4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CD6629-620C-46EE-8663-A42A3356D880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9219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D366B5-2C4B-44DB-A2E0-C613EB709F2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CN" sz="1200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7848600" cy="5105400"/>
          </a:xfrm>
        </p:spPr>
        <p:txBody>
          <a:bodyPr/>
          <a:lstStyle/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神经网络有三个要素：拓扑结构、连接方式、学习规则</a:t>
            </a: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可以从这三方面对神经网络进行分类</a:t>
            </a:r>
          </a:p>
        </p:txBody>
      </p:sp>
      <p:pic>
        <p:nvPicPr>
          <p:cNvPr id="9222" name="Picture 4" descr="fig7_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1600" y="2057400"/>
            <a:ext cx="5105400" cy="2846388"/>
          </a:xfrm>
          <a:noFill/>
        </p:spPr>
      </p:pic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606228-35C6-4920-B838-339AE66D758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1024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FF3EE3-775C-45FB-BA9B-FC9449F56DD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CN" sz="1200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chemeClr val="folHlink"/>
                </a:solidFill>
                <a:ea typeface="宋体" panose="02010600030101010101" pitchFamily="2" charset="-122"/>
              </a:rPr>
              <a:t>神经网络的拓扑结构</a:t>
            </a:r>
            <a:r>
              <a:rPr lang="zh-CN" altLang="en-US">
                <a:ea typeface="宋体" panose="02010600030101010101" pitchFamily="2" charset="-122"/>
              </a:rPr>
              <a:t>：神经网络的单元通常按照层次排列，根据网络的层次数，可以将神经网络分为</a:t>
            </a:r>
            <a:r>
              <a:rPr lang="zh-CN" altLang="en-US">
                <a:solidFill>
                  <a:schemeClr val="folHlink"/>
                </a:solidFill>
                <a:ea typeface="宋体" panose="02010600030101010101" pitchFamily="2" charset="-122"/>
              </a:rPr>
              <a:t>单层</a:t>
            </a:r>
            <a:r>
              <a:rPr lang="zh-CN" altLang="en-US">
                <a:ea typeface="宋体" panose="02010600030101010101" pitchFamily="2" charset="-122"/>
              </a:rPr>
              <a:t>神经网络、</a:t>
            </a:r>
            <a:r>
              <a:rPr lang="zh-CN" altLang="en-US">
                <a:solidFill>
                  <a:schemeClr val="folHlink"/>
                </a:solidFill>
                <a:ea typeface="宋体" panose="02010600030101010101" pitchFamily="2" charset="-122"/>
              </a:rPr>
              <a:t>两层</a:t>
            </a:r>
            <a:r>
              <a:rPr lang="zh-CN" altLang="en-US">
                <a:ea typeface="宋体" panose="02010600030101010101" pitchFamily="2" charset="-122"/>
              </a:rPr>
              <a:t>神经网络、</a:t>
            </a:r>
            <a:r>
              <a:rPr lang="zh-CN" altLang="en-US">
                <a:solidFill>
                  <a:schemeClr val="folHlink"/>
                </a:solidFill>
                <a:ea typeface="宋体" panose="02010600030101010101" pitchFamily="2" charset="-122"/>
              </a:rPr>
              <a:t>三层</a:t>
            </a:r>
            <a:r>
              <a:rPr lang="zh-CN" altLang="en-US">
                <a:ea typeface="宋体" panose="02010600030101010101" pitchFamily="2" charset="-122"/>
              </a:rPr>
              <a:t>神经网络等</a:t>
            </a:r>
          </a:p>
          <a:p>
            <a:pPr eaLnBrk="1" hangingPunct="1">
              <a:lnSpc>
                <a:spcPct val="90000"/>
              </a:lnSpc>
            </a:pP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结构简单的神经网络，在学习时收敛的速度快，但准确度低。</a:t>
            </a:r>
          </a:p>
          <a:p>
            <a:pPr eaLnBrk="1" hangingPunct="1">
              <a:lnSpc>
                <a:spcPct val="90000"/>
              </a:lnSpc>
            </a:pP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神经网络的层数和每层的单元数由问题的复杂程度而定。问题越复杂，神经网络的层数就越多。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例如，两层神经网络常用来解决线性问题，而多层网络就可以解决多元非线性问题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2DCED6-705E-4D11-B630-1D14F60E056A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1126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2C00A7-85F6-49F7-ACB1-79E38D9D6EF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CN" sz="1200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>
                <a:solidFill>
                  <a:schemeClr val="folHlink"/>
                </a:solidFill>
                <a:ea typeface="宋体" panose="02010600030101010101" pitchFamily="2" charset="-122"/>
              </a:rPr>
              <a:t>神经网络的连接</a:t>
            </a:r>
            <a:r>
              <a:rPr lang="zh-CN" altLang="en-US" sz="2400">
                <a:ea typeface="宋体" panose="02010600030101010101" pitchFamily="2" charset="-122"/>
              </a:rPr>
              <a:t>：包括层次之间的连接和每一层内部的连接，连接的强度用权来表示。</a:t>
            </a: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根据层次之间的连接方式，分为：</a:t>
            </a:r>
          </a:p>
          <a:p>
            <a:pPr lvl="1" eaLnBrk="1" hangingPunct="1"/>
            <a:r>
              <a:rPr lang="zh-CN" altLang="en-US" sz="2400">
                <a:ea typeface="宋体" panose="02010600030101010101" pitchFamily="2" charset="-122"/>
              </a:rPr>
              <a:t>前馈式网络：连接是单向的，上层单元的输出是下层单元的输入，如反向传播网络，</a:t>
            </a:r>
            <a:r>
              <a:rPr lang="en-US" altLang="zh-CN" sz="2400">
                <a:ea typeface="宋体" panose="02010600030101010101" pitchFamily="2" charset="-122"/>
              </a:rPr>
              <a:t>Kohonen</a:t>
            </a:r>
            <a:r>
              <a:rPr lang="zh-CN" altLang="en-US" sz="2400">
                <a:ea typeface="宋体" panose="02010600030101010101" pitchFamily="2" charset="-122"/>
              </a:rPr>
              <a:t>网络</a:t>
            </a:r>
          </a:p>
          <a:p>
            <a:pPr lvl="1" eaLnBrk="1" hangingPunct="1"/>
            <a:r>
              <a:rPr lang="zh-CN" altLang="en-US" sz="2400">
                <a:ea typeface="宋体" panose="02010600030101010101" pitchFamily="2" charset="-122"/>
              </a:rPr>
              <a:t>反馈式网络：除了单项的连接外，还把最后一层单元的输出作为第一层单元的输入，如</a:t>
            </a:r>
            <a:r>
              <a:rPr lang="en-US" altLang="zh-CN" sz="2400">
                <a:ea typeface="宋体" panose="02010600030101010101" pitchFamily="2" charset="-122"/>
              </a:rPr>
              <a:t>Hopfield</a:t>
            </a:r>
            <a:r>
              <a:rPr lang="zh-CN" altLang="en-US" sz="2400">
                <a:ea typeface="宋体" panose="02010600030101010101" pitchFamily="2" charset="-122"/>
              </a:rPr>
              <a:t>网络</a:t>
            </a:r>
          </a:p>
          <a:p>
            <a:pPr lvl="1"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根据连接的范围，分为：</a:t>
            </a:r>
          </a:p>
          <a:p>
            <a:pPr lvl="1" eaLnBrk="1" hangingPunct="1"/>
            <a:r>
              <a:rPr lang="zh-CN" altLang="en-US" sz="2400">
                <a:ea typeface="宋体" panose="02010600030101010101" pitchFamily="2" charset="-122"/>
              </a:rPr>
              <a:t>全连接神经网络：每个单元和相邻层上的所有单元相连</a:t>
            </a:r>
          </a:p>
          <a:p>
            <a:pPr lvl="1" eaLnBrk="1" hangingPunct="1"/>
            <a:r>
              <a:rPr lang="zh-CN" altLang="en-US" sz="2400">
                <a:ea typeface="宋体" panose="02010600030101010101" pitchFamily="2" charset="-122"/>
              </a:rPr>
              <a:t>局部连接网络：每个单元只和相邻层上的部分单元相连</a:t>
            </a:r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11CB33-B051-4DC4-BD37-9DBA8CA73171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1229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5C29AC-2B75-40A1-915E-E76BE4D6CE6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CN" sz="1200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神经网络的学习</a:t>
            </a:r>
          </a:p>
          <a:p>
            <a:pPr lvl="1" eaLnBrk="1" hangingPunct="1"/>
            <a:r>
              <a:rPr lang="zh-CN" altLang="en-US" sz="1800">
                <a:ea typeface="宋体" panose="02010600030101010101" pitchFamily="2" charset="-122"/>
              </a:rPr>
              <a:t>根据学习方法分：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感知器：有监督的学习方法，训练样本的类别是已知的，并在学习的过程中指导模型的训练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认知器：无监督的学习方法，训练样本类别未知，各单元通过竞争学习。</a:t>
            </a:r>
          </a:p>
          <a:p>
            <a:pPr lvl="2" eaLnBrk="1" hangingPunct="1"/>
            <a:endParaRPr lang="zh-CN" altLang="en-US" sz="180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1800">
                <a:ea typeface="宋体" panose="02010600030101010101" pitchFamily="2" charset="-122"/>
              </a:rPr>
              <a:t>根据学习时间分：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离线网络：学习过程和使用过程是独立的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在线网络：学习过程和使用过程是同时进行的</a:t>
            </a:r>
          </a:p>
          <a:p>
            <a:pPr lvl="2" eaLnBrk="1" hangingPunct="1"/>
            <a:endParaRPr lang="zh-CN" altLang="en-US" sz="180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1800">
                <a:ea typeface="宋体" panose="02010600030101010101" pitchFamily="2" charset="-122"/>
              </a:rPr>
              <a:t>根据学习规则分：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相关学习网络：根据连接间的激活水平改变权系数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纠错学习网络：根据输出单元的外部反馈改变权系数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自组织学习网络：对输入进行自适应地学习</a:t>
            </a:r>
          </a:p>
          <a:p>
            <a:pPr lvl="2" eaLnBrk="1" hangingPunct="1"/>
            <a:endParaRPr lang="zh-CN" altLang="en-US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1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BD0A4C-23C4-4477-AD46-70B17F287925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1331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1E6EDB-59AA-4881-B963-72E3AF12523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CN" sz="1200"/>
          </a:p>
        </p:txBody>
      </p:sp>
      <p:pic>
        <p:nvPicPr>
          <p:cNvPr id="133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" y="1143000"/>
            <a:ext cx="907097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4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51810D-0F20-42BA-9753-CD4E2F48094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1434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3E3543-4E82-4C96-B2B8-558E6B9A391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CN" sz="1200"/>
          </a:p>
        </p:txBody>
      </p:sp>
      <p:pic>
        <p:nvPicPr>
          <p:cNvPr id="143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0"/>
            <a:ext cx="7620000" cy="641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D84D0A-BF08-4083-BB7D-AEEF6E03FA02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1536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9A5308-4396-4D22-A39A-2F05B27ECAF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CN" sz="1200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常用的神经网络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神经网络种类很多，常用的有如下四种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Hopfield</a:t>
            </a:r>
            <a:r>
              <a:rPr lang="zh-CN" altLang="en-US">
                <a:ea typeface="宋体" panose="02010600030101010101" pitchFamily="2" charset="-122"/>
              </a:rPr>
              <a:t>网络，典型的反馈网络，结构单层，有相同的单元组成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反向传播网络，前馈网络，结构多层，采用最小均方差的纠错学习规则，常用于语言识别和分类等问题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Kohonen</a:t>
            </a:r>
            <a:r>
              <a:rPr lang="zh-CN" altLang="en-US">
                <a:ea typeface="宋体" panose="02010600030101010101" pitchFamily="2" charset="-122"/>
              </a:rPr>
              <a:t>网络：典型的自组织网络，由输入层和输出层构成，全连接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ART</a:t>
            </a:r>
            <a:r>
              <a:rPr lang="zh-CN" altLang="en-US">
                <a:ea typeface="宋体" panose="02010600030101010101" pitchFamily="2" charset="-122"/>
              </a:rPr>
              <a:t>网络：自组织网络</a:t>
            </a: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深度神经网络</a:t>
            </a: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>
                <a:ea typeface="宋体" panose="02010600030101010101" pitchFamily="2" charset="-122"/>
              </a:rPr>
              <a:t>Convolutional Neural Networks(CNN)</a:t>
            </a:r>
            <a:r>
              <a:rPr lang="zh-CN" altLang="en-US">
                <a:ea typeface="宋体" panose="02010600030101010101" pitchFamily="2" charset="-122"/>
              </a:rPr>
              <a:t>卷积神经网络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>
                <a:ea typeface="宋体" panose="02010600030101010101" pitchFamily="2" charset="-122"/>
              </a:rPr>
              <a:t>Recurrent neural Network(RNN)</a:t>
            </a:r>
            <a:r>
              <a:rPr lang="zh-CN" altLang="en-US">
                <a:ea typeface="宋体" panose="02010600030101010101" pitchFamily="2" charset="-122"/>
              </a:rPr>
              <a:t> 循环神经网络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>
                <a:ea typeface="宋体" panose="02010600030101010101" pitchFamily="2" charset="-122"/>
              </a:rPr>
              <a:t>Deep Belief Networks(DBN)</a:t>
            </a:r>
            <a:r>
              <a:rPr lang="zh-CN" altLang="en-US">
                <a:ea typeface="宋体" panose="02010600030101010101" pitchFamily="2" charset="-122"/>
              </a:rPr>
              <a:t>深度信念网络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8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A9D152-22C4-4C4B-BDAD-94B390DA0D2B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16389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372DB5-E513-410E-9287-304DBEFD164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深度学习</a:t>
            </a: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深度学习是指多层神经网络上运用各种机器学习算法解决图像、文本等各种问题的算法集合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深度学习从大类上可以归入神经网络，不过在具体实现上有许多变化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深度学习的核心是特征学习，旨在通过分层网络获取分层次的特征信息，从而解决以往需要人工设计特征的重要难题</a:t>
            </a:r>
          </a:p>
        </p:txBody>
      </p:sp>
      <p:sp>
        <p:nvSpPr>
          <p:cNvPr id="1741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69C087-F70C-43FC-B56F-9EFD3E78E824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17413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C78FAF-3689-4552-8342-C4C7E6C6EFE1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深度学习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3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BFC3CA-491C-4BAA-B405-47EE4D356414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1843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B73E8A-6D1E-4029-89DC-85212CBFE0D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CN" sz="1200"/>
          </a:p>
        </p:txBody>
      </p:sp>
      <p:pic>
        <p:nvPicPr>
          <p:cNvPr id="184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7343775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59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6BB371-C370-4668-B516-37A9AAA39F7B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1946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78AC23-600F-4F21-A542-6443CF2EBF3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CN" sz="1200"/>
          </a:p>
        </p:txBody>
      </p:sp>
      <p:pic>
        <p:nvPicPr>
          <p:cNvPr id="1946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"/>
            <a:ext cx="91440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深度学习</a:t>
            </a:r>
          </a:p>
        </p:txBody>
      </p:sp>
      <p:sp>
        <p:nvSpPr>
          <p:cNvPr id="20483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C3E5E6-40C3-4035-91B7-7F2B83E7A898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2048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2AAEB8-ECAF-463A-A024-D67F8FFC1AF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CN" sz="1200"/>
          </a:p>
        </p:txBody>
      </p:sp>
      <p:pic>
        <p:nvPicPr>
          <p:cNvPr id="2048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45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0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4D430D-B3D0-4661-B51A-E7ADCD3A480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21509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E55079-9AF2-4882-816C-ED08ABD151B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CN" sz="1200"/>
          </a:p>
        </p:txBody>
      </p:sp>
      <p:pic>
        <p:nvPicPr>
          <p:cNvPr id="215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304800"/>
            <a:ext cx="880745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B6F917-3643-4BEE-BF3F-1A10EDDFD357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2253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657C0E-DBE0-4522-93C4-91F0D9B23222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CN" sz="1200"/>
          </a:p>
        </p:txBody>
      </p:sp>
      <p:pic>
        <p:nvPicPr>
          <p:cNvPr id="225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" y="381000"/>
            <a:ext cx="856615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F17ACC-FA9F-4BE0-92DD-6D77D26E893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2355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1A4488-A58A-44DF-B8B6-8502AEA42F88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CN" sz="1200"/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04800"/>
            <a:ext cx="88900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865718-A18A-4EC0-AF76-DB2748570815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24579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BFAA52-E449-46EA-B084-61B274CAD08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CN" sz="1200"/>
          </a:p>
        </p:txBody>
      </p:sp>
      <p:pic>
        <p:nvPicPr>
          <p:cNvPr id="2458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86614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AF779C-B8B0-4B7E-BD9D-0AE985EDFB3F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2560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DFBF2F-DCFD-4B76-8C80-F7DB4B253E3C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CN" sz="1200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基于神经网络的分类方法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神经网络（主要是感知器）经常用于分类</a:t>
            </a: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神经网络的分类知识体现在网络连接上，被隐式地存储在连接的权值中。</a:t>
            </a: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神经网络的学习就是通过迭代算法，对权值逐步修改的优化过程，学习的目标就是通过改变权值使训练集的样本都能被正确分类。</a:t>
            </a:r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9B4ECE-9433-4618-A035-A12775FDE8B0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2662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BFAE32-0A75-47FA-9D48-E500A418A7BF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CN" sz="1200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基于神经网络的分类方法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神经网络特别适用于下列情况的分类问题：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数据量比较小，缺少足够的样本建立模型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数据的结构难以用传统的统计方法来描述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分类模型难以表示为传统的统计模型</a:t>
            </a:r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F050F8-1A5A-4B87-91CA-6B6E9F174E9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2765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242AFE-2C4F-4BB0-A946-E74DB8742AA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CN" sz="1200"/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基于神经网络的分类方法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缺点：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需要很长的训练时间，因而对于有足够长训练时间的应用更合适。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需要大量的参数，这些通常主要靠经验确定，如网络拓扑或“结构”。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可解释性差。该特点使得神经网络在数据挖掘的初期并不看好。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652A28-8DBA-41F0-9185-270AA40CE39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2867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093A72-C739-459D-ADAB-2E7CBBB7D3E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CN" sz="1200"/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基于神经网络的分类方法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优点：</a:t>
            </a:r>
          </a:p>
          <a:p>
            <a:pPr lvl="1"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分类的准确度高</a:t>
            </a:r>
          </a:p>
          <a:p>
            <a:pPr lvl="1"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并行分布处理能力强</a:t>
            </a:r>
          </a:p>
          <a:p>
            <a:pPr lvl="1"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分布存储及学习能力高</a:t>
            </a:r>
          </a:p>
          <a:p>
            <a:pPr lvl="1"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对噪音数据有很强的鲁棒性和容错能力</a:t>
            </a:r>
          </a:p>
          <a:p>
            <a:pPr lvl="1" algn="just"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最流行的基于神经网络的分类算法是80年代提出的后向传播算法。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4CA0D3-4785-468D-A87C-25271098125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2969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55721F-429C-4BDB-A0A8-8DA1C952ABE1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CN" sz="1200"/>
          </a:p>
        </p:txBody>
      </p:sp>
      <p:sp>
        <p:nvSpPr>
          <p:cNvPr id="2970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后向传播算法</a:t>
            </a:r>
          </a:p>
        </p:txBody>
      </p:sp>
      <p:sp>
        <p:nvSpPr>
          <p:cNvPr id="29701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后向传播算法在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多路前馈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神经网络上学习。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02" name="Rectangle 2053"/>
          <p:cNvSpPr>
            <a:spLocks noChangeArrowheads="1"/>
          </p:cNvSpPr>
          <p:nvPr/>
        </p:nvSpPr>
        <p:spPr bwMode="auto">
          <a:xfrm>
            <a:off x="3000375" y="2552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pic>
        <p:nvPicPr>
          <p:cNvPr id="29703" name="Picture 2052" descr="fig7_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09800"/>
            <a:ext cx="5943600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911594-7A53-4932-A4C5-593F2AE975D8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3072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D7F5DB-B6B2-46B4-A6B7-1DB5EE4534D0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CN" sz="1200"/>
          </a:p>
        </p:txBody>
      </p:sp>
      <p:sp>
        <p:nvSpPr>
          <p:cNvPr id="3072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定义网络拓扑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072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在开始训练之前，用户必须说明输入层的单元数、隐藏层数（如果多于一层）、每一隐藏层的单元数和输出层的单元数，以确定网络拓扑。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  <a:p>
            <a:pPr algn="just"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2E8016-318D-4279-A64E-215F606B66C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3174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440B87-2112-4B38-9655-8CECDE8F942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CN" sz="1200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定义网络拓扑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对训练样本中每个属性的值进行规格化将有助于加快学习过程。通常，对输入值规格化，使得它们落入0.0和1.0之间。</a:t>
            </a:r>
          </a:p>
          <a:p>
            <a:pPr lvl="1"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离散值属性可以重新编码，使得每个域值一个输入单元。例如，如果属性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的定义域为(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a0 ,a1 ,a2)，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则可以分配三个输入单元表示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A。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即，我们可以用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I0 ,I1 ,I2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作为输入单元。每个单元初始化为0。如果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 = a0，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I0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置为1；如果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 = a1，I1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置1；如此下去。</a:t>
            </a: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7F52B0-331F-4E64-8FD5-BE0E4F1CD1D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3277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D8D47B-9AA3-4DD7-8990-DDED7DB3E1D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CN" sz="1200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定义网络拓扑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一个输出单元可以用来表示两个类（值1代表一个类，而值0代表另一个）。</a:t>
            </a:r>
          </a:p>
          <a:p>
            <a:pPr algn="just"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如果多于两个类，则每个类使用一个输出单元。</a:t>
            </a: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C5F0D8-EFD8-4D9F-ABD3-F8BA42E18BB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3379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55C6C4-F748-4F81-828D-72F2C2DAF40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CN" sz="1200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定义网络拓扑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隐藏层单元数设多少个“最好” ，没有明确的规则。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网络设计是一个实验过程，并可能影响准确性。权的初值也可能影响准确性。如果某个经过训练的网络的准确率太低，则通常需要采用不同的网络拓扑或使用不同的初始权值，重复进行训练。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A61D88-2438-41FB-BFE8-A533392911E7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3481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847449-8EB6-4A9C-A88E-433C4A51EA7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CN" sz="1200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后向传播算法学习过程：</a:t>
            </a:r>
          </a:p>
          <a:p>
            <a:pPr lvl="1"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迭代地处理一组训练样本，将每个样本的网络预测与实际的类标号比较。</a:t>
            </a:r>
          </a:p>
          <a:p>
            <a:pPr lvl="1"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每次迭代后，修改权值，使得网络预测和实际类之间的均方差最小。</a:t>
            </a:r>
          </a:p>
          <a:p>
            <a:pPr algn="just" eaLnBrk="1" hangingPunct="1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这种修改“后向”进行。即，由输出层，经由每个隐藏层，到第一个隐藏层（因此称作后向传播）。尽管不能保证，一般地，权将最终收敛，学习过程停止。</a:t>
            </a:r>
            <a:r>
              <a:rPr lang="zh-CN" altLang="en-US" sz="2400">
                <a:ea typeface="宋体" panose="02010600030101010101" pitchFamily="2" charset="-122"/>
              </a:rPr>
              <a:t> </a:t>
            </a:r>
          </a:p>
          <a:p>
            <a:pPr algn="just" eaLnBrk="1" hangingPunct="1"/>
            <a:endParaRPr lang="zh-CN" altLang="en-US" sz="2400"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 sz="2400">
                <a:ea typeface="宋体" panose="02010600030101010101" pitchFamily="2" charset="-122"/>
              </a:rPr>
              <a:t>算法终止条件：训练集中被正确分类的样本达到一定的比例，或者权系数趋近稳定。</a:t>
            </a:r>
          </a:p>
        </p:txBody>
      </p:sp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0DE8FB-D6F8-4AF0-86F1-0B5EB97411D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3584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627825-AAC2-4F82-9A09-044E68CB106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zh-CN" sz="1200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算法分为如下几步：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初始化权 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向前传播输入 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向后传播误差 </a:t>
            </a:r>
          </a:p>
        </p:txBody>
      </p:sp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0CE6EF-699F-4A13-93FC-6643BCD8937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3686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CE2F1F-F0B1-4837-A886-B6906545D20A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zh-CN" sz="1200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初始化权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网络的</a:t>
            </a:r>
            <a:r>
              <a:rPr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权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通常被初始化为很小的随机数（例如，范围从-1.0到1.0，或从-0.5到0.5）。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每个单元都设有一个</a:t>
            </a:r>
            <a:r>
              <a:rPr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偏置（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r>
              <a:rPr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，偏置也被初始化为小随机数。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7C511D-F3FA-468A-B1E4-9D315F31DF3F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3789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70E821-5BB2-4ED3-AE03-A0E2DD3055DA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CN" sz="1200"/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对于每一个样本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，重复下面两步：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向前传播输入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向后传播误差</a:t>
            </a:r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4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94FDAD-CE3E-4009-9358-C924E7DC8AA2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38915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283764-7EF5-489E-AF75-11121401B0B8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zh-CN" sz="1200"/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向前传播输入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001000" cy="5105400"/>
          </a:xfrm>
        </p:spPr>
        <p:txBody>
          <a:bodyPr/>
          <a:lstStyle/>
          <a:p>
            <a:pPr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计算各层每个单元的输入和输出。</a:t>
            </a:r>
          </a:p>
          <a:p>
            <a:pPr lvl="1"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输入层：</a:t>
            </a:r>
          </a:p>
          <a:p>
            <a:pPr lvl="2" algn="just" eaLnBrk="1" hangingPunct="1"/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样本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的属性；</a:t>
            </a:r>
          </a:p>
          <a:p>
            <a:pPr lvl="3" algn="just" eaLnBrk="1" hangingPunct="1"/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即，对于单元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1800" i="1" baseline="-30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i="1" baseline="-30000"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= X</a:t>
            </a:r>
            <a:r>
              <a:rPr lang="en-US" altLang="zh-CN" sz="1800" i="1" baseline="-30000"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  <a:endParaRPr lang="en-US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隐藏层和输出层：</a:t>
            </a:r>
          </a:p>
          <a:p>
            <a:pPr lvl="2" algn="just" eaLnBrk="1" hangingPunct="1"/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前一层的输出的线性组合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</a:p>
          <a:p>
            <a:pPr lvl="3" algn="just" eaLnBrk="1" hangingPunct="1"/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即，对于单元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i="1" baseline="-30000"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=w</a:t>
            </a:r>
            <a:r>
              <a:rPr lang="en-US" altLang="zh-CN" sz="1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ij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1800" i="1" baseline="-3000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+ </a:t>
            </a:r>
            <a:r>
              <a:rPr lang="el-GR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800" i="1" baseline="-30000"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</a:p>
          <a:p>
            <a:pPr lvl="2" algn="just" eaLnBrk="1" hangingPunct="1"/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algn="just" eaLnBrk="1" hangingPunct="1"/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</a:p>
          <a:p>
            <a:pPr lvl="2" algn="just" eaLnBrk="1" hangingPunct="1"/>
            <a:endParaRPr lang="el-GR" altLang="en-US" sz="2000" i="1" baseline="-30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8918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209800" y="4343400"/>
          <a:ext cx="1219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9" r:id="rId3" imgW="787058" imgH="393529" progId="Equation.3">
                  <p:embed/>
                </p:oleObj>
              </mc:Choice>
              <mc:Fallback>
                <p:oleObj r:id="rId3" imgW="787058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343400"/>
                        <a:ext cx="1219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/>
              <p14:cNvContentPartPr/>
              <p14:nvPr/>
            </p14:nvContentPartPr>
            <p14:xfrm>
              <a:off x="3938760" y="3828960"/>
              <a:ext cx="133560" cy="21492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29400" y="3819600"/>
                <a:ext cx="152280" cy="23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0"/>
            <a:ext cx="9203154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97502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35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00693"/>
            <a:ext cx="8915400" cy="646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562057"/>
      </p:ext>
    </p:extLst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23825"/>
            <a:ext cx="8915400" cy="650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2993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37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9" y="194061"/>
            <a:ext cx="8839200" cy="651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478401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-43543"/>
            <a:ext cx="8839201" cy="678656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7650" y="6481762"/>
            <a:ext cx="609600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239000" y="6710362"/>
            <a:ext cx="609600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6781448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39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85767"/>
            <a:ext cx="8991600" cy="644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03674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4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0FDFC9-5D7D-4589-802F-B8106640C844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39939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41DA46-8D75-4C49-AFCC-E2DC42986590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zh-CN" sz="1200"/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向后传播误差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001000" cy="5105400"/>
          </a:xfrm>
        </p:spPr>
        <p:txBody>
          <a:bodyPr/>
          <a:lstStyle/>
          <a:p>
            <a:pPr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计算各层每个单元的误差。</a:t>
            </a:r>
          </a:p>
          <a:p>
            <a:pPr lvl="1" algn="just" eaLnBrk="1" hangingPunct="1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向后传播误差，并更新权和偏置</a:t>
            </a:r>
          </a:p>
          <a:p>
            <a:pPr algn="just" eaLnBrk="1" hangingPunct="1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5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15A002-D587-4EF1-B951-8C6009F0BE7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40963" name="灯片编号占位符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4B14FE-5A59-41C7-901C-030DDA987CB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zh-CN" sz="1200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向后传播误差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153400" cy="5105400"/>
          </a:xfrm>
        </p:spPr>
        <p:txBody>
          <a:bodyPr/>
          <a:lstStyle/>
          <a:p>
            <a:pPr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计算各层每个单元的误差。</a:t>
            </a:r>
          </a:p>
          <a:p>
            <a:pPr lvl="1"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输出层单元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j，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误差</a:t>
            </a:r>
            <a:r>
              <a:rPr lang="en-US" altLang="zh-CN" sz="24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algn="just" eaLnBrk="1" hangingPunct="1"/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20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是单元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的实际输出，而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的真正输出。</a:t>
            </a:r>
          </a:p>
          <a:p>
            <a:pPr algn="just" eaLnBrk="1" hangingPunct="1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隐藏层单元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，误差</a:t>
            </a:r>
          </a:p>
          <a:p>
            <a:pPr lvl="2" algn="just" eaLnBrk="1" hangingPunct="1"/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w</a:t>
            </a:r>
            <a:r>
              <a:rPr lang="en-US" altLang="zh-CN" sz="2000" baseline="-25000">
                <a:ea typeface="宋体" panose="02010600030101010101" pitchFamily="2" charset="-122"/>
              </a:rPr>
              <a:t>jk</a:t>
            </a:r>
            <a:r>
              <a:rPr lang="zh-CN" altLang="en-US" sz="2000">
                <a:ea typeface="宋体" panose="02010600030101010101" pitchFamily="2" charset="-122"/>
              </a:rPr>
              <a:t>是由</a:t>
            </a:r>
            <a:r>
              <a:rPr lang="en-US" altLang="zh-CN" sz="2000">
                <a:ea typeface="宋体" panose="02010600030101010101" pitchFamily="2" charset="-122"/>
              </a:rPr>
              <a:t>j</a:t>
            </a:r>
            <a:r>
              <a:rPr lang="zh-CN" altLang="en-US" sz="2000">
                <a:ea typeface="宋体" panose="02010600030101010101" pitchFamily="2" charset="-122"/>
              </a:rPr>
              <a:t>到下一层中单元</a:t>
            </a:r>
            <a:r>
              <a:rPr lang="en-US" altLang="zh-CN" sz="2000">
                <a:ea typeface="宋体" panose="02010600030101010101" pitchFamily="2" charset="-122"/>
              </a:rPr>
              <a:t>k</a:t>
            </a:r>
            <a:r>
              <a:rPr lang="zh-CN" altLang="en-US" sz="2000">
                <a:ea typeface="宋体" panose="02010600030101010101" pitchFamily="2" charset="-122"/>
              </a:rPr>
              <a:t>的连接的权</a:t>
            </a:r>
          </a:p>
          <a:p>
            <a:pPr lvl="2" algn="just" eaLnBrk="1" hangingPunct="1"/>
            <a:r>
              <a:rPr lang="en-US" altLang="zh-CN" sz="2000">
                <a:ea typeface="宋体" panose="02010600030101010101" pitchFamily="2" charset="-122"/>
              </a:rPr>
              <a:t>Err</a:t>
            </a:r>
            <a:r>
              <a:rPr lang="en-US" altLang="zh-CN" sz="2000" baseline="-25000">
                <a:ea typeface="宋体" panose="02010600030101010101" pitchFamily="2" charset="-122"/>
              </a:rPr>
              <a:t>k</a:t>
            </a:r>
            <a:r>
              <a:rPr lang="zh-CN" altLang="en-US" sz="2000">
                <a:ea typeface="宋体" panose="02010600030101010101" pitchFamily="2" charset="-122"/>
              </a:rPr>
              <a:t>是单元</a:t>
            </a:r>
            <a:r>
              <a:rPr lang="en-US" altLang="zh-CN" sz="2000">
                <a:ea typeface="宋体" panose="02010600030101010101" pitchFamily="2" charset="-122"/>
              </a:rPr>
              <a:t>k</a:t>
            </a:r>
            <a:r>
              <a:rPr lang="zh-CN" altLang="en-US" sz="2000">
                <a:ea typeface="宋体" panose="02010600030101010101" pitchFamily="2" charset="-122"/>
              </a:rPr>
              <a:t>的误差</a:t>
            </a:r>
          </a:p>
        </p:txBody>
      </p:sp>
      <p:graphicFrame>
        <p:nvGraphicFramePr>
          <p:cNvPr id="4096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657600" y="1905000"/>
          <a:ext cx="22860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8" r:id="rId3" imgW="1600200" imgH="228600" progId="Equation.3">
                  <p:embed/>
                </p:oleObj>
              </mc:Choice>
              <mc:Fallback>
                <p:oleObj r:id="rId3" imgW="16002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905000"/>
                        <a:ext cx="22860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741738" y="3124200"/>
          <a:ext cx="249713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9" name="公式" r:id="rId5" imgW="1739900" imgH="342900" progId="Equation.3">
                  <p:embed/>
                </p:oleObj>
              </mc:Choice>
              <mc:Fallback>
                <p:oleObj name="公式" r:id="rId5" imgW="1739900" imgH="342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1738" y="3124200"/>
                        <a:ext cx="2497137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35EAF5-3079-46B5-97BB-5CAAE0E2C568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4198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B56A56-A090-4FCE-B103-DF59C96F78E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zh-CN" sz="1200"/>
          </a:p>
        </p:txBody>
      </p:sp>
      <p:sp>
        <p:nvSpPr>
          <p:cNvPr id="4198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向后传播误差</a:t>
            </a:r>
          </a:p>
        </p:txBody>
      </p:sp>
      <p:sp>
        <p:nvSpPr>
          <p:cNvPr id="41989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更新权和偏差，以反映传播的误差。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权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由下式更新：</a:t>
            </a:r>
          </a:p>
          <a:p>
            <a:pPr algn="just" eaLnBrk="1" hangingPunct="1"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	其中，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en-US" altLang="zh-CN" i="1" baseline="-30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是权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en-US" altLang="zh-CN" i="1" baseline="-30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的改变。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学习率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，通常取0和1之间的值。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偏置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由下式更新：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	其中，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</a:t>
            </a:r>
            <a:r>
              <a:rPr lang="en-US" altLang="zh-CN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是偏置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lang="en-US" altLang="zh-CN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的改变。 </a:t>
            </a:r>
          </a:p>
          <a:p>
            <a:pPr algn="r"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                                 </a:t>
            </a:r>
          </a:p>
        </p:txBody>
      </p:sp>
      <p:sp>
        <p:nvSpPr>
          <p:cNvPr id="41990" name="Rectangle 2053"/>
          <p:cNvSpPr>
            <a:spLocks noChangeArrowheads="1"/>
          </p:cNvSpPr>
          <p:nvPr/>
        </p:nvSpPr>
        <p:spPr bwMode="auto">
          <a:xfrm>
            <a:off x="409575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41991" name="Object 2052"/>
          <p:cNvGraphicFramePr>
            <a:graphicFrameLocks noChangeAspect="1"/>
          </p:cNvGraphicFramePr>
          <p:nvPr/>
        </p:nvGraphicFramePr>
        <p:xfrm>
          <a:off x="3124200" y="2362200"/>
          <a:ext cx="15240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8" r:id="rId3" imgW="952087" imgH="228501" progId="Equation.3">
                  <p:embed/>
                </p:oleObj>
              </mc:Choice>
              <mc:Fallback>
                <p:oleObj r:id="rId3" imgW="952087" imgH="228501" progId="Equation.3">
                  <p:embed/>
                  <p:pic>
                    <p:nvPicPr>
                      <p:cNvPr id="0" name="Object 2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362200"/>
                        <a:ext cx="15240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2" name="Rectangle 2055"/>
          <p:cNvSpPr>
            <a:spLocks noChangeArrowheads="1"/>
          </p:cNvSpPr>
          <p:nvPr/>
        </p:nvSpPr>
        <p:spPr bwMode="auto">
          <a:xfrm>
            <a:off x="4119563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41993" name="Object 2054"/>
          <p:cNvGraphicFramePr>
            <a:graphicFrameLocks noChangeAspect="1"/>
          </p:cNvGraphicFramePr>
          <p:nvPr/>
        </p:nvGraphicFramePr>
        <p:xfrm>
          <a:off x="3124200" y="2819400"/>
          <a:ext cx="1447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9" r:id="rId5" imgW="901309" imgH="228501" progId="Equation.3">
                  <p:embed/>
                </p:oleObj>
              </mc:Choice>
              <mc:Fallback>
                <p:oleObj r:id="rId5" imgW="901309" imgH="228501" progId="Equation.3">
                  <p:embed/>
                  <p:pic>
                    <p:nvPicPr>
                      <p:cNvPr id="0" name="Object 2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19400"/>
                        <a:ext cx="1447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4" name="Rectangle 2057"/>
          <p:cNvSpPr>
            <a:spLocks noChangeArrowheads="1"/>
          </p:cNvSpPr>
          <p:nvPr/>
        </p:nvSpPr>
        <p:spPr bwMode="auto">
          <a:xfrm>
            <a:off x="416718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41995" name="Object 2056"/>
          <p:cNvGraphicFramePr>
            <a:graphicFrameLocks noChangeAspect="1"/>
          </p:cNvGraphicFramePr>
          <p:nvPr/>
        </p:nvGraphicFramePr>
        <p:xfrm>
          <a:off x="3352800" y="4651375"/>
          <a:ext cx="14478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0" r:id="rId7" imgW="812447" imgH="228501" progId="Equation.3">
                  <p:embed/>
                </p:oleObj>
              </mc:Choice>
              <mc:Fallback>
                <p:oleObj r:id="rId7" imgW="812447" imgH="228501" progId="Equation.3">
                  <p:embed/>
                  <p:pic>
                    <p:nvPicPr>
                      <p:cNvPr id="0" name="Object 2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651375"/>
                        <a:ext cx="14478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6" name="Rectangle 2059"/>
          <p:cNvSpPr>
            <a:spLocks noChangeArrowheads="1"/>
          </p:cNvSpPr>
          <p:nvPr/>
        </p:nvSpPr>
        <p:spPr bwMode="auto">
          <a:xfrm>
            <a:off x="415290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41997" name="Object 2058"/>
          <p:cNvGraphicFramePr>
            <a:graphicFrameLocks noChangeAspect="1"/>
          </p:cNvGraphicFramePr>
          <p:nvPr/>
        </p:nvGraphicFramePr>
        <p:xfrm>
          <a:off x="3352800" y="5105400"/>
          <a:ext cx="18288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1" r:id="rId9" imgW="838200" imgH="228600" progId="Equation.3">
                  <p:embed/>
                </p:oleObj>
              </mc:Choice>
              <mc:Fallback>
                <p:oleObj r:id="rId9" imgW="838200" imgH="228600" progId="Equation.3">
                  <p:embed/>
                  <p:pic>
                    <p:nvPicPr>
                      <p:cNvPr id="0" name="Object 20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105400"/>
                        <a:ext cx="18288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798513" y="457200"/>
            <a:ext cx="7735887" cy="5334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43011" name="Group 3"/>
          <p:cNvGrpSpPr>
            <a:grpSpLocks/>
          </p:cNvGrpSpPr>
          <p:nvPr/>
        </p:nvGrpSpPr>
        <p:grpSpPr bwMode="auto">
          <a:xfrm>
            <a:off x="2438400" y="1701800"/>
            <a:ext cx="3409950" cy="4948238"/>
            <a:chOff x="1536" y="1072"/>
            <a:chExt cx="2148" cy="3117"/>
          </a:xfrm>
        </p:grpSpPr>
        <p:sp>
          <p:nvSpPr>
            <p:cNvPr id="43025" name="Oval 4"/>
            <p:cNvSpPr>
              <a:spLocks noChangeArrowheads="1"/>
            </p:cNvSpPr>
            <p:nvPr/>
          </p:nvSpPr>
          <p:spPr bwMode="auto">
            <a:xfrm>
              <a:off x="1730" y="1625"/>
              <a:ext cx="340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26" name="Oval 5"/>
            <p:cNvSpPr>
              <a:spLocks noChangeArrowheads="1"/>
            </p:cNvSpPr>
            <p:nvPr/>
          </p:nvSpPr>
          <p:spPr bwMode="auto">
            <a:xfrm>
              <a:off x="2430" y="1642"/>
              <a:ext cx="340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27" name="Oval 6"/>
            <p:cNvSpPr>
              <a:spLocks noChangeArrowheads="1"/>
            </p:cNvSpPr>
            <p:nvPr/>
          </p:nvSpPr>
          <p:spPr bwMode="auto">
            <a:xfrm>
              <a:off x="3094" y="1642"/>
              <a:ext cx="340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28" name="Oval 7"/>
            <p:cNvSpPr>
              <a:spLocks noChangeArrowheads="1"/>
            </p:cNvSpPr>
            <p:nvPr/>
          </p:nvSpPr>
          <p:spPr bwMode="auto">
            <a:xfrm>
              <a:off x="2449" y="2432"/>
              <a:ext cx="339" cy="31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29" name="Oval 8"/>
            <p:cNvSpPr>
              <a:spLocks noChangeArrowheads="1"/>
            </p:cNvSpPr>
            <p:nvPr/>
          </p:nvSpPr>
          <p:spPr bwMode="auto">
            <a:xfrm>
              <a:off x="3344" y="2432"/>
              <a:ext cx="340" cy="31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30" name="Oval 9"/>
            <p:cNvSpPr>
              <a:spLocks noChangeArrowheads="1"/>
            </p:cNvSpPr>
            <p:nvPr/>
          </p:nvSpPr>
          <p:spPr bwMode="auto">
            <a:xfrm>
              <a:off x="1536" y="2448"/>
              <a:ext cx="340" cy="31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31" name="Oval 10"/>
            <p:cNvSpPr>
              <a:spLocks noChangeArrowheads="1"/>
            </p:cNvSpPr>
            <p:nvPr/>
          </p:nvSpPr>
          <p:spPr bwMode="auto">
            <a:xfrm>
              <a:off x="2055" y="3288"/>
              <a:ext cx="339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32" name="Oval 11"/>
            <p:cNvSpPr>
              <a:spLocks noChangeArrowheads="1"/>
            </p:cNvSpPr>
            <p:nvPr/>
          </p:nvSpPr>
          <p:spPr bwMode="auto">
            <a:xfrm>
              <a:off x="2897" y="3269"/>
              <a:ext cx="339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33" name="Line 12"/>
            <p:cNvSpPr>
              <a:spLocks noChangeShapeType="1"/>
            </p:cNvSpPr>
            <p:nvPr/>
          </p:nvSpPr>
          <p:spPr bwMode="auto">
            <a:xfrm flipH="1" flipV="1">
              <a:off x="1768" y="2781"/>
              <a:ext cx="320" cy="5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4" name="Line 13"/>
            <p:cNvSpPr>
              <a:spLocks noChangeShapeType="1"/>
            </p:cNvSpPr>
            <p:nvPr/>
          </p:nvSpPr>
          <p:spPr bwMode="auto">
            <a:xfrm flipV="1">
              <a:off x="2217" y="2732"/>
              <a:ext cx="303" cy="5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5" name="Line 14"/>
            <p:cNvSpPr>
              <a:spLocks noChangeShapeType="1"/>
            </p:cNvSpPr>
            <p:nvPr/>
          </p:nvSpPr>
          <p:spPr bwMode="auto">
            <a:xfrm flipV="1">
              <a:off x="2358" y="2715"/>
              <a:ext cx="1022" cy="6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6" name="Line 15"/>
            <p:cNvSpPr>
              <a:spLocks noChangeShapeType="1"/>
            </p:cNvSpPr>
            <p:nvPr/>
          </p:nvSpPr>
          <p:spPr bwMode="auto">
            <a:xfrm flipH="1" flipV="1">
              <a:off x="1875" y="2714"/>
              <a:ext cx="1020" cy="5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7" name="Line 16"/>
            <p:cNvSpPr>
              <a:spLocks noChangeShapeType="1"/>
            </p:cNvSpPr>
            <p:nvPr/>
          </p:nvSpPr>
          <p:spPr bwMode="auto">
            <a:xfrm flipH="1" flipV="1">
              <a:off x="2735" y="2765"/>
              <a:ext cx="322" cy="5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8" name="Line 17"/>
            <p:cNvSpPr>
              <a:spLocks noChangeShapeType="1"/>
            </p:cNvSpPr>
            <p:nvPr/>
          </p:nvSpPr>
          <p:spPr bwMode="auto">
            <a:xfrm flipV="1">
              <a:off x="3219" y="2799"/>
              <a:ext cx="287" cy="4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9" name="Line 18"/>
            <p:cNvSpPr>
              <a:spLocks noChangeShapeType="1"/>
            </p:cNvSpPr>
            <p:nvPr/>
          </p:nvSpPr>
          <p:spPr bwMode="auto">
            <a:xfrm flipV="1">
              <a:off x="1606" y="1943"/>
              <a:ext cx="268" cy="5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0" name="Line 19"/>
            <p:cNvSpPr>
              <a:spLocks noChangeShapeType="1"/>
            </p:cNvSpPr>
            <p:nvPr/>
          </p:nvSpPr>
          <p:spPr bwMode="auto">
            <a:xfrm flipV="1">
              <a:off x="1767" y="1940"/>
              <a:ext cx="787" cy="5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1" name="Line 20"/>
            <p:cNvSpPr>
              <a:spLocks noChangeShapeType="1"/>
            </p:cNvSpPr>
            <p:nvPr/>
          </p:nvSpPr>
          <p:spPr bwMode="auto">
            <a:xfrm flipV="1">
              <a:off x="1858" y="1959"/>
              <a:ext cx="1380" cy="5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2" name="Line 21"/>
            <p:cNvSpPr>
              <a:spLocks noChangeShapeType="1"/>
            </p:cNvSpPr>
            <p:nvPr/>
          </p:nvSpPr>
          <p:spPr bwMode="auto">
            <a:xfrm flipH="1" flipV="1">
              <a:off x="2017" y="1905"/>
              <a:ext cx="1342" cy="5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" name="Line 22"/>
            <p:cNvSpPr>
              <a:spLocks noChangeShapeType="1"/>
            </p:cNvSpPr>
            <p:nvPr/>
          </p:nvSpPr>
          <p:spPr bwMode="auto">
            <a:xfrm flipH="1" flipV="1">
              <a:off x="3341" y="1940"/>
              <a:ext cx="197" cy="5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4" name="Line 23"/>
            <p:cNvSpPr>
              <a:spLocks noChangeShapeType="1"/>
            </p:cNvSpPr>
            <p:nvPr/>
          </p:nvSpPr>
          <p:spPr bwMode="auto">
            <a:xfrm flipH="1" flipV="1">
              <a:off x="2679" y="1990"/>
              <a:ext cx="734" cy="4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5" name="Line 24"/>
            <p:cNvSpPr>
              <a:spLocks noChangeShapeType="1"/>
            </p:cNvSpPr>
            <p:nvPr/>
          </p:nvSpPr>
          <p:spPr bwMode="auto">
            <a:xfrm flipH="1" flipV="1">
              <a:off x="1965" y="1960"/>
              <a:ext cx="537" cy="4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6" name="Line 25"/>
            <p:cNvSpPr>
              <a:spLocks noChangeShapeType="1"/>
            </p:cNvSpPr>
            <p:nvPr/>
          </p:nvSpPr>
          <p:spPr bwMode="auto">
            <a:xfrm flipV="1">
              <a:off x="2610" y="1977"/>
              <a:ext cx="0" cy="4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7" name="Line 26"/>
            <p:cNvSpPr>
              <a:spLocks noChangeShapeType="1"/>
            </p:cNvSpPr>
            <p:nvPr/>
          </p:nvSpPr>
          <p:spPr bwMode="auto">
            <a:xfrm flipV="1">
              <a:off x="2736" y="2011"/>
              <a:ext cx="501" cy="4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8" name="Line 27"/>
            <p:cNvSpPr>
              <a:spLocks noChangeShapeType="1"/>
            </p:cNvSpPr>
            <p:nvPr/>
          </p:nvSpPr>
          <p:spPr bwMode="auto">
            <a:xfrm flipV="1">
              <a:off x="2179" y="3604"/>
              <a:ext cx="0" cy="5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9" name="Line 28"/>
            <p:cNvSpPr>
              <a:spLocks noChangeShapeType="1"/>
            </p:cNvSpPr>
            <p:nvPr/>
          </p:nvSpPr>
          <p:spPr bwMode="auto">
            <a:xfrm flipV="1">
              <a:off x="3075" y="3621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50" name="Line 29"/>
            <p:cNvSpPr>
              <a:spLocks noChangeShapeType="1"/>
            </p:cNvSpPr>
            <p:nvPr/>
          </p:nvSpPr>
          <p:spPr bwMode="auto">
            <a:xfrm flipV="1">
              <a:off x="1875" y="1088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51" name="Line 30"/>
            <p:cNvSpPr>
              <a:spLocks noChangeShapeType="1"/>
            </p:cNvSpPr>
            <p:nvPr/>
          </p:nvSpPr>
          <p:spPr bwMode="auto">
            <a:xfrm flipV="1">
              <a:off x="2591" y="1072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52" name="Line 31"/>
            <p:cNvSpPr>
              <a:spLocks noChangeShapeType="1"/>
            </p:cNvSpPr>
            <p:nvPr/>
          </p:nvSpPr>
          <p:spPr bwMode="auto">
            <a:xfrm flipV="1">
              <a:off x="3235" y="1072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3012" name="Rectangle 32"/>
          <p:cNvSpPr>
            <a:spLocks noChangeArrowheads="1"/>
          </p:cNvSpPr>
          <p:nvPr/>
        </p:nvSpPr>
        <p:spPr bwMode="auto">
          <a:xfrm>
            <a:off x="465138" y="2514600"/>
            <a:ext cx="195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Output nodes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3" name="Rectangle 33"/>
          <p:cNvSpPr>
            <a:spLocks noChangeArrowheads="1"/>
          </p:cNvSpPr>
          <p:nvPr/>
        </p:nvSpPr>
        <p:spPr bwMode="auto">
          <a:xfrm>
            <a:off x="452438" y="5191125"/>
            <a:ext cx="1736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Input nodes</a:t>
            </a:r>
          </a:p>
        </p:txBody>
      </p:sp>
      <p:sp>
        <p:nvSpPr>
          <p:cNvPr id="43014" name="Rectangle 34"/>
          <p:cNvSpPr>
            <a:spLocks noChangeArrowheads="1"/>
          </p:cNvSpPr>
          <p:nvPr/>
        </p:nvSpPr>
        <p:spPr bwMode="auto">
          <a:xfrm>
            <a:off x="461963" y="3863975"/>
            <a:ext cx="1971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Hidden nodes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5" name="Rectangle 35"/>
          <p:cNvSpPr>
            <a:spLocks noChangeArrowheads="1"/>
          </p:cNvSpPr>
          <p:nvPr/>
        </p:nvSpPr>
        <p:spPr bwMode="auto">
          <a:xfrm>
            <a:off x="403225" y="1677988"/>
            <a:ext cx="2020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Output vector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6" name="Rectangle 36"/>
          <p:cNvSpPr>
            <a:spLocks noChangeArrowheads="1"/>
          </p:cNvSpPr>
          <p:nvPr/>
        </p:nvSpPr>
        <p:spPr bwMode="auto">
          <a:xfrm>
            <a:off x="417513" y="6076950"/>
            <a:ext cx="2189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Input vector: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43017" name="Rectangle 37"/>
          <p:cNvSpPr>
            <a:spLocks noChangeArrowheads="1"/>
          </p:cNvSpPr>
          <p:nvPr/>
        </p:nvSpPr>
        <p:spPr bwMode="auto">
          <a:xfrm>
            <a:off x="5983288" y="4521200"/>
            <a:ext cx="501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en-US" altLang="zh-CN" sz="24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ij</a:t>
            </a:r>
          </a:p>
        </p:txBody>
      </p:sp>
      <p:sp>
        <p:nvSpPr>
          <p:cNvPr id="43018" name="Freeform 38"/>
          <p:cNvSpPr>
            <a:spLocks/>
          </p:cNvSpPr>
          <p:nvPr/>
        </p:nvSpPr>
        <p:spPr bwMode="auto">
          <a:xfrm>
            <a:off x="5249863" y="4808538"/>
            <a:ext cx="611187" cy="160337"/>
          </a:xfrm>
          <a:custGeom>
            <a:avLst/>
            <a:gdLst>
              <a:gd name="T0" fmla="*/ 2147483646 w 385"/>
              <a:gd name="T1" fmla="*/ 0 h 101"/>
              <a:gd name="T2" fmla="*/ 2147483646 w 385"/>
              <a:gd name="T3" fmla="*/ 2147483646 h 101"/>
              <a:gd name="T4" fmla="*/ 2147483646 w 385"/>
              <a:gd name="T5" fmla="*/ 2147483646 h 101"/>
              <a:gd name="T6" fmla="*/ 2147483646 w 385"/>
              <a:gd name="T7" fmla="*/ 2147483646 h 101"/>
              <a:gd name="T8" fmla="*/ 2147483646 w 385"/>
              <a:gd name="T9" fmla="*/ 2147483646 h 101"/>
              <a:gd name="T10" fmla="*/ 2147483646 w 385"/>
              <a:gd name="T11" fmla="*/ 2147483646 h 101"/>
              <a:gd name="T12" fmla="*/ 2147483646 w 385"/>
              <a:gd name="T13" fmla="*/ 2147483646 h 101"/>
              <a:gd name="T14" fmla="*/ 2147483646 w 385"/>
              <a:gd name="T15" fmla="*/ 2147483646 h 101"/>
              <a:gd name="T16" fmla="*/ 2147483646 w 385"/>
              <a:gd name="T17" fmla="*/ 2147483646 h 101"/>
              <a:gd name="T18" fmla="*/ 2147483646 w 385"/>
              <a:gd name="T19" fmla="*/ 2147483646 h 101"/>
              <a:gd name="T20" fmla="*/ 2147483646 w 385"/>
              <a:gd name="T21" fmla="*/ 2147483646 h 101"/>
              <a:gd name="T22" fmla="*/ 2147483646 w 385"/>
              <a:gd name="T23" fmla="*/ 2147483646 h 101"/>
              <a:gd name="T24" fmla="*/ 0 w 385"/>
              <a:gd name="T25" fmla="*/ 2147483646 h 10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85"/>
              <a:gd name="T40" fmla="*/ 0 h 101"/>
              <a:gd name="T41" fmla="*/ 385 w 385"/>
              <a:gd name="T42" fmla="*/ 101 h 10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85" h="101">
                <a:moveTo>
                  <a:pt x="384" y="0"/>
                </a:moveTo>
                <a:lnTo>
                  <a:pt x="313" y="5"/>
                </a:lnTo>
                <a:lnTo>
                  <a:pt x="254" y="15"/>
                </a:lnTo>
                <a:lnTo>
                  <a:pt x="230" y="25"/>
                </a:lnTo>
                <a:lnTo>
                  <a:pt x="213" y="30"/>
                </a:lnTo>
                <a:lnTo>
                  <a:pt x="201" y="40"/>
                </a:lnTo>
                <a:lnTo>
                  <a:pt x="195" y="50"/>
                </a:lnTo>
                <a:lnTo>
                  <a:pt x="189" y="60"/>
                </a:lnTo>
                <a:lnTo>
                  <a:pt x="177" y="70"/>
                </a:lnTo>
                <a:lnTo>
                  <a:pt x="160" y="75"/>
                </a:lnTo>
                <a:lnTo>
                  <a:pt x="136" y="85"/>
                </a:lnTo>
                <a:lnTo>
                  <a:pt x="71" y="95"/>
                </a:lnTo>
                <a:lnTo>
                  <a:pt x="0" y="10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3019" name="Object 2"/>
          <p:cNvGraphicFramePr>
            <a:graphicFrameLocks noChangeAspect="1"/>
          </p:cNvGraphicFramePr>
          <p:nvPr/>
        </p:nvGraphicFramePr>
        <p:xfrm>
          <a:off x="6591300" y="5448300"/>
          <a:ext cx="2095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93" name="Equation" r:id="rId3" imgW="2095500" imgH="571500" progId="Equation.3">
                  <p:embed/>
                </p:oleObj>
              </mc:Choice>
              <mc:Fallback>
                <p:oleObj name="Equation" r:id="rId3" imgW="2095500" imgH="571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1300" y="5448300"/>
                        <a:ext cx="2095500" cy="5715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0" name="Object 3"/>
          <p:cNvGraphicFramePr>
            <a:graphicFrameLocks noChangeAspect="1"/>
          </p:cNvGraphicFramePr>
          <p:nvPr/>
        </p:nvGraphicFramePr>
        <p:xfrm>
          <a:off x="6819900" y="4559300"/>
          <a:ext cx="1562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94" name="Equation" r:id="rId5" imgW="1562100" imgH="774700" progId="Equation.3">
                  <p:embed/>
                </p:oleObj>
              </mc:Choice>
              <mc:Fallback>
                <p:oleObj name="Equation" r:id="rId5" imgW="1562100" imgH="774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900" y="4559300"/>
                        <a:ext cx="1562100" cy="7747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1" name="Object 4"/>
          <p:cNvGraphicFramePr>
            <a:graphicFrameLocks noChangeAspect="1"/>
          </p:cNvGraphicFramePr>
          <p:nvPr/>
        </p:nvGraphicFramePr>
        <p:xfrm>
          <a:off x="5905500" y="4000500"/>
          <a:ext cx="3238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95" name="Equation" r:id="rId7" imgW="3238500" imgH="419100" progId="Equation.3">
                  <p:embed/>
                </p:oleObj>
              </mc:Choice>
              <mc:Fallback>
                <p:oleObj name="Equation" r:id="rId7" imgW="32385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0" y="4000500"/>
                        <a:ext cx="3238500" cy="4191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2" name="Object 5"/>
          <p:cNvGraphicFramePr>
            <a:graphicFrameLocks noChangeAspect="1"/>
          </p:cNvGraphicFramePr>
          <p:nvPr/>
        </p:nvGraphicFramePr>
        <p:xfrm>
          <a:off x="5753100" y="2247900"/>
          <a:ext cx="3390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96" name="Equation" r:id="rId9" imgW="3390900" imgH="571500" progId="Equation.3">
                  <p:embed/>
                </p:oleObj>
              </mc:Choice>
              <mc:Fallback>
                <p:oleObj name="Equation" r:id="rId9" imgW="3390900" imgH="571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100" y="2247900"/>
                        <a:ext cx="3390900" cy="5715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3" name="Object 6"/>
          <p:cNvGraphicFramePr>
            <a:graphicFrameLocks noChangeAspect="1"/>
          </p:cNvGraphicFramePr>
          <p:nvPr/>
        </p:nvGraphicFramePr>
        <p:xfrm>
          <a:off x="6197600" y="3467100"/>
          <a:ext cx="2413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97" name="Equation" r:id="rId11" imgW="2413000" imgH="419100" progId="Equation.3">
                  <p:embed/>
                </p:oleObj>
              </mc:Choice>
              <mc:Fallback>
                <p:oleObj name="Equation" r:id="rId11" imgW="24130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7600" y="3467100"/>
                        <a:ext cx="2413000" cy="4191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4" name="Object 7"/>
          <p:cNvGraphicFramePr>
            <a:graphicFrameLocks noChangeAspect="1"/>
          </p:cNvGraphicFramePr>
          <p:nvPr/>
        </p:nvGraphicFramePr>
        <p:xfrm>
          <a:off x="6400800" y="2933700"/>
          <a:ext cx="201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98" name="Equation" r:id="rId13" imgW="2019300" imgH="419100" progId="Equation.3">
                  <p:embed/>
                </p:oleObj>
              </mc:Choice>
              <mc:Fallback>
                <p:oleObj name="Equation" r:id="rId13" imgW="2019300" imgH="419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933700"/>
                        <a:ext cx="2019300" cy="4191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前向传播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7019" y="1286913"/>
            <a:ext cx="8458200" cy="3886200"/>
          </a:xfrm>
        </p:spPr>
        <p:txBody>
          <a:bodyPr/>
          <a:lstStyle/>
          <a:p>
            <a:r>
              <a:rPr lang="en-US" altLang="zh-CN" dirty="0"/>
              <a:t>o</a:t>
            </a:r>
            <a:r>
              <a:rPr lang="en-US" altLang="zh-CN" baseline="-25000" dirty="0"/>
              <a:t>1</a:t>
            </a:r>
            <a:r>
              <a:rPr lang="en-US" altLang="zh-CN" dirty="0"/>
              <a:t>=I</a:t>
            </a:r>
            <a:r>
              <a:rPr lang="en-US" altLang="zh-CN" baseline="-25000" dirty="0"/>
              <a:t>1</a:t>
            </a:r>
            <a:r>
              <a:rPr lang="en-US" altLang="zh-CN" dirty="0"/>
              <a:t>, o</a:t>
            </a:r>
            <a:r>
              <a:rPr lang="en-US" altLang="zh-CN" baseline="-25000" dirty="0"/>
              <a:t>2</a:t>
            </a:r>
            <a:r>
              <a:rPr lang="en-US" altLang="zh-CN" dirty="0"/>
              <a:t>=I</a:t>
            </a:r>
            <a:r>
              <a:rPr lang="en-US" altLang="zh-CN" baseline="-25000" dirty="0"/>
              <a:t>2</a:t>
            </a:r>
            <a:r>
              <a:rPr lang="en-US" altLang="zh-CN" dirty="0"/>
              <a:t>, o</a:t>
            </a:r>
            <a:r>
              <a:rPr lang="en-US" altLang="zh-CN" baseline="-25000" dirty="0"/>
              <a:t>3</a:t>
            </a:r>
            <a:r>
              <a:rPr lang="en-US" altLang="zh-CN" dirty="0"/>
              <a:t>=I</a:t>
            </a:r>
            <a:r>
              <a:rPr lang="en-US" altLang="zh-CN" baseline="-25000" dirty="0"/>
              <a:t>3</a:t>
            </a:r>
          </a:p>
          <a:p>
            <a:r>
              <a:rPr lang="en-US" altLang="zh-CN" dirty="0"/>
              <a:t>I</a:t>
            </a:r>
            <a:r>
              <a:rPr lang="en-US" altLang="zh-CN" baseline="-25000" dirty="0"/>
              <a:t>4</a:t>
            </a:r>
            <a:r>
              <a:rPr lang="en-US" altLang="zh-CN" dirty="0"/>
              <a:t> = w</a:t>
            </a:r>
            <a:r>
              <a:rPr lang="en-US" altLang="zh-CN" baseline="-25000" dirty="0"/>
              <a:t>14</a:t>
            </a:r>
            <a:r>
              <a:rPr lang="en-US" altLang="zh-CN" dirty="0"/>
              <a:t>o</a:t>
            </a:r>
            <a:r>
              <a:rPr lang="en-US" altLang="zh-CN" baseline="-25000" dirty="0"/>
              <a:t>1</a:t>
            </a:r>
            <a:r>
              <a:rPr lang="en-US" altLang="zh-CN" dirty="0"/>
              <a:t>+ w</a:t>
            </a:r>
            <a:r>
              <a:rPr lang="en-US" altLang="zh-CN" baseline="-25000" dirty="0"/>
              <a:t>24</a:t>
            </a:r>
            <a:r>
              <a:rPr lang="en-US" altLang="zh-CN" dirty="0"/>
              <a:t>o</a:t>
            </a:r>
            <a:r>
              <a:rPr lang="en-US" altLang="zh-CN" baseline="-25000" dirty="0"/>
              <a:t>2</a:t>
            </a:r>
            <a:r>
              <a:rPr lang="en-US" altLang="zh-CN" dirty="0"/>
              <a:t>+ w</a:t>
            </a:r>
            <a:r>
              <a:rPr lang="en-US" altLang="zh-CN" baseline="-25000" dirty="0"/>
              <a:t>34</a:t>
            </a:r>
            <a:r>
              <a:rPr lang="en-US" altLang="zh-CN" dirty="0"/>
              <a:t>o</a:t>
            </a:r>
            <a:r>
              <a:rPr lang="en-US" altLang="zh-CN" baseline="-25000" dirty="0"/>
              <a:t>3</a:t>
            </a:r>
            <a:r>
              <a:rPr lang="en-US" altLang="zh-CN" dirty="0"/>
              <a:t>+b</a:t>
            </a:r>
            <a:r>
              <a:rPr lang="en-US" altLang="zh-CN" baseline="-25000" dirty="0"/>
              <a:t>4</a:t>
            </a:r>
          </a:p>
          <a:p>
            <a:r>
              <a:rPr lang="en-US" altLang="zh-CN" dirty="0"/>
              <a:t>I</a:t>
            </a:r>
            <a:r>
              <a:rPr lang="en-US" altLang="zh-CN" baseline="-25000" dirty="0"/>
              <a:t>5</a:t>
            </a:r>
            <a:r>
              <a:rPr lang="en-US" altLang="zh-CN" dirty="0"/>
              <a:t> = w</a:t>
            </a:r>
            <a:r>
              <a:rPr lang="en-US" altLang="zh-CN" baseline="-25000" dirty="0"/>
              <a:t>15</a:t>
            </a:r>
            <a:r>
              <a:rPr lang="en-US" altLang="zh-CN" dirty="0"/>
              <a:t>o</a:t>
            </a:r>
            <a:r>
              <a:rPr lang="en-US" altLang="zh-CN" baseline="-25000" dirty="0"/>
              <a:t>1</a:t>
            </a:r>
            <a:r>
              <a:rPr lang="en-US" altLang="zh-CN" dirty="0"/>
              <a:t>+ w</a:t>
            </a:r>
            <a:r>
              <a:rPr lang="en-US" altLang="zh-CN" baseline="-25000" dirty="0"/>
              <a:t>25</a:t>
            </a:r>
            <a:r>
              <a:rPr lang="en-US" altLang="zh-CN" dirty="0"/>
              <a:t>o</a:t>
            </a:r>
            <a:r>
              <a:rPr lang="en-US" altLang="zh-CN" baseline="-25000" dirty="0"/>
              <a:t>2</a:t>
            </a:r>
            <a:r>
              <a:rPr lang="en-US" altLang="zh-CN" dirty="0"/>
              <a:t>+ w</a:t>
            </a:r>
            <a:r>
              <a:rPr lang="en-US" altLang="zh-CN" baseline="-25000" dirty="0"/>
              <a:t>35</a:t>
            </a:r>
            <a:r>
              <a:rPr lang="en-US" altLang="zh-CN" dirty="0"/>
              <a:t>o</a:t>
            </a:r>
            <a:r>
              <a:rPr lang="en-US" altLang="zh-CN" baseline="-25000" dirty="0"/>
              <a:t>3</a:t>
            </a:r>
            <a:r>
              <a:rPr lang="en-US" altLang="zh-CN" dirty="0"/>
              <a:t>+b</a:t>
            </a:r>
            <a:r>
              <a:rPr lang="en-US" altLang="zh-CN" baseline="-25000" dirty="0"/>
              <a:t>5</a:t>
            </a:r>
          </a:p>
          <a:p>
            <a:r>
              <a:rPr lang="en-US" altLang="zh-CN" dirty="0"/>
              <a:t>o</a:t>
            </a:r>
            <a:r>
              <a:rPr lang="en-US" altLang="zh-CN" baseline="-25000" dirty="0"/>
              <a:t>4</a:t>
            </a:r>
            <a:r>
              <a:rPr lang="en-US" altLang="zh-CN" dirty="0"/>
              <a:t> = 1 / ( 1 + e</a:t>
            </a:r>
            <a:r>
              <a:rPr lang="en-US" altLang="zh-CN" baseline="30000" dirty="0"/>
              <a:t>-I4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o</a:t>
            </a:r>
            <a:r>
              <a:rPr lang="en-US" altLang="zh-CN" baseline="-25000" dirty="0"/>
              <a:t>5</a:t>
            </a:r>
            <a:r>
              <a:rPr lang="en-US" altLang="zh-CN" dirty="0"/>
              <a:t> = 1 / ( 1 + e</a:t>
            </a:r>
            <a:r>
              <a:rPr lang="en-US" altLang="zh-CN" baseline="30000" dirty="0"/>
              <a:t>-I5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I</a:t>
            </a:r>
            <a:r>
              <a:rPr lang="en-US" altLang="zh-CN" baseline="-25000" dirty="0"/>
              <a:t>6</a:t>
            </a:r>
            <a:r>
              <a:rPr lang="en-US" altLang="zh-CN" dirty="0"/>
              <a:t> = w</a:t>
            </a:r>
            <a:r>
              <a:rPr lang="en-US" altLang="zh-CN" baseline="-25000" dirty="0"/>
              <a:t>46</a:t>
            </a:r>
            <a:r>
              <a:rPr lang="en-US" altLang="zh-CN" dirty="0"/>
              <a:t>o</a:t>
            </a:r>
            <a:r>
              <a:rPr lang="en-US" altLang="zh-CN" baseline="-25000" dirty="0"/>
              <a:t>4</a:t>
            </a:r>
            <a:r>
              <a:rPr lang="en-US" altLang="zh-CN" dirty="0"/>
              <a:t>+ w</a:t>
            </a:r>
            <a:r>
              <a:rPr lang="en-US" altLang="zh-CN" baseline="-25000" dirty="0"/>
              <a:t>56</a:t>
            </a:r>
            <a:r>
              <a:rPr lang="en-US" altLang="zh-CN" dirty="0"/>
              <a:t>o</a:t>
            </a:r>
            <a:r>
              <a:rPr lang="en-US" altLang="zh-CN" baseline="-25000" dirty="0"/>
              <a:t>5</a:t>
            </a:r>
            <a:r>
              <a:rPr lang="en-US" altLang="zh-CN" dirty="0"/>
              <a:t>+b</a:t>
            </a:r>
            <a:r>
              <a:rPr lang="en-US" altLang="zh-CN" baseline="-25000" dirty="0"/>
              <a:t>6</a:t>
            </a:r>
          </a:p>
          <a:p>
            <a:r>
              <a:rPr lang="en-US" altLang="zh-CN" dirty="0"/>
              <a:t>O</a:t>
            </a:r>
            <a:r>
              <a:rPr lang="en-US" altLang="zh-CN" baseline="-25000" dirty="0"/>
              <a:t>6</a:t>
            </a:r>
            <a:r>
              <a:rPr lang="en-US" altLang="zh-CN" dirty="0"/>
              <a:t> = 1 / ( 1 + e</a:t>
            </a:r>
            <a:r>
              <a:rPr lang="en-US" altLang="zh-CN" baseline="30000" dirty="0"/>
              <a:t>-I6</a:t>
            </a:r>
            <a:r>
              <a:rPr lang="en-US" altLang="zh-CN" dirty="0"/>
              <a:t>)</a:t>
            </a:r>
          </a:p>
          <a:p>
            <a:endParaRPr lang="en-US" altLang="zh-CN" baseline="-25000" dirty="0"/>
          </a:p>
          <a:p>
            <a:endParaRPr lang="zh-CN" altLang="en-US" baseline="-25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44</a:t>
            </a:fld>
            <a:endParaRPr lang="en-US" altLang="zh-CN"/>
          </a:p>
        </p:txBody>
      </p:sp>
      <p:pic>
        <p:nvPicPr>
          <p:cNvPr id="5" name="Picture 4" descr="fig7_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0" y="-81000"/>
            <a:ext cx="4038600" cy="2209800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/>
              <p14:cNvContentPartPr/>
              <p14:nvPr/>
            </p14:nvContentPartPr>
            <p14:xfrm>
              <a:off x="1290240" y="1139760"/>
              <a:ext cx="7849080" cy="1786320"/>
            </p14:xfrm>
          </p:contentPart>
        </mc:Choice>
        <mc:Fallback xmlns="">
          <p:pic>
            <p:nvPicPr>
              <p:cNvPr id="6" name="墨迹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7360" y="1135800"/>
                <a:ext cx="7858440" cy="179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墨迹 6"/>
              <p14:cNvContentPartPr/>
              <p14:nvPr/>
            </p14:nvContentPartPr>
            <p14:xfrm>
              <a:off x="338040" y="4390560"/>
              <a:ext cx="6454080" cy="1840320"/>
            </p14:xfrm>
          </p:contentPart>
        </mc:Choice>
        <mc:Fallback xmlns="">
          <p:pic>
            <p:nvPicPr>
              <p:cNvPr id="7" name="墨迹 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1560" y="4387680"/>
                <a:ext cx="6466320" cy="184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8120725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反向传播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利用梯度下降法优化损失函数，迭代修改参数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45</a:t>
            </a:fld>
            <a:endParaRPr lang="en-US" altLang="zh-CN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57200" y="2362200"/>
            <a:ext cx="7858919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用一个合适的损失函数来度量训练样本的输出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和真正输出之间的差别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，接着对这个损失函数进行优化求最小值，对应的一系列线性系数矩阵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MathJax_Math"/>
              </a:rPr>
              <a:t>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,偏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置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向量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MathJax_Math"/>
              </a:rPr>
              <a:t>b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即为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要求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的最终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参数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latin typeface="Arial" panose="020B0604020202020204" pitchFamily="34" charset="0"/>
            </a:endParaRPr>
          </a:p>
          <a:p>
            <a:pPr lvl="0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神经网络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中，损失函数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最小值的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求解过程最常见的一般是通过梯度下降法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CN" dirty="0"/>
              <a:t> Gradient Descent</a:t>
            </a:r>
            <a:r>
              <a:rPr lang="zh-CN" altLang="en-US" dirty="0"/>
              <a:t>，</a:t>
            </a:r>
            <a:r>
              <a:rPr lang="en-US" altLang="zh-CN" dirty="0"/>
              <a:t>GD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）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一步步迭代完成，当然也可以是其他的迭代方法</a:t>
            </a:r>
          </a:p>
        </p:txBody>
      </p:sp>
    </p:spTree>
    <p:extLst>
      <p:ext uri="{BB962C8B-B14F-4D97-AF65-F5344CB8AC3E}">
        <p14:creationId xmlns:p14="http://schemas.microsoft.com/office/powerpoint/2010/main" val="3121550005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全连接层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损失函数（</a:t>
            </a:r>
            <a:r>
              <a:rPr lang="en-US" altLang="zh-CN" dirty="0"/>
              <a:t>Loss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）</a:t>
            </a:r>
            <a:endParaRPr dirty="0"/>
          </a:p>
        </p:txBody>
      </p:sp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854014" y="1707357"/>
            <a:ext cx="7866656" cy="3702614"/>
          </a:xfrm>
          <a:prstGeom prst="rect">
            <a:avLst/>
          </a:prstGeom>
        </p:spPr>
        <p:txBody>
          <a:bodyPr>
            <a:normAutofit fontScale="92500"/>
          </a:bodyPr>
          <a:lstStyle>
            <a:lvl1pPr>
              <a:buSzPct val="100000"/>
              <a:buChar char="•"/>
            </a:lvl1pPr>
          </a:lstStyle>
          <a:p>
            <a:r>
              <a:rPr lang="zh-CN" altLang="en-US" dirty="0"/>
              <a:t>衡量预测结果（</a:t>
            </a:r>
            <a:r>
              <a:rPr lang="en-US" altLang="zh-CN" dirty="0"/>
              <a:t>prediction</a:t>
            </a:r>
            <a:r>
              <a:rPr lang="zh-CN" altLang="en-US" dirty="0"/>
              <a:t>）和实际结果（</a:t>
            </a:r>
            <a:r>
              <a:rPr lang="en-US" altLang="zh-CN" dirty="0"/>
              <a:t>ground</a:t>
            </a:r>
            <a:r>
              <a:rPr lang="zh-CN" altLang="en-US" dirty="0"/>
              <a:t> </a:t>
            </a:r>
            <a:r>
              <a:rPr lang="en-US" altLang="zh-CN" dirty="0"/>
              <a:t>truth</a:t>
            </a:r>
            <a:r>
              <a:rPr lang="zh-CN" altLang="en-US" dirty="0"/>
              <a:t>，</a:t>
            </a:r>
            <a:r>
              <a:rPr lang="en-US" altLang="zh-CN" dirty="0"/>
              <a:t>target</a:t>
            </a:r>
            <a:r>
              <a:rPr lang="zh-CN" altLang="en-US" dirty="0"/>
              <a:t>）间的差异</a:t>
            </a:r>
            <a:endParaRPr lang="en-US" altLang="zh-CN" dirty="0"/>
          </a:p>
          <a:p>
            <a:r>
              <a:rPr lang="zh-CN" altLang="en-US" dirty="0"/>
              <a:t>网络训练的目标：使损失（</a:t>
            </a:r>
            <a:r>
              <a:rPr lang="en-US" altLang="zh-CN" dirty="0"/>
              <a:t>loss</a:t>
            </a:r>
            <a:r>
              <a:rPr lang="zh-CN" altLang="en-US" dirty="0"/>
              <a:t>）尽可能小</a:t>
            </a:r>
            <a:endParaRPr lang="en-US" altLang="zh-CN" dirty="0"/>
          </a:p>
          <a:p>
            <a:r>
              <a:rPr lang="zh-CN" altLang="en-US" dirty="0"/>
              <a:t>一个好的的损失函数的要求</a:t>
            </a:r>
            <a:endParaRPr lang="en-US" altLang="zh-CN" dirty="0"/>
          </a:p>
          <a:p>
            <a:pPr lvl="1"/>
            <a:r>
              <a:rPr lang="zh-CN" altLang="en-US" dirty="0"/>
              <a:t>预测结果越好，</a:t>
            </a:r>
            <a:r>
              <a:rPr lang="en-US" altLang="zh-CN" dirty="0"/>
              <a:t>loss</a:t>
            </a:r>
            <a:r>
              <a:rPr lang="zh-CN" altLang="en-US" dirty="0"/>
              <a:t>越小</a:t>
            </a:r>
            <a:endParaRPr lang="en-US" altLang="zh-CN" dirty="0"/>
          </a:p>
          <a:p>
            <a:pPr lvl="1"/>
            <a:r>
              <a:rPr lang="zh-CN" altLang="en-US" dirty="0"/>
              <a:t>考虑到数据的分布、难易程度等多个方面</a:t>
            </a:r>
            <a:r>
              <a:rPr lang="en-US" altLang="zh-CN" dirty="0"/>
              <a:t>--&gt;</a:t>
            </a:r>
            <a:r>
              <a:rPr lang="zh-CN" altLang="en-US" dirty="0"/>
              <a:t>例如交叉熵损失在极度不均衡数据上表现不佳</a:t>
            </a:r>
            <a:endParaRPr lang="en-US" altLang="zh-CN" dirty="0"/>
          </a:p>
          <a:p>
            <a:pPr lvl="1"/>
            <a:r>
              <a:rPr lang="en-US" altLang="zh-CN" dirty="0"/>
              <a:t>…………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3B3EB6-E273-4707-8623-0B47C64CE7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167028"/>
      </p:ext>
    </p:extLst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全连接层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损失函数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8723F9E-251B-474E-AB1A-154C5C6B1A0A}"/>
                  </a:ext>
                </a:extLst>
              </p:cNvPr>
              <p:cNvSpPr txBox="1"/>
              <p:nvPr/>
            </p:nvSpPr>
            <p:spPr>
              <a:xfrm>
                <a:off x="504826" y="3692007"/>
                <a:ext cx="4855688" cy="7562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i="1">
                          <a:latin typeface="Cambria Math" panose="02040503050406030204" pitchFamily="18" charset="0"/>
                        </a:rPr>
                        <m:t>CE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unc>
                            <m:func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altLang="zh-CN" sz="180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⁡(1−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en-US" sz="1350" dirty="0">
                  <a:solidFill>
                    <a:srgbClr val="47494B"/>
                  </a:solidFill>
                  <a:latin typeface="+mn-lt"/>
                  <a:sym typeface="Calibri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8723F9E-251B-474E-AB1A-154C5C6B1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26" y="3692007"/>
                <a:ext cx="4855688" cy="7562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F1BF84B-E07A-9742-B6F3-D24BC843907C}"/>
                  </a:ext>
                </a:extLst>
              </p:cNvPr>
              <p:cNvSpPr txBox="1"/>
              <p:nvPr/>
            </p:nvSpPr>
            <p:spPr>
              <a:xfrm>
                <a:off x="5920997" y="3700369"/>
                <a:ext cx="1863972" cy="5672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350">
                          <a:solidFill>
                            <a:srgbClr val="47494B"/>
                          </a:solidFill>
                          <a:latin typeface="Cambria Math" panose="02040503050406030204" pitchFamily="18" charset="0"/>
                          <a:sym typeface="Calibri"/>
                        </a:rPr>
                        <m:t>MSE</m:t>
                      </m:r>
                      <m:r>
                        <a:rPr lang="en-US" altLang="zh-CN" sz="1350">
                          <a:solidFill>
                            <a:srgbClr val="47494B"/>
                          </a:solidFill>
                          <a:latin typeface="Cambria Math" panose="02040503050406030204" pitchFamily="18" charset="0"/>
                          <a:sym typeface="Calibri"/>
                        </a:rPr>
                        <m:t>=</m:t>
                      </m:r>
                      <m:f>
                        <m:fPr>
                          <m:ctrlP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fPr>
                        <m:num>
                          <m: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𝑖</m:t>
                          </m:r>
                          <m: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pPr>
                            <m:e>
                              <m: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1350" dirty="0">
                  <a:solidFill>
                    <a:srgbClr val="47494B"/>
                  </a:solidFill>
                  <a:sym typeface="Calibri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F1BF84B-E07A-9742-B6F3-D24BC8439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997" y="3700369"/>
                <a:ext cx="1863972" cy="5672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A9FB6404-5376-5F4B-BE3B-6D7CD6A2B2AB}"/>
              </a:ext>
            </a:extLst>
          </p:cNvPr>
          <p:cNvSpPr/>
          <p:nvPr/>
        </p:nvSpPr>
        <p:spPr>
          <a:xfrm>
            <a:off x="5791200" y="3246673"/>
            <a:ext cx="3572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/>
              <a:t>均方误差（</a:t>
            </a:r>
            <a:r>
              <a:rPr lang="en-US" altLang="zh-CN" sz="1800" dirty="0"/>
              <a:t>Mean</a:t>
            </a:r>
            <a:r>
              <a:rPr lang="zh-CN" altLang="en-US" sz="1800" dirty="0"/>
              <a:t> </a:t>
            </a:r>
            <a:r>
              <a:rPr lang="en-US" altLang="zh-CN" sz="1800" dirty="0"/>
              <a:t>squared</a:t>
            </a:r>
            <a:r>
              <a:rPr lang="zh-CN" altLang="en-US" sz="1800" dirty="0"/>
              <a:t> </a:t>
            </a:r>
            <a:r>
              <a:rPr lang="en-US" altLang="zh-CN" sz="1800" dirty="0"/>
              <a:t>error</a:t>
            </a:r>
            <a:r>
              <a:rPr lang="zh-CN" altLang="en-US" sz="1800" dirty="0"/>
              <a:t>）</a:t>
            </a:r>
            <a:endParaRPr lang="en-US" altLang="zh-CN" sz="1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9917F4-0559-6E4A-B8DD-330EB5587CFE}"/>
              </a:ext>
            </a:extLst>
          </p:cNvPr>
          <p:cNvSpPr/>
          <p:nvPr/>
        </p:nvSpPr>
        <p:spPr>
          <a:xfrm>
            <a:off x="504826" y="3246673"/>
            <a:ext cx="2738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/>
              <a:t>交叉熵（</a:t>
            </a:r>
            <a:r>
              <a:rPr lang="en-US" altLang="zh-CN" sz="1800" dirty="0"/>
              <a:t>Cross</a:t>
            </a:r>
            <a:r>
              <a:rPr lang="zh-CN" altLang="en-US" sz="1800" dirty="0"/>
              <a:t> </a:t>
            </a:r>
            <a:r>
              <a:rPr lang="en-US" altLang="zh-CN" sz="1800" dirty="0"/>
              <a:t>entropy</a:t>
            </a:r>
            <a:r>
              <a:rPr lang="zh-CN" altLang="en-US" sz="1800" dirty="0"/>
              <a:t>）</a:t>
            </a:r>
            <a:endParaRPr lang="en-US" altLang="zh-CN" sz="18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722C40-0222-E64E-A5D0-C58D3B9C6C58}"/>
              </a:ext>
            </a:extLst>
          </p:cNvPr>
          <p:cNvSpPr/>
          <p:nvPr/>
        </p:nvSpPr>
        <p:spPr>
          <a:xfrm>
            <a:off x="5920997" y="4533796"/>
            <a:ext cx="2924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/>
              <a:t>骰子系数损失（</a:t>
            </a:r>
            <a:r>
              <a:rPr lang="en-US" altLang="zh-CN" sz="1800" dirty="0"/>
              <a:t>Dice</a:t>
            </a:r>
            <a:r>
              <a:rPr lang="zh-CN" altLang="en-US" sz="1800" dirty="0"/>
              <a:t> </a:t>
            </a:r>
            <a:r>
              <a:rPr lang="en-US" altLang="zh-CN" sz="1800" dirty="0"/>
              <a:t>loss</a:t>
            </a:r>
            <a:r>
              <a:rPr lang="zh-CN" altLang="en-US" sz="1800" dirty="0"/>
              <a:t>）</a:t>
            </a:r>
            <a:endParaRPr lang="en-US" altLang="zh-CN" sz="18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413162-4177-A94D-A680-583FEC8651CE}"/>
              </a:ext>
            </a:extLst>
          </p:cNvPr>
          <p:cNvSpPr/>
          <p:nvPr/>
        </p:nvSpPr>
        <p:spPr>
          <a:xfrm>
            <a:off x="504826" y="5035238"/>
            <a:ext cx="11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/>
              <a:t>Focal</a:t>
            </a:r>
            <a:r>
              <a:rPr lang="zh-CN" altLang="en-US" sz="1800" dirty="0"/>
              <a:t> </a:t>
            </a:r>
            <a:r>
              <a:rPr lang="en-US" altLang="zh-CN" sz="1800" dirty="0"/>
              <a:t>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D02FD1C-B30F-2A48-A0E1-CD62373B0E57}"/>
                  </a:ext>
                </a:extLst>
              </p:cNvPr>
              <p:cNvSpPr txBox="1"/>
              <p:nvPr/>
            </p:nvSpPr>
            <p:spPr>
              <a:xfrm>
                <a:off x="471370" y="5339767"/>
                <a:ext cx="6544997" cy="7562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i="1">
                          <a:latin typeface="Cambria Math" panose="02040503050406030204" pitchFamily="18" charset="0"/>
                        </a:rPr>
                        <m:t>FL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unc>
                            <m:func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p>
                        </m:e>
                      </m:nary>
                      <m:r>
                        <a:rPr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altLang="zh-CN" sz="180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⁡(1−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en-US" sz="1350" dirty="0">
                  <a:solidFill>
                    <a:srgbClr val="47494B"/>
                  </a:solidFill>
                  <a:latin typeface="+mn-lt"/>
                  <a:sym typeface="Calibri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D02FD1C-B30F-2A48-A0E1-CD62373B0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370" y="5339767"/>
                <a:ext cx="6544997" cy="7562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1645E1F-F094-5245-B7F4-24761F22CC3A}"/>
                  </a:ext>
                </a:extLst>
              </p:cNvPr>
              <p:cNvSpPr txBox="1"/>
              <p:nvPr/>
            </p:nvSpPr>
            <p:spPr>
              <a:xfrm>
                <a:off x="5920998" y="4889180"/>
                <a:ext cx="2290820" cy="5190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350">
                          <a:solidFill>
                            <a:srgbClr val="47494B"/>
                          </a:solidFill>
                          <a:latin typeface="Cambria Math" panose="02040503050406030204" pitchFamily="18" charset="0"/>
                          <a:sym typeface="Calibri"/>
                        </a:rPr>
                        <m:t>DL</m:t>
                      </m:r>
                      <m:r>
                        <a:rPr lang="en-US" altLang="zh-CN" sz="1350">
                          <a:solidFill>
                            <a:srgbClr val="47494B"/>
                          </a:solidFill>
                          <a:latin typeface="Cambria Math" panose="02040503050406030204" pitchFamily="18" charset="0"/>
                          <a:sym typeface="Calibri"/>
                        </a:rPr>
                        <m:t>=1−</m:t>
                      </m:r>
                      <m:f>
                        <m:fPr>
                          <m:ctrlP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fPr>
                        <m:num>
                          <m: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2</m:t>
                          </m:r>
                          <m: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∙</m:t>
                          </m:r>
                          <m:nary>
                            <m:naryPr>
                              <m:chr m:val="∑"/>
                              <m:ctrlP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𝑖</m:t>
                              </m:r>
                              <m: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1350" i="1">
                                      <a:solidFill>
                                        <a:srgbClr val="47494B"/>
                                      </a:solidFill>
                                      <a:latin typeface="Cambria Math" panose="02040503050406030204" pitchFamily="18" charset="0"/>
                                      <a:sym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50" i="1">
                                      <a:solidFill>
                                        <a:srgbClr val="47494B"/>
                                      </a:solidFill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350" i="1">
                                      <a:solidFill>
                                        <a:srgbClr val="47494B"/>
                                      </a:solidFill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∙</m:t>
                              </m:r>
                            </m:e>
                          </m:nary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𝑖</m:t>
                              </m:r>
                              <m: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1350" i="1">
                                      <a:solidFill>
                                        <a:srgbClr val="47494B"/>
                                      </a:solidFill>
                                      <a:latin typeface="Cambria Math" panose="02040503050406030204" pitchFamily="18" charset="0"/>
                                      <a:sym typeface="Calibri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350" i="1">
                                      <a:solidFill>
                                        <a:srgbClr val="47494B"/>
                                      </a:solidFill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350" i="1">
                                      <a:solidFill>
                                        <a:srgbClr val="47494B"/>
                                      </a:solidFill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350" i="1">
                                      <a:solidFill>
                                        <a:srgbClr val="47494B"/>
                                      </a:solidFill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1350" dirty="0">
                  <a:solidFill>
                    <a:srgbClr val="47494B"/>
                  </a:solidFill>
                  <a:sym typeface="Calibri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1645E1F-F094-5245-B7F4-24761F22C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998" y="4889180"/>
                <a:ext cx="2290820" cy="519053"/>
              </a:xfrm>
              <a:prstGeom prst="rect">
                <a:avLst/>
              </a:prstGeom>
              <a:blipFill>
                <a:blip r:embed="rId6"/>
                <a:stretch>
                  <a:fillRect l="-532" t="-71765" r="-11968" b="-14352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一层全连接">
                <a:extLst>
                  <a:ext uri="{FF2B5EF4-FFF2-40B4-BE49-F238E27FC236}">
                    <a16:creationId xmlns:a16="http://schemas.microsoft.com/office/drawing/2014/main" id="{DCAB6430-3ABF-AC4C-9F4E-B3A29862ADC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04826" y="1242969"/>
                <a:ext cx="7800973" cy="1617686"/>
              </a:xfrm>
              <a:prstGeom prst="rect">
                <a:avLst/>
              </a:prstGeom>
            </p:spPr>
            <p:txBody>
              <a:bodyPr>
                <a:normAutofit fontScale="55000" lnSpcReduction="20000"/>
              </a:bodyPr>
              <a:lstStyle>
                <a:lvl1pPr>
                  <a:buSzPct val="100000"/>
                  <a:buChar char="•"/>
                </a:lvl1pPr>
              </a:lstStyle>
              <a:p>
                <a:pPr>
                  <a:lnSpc>
                    <a:spcPct val="160000"/>
                  </a:lnSpc>
                </a:pPr>
                <a:r>
                  <a:rPr lang="zh-CN" altLang="en-US" dirty="0"/>
                  <a:t>均以二分类为例</a:t>
                </a:r>
                <a:endParaRPr lang="en-US" altLang="zh-CN" dirty="0"/>
              </a:p>
              <a:p>
                <a:pPr lvl="1">
                  <a:lnSpc>
                    <a:spcPct val="160000"/>
                  </a:lnSpc>
                </a:pPr>
                <a:r>
                  <a:rPr lang="en-US" altLang="zh-CN" dirty="0"/>
                  <a:t>n</a:t>
                </a:r>
                <a:r>
                  <a:rPr lang="zh-CN" altLang="en-US" dirty="0"/>
                  <a:t>为样本个数</a:t>
                </a:r>
                <a:endParaRPr lang="en-US" altLang="zh-CN" dirty="0"/>
              </a:p>
              <a:p>
                <a:pPr lvl="1">
                  <a:lnSpc>
                    <a:spcPct val="16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为</a:t>
                </a:r>
                <a:r>
                  <a:rPr lang="en-US" altLang="zh-CN" dirty="0"/>
                  <a:t>ground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truth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6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为</a:t>
                </a:r>
                <a:r>
                  <a:rPr lang="en-US" altLang="zh-CN" dirty="0"/>
                  <a:t>prediction</a:t>
                </a:r>
                <a:r>
                  <a:rPr lang="zh-CN" altLang="en-US" dirty="0"/>
                  <a:t>，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[0,  1]</m:t>
                    </m:r>
                  </m:oMath>
                </a14:m>
                <a:r>
                  <a:rPr lang="zh-CN" altLang="en-US" dirty="0"/>
                  <a:t>（在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中，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取值可以为实数）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4" name="一层全连接">
                <a:extLst>
                  <a:ext uri="{FF2B5EF4-FFF2-40B4-BE49-F238E27FC236}">
                    <a16:creationId xmlns:a16="http://schemas.microsoft.com/office/drawing/2014/main" id="{DCAB6430-3ABF-AC4C-9F4E-B3A29862ADC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4826" y="1242969"/>
                <a:ext cx="7800973" cy="1617686"/>
              </a:xfrm>
              <a:prstGeom prst="rect">
                <a:avLst/>
              </a:prstGeom>
              <a:blipFill>
                <a:blip r:embed="rId7"/>
                <a:stretch>
                  <a:fillRect l="-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601B6A4-401F-4AE5-B774-7F3AF1B78E0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826486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全连接层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最优化（</a:t>
            </a:r>
            <a:r>
              <a:rPr lang="en-US" altLang="zh-CN" dirty="0"/>
              <a:t>Optimize</a:t>
            </a:r>
            <a:r>
              <a:rPr lang="zh-CN" altLang="en-US" dirty="0"/>
              <a:t>）</a:t>
            </a:r>
            <a:endParaRPr dirty="0"/>
          </a:p>
        </p:txBody>
      </p:sp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415870" cy="2895600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>
              <a:buSzPct val="100000"/>
              <a:buChar char="•"/>
            </a:lvl1pPr>
          </a:lstStyle>
          <a:p>
            <a:pPr>
              <a:lnSpc>
                <a:spcPct val="170000"/>
              </a:lnSpc>
            </a:pPr>
            <a:r>
              <a:rPr lang="zh-CN" altLang="en-US" dirty="0"/>
              <a:t>有了损失函数，目标是找到合适的网络权重，使得（验证集</a:t>
            </a:r>
            <a:r>
              <a:rPr lang="en-US" altLang="zh-CN" dirty="0"/>
              <a:t>/</a:t>
            </a:r>
            <a:r>
              <a:rPr lang="zh-CN" altLang="en-US" dirty="0"/>
              <a:t>测试集）损失函数最小。</a:t>
            </a:r>
            <a:endParaRPr lang="en-US" altLang="zh-CN" dirty="0"/>
          </a:p>
          <a:p>
            <a:pPr>
              <a:lnSpc>
                <a:spcPct val="170000"/>
              </a:lnSpc>
            </a:pPr>
            <a:r>
              <a:rPr lang="zh-CN" altLang="en-US" dirty="0"/>
              <a:t>优化的难度：</a:t>
            </a:r>
            <a:endParaRPr lang="en-US" altLang="zh-CN" dirty="0"/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dirty="0">
                <a:sym typeface="Wingdings" pitchFamily="2" charset="2"/>
              </a:rPr>
              <a:t>（</a:t>
            </a:r>
            <a:r>
              <a:rPr lang="en-US" altLang="zh-CN" dirty="0">
                <a:sym typeface="Wingdings" pitchFamily="2" charset="2"/>
              </a:rPr>
              <a:t>1</a:t>
            </a:r>
            <a:r>
              <a:rPr lang="zh-CN" altLang="en-US" dirty="0">
                <a:sym typeface="Wingdings" pitchFamily="2" charset="2"/>
              </a:rPr>
              <a:t>）网络参数数量大都超过百万级，搜索的空间巨大</a:t>
            </a:r>
            <a:endParaRPr lang="en-US" altLang="zh-CN" dirty="0">
              <a:sym typeface="Wingdings" pitchFamily="2" charset="2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dirty="0">
                <a:sym typeface="Wingdings" pitchFamily="2" charset="2"/>
              </a:rPr>
              <a:t>（</a:t>
            </a:r>
            <a:r>
              <a:rPr lang="en-US" altLang="zh-CN" dirty="0">
                <a:sym typeface="Wingdings" pitchFamily="2" charset="2"/>
              </a:rPr>
              <a:t>2</a:t>
            </a:r>
            <a:r>
              <a:rPr lang="zh-CN" altLang="en-US" dirty="0">
                <a:sym typeface="Wingdings" pitchFamily="2" charset="2"/>
              </a:rPr>
              <a:t>）损失函数和参数的关系及其复杂</a:t>
            </a:r>
            <a:endParaRPr lang="en-US" altLang="zh-CN" dirty="0">
              <a:sym typeface="Wingdings" pitchFamily="2" charset="2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dirty="0">
                <a:sym typeface="Wingdings" pitchFamily="2" charset="2"/>
              </a:rPr>
              <a:t>（</a:t>
            </a:r>
            <a:r>
              <a:rPr lang="en-US" altLang="zh-CN" dirty="0">
                <a:sym typeface="Wingdings" pitchFamily="2" charset="2"/>
              </a:rPr>
              <a:t>3</a:t>
            </a:r>
            <a:r>
              <a:rPr lang="zh-CN" altLang="en-US" dirty="0">
                <a:sym typeface="Wingdings" pitchFamily="2" charset="2"/>
              </a:rPr>
              <a:t>）计算能力的限制，不可能一次考虑到所有的训练数据</a:t>
            </a:r>
            <a:endParaRPr lang="en-US" altLang="zh-CN" dirty="0">
              <a:sym typeface="Wingdings" pitchFamily="2" charset="2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dirty="0">
                <a:sym typeface="Wingdings" pitchFamily="2" charset="2"/>
              </a:rPr>
              <a:t>（</a:t>
            </a:r>
            <a:r>
              <a:rPr lang="en-US" altLang="zh-CN" dirty="0">
                <a:sym typeface="Wingdings" pitchFamily="2" charset="2"/>
              </a:rPr>
              <a:t>4</a:t>
            </a:r>
            <a:r>
              <a:rPr lang="zh-CN" altLang="en-US" dirty="0">
                <a:sym typeface="Wingdings" pitchFamily="2" charset="2"/>
              </a:rPr>
              <a:t>）由于过拟合的问题，即使在训练集上损失函数最小，在</a:t>
            </a:r>
            <a:r>
              <a:rPr lang="zh-CN" altLang="en-US" dirty="0"/>
              <a:t>验证集</a:t>
            </a:r>
            <a:r>
              <a:rPr lang="en-US" altLang="zh-CN" dirty="0"/>
              <a:t>/</a:t>
            </a:r>
            <a:r>
              <a:rPr lang="zh-CN" altLang="en-US" dirty="0"/>
              <a:t>测试集并不一定理想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F13BAC-4018-3647-8D71-F71A354C72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243" y="4467573"/>
            <a:ext cx="2316526" cy="2006568"/>
          </a:xfrm>
          <a:prstGeom prst="rect">
            <a:avLst/>
          </a:prstGeom>
        </p:spPr>
      </p:pic>
      <p:pic>
        <p:nvPicPr>
          <p:cNvPr id="7" name="图片 6" descr="图片包含 文字, 地图&#10;&#10;描述已自动生成">
            <a:extLst>
              <a:ext uri="{FF2B5EF4-FFF2-40B4-BE49-F238E27FC236}">
                <a16:creationId xmlns:a16="http://schemas.microsoft.com/office/drawing/2014/main" id="{313EF78E-A27C-614C-BB76-DC68743366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697" y="4464716"/>
            <a:ext cx="2683045" cy="2012284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2C9179-47AE-4E96-915B-91842DE61B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096468"/>
      </p:ext>
    </p:extLst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SzPct val="100000"/>
              <a:buFontTx/>
              <a:buChar char="•"/>
            </a:pPr>
            <a:r>
              <a:rPr lang="zh-CN" altLang="en-US" dirty="0"/>
              <a:t>基本思想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对于每一个样本，进行一个网络权重的更新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更新的方向：“使</a:t>
            </a:r>
            <a:r>
              <a:rPr lang="en-US" altLang="zh-CN" dirty="0"/>
              <a:t>loss</a:t>
            </a:r>
            <a:r>
              <a:rPr lang="zh-CN" altLang="en-US" dirty="0"/>
              <a:t>下降最快的方向”</a:t>
            </a:r>
            <a:r>
              <a:rPr lang="en-US" altLang="zh-CN" dirty="0"/>
              <a:t>-&gt;</a:t>
            </a:r>
            <a:r>
              <a:rPr lang="zh-CN" altLang="en-US" dirty="0"/>
              <a:t>梯度的反方向</a:t>
            </a:r>
            <a:r>
              <a:rPr lang="en-US" altLang="zh-CN" dirty="0"/>
              <a:t>-&gt;loss</a:t>
            </a:r>
            <a:r>
              <a:rPr lang="zh-CN" altLang="en-US" dirty="0"/>
              <a:t>对权重求导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更新的步长：学习率</a:t>
            </a:r>
            <a:r>
              <a:rPr lang="en-US" altLang="zh-CN" dirty="0"/>
              <a:t>-&gt;</a:t>
            </a:r>
            <a:r>
              <a:rPr lang="zh-CN" altLang="en-US" dirty="0"/>
              <a:t>超参数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9556969"/>
      </p:ext>
    </p:extLst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50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4" y="76200"/>
            <a:ext cx="8992131" cy="672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57263"/>
      </p:ext>
    </p:extLst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51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8" y="76200"/>
            <a:ext cx="90678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57877"/>
      </p:ext>
    </p:extLst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52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1"/>
            <a:ext cx="89916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63955"/>
      </p:ext>
    </p:extLst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梯度下降（</a:t>
            </a:r>
            <a:r>
              <a:rPr lang="en-US" altLang="zh-CN" dirty="0"/>
              <a:t>GD</a:t>
            </a:r>
            <a:r>
              <a:rPr lang="zh-CN" altLang="en-US" dirty="0"/>
              <a:t>）</a:t>
            </a:r>
            <a:br>
              <a:rPr lang="en-US" altLang="zh-CN" dirty="0"/>
            </a:br>
            <a:r>
              <a:rPr lang="en-US" altLang="zh-CN" sz="1200" dirty="0">
                <a:hlinkClick r:id="rId2"/>
              </a:rPr>
              <a:t>https://www.cnblogs.com/pinard/p/5970503.html</a:t>
            </a:r>
            <a:endParaRPr lang="zh-CN" altLang="en-US" sz="1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批量梯度下降法（</a:t>
            </a:r>
            <a:r>
              <a:rPr lang="en-US" altLang="zh-CN" sz="2000" dirty="0"/>
              <a:t>Batch Gradient Descent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  <a:p>
            <a:r>
              <a:rPr lang="zh-CN" altLang="en-US" sz="2000" dirty="0"/>
              <a:t>随机梯度下降法（</a:t>
            </a:r>
            <a:r>
              <a:rPr lang="en-US" altLang="zh-CN" sz="2000" dirty="0"/>
              <a:t>Stochastic Gradient Descent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小批量梯度下降法（</a:t>
            </a:r>
            <a:r>
              <a:rPr lang="en-US" altLang="zh-CN" sz="2000" dirty="0"/>
              <a:t>Mini-batch Gradient Descent</a:t>
            </a:r>
            <a:r>
              <a:rPr lang="zh-CN" altLang="en-US" sz="2000" dirty="0"/>
              <a:t>）</a:t>
            </a:r>
            <a:endParaRPr lang="zh-CN" altLang="en-US" sz="24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7282562"/>
      </p:ext>
    </p:extLst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梯度下降（</a:t>
            </a:r>
            <a:r>
              <a:rPr lang="en-US" altLang="zh-CN" dirty="0"/>
              <a:t>GD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hlinkClick r:id="rId2"/>
              </a:rPr>
              <a:t>https://www.cnblogs.com/pinard/p/5970503.html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批量梯度下降法（</a:t>
            </a:r>
            <a:r>
              <a:rPr lang="en-US" altLang="zh-CN" sz="2000" dirty="0"/>
              <a:t>Batch Gradient Descent</a:t>
            </a:r>
            <a:r>
              <a:rPr lang="zh-CN" altLang="en-US" sz="2000" dirty="0"/>
              <a:t>）：是梯度下降法最常用的形式，具体做法也就是在更新参数时使用所有的样本来进行更新。对应的更新公式是：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由于有</a:t>
            </a:r>
            <a:r>
              <a:rPr lang="en-US" altLang="zh-CN" sz="2000" dirty="0"/>
              <a:t>m</a:t>
            </a:r>
            <a:r>
              <a:rPr lang="zh-CN" altLang="en-US" sz="2000" dirty="0"/>
              <a:t>个样本，这里求梯度的时候就用了所有</a:t>
            </a:r>
            <a:r>
              <a:rPr lang="en-US" altLang="zh-CN" sz="2000" dirty="0"/>
              <a:t>m</a:t>
            </a:r>
            <a:r>
              <a:rPr lang="zh-CN" altLang="en-US" sz="2000" dirty="0"/>
              <a:t>个样本的梯度数据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  <a:p>
            <a:endParaRPr lang="zh-CN" altLang="en-US" sz="24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54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r="21698" b="43311"/>
          <a:stretch/>
        </p:blipFill>
        <p:spPr>
          <a:xfrm>
            <a:off x="838200" y="3352800"/>
            <a:ext cx="63246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16515"/>
      </p:ext>
    </p:extLst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梯度下降（</a:t>
            </a:r>
            <a:r>
              <a:rPr lang="en-US" altLang="zh-CN" dirty="0"/>
              <a:t>GD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hlinkClick r:id="rId2"/>
              </a:rPr>
              <a:t>https://www.cnblogs.com/pinard/p/5970503.html</a:t>
            </a:r>
            <a:endParaRPr lang="en-US" altLang="zh-CN" sz="2000" dirty="0"/>
          </a:p>
          <a:p>
            <a:r>
              <a:rPr lang="zh-CN" altLang="en-US" sz="2000" dirty="0"/>
              <a:t>随机梯度下降法（</a:t>
            </a:r>
            <a:r>
              <a:rPr lang="en-US" altLang="zh-CN" sz="2000" dirty="0"/>
              <a:t>Stochastic Gradient Descent</a:t>
            </a:r>
            <a:r>
              <a:rPr lang="zh-CN" altLang="en-US" sz="2000" dirty="0"/>
              <a:t>）：其实和批量梯度下降法原理类似，区别在与求梯度时没有用所有的</a:t>
            </a:r>
            <a:r>
              <a:rPr lang="en-US" altLang="zh-CN" sz="2000" dirty="0"/>
              <a:t>m</a:t>
            </a:r>
            <a:r>
              <a:rPr lang="zh-CN" altLang="en-US" sz="2000" dirty="0"/>
              <a:t>个样本的数据，而是仅仅选取一个样本</a:t>
            </a:r>
            <a:r>
              <a:rPr lang="en-US" altLang="zh-CN" sz="2000" dirty="0"/>
              <a:t>j</a:t>
            </a:r>
            <a:r>
              <a:rPr lang="zh-CN" altLang="en-US" sz="2000" dirty="0"/>
              <a:t>来求梯度。对应的更新公式是：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r>
              <a:rPr lang="zh-CN" altLang="en-US" sz="2000" dirty="0"/>
              <a:t>随机梯度下降法和批量梯度下降法是两个极端，一个采用所有数据来梯度下降，一个用一个样本来梯度下降。自然各自的优缺点都非常突出。对于训练速度来说，随机梯度下降法由于每次仅仅采用一个样本来迭代，训练速度很快，而批量梯度下降法在样本量很大的时候，训练速度不能让人满意。对于准确度来说，随机梯度下降法仅仅用一个样本决定梯度方向，导致解很有可能不是最优。对于收敛速度来说，由于随机梯度下降法一次迭代一个样本，导致迭代方向变化很大，不能很快的收敛到局部最优解。</a:t>
            </a:r>
            <a:endParaRPr lang="en-US" altLang="zh-CN" sz="2000" dirty="0"/>
          </a:p>
          <a:p>
            <a:r>
              <a:rPr lang="zh-CN" altLang="en-US" sz="2000" dirty="0"/>
              <a:t>那么，有没有一个中庸的办法能够结合两种方法的优点呢？有！这就是小批量梯度下降法</a:t>
            </a: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endParaRPr lang="zh-CN" altLang="en-US" sz="24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55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r="48113" b="83607"/>
          <a:stretch/>
        </p:blipFill>
        <p:spPr>
          <a:xfrm>
            <a:off x="1981200" y="2819400"/>
            <a:ext cx="4190999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91966"/>
      </p:ext>
    </p:extLst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梯度下降（</a:t>
            </a:r>
            <a:r>
              <a:rPr lang="en-US" altLang="zh-CN" dirty="0"/>
              <a:t>GD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hlinkClick r:id="rId2"/>
              </a:rPr>
              <a:t>https://www.cnblogs.com/pinard/p/5970503.html</a:t>
            </a:r>
            <a:endParaRPr lang="en-US" altLang="zh-CN" sz="2000" dirty="0"/>
          </a:p>
          <a:p>
            <a:r>
              <a:rPr lang="zh-CN" altLang="en-US" sz="2000" dirty="0"/>
              <a:t>小批量梯度下降法（</a:t>
            </a:r>
            <a:r>
              <a:rPr lang="en-US" altLang="zh-CN" sz="2000" dirty="0"/>
              <a:t>Mini-batch Gradient Descent</a:t>
            </a:r>
            <a:r>
              <a:rPr lang="zh-CN" altLang="en-US" sz="2000" dirty="0"/>
              <a:t>）：小批量梯度下降法是批量梯度下降法和随机梯度下降法的折衷，也就是对于</a:t>
            </a:r>
            <a:r>
              <a:rPr lang="en-US" altLang="zh-CN" sz="2000" dirty="0"/>
              <a:t>m</a:t>
            </a:r>
            <a:r>
              <a:rPr lang="zh-CN" altLang="en-US" sz="2000" dirty="0"/>
              <a:t>个样本，我们采用</a:t>
            </a:r>
            <a:r>
              <a:rPr lang="en-US" altLang="zh-CN" sz="2000" dirty="0"/>
              <a:t>x</a:t>
            </a:r>
            <a:r>
              <a:rPr lang="zh-CN" altLang="en-US" sz="2000" dirty="0"/>
              <a:t>个样子来迭代，</a:t>
            </a:r>
            <a:r>
              <a:rPr lang="en-US" altLang="zh-CN" sz="2000" dirty="0"/>
              <a:t>1&lt;x&lt;m</a:t>
            </a:r>
            <a:r>
              <a:rPr lang="zh-CN" altLang="en-US" sz="2000" dirty="0"/>
              <a:t>。一般可以取</a:t>
            </a:r>
            <a:r>
              <a:rPr lang="en-US" altLang="zh-CN" sz="2000" dirty="0"/>
              <a:t>x=10</a:t>
            </a:r>
            <a:r>
              <a:rPr lang="zh-CN" altLang="en-US" sz="2000" dirty="0"/>
              <a:t>，当然根据样本的数据，可以调整这个</a:t>
            </a:r>
            <a:r>
              <a:rPr lang="en-US" altLang="zh-CN" sz="2000" dirty="0"/>
              <a:t>x</a:t>
            </a:r>
            <a:r>
              <a:rPr lang="zh-CN" altLang="en-US" sz="2000" dirty="0"/>
              <a:t>的值。对应的更新公式是：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  <a:p>
            <a:endParaRPr lang="zh-CN" altLang="en-US" sz="24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56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00400"/>
            <a:ext cx="795337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9172"/>
      </p:ext>
    </p:extLst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DNN</a:t>
            </a:r>
            <a:r>
              <a:rPr lang="zh-CN" altLang="en-US" dirty="0"/>
              <a:t>反向传播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https://www.cnblogs.com/pinard/p/6422831.html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4441555"/>
      </p:ext>
    </p:extLst>
  </p:cSld>
  <p:clrMapOvr>
    <a:masterClrMapping/>
  </p:clrMapOvr>
  <p:transition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简单导数计算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常用函数的导数和链式求导法则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58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00" b="18750"/>
          <a:stretch/>
        </p:blipFill>
        <p:spPr>
          <a:xfrm>
            <a:off x="381000" y="2133600"/>
            <a:ext cx="514548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589089"/>
      </p:ext>
    </p:extLst>
  </p:cSld>
  <p:clrMapOvr>
    <a:masterClrMapping/>
  </p:clrMapOvr>
  <p:transition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Sigmod</a:t>
            </a:r>
            <a:r>
              <a:rPr lang="zh-CN" altLang="en-US" dirty="0"/>
              <a:t>激活函数的求导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0" r="12033"/>
          <a:stretch/>
        </p:blipFill>
        <p:spPr>
          <a:xfrm rot="16200000">
            <a:off x="2142185" y="114300"/>
            <a:ext cx="4495801" cy="7620001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3383789"/>
      </p:ext>
    </p:extLst>
  </p:cSld>
  <p:clrMapOvr>
    <a:masterClrMapping/>
  </p:clrMapOvr>
  <p:transition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>
            <a:spLocks/>
          </p:cNvSpPr>
          <p:nvPr/>
        </p:nvSpPr>
        <p:spPr bwMode="auto">
          <a:xfrm>
            <a:off x="101989" y="0"/>
            <a:ext cx="84026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l"/>
            <a:r>
              <a:rPr lang="zh-CN" altLang="en-US" kern="0" dirty="0"/>
              <a:t>后向传播</a:t>
            </a:r>
            <a:r>
              <a:rPr lang="zh-CN" altLang="en-US" dirty="0"/>
              <a:t>修改权值和偏置</a:t>
            </a:r>
            <a:endParaRPr lang="zh-CN" altLang="en-US" kern="0" dirty="0"/>
          </a:p>
        </p:txBody>
      </p:sp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536245"/>
              </p:ext>
            </p:extLst>
          </p:nvPr>
        </p:nvGraphicFramePr>
        <p:xfrm>
          <a:off x="5789543" y="127386"/>
          <a:ext cx="3390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6" name="Equation" r:id="rId3" imgW="3390900" imgH="571500" progId="Equation.3">
                  <p:embed/>
                </p:oleObj>
              </mc:Choice>
              <mc:Fallback>
                <p:oleObj name="Equation" r:id="rId3" imgW="3390900" imgH="571500" progId="Equation.3">
                  <p:embed/>
                  <p:pic>
                    <p:nvPicPr>
                      <p:cNvPr id="430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543" y="127386"/>
                        <a:ext cx="3390900" cy="5715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720857"/>
              </p:ext>
            </p:extLst>
          </p:nvPr>
        </p:nvGraphicFramePr>
        <p:xfrm>
          <a:off x="6437243" y="813186"/>
          <a:ext cx="201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7" name="Equation" r:id="rId5" imgW="2019300" imgH="419100" progId="Equation.3">
                  <p:embed/>
                </p:oleObj>
              </mc:Choice>
              <mc:Fallback>
                <p:oleObj name="Equation" r:id="rId5" imgW="2019300" imgH="419100" progId="Equation.3">
                  <p:embed/>
                  <p:pic>
                    <p:nvPicPr>
                      <p:cNvPr id="4302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7243" y="813186"/>
                        <a:ext cx="2019300" cy="4191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 r="4445"/>
          <a:stretch/>
        </p:blipFill>
        <p:spPr>
          <a:xfrm rot="16200000">
            <a:off x="895350" y="566609"/>
            <a:ext cx="4914900" cy="6400800"/>
          </a:xfrm>
          <a:prstGeom prst="rect">
            <a:avLst/>
          </a:prstGeom>
        </p:spPr>
      </p:pic>
      <p:pic>
        <p:nvPicPr>
          <p:cNvPr id="17" name="Picture 4" descr="fig7_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41843" y="4475678"/>
            <a:ext cx="4038600" cy="2209800"/>
          </a:xfrm>
          <a:prstGeom prst="rect">
            <a:avLst/>
          </a:prstGeom>
          <a:noFill/>
        </p:spPr>
      </p:pic>
      <p:graphicFrame>
        <p:nvGraphicFramePr>
          <p:cNvPr id="1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139696"/>
              </p:ext>
            </p:extLst>
          </p:nvPr>
        </p:nvGraphicFramePr>
        <p:xfrm>
          <a:off x="5867400" y="1813394"/>
          <a:ext cx="3238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8" name="Equation" r:id="rId9" imgW="3238500" imgH="419100" progId="Equation.3">
                  <p:embed/>
                </p:oleObj>
              </mc:Choice>
              <mc:Fallback>
                <p:oleObj name="Equation" r:id="rId9" imgW="3238500" imgH="419100" progId="Equation.3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813394"/>
                        <a:ext cx="3238500" cy="4191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122636"/>
              </p:ext>
            </p:extLst>
          </p:nvPr>
        </p:nvGraphicFramePr>
        <p:xfrm>
          <a:off x="6159500" y="1279994"/>
          <a:ext cx="2413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9" name="Equation" r:id="rId11" imgW="2413000" imgH="419100" progId="Equation.3">
                  <p:embed/>
                </p:oleObj>
              </mc:Choice>
              <mc:Fallback>
                <p:oleObj name="Equation" r:id="rId11" imgW="2413000" imgH="419100" progId="Equation.3">
                  <p:embed/>
                  <p:pic>
                    <p:nvPicPr>
                      <p:cNvPr id="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0" y="1279994"/>
                        <a:ext cx="2413000" cy="4191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7545295"/>
      </p:ext>
    </p:extLst>
  </p:cSld>
  <p:clrMapOvr>
    <a:masterClrMapping/>
  </p:clrMapOvr>
  <p:transition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61</a:t>
            </a:fld>
            <a:endParaRPr lang="en-US" altLang="zh-CN"/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340353"/>
              </p:ext>
            </p:extLst>
          </p:nvPr>
        </p:nvGraphicFramePr>
        <p:xfrm>
          <a:off x="5715000" y="60794"/>
          <a:ext cx="3390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2" name="Equation" r:id="rId3" imgW="3390900" imgH="571500" progId="Equation.3">
                  <p:embed/>
                </p:oleObj>
              </mc:Choice>
              <mc:Fallback>
                <p:oleObj name="Equation" r:id="rId3" imgW="3390900" imgH="571500" progId="Equation.3">
                  <p:embed/>
                  <p:pic>
                    <p:nvPicPr>
                      <p:cNvPr id="430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0794"/>
                        <a:ext cx="3390900" cy="5715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918143"/>
              </p:ext>
            </p:extLst>
          </p:nvPr>
        </p:nvGraphicFramePr>
        <p:xfrm>
          <a:off x="6362700" y="746594"/>
          <a:ext cx="201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3" name="Equation" r:id="rId5" imgW="2019300" imgH="419100" progId="Equation.3">
                  <p:embed/>
                </p:oleObj>
              </mc:Choice>
              <mc:Fallback>
                <p:oleObj name="Equation" r:id="rId5" imgW="2019300" imgH="419100" progId="Equation.3">
                  <p:embed/>
                  <p:pic>
                    <p:nvPicPr>
                      <p:cNvPr id="4302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746594"/>
                        <a:ext cx="2019300" cy="4191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内容占位符 12"/>
          <p:cNvPicPr>
            <a:picLocks noGrp="1" noChangeAspect="1"/>
          </p:cNvPicPr>
          <p:nvPr>
            <p:ph idx="1"/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59"/>
          <a:stretch/>
        </p:blipFill>
        <p:spPr>
          <a:xfrm rot="16200000">
            <a:off x="628755" y="960452"/>
            <a:ext cx="5139856" cy="6198039"/>
          </a:xfrm>
        </p:spPr>
      </p:pic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56760"/>
              </p:ext>
            </p:extLst>
          </p:nvPr>
        </p:nvGraphicFramePr>
        <p:xfrm>
          <a:off x="5867400" y="1813394"/>
          <a:ext cx="3238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4" name="Equation" r:id="rId8" imgW="3238500" imgH="419100" progId="Equation.3">
                  <p:embed/>
                </p:oleObj>
              </mc:Choice>
              <mc:Fallback>
                <p:oleObj name="Equation" r:id="rId8" imgW="3238500" imgH="419100" progId="Equation.3">
                  <p:embed/>
                  <p:pic>
                    <p:nvPicPr>
                      <p:cNvPr id="4302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813394"/>
                        <a:ext cx="3238500" cy="4191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218525"/>
              </p:ext>
            </p:extLst>
          </p:nvPr>
        </p:nvGraphicFramePr>
        <p:xfrm>
          <a:off x="6159500" y="1279994"/>
          <a:ext cx="2413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5" name="Equation" r:id="rId10" imgW="2413000" imgH="419100" progId="Equation.3">
                  <p:embed/>
                </p:oleObj>
              </mc:Choice>
              <mc:Fallback>
                <p:oleObj name="Equation" r:id="rId10" imgW="2413000" imgH="419100" progId="Equation.3">
                  <p:embed/>
                  <p:pic>
                    <p:nvPicPr>
                      <p:cNvPr id="4302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0" y="1279994"/>
                        <a:ext cx="2413000" cy="4191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4" descr="fig7_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15000" y="4953000"/>
            <a:ext cx="3276600" cy="1905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01691380"/>
      </p:ext>
    </p:extLst>
  </p:cSld>
  <p:clrMapOvr>
    <a:masterClrMapping/>
  </p:clrMapOvr>
  <p:transition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62</a:t>
            </a:fld>
            <a:endParaRPr lang="en-US" altLang="zh-CN"/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340353"/>
              </p:ext>
            </p:extLst>
          </p:nvPr>
        </p:nvGraphicFramePr>
        <p:xfrm>
          <a:off x="5715000" y="60794"/>
          <a:ext cx="3390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2" name="Equation" r:id="rId3" imgW="3390900" imgH="571500" progId="Equation.3">
                  <p:embed/>
                </p:oleObj>
              </mc:Choice>
              <mc:Fallback>
                <p:oleObj name="Equation" r:id="rId3" imgW="3390900" imgH="571500" progId="Equation.3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0794"/>
                        <a:ext cx="3390900" cy="5715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918143"/>
              </p:ext>
            </p:extLst>
          </p:nvPr>
        </p:nvGraphicFramePr>
        <p:xfrm>
          <a:off x="6362700" y="746594"/>
          <a:ext cx="201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3" name="Equation" r:id="rId5" imgW="2019300" imgH="419100" progId="Equation.3">
                  <p:embed/>
                </p:oleObj>
              </mc:Choice>
              <mc:Fallback>
                <p:oleObj name="Equation" r:id="rId5" imgW="2019300" imgH="419100" progId="Equation.3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746594"/>
                        <a:ext cx="2019300" cy="4191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8" t="5555" b="3334"/>
          <a:stretch/>
        </p:blipFill>
        <p:spPr>
          <a:xfrm rot="16200000">
            <a:off x="809439" y="542738"/>
            <a:ext cx="4821634" cy="6284889"/>
          </a:xfrm>
        </p:spPr>
      </p:pic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74574"/>
              </p:ext>
            </p:extLst>
          </p:nvPr>
        </p:nvGraphicFramePr>
        <p:xfrm>
          <a:off x="5867400" y="1813394"/>
          <a:ext cx="3238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4" name="Equation" r:id="rId8" imgW="3238500" imgH="419100" progId="Equation.3">
                  <p:embed/>
                </p:oleObj>
              </mc:Choice>
              <mc:Fallback>
                <p:oleObj name="Equation" r:id="rId8" imgW="3238500" imgH="419100" progId="Equation.3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813394"/>
                        <a:ext cx="3238500" cy="4191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315074"/>
              </p:ext>
            </p:extLst>
          </p:nvPr>
        </p:nvGraphicFramePr>
        <p:xfrm>
          <a:off x="6159500" y="1279994"/>
          <a:ext cx="2413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5" name="Equation" r:id="rId10" imgW="2413000" imgH="419100" progId="Equation.3">
                  <p:embed/>
                </p:oleObj>
              </mc:Choice>
              <mc:Fallback>
                <p:oleObj name="Equation" r:id="rId10" imgW="2413000" imgH="419100" progId="Equation.3">
                  <p:embed/>
                  <p:pic>
                    <p:nvPicPr>
                      <p:cNvPr id="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0" y="1279994"/>
                        <a:ext cx="2413000" cy="4191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4" descr="fig7_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15000" y="4953000"/>
            <a:ext cx="3276600" cy="1905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90566064"/>
      </p:ext>
    </p:extLst>
  </p:cSld>
  <p:clrMapOvr>
    <a:masterClrMapping/>
  </p:clrMapOvr>
  <p:transition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5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BEA8ED5-7C15-42DF-92D1-897B4779DA9D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44035" name="灯片编号占位符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E8222C-44C9-4CEA-AAAF-20B76194E95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zh-CN" sz="1200"/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402638" cy="609600"/>
          </a:xfrm>
        </p:spPr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Example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533400"/>
            <a:ext cx="9144000" cy="533400"/>
          </a:xfrm>
        </p:spPr>
        <p:txBody>
          <a:bodyPr/>
          <a:lstStyle/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设学习率为</a:t>
            </a:r>
            <a:r>
              <a:rPr lang="en-US" altLang="zh-CN" sz="2400">
                <a:ea typeface="宋体" panose="02010600030101010101" pitchFamily="2" charset="-122"/>
              </a:rPr>
              <a:t>0.9</a:t>
            </a:r>
            <a:r>
              <a:rPr lang="zh-CN" altLang="en-US" sz="2400">
                <a:ea typeface="宋体" panose="02010600030101010101" pitchFamily="2" charset="-122"/>
              </a:rPr>
              <a:t>。训练样本</a:t>
            </a:r>
            <a:r>
              <a:rPr lang="en-US" altLang="zh-CN" sz="2400" i="1">
                <a:ea typeface="宋体" panose="02010600030101010101" pitchFamily="2" charset="-122"/>
              </a:rPr>
              <a:t>X</a:t>
            </a:r>
            <a:r>
              <a:rPr lang="en-US" altLang="zh-CN" sz="2400">
                <a:ea typeface="宋体" panose="02010600030101010101" pitchFamily="2" charset="-122"/>
              </a:rPr>
              <a:t> = {1,0,1}</a:t>
            </a:r>
            <a:r>
              <a:rPr lang="zh-CN" altLang="en-US" sz="2400">
                <a:ea typeface="宋体" panose="02010600030101010101" pitchFamily="2" charset="-122"/>
              </a:rPr>
              <a:t>    类标号为</a:t>
            </a:r>
            <a:r>
              <a:rPr lang="en-US" altLang="zh-CN" sz="2400">
                <a:ea typeface="宋体" panose="02010600030101010101" pitchFamily="2" charset="-122"/>
              </a:rPr>
              <a:t>1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pic>
        <p:nvPicPr>
          <p:cNvPr id="44038" name="Picture 4" descr="fig7_1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05500" y="1571625"/>
            <a:ext cx="3276600" cy="2209800"/>
          </a:xfrm>
          <a:noFill/>
        </p:spPr>
      </p:pic>
      <p:graphicFrame>
        <p:nvGraphicFramePr>
          <p:cNvPr id="1868805" name="Group 5"/>
          <p:cNvGraphicFramePr>
            <a:graphicFrameLocks noGrp="1"/>
          </p:cNvGraphicFramePr>
          <p:nvPr>
            <p:ph sz="quarter" idx="3"/>
          </p:nvPr>
        </p:nvGraphicFramePr>
        <p:xfrm>
          <a:off x="152400" y="990600"/>
          <a:ext cx="8839200" cy="487440"/>
        </p:xfrm>
        <a:graphic>
          <a:graphicData uri="http://schemas.openxmlformats.org/drawingml/2006/table">
            <a:tbl>
              <a:tblPr/>
              <a:tblGrid>
                <a:gridCol w="601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4368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68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68852" name="Group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057934"/>
              </p:ext>
            </p:extLst>
          </p:nvPr>
        </p:nvGraphicFramePr>
        <p:xfrm>
          <a:off x="152400" y="1524000"/>
          <a:ext cx="5562600" cy="1181100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3578085213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833002459"/>
                    </a:ext>
                  </a:extLst>
                </a:gridCol>
                <a:gridCol w="1660525">
                  <a:extLst>
                    <a:ext uri="{9D8B030D-6E8A-4147-A177-3AD203B41FA5}">
                      <a16:colId xmlns:a16="http://schemas.microsoft.com/office/drawing/2014/main" val="1518860762"/>
                    </a:ext>
                  </a:extLst>
                </a:gridCol>
              </a:tblGrid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单元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净输入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Ij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输出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Oj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657618"/>
                  </a:ext>
                </a:extLst>
              </a:tr>
              <a:tr h="8953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0.2+0-0.5-0.4 = -0.7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-0.3+0+0.2+0.2 = 0.1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(-0.3)(0.332)-(0.2)(0.525)+0.1 = -0.105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1/(1+e</a:t>
                      </a:r>
                      <a:r>
                        <a:rPr kumimoji="0" lang="en-US" altLang="zh-CN" sz="12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= 0.332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1/(1+e</a:t>
                      </a:r>
                      <a:r>
                        <a:rPr kumimoji="0" lang="en-US" altLang="zh-CN" sz="12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-0.1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= 0.525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1/(1+e</a:t>
                      </a:r>
                      <a:r>
                        <a:rPr kumimoji="0" lang="en-US" altLang="zh-CN" sz="12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0.105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= 0.474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028699"/>
                  </a:ext>
                </a:extLst>
              </a:tr>
            </a:tbl>
          </a:graphicData>
        </a:graphic>
      </p:graphicFrame>
      <p:graphicFrame>
        <p:nvGraphicFramePr>
          <p:cNvPr id="1868866" name="Group 66"/>
          <p:cNvGraphicFramePr>
            <a:graphicFrameLocks noGrp="1"/>
          </p:cNvGraphicFramePr>
          <p:nvPr/>
        </p:nvGraphicFramePr>
        <p:xfrm>
          <a:off x="228600" y="2743200"/>
          <a:ext cx="5562600" cy="104818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59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单元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j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37" marB="4563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Err</a:t>
                      </a:r>
                      <a:r>
                        <a:rPr kumimoji="0" lang="en-US" altLang="zh-CN" sz="1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j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37" marB="4563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1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T="45637" marB="4563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(0.474)(1-0.474)(1-0.474) = 0.1311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(0.525)(1-0.525)(0.1311)(-0.2) = -0.0065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(0.332)(1-0.332)(0.1311)(-0.3) = -0.02087</a:t>
                      </a:r>
                    </a:p>
                  </a:txBody>
                  <a:tcPr marT="45637" marB="4563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68877" name="Group 77"/>
          <p:cNvGraphicFramePr>
            <a:graphicFrameLocks noGrp="1"/>
          </p:cNvGraphicFramePr>
          <p:nvPr/>
        </p:nvGraphicFramePr>
        <p:xfrm>
          <a:off x="228600" y="3810000"/>
          <a:ext cx="5638800" cy="2951163"/>
        </p:xfrm>
        <a:graphic>
          <a:graphicData uri="http://schemas.openxmlformats.org/drawingml/2006/table">
            <a:tbl>
              <a:tblPr/>
              <a:tblGrid>
                <a:gridCol w="1376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2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权或偏差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31" marB="4573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新值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31" marB="4573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726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46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56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14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34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1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-0.3 + (0.9)(0.1311)(0.332) = -0.261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-0.2 + (0.9)(0.1311)(0.525) = -0.138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 + (0.9)(-0.0087)(1) = 0.192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-0.3 + (0.9)(0.0065)(1) = -0.306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0.4 + (0.9)(-0.0087)(0) = 0.4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0.1+ (0.9)(-0.0065)(0) = 0.1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-0.5 + (0.9)(-0.0087)(1) = -0.508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0.2+ (0.9)(-0.0065)(1) = 0.194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0.1+(0.9)(0.1311) = 0.218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0.2+(0.9)(-0.0065) = 0.194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-0.4+(0.9)(-0.0087) = -0.408</a:t>
                      </a:r>
                    </a:p>
                  </a:txBody>
                  <a:tcPr marT="45731" marB="4573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122" name="Object 88"/>
          <p:cNvGraphicFramePr>
            <a:graphicFrameLocks noChangeAspect="1"/>
          </p:cNvGraphicFramePr>
          <p:nvPr/>
        </p:nvGraphicFramePr>
        <p:xfrm>
          <a:off x="6096000" y="3929063"/>
          <a:ext cx="2095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74" name="Equation" r:id="rId4" imgW="2095500" imgH="571500" progId="Equation.3">
                  <p:embed/>
                </p:oleObj>
              </mc:Choice>
              <mc:Fallback>
                <p:oleObj name="Equation" r:id="rId4" imgW="2095500" imgH="571500" progId="Equation.3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929063"/>
                        <a:ext cx="2095500" cy="3810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23" name="Object 89"/>
          <p:cNvGraphicFramePr>
            <a:graphicFrameLocks noChangeAspect="1"/>
          </p:cNvGraphicFramePr>
          <p:nvPr/>
        </p:nvGraphicFramePr>
        <p:xfrm>
          <a:off x="6096000" y="4386263"/>
          <a:ext cx="1600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75" name="Equation" r:id="rId6" imgW="1562100" imgH="774700" progId="Equation.3">
                  <p:embed/>
                </p:oleObj>
              </mc:Choice>
              <mc:Fallback>
                <p:oleObj name="Equation" r:id="rId6" imgW="1562100" imgH="774700" progId="Equation.3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386263"/>
                        <a:ext cx="1600200" cy="5334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24" name="Object 90"/>
          <p:cNvGraphicFramePr>
            <a:graphicFrameLocks noChangeAspect="1"/>
          </p:cNvGraphicFramePr>
          <p:nvPr/>
        </p:nvGraphicFramePr>
        <p:xfrm>
          <a:off x="6096000" y="4995863"/>
          <a:ext cx="3009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76" name="Equation" r:id="rId8" imgW="3238500" imgH="419100" progId="Equation.3">
                  <p:embed/>
                </p:oleObj>
              </mc:Choice>
              <mc:Fallback>
                <p:oleObj name="Equation" r:id="rId8" imgW="3238500" imgH="419100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995863"/>
                        <a:ext cx="3009900" cy="3048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25" name="Object 91"/>
          <p:cNvGraphicFramePr>
            <a:graphicFrameLocks noChangeAspect="1"/>
          </p:cNvGraphicFramePr>
          <p:nvPr/>
        </p:nvGraphicFramePr>
        <p:xfrm>
          <a:off x="6096000" y="5376863"/>
          <a:ext cx="3048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77" name="Equation" r:id="rId10" imgW="3390900" imgH="571500" progId="Equation.3">
                  <p:embed/>
                </p:oleObj>
              </mc:Choice>
              <mc:Fallback>
                <p:oleObj name="Equation" r:id="rId10" imgW="3390900" imgH="571500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376863"/>
                        <a:ext cx="3048000" cy="3810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26" name="Object 92"/>
          <p:cNvGraphicFramePr>
            <a:graphicFrameLocks noChangeAspect="1"/>
          </p:cNvGraphicFramePr>
          <p:nvPr/>
        </p:nvGraphicFramePr>
        <p:xfrm>
          <a:off x="6096000" y="5834063"/>
          <a:ext cx="2362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78" name="Equation" r:id="rId12" imgW="2413000" imgH="419100" progId="Equation.3">
                  <p:embed/>
                </p:oleObj>
              </mc:Choice>
              <mc:Fallback>
                <p:oleObj name="Equation" r:id="rId12" imgW="2413000" imgH="419100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834063"/>
                        <a:ext cx="2362200" cy="3810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27" name="Object 93"/>
          <p:cNvGraphicFramePr>
            <a:graphicFrameLocks noChangeAspect="1"/>
          </p:cNvGraphicFramePr>
          <p:nvPr/>
        </p:nvGraphicFramePr>
        <p:xfrm>
          <a:off x="6096000" y="6291263"/>
          <a:ext cx="21336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79" name="公式" r:id="rId14" imgW="2019300" imgH="419100" progId="Equation.3">
                  <p:embed/>
                </p:oleObj>
              </mc:Choice>
              <mc:Fallback>
                <p:oleObj name="公式" r:id="rId14" imgW="2019300" imgH="419100" progId="Equation.3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6291263"/>
                        <a:ext cx="2133600" cy="338137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a typeface="宋体" panose="02010600030101010101" pitchFamily="2" charset="-122"/>
              </a:rPr>
              <a:t>人类视觉原理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5059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8229600" cy="22098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深度学习的许多研究成果，离不开对大脑认知原理的研究，尤其是视觉原理的研究</a:t>
            </a:r>
          </a:p>
          <a:p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5060" name="内容占位符 3"/>
          <p:cNvSpPr>
            <a:spLocks noGrp="1"/>
          </p:cNvSpPr>
          <p:nvPr>
            <p:ph sz="quarter" idx="2"/>
          </p:nvPr>
        </p:nvSpPr>
        <p:spPr>
          <a:xfrm>
            <a:off x="304800" y="3124200"/>
            <a:ext cx="8382000" cy="3429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1981 </a:t>
            </a:r>
            <a:r>
              <a:rPr lang="zh-CN" altLang="en-US">
                <a:ea typeface="宋体" panose="02010600030101010101" pitchFamily="2" charset="-122"/>
              </a:rPr>
              <a:t>年的诺贝尔医学奖，颁发给了 </a:t>
            </a:r>
            <a:r>
              <a:rPr lang="en-US" altLang="zh-CN">
                <a:ea typeface="宋体" panose="02010600030101010101" pitchFamily="2" charset="-122"/>
              </a:rPr>
              <a:t>David Hubel</a:t>
            </a:r>
            <a:r>
              <a:rPr lang="zh-CN" altLang="en-US">
                <a:ea typeface="宋体" panose="02010600030101010101" pitchFamily="2" charset="-122"/>
              </a:rPr>
              <a:t>（出生于加拿大的美国神经生物学家） 和</a:t>
            </a:r>
            <a:r>
              <a:rPr lang="en-US" altLang="zh-CN">
                <a:ea typeface="宋体" panose="02010600030101010101" pitchFamily="2" charset="-122"/>
              </a:rPr>
              <a:t>Torsten Wiesel</a:t>
            </a:r>
            <a:r>
              <a:rPr lang="zh-CN" altLang="en-US">
                <a:ea typeface="宋体" panose="02010600030101010101" pitchFamily="2" charset="-122"/>
              </a:rPr>
              <a:t>，以及 </a:t>
            </a:r>
            <a:r>
              <a:rPr lang="en-US" altLang="zh-CN">
                <a:ea typeface="宋体" panose="02010600030101010101" pitchFamily="2" charset="-122"/>
              </a:rPr>
              <a:t>Roger Sperry</a:t>
            </a:r>
            <a:r>
              <a:rPr lang="zh-CN" altLang="en-US">
                <a:ea typeface="宋体" panose="02010600030101010101" pitchFamily="2" charset="-122"/>
              </a:rPr>
              <a:t>。前两位的主要贡献，是“发现了视觉系统的信息处理”，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可视皮层是分级的</a:t>
            </a:r>
            <a:r>
              <a:rPr lang="zh-CN" altLang="en-US"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5061" name="日期占位符 5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523C26-89D7-4960-B469-4F34FD2FB51C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4506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876F7B-BA8D-461A-AB94-735DD19CF3EF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CNN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>
          <a:xfrm>
            <a:off x="304800" y="1371600"/>
            <a:ext cx="3733800" cy="5105400"/>
          </a:xfrm>
        </p:spPr>
        <p:txBody>
          <a:bodyPr/>
          <a:lstStyle/>
          <a:p>
            <a:r>
              <a:rPr lang="zh-CN" altLang="en-US" sz="2400">
                <a:ea typeface="宋体" panose="02010600030101010101" pitchFamily="2" charset="-122"/>
              </a:rPr>
              <a:t>人类的视觉原理如下：从原始信号摄入开始（瞳孔摄入像素 </a:t>
            </a:r>
            <a:r>
              <a:rPr lang="en-US" altLang="zh-CN" sz="2400">
                <a:ea typeface="宋体" panose="02010600030101010101" pitchFamily="2" charset="-122"/>
              </a:rPr>
              <a:t>Pixels</a:t>
            </a:r>
            <a:r>
              <a:rPr lang="zh-CN" altLang="en-US" sz="2400">
                <a:ea typeface="宋体" panose="02010600030101010101" pitchFamily="2" charset="-122"/>
              </a:rPr>
              <a:t>），接着做初步处理（大脑皮层某些细胞发现边缘和方向），然后抽象（大脑判定，眼前的物体的形状，是圆形的），然后进一步抽象（大脑进一步判定该物体是只气球）。</a:t>
            </a:r>
            <a:endParaRPr lang="en-US" altLang="zh-CN" sz="2400">
              <a:ea typeface="宋体" panose="02010600030101010101" pitchFamily="2" charset="-122"/>
            </a:endParaRPr>
          </a:p>
          <a:p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4608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AED954-A11E-4538-9836-A46981D9F261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4608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78727E-E812-4CDC-9F77-7FF7D8E4DAC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zh-CN" sz="1200"/>
          </a:p>
        </p:txBody>
      </p:sp>
      <p:pic>
        <p:nvPicPr>
          <p:cNvPr id="460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825" y="1600200"/>
            <a:ext cx="4357688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内容占位符 2"/>
          <p:cNvSpPr>
            <a:spLocks noGrp="1"/>
          </p:cNvSpPr>
          <p:nvPr>
            <p:ph idx="1"/>
          </p:nvPr>
        </p:nvSpPr>
        <p:spPr>
          <a:xfrm>
            <a:off x="304800" y="228600"/>
            <a:ext cx="8458200" cy="6248400"/>
          </a:xfrm>
        </p:spPr>
        <p:txBody>
          <a:bodyPr/>
          <a:lstStyle/>
          <a:p>
            <a:r>
              <a:rPr lang="zh-CN" altLang="en-US" sz="2400">
                <a:ea typeface="宋体" panose="02010600030101010101" pitchFamily="2" charset="-122"/>
              </a:rPr>
              <a:t>对于不同的物体，人类视觉也是通过这样逐层分级，来进行认知的：</a:t>
            </a:r>
            <a:endParaRPr lang="en-US" altLang="zh-CN" sz="2400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可以看到，在最底层特征基本上是类似的，就是各种边缘，越往上，越能提取出此类物体的一些特征（轮子、眼睛、躯干等），到最上层，不同的高级特征最终组合成相应的图像，从而能够让人类准确的区分不同的物体。</a:t>
            </a:r>
          </a:p>
          <a:p>
            <a:r>
              <a:rPr lang="zh-CN" altLang="en-US">
                <a:ea typeface="宋体" panose="02010600030101010101" pitchFamily="2" charset="-122"/>
              </a:rPr>
              <a:t> 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7107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743E76-1A11-4594-B723-27ECD0BCDEEA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4710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6E527F-BE89-4646-92FE-568A68788106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zh-CN" sz="1200"/>
          </a:p>
        </p:txBody>
      </p:sp>
      <p:pic>
        <p:nvPicPr>
          <p:cNvPr id="4710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90600"/>
            <a:ext cx="6858000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CNN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可以很自然的想到：可以不可以模仿人类大脑的这个特点，构造多层的神经网络，较低层的识别初级的图像特征，若干底层特征组成更上一层特征，最终通过多个层级的组合，最终在顶层做出分类呢？答案是肯定的，这也是许多深度学习算法（包括</a:t>
            </a:r>
            <a:r>
              <a:rPr lang="en-US" altLang="zh-CN">
                <a:ea typeface="宋体" panose="02010600030101010101" pitchFamily="2" charset="-122"/>
              </a:rPr>
              <a:t>CNN</a:t>
            </a:r>
            <a:r>
              <a:rPr lang="zh-CN" altLang="en-US">
                <a:ea typeface="宋体" panose="02010600030101010101" pitchFamily="2" charset="-122"/>
              </a:rPr>
              <a:t>）的灵感来源。</a:t>
            </a:r>
          </a:p>
        </p:txBody>
      </p:sp>
      <p:sp>
        <p:nvSpPr>
          <p:cNvPr id="4813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01D70F-B5BF-42A9-B52C-0CFCBEBC0B6F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48133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01E140-E0F2-40A1-8C0B-DBF889E28D10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What</a:t>
            </a:r>
            <a:r>
              <a:rPr kumimoji="1" lang="zh-CN" altLang="en-US">
                <a:ea typeface="宋体" panose="02010600030101010101" pitchFamily="2" charset="-122"/>
              </a:rPr>
              <a:t> </a:t>
            </a:r>
            <a:r>
              <a:rPr kumimoji="1" lang="en-US" altLang="zh-CN">
                <a:ea typeface="宋体" panose="02010600030101010101" pitchFamily="2" charset="-122"/>
              </a:rPr>
              <a:t>is</a:t>
            </a:r>
            <a:r>
              <a:rPr kumimoji="1" lang="zh-CN" altLang="en-US">
                <a:ea typeface="宋体" panose="02010600030101010101" pitchFamily="2" charset="-122"/>
              </a:rPr>
              <a:t> </a:t>
            </a:r>
            <a:r>
              <a:rPr kumimoji="1" lang="en-US" altLang="zh-CN">
                <a:ea typeface="宋体" panose="02010600030101010101" pitchFamily="2" charset="-122"/>
              </a:rPr>
              <a:t>CNN?</a:t>
            </a:r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49155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CNN is a specialized kind of neural network for processing data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that has a known, grid-like topology.</a:t>
            </a:r>
          </a:p>
          <a:p>
            <a:r>
              <a:rPr lang="en-US" altLang="zh-CN">
                <a:ea typeface="宋体" panose="02010600030101010101" pitchFamily="2" charset="-122"/>
              </a:rPr>
              <a:t>CNN is usually used to process 1D time-series and 2D image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data.</a:t>
            </a:r>
          </a:p>
          <a:p>
            <a:r>
              <a:rPr lang="en-US" altLang="zh-CN">
                <a:ea typeface="宋体" panose="02010600030101010101" pitchFamily="2" charset="-122"/>
              </a:rPr>
              <a:t>CNN is the first really successful deep network!</a:t>
            </a:r>
          </a:p>
          <a:p>
            <a:r>
              <a:rPr lang="en-US" altLang="zh-CN">
                <a:ea typeface="宋体" panose="02010600030101010101" pitchFamily="2" charset="-122"/>
              </a:rPr>
              <a:t>CNN is simply a neural network that replaces general matrix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multiplication with convolution.</a:t>
            </a:r>
          </a:p>
          <a:p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CNN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01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卷积神经网络是一种多层神经网络，擅长处理图像特别是大图像的相关机器学习问题。</a:t>
            </a:r>
          </a:p>
          <a:p>
            <a:r>
              <a:rPr lang="zh-CN" altLang="en-US">
                <a:ea typeface="宋体" panose="02010600030101010101" pitchFamily="2" charset="-122"/>
              </a:rPr>
              <a:t>卷积网络通过一系列方法，成功将数据量庞大的图像识别问题不断降维，最终使其能够被训练。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CNN</a:t>
            </a:r>
            <a:r>
              <a:rPr lang="zh-CN" altLang="en-US">
                <a:ea typeface="宋体" panose="02010600030101010101" pitchFamily="2" charset="-122"/>
              </a:rPr>
              <a:t>最早由</a:t>
            </a:r>
            <a:r>
              <a:rPr lang="en-US" altLang="zh-CN">
                <a:ea typeface="宋体" panose="02010600030101010101" pitchFamily="2" charset="-122"/>
              </a:rPr>
              <a:t>Yann LeCun</a:t>
            </a:r>
            <a:r>
              <a:rPr lang="zh-CN" altLang="en-US">
                <a:ea typeface="宋体" panose="02010600030101010101" pitchFamily="2" charset="-122"/>
              </a:rPr>
              <a:t>提出并应用在手写字体识别上。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018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93F359-B3A6-45DD-A0B6-265829A669BE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5018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3A84FA-8954-4116-8495-F3117B82AC4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内容占位符 2"/>
          <p:cNvSpPr>
            <a:spLocks noGrp="1"/>
          </p:cNvSpPr>
          <p:nvPr>
            <p:ph idx="1"/>
          </p:nvPr>
        </p:nvSpPr>
        <p:spPr>
          <a:xfrm>
            <a:off x="304800" y="304800"/>
            <a:ext cx="8458200" cy="61722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LeCun</a:t>
            </a:r>
            <a:r>
              <a:rPr lang="zh-CN" altLang="en-US">
                <a:ea typeface="宋体" panose="02010600030101010101" pitchFamily="2" charset="-122"/>
              </a:rPr>
              <a:t>提出的网络称为</a:t>
            </a:r>
            <a:r>
              <a:rPr lang="en-US" altLang="zh-CN">
                <a:ea typeface="宋体" panose="02010600030101010101" pitchFamily="2" charset="-122"/>
              </a:rPr>
              <a:t>LeNet</a:t>
            </a:r>
            <a:r>
              <a:rPr lang="zh-CN" altLang="en-US">
                <a:ea typeface="宋体" panose="02010600030101010101" pitchFamily="2" charset="-122"/>
              </a:rPr>
              <a:t>，其网络结构如下：</a:t>
            </a:r>
          </a:p>
        </p:txBody>
      </p:sp>
      <p:sp>
        <p:nvSpPr>
          <p:cNvPr id="51203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B0E5F1-3AC5-47B3-8E38-D5A834F317D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5120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0CD57E-D01E-4E03-A06D-CB49D9AC3A3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altLang="zh-CN" sz="1200"/>
          </a:p>
        </p:txBody>
      </p:sp>
      <p:pic>
        <p:nvPicPr>
          <p:cNvPr id="51205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8229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这是一个最典型的卷积网络，由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卷积层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池化层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全连接层</a:t>
            </a:r>
            <a:r>
              <a:rPr lang="zh-CN" altLang="en-US">
                <a:ea typeface="宋体" panose="02010600030101010101" pitchFamily="2" charset="-122"/>
              </a:rPr>
              <a:t>组成。其中卷积层与池化层配合，组成多个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卷积组</a:t>
            </a:r>
            <a:r>
              <a:rPr lang="zh-CN" altLang="en-US">
                <a:ea typeface="宋体" panose="02010600030101010101" pitchFamily="2" charset="-122"/>
              </a:rPr>
              <a:t>，逐层提取特征，最终通过若干个全连接层完成分类。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CNN</a:t>
            </a:r>
            <a:r>
              <a:rPr lang="zh-CN" altLang="en-US">
                <a:ea typeface="宋体" panose="02010600030101010101" pitchFamily="2" charset="-122"/>
              </a:rPr>
              <a:t>通过卷积来模拟特征区分，并且通过卷积的权值共享及池化，来降低网络参数的数量级，最后通过传统神经网络完成分类等任务。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222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3EF729-9C20-4873-9A9D-C60BB59D75AF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52229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65B367-0C72-425C-8545-9B9C594A8AE8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为什么要降低参数量级？</a:t>
            </a: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>
          <a:xfrm>
            <a:off x="304800" y="1371600"/>
            <a:ext cx="4114800" cy="5105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如果使用传统神经网络方式，对一张图片进行分类，那么，把图片的每个像素都连接到隐藏层节点上，对于一张</a:t>
            </a:r>
            <a:r>
              <a:rPr lang="en-US" altLang="zh-CN">
                <a:ea typeface="宋体" panose="02010600030101010101" pitchFamily="2" charset="-122"/>
              </a:rPr>
              <a:t>1000x1000</a:t>
            </a:r>
            <a:r>
              <a:rPr lang="zh-CN" altLang="en-US">
                <a:ea typeface="宋体" panose="02010600030101010101" pitchFamily="2" charset="-122"/>
              </a:rPr>
              <a:t>像素的图片，如果有</a:t>
            </a:r>
            <a:r>
              <a:rPr lang="en-US" altLang="zh-CN">
                <a:ea typeface="宋体" panose="02010600030101010101" pitchFamily="2" charset="-122"/>
              </a:rPr>
              <a:t>1M</a:t>
            </a:r>
            <a:r>
              <a:rPr lang="zh-CN" altLang="en-US">
                <a:ea typeface="宋体" panose="02010600030101010101" pitchFamily="2" charset="-122"/>
              </a:rPr>
              <a:t>隐藏层单元，一共有</a:t>
            </a:r>
            <a:r>
              <a:rPr lang="en-US" altLang="zh-CN">
                <a:ea typeface="宋体" panose="02010600030101010101" pitchFamily="2" charset="-122"/>
              </a:rPr>
              <a:t>10^12</a:t>
            </a:r>
            <a:r>
              <a:rPr lang="zh-CN" altLang="en-US">
                <a:ea typeface="宋体" panose="02010600030101010101" pitchFamily="2" charset="-122"/>
              </a:rPr>
              <a:t>个参数，这显然是不能接受的。</a:t>
            </a:r>
          </a:p>
        </p:txBody>
      </p:sp>
      <p:sp>
        <p:nvSpPr>
          <p:cNvPr id="5325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EF0FD9-991B-4518-9814-5D6185F8BC67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53253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54A16A-FAF1-467C-A428-9919586A2CB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zh-CN" sz="1200"/>
          </a:p>
        </p:txBody>
      </p:sp>
      <p:pic>
        <p:nvPicPr>
          <p:cNvPr id="532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19200"/>
            <a:ext cx="44958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CNN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>
          <a:xfrm>
            <a:off x="0" y="1371600"/>
            <a:ext cx="5105400" cy="5105400"/>
          </a:xfrm>
        </p:spPr>
        <p:txBody>
          <a:bodyPr/>
          <a:lstStyle/>
          <a:p>
            <a:r>
              <a:rPr lang="zh-CN" altLang="en-US" sz="2400">
                <a:ea typeface="宋体" panose="02010600030101010101" pitchFamily="2" charset="-122"/>
              </a:rPr>
              <a:t>但是在</a:t>
            </a:r>
            <a:r>
              <a:rPr lang="en-US" altLang="zh-CN" sz="2400">
                <a:ea typeface="宋体" panose="02010600030101010101" pitchFamily="2" charset="-122"/>
              </a:rPr>
              <a:t>CNN</a:t>
            </a:r>
            <a:r>
              <a:rPr lang="zh-CN" altLang="en-US" sz="2400">
                <a:ea typeface="宋体" panose="02010600030101010101" pitchFamily="2" charset="-122"/>
              </a:rPr>
              <a:t>里，可以大大减少参数个数，基于以下两个假设：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1</a:t>
            </a:r>
            <a:r>
              <a:rPr lang="zh-CN" altLang="en-US" sz="2400">
                <a:ea typeface="宋体" panose="02010600030101010101" pitchFamily="2" charset="-122"/>
              </a:rPr>
              <a:t>）最底层特征都是局部性的，也就是说，用</a:t>
            </a:r>
            <a:r>
              <a:rPr lang="en-US" altLang="zh-CN" sz="2400">
                <a:ea typeface="宋体" panose="02010600030101010101" pitchFamily="2" charset="-122"/>
              </a:rPr>
              <a:t>10x10</a:t>
            </a:r>
            <a:r>
              <a:rPr lang="zh-CN" altLang="en-US" sz="2400">
                <a:ea typeface="宋体" panose="02010600030101010101" pitchFamily="2" charset="-122"/>
              </a:rPr>
              <a:t>这样大小的过滤器就能表示边缘等底层特征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2</a:t>
            </a:r>
            <a:r>
              <a:rPr lang="zh-CN" altLang="en-US" sz="2400">
                <a:ea typeface="宋体" panose="02010600030101010101" pitchFamily="2" charset="-122"/>
              </a:rPr>
              <a:t>）图像上不同小片段，以及不同图像上的小片段的特征是类似的，也就是说，能用同样的一组分类器来描述各种各样不同的图像</a:t>
            </a:r>
          </a:p>
          <a:p>
            <a:r>
              <a:rPr lang="zh-CN" altLang="en-US" sz="2400">
                <a:ea typeface="宋体" panose="02010600030101010101" pitchFamily="2" charset="-122"/>
              </a:rPr>
              <a:t>基于以上两个假设，就能把第一层网络结构简化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用</a:t>
            </a:r>
            <a:r>
              <a:rPr lang="en-US" altLang="zh-CN" sz="2400">
                <a:ea typeface="宋体" panose="02010600030101010101" pitchFamily="2" charset="-122"/>
              </a:rPr>
              <a:t>100</a:t>
            </a:r>
            <a:r>
              <a:rPr lang="zh-CN" altLang="en-US" sz="2400">
                <a:ea typeface="宋体" panose="02010600030101010101" pitchFamily="2" charset="-122"/>
              </a:rPr>
              <a:t>个</a:t>
            </a:r>
            <a:r>
              <a:rPr lang="en-US" altLang="zh-CN" sz="2400">
                <a:ea typeface="宋体" panose="02010600030101010101" pitchFamily="2" charset="-122"/>
              </a:rPr>
              <a:t>10x10</a:t>
            </a:r>
            <a:r>
              <a:rPr lang="zh-CN" altLang="en-US" sz="2400">
                <a:ea typeface="宋体" panose="02010600030101010101" pitchFamily="2" charset="-122"/>
              </a:rPr>
              <a:t>的小过滤器，就能够描述整幅图片上的底层特征。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427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AC7B58-8BA8-4920-B3C0-99030528DD5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5427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9BB784-8A6E-4490-B175-963F086EEBE7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US" altLang="zh-CN" sz="1200"/>
          </a:p>
        </p:txBody>
      </p:sp>
      <p:pic>
        <p:nvPicPr>
          <p:cNvPr id="542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925" y="1524000"/>
            <a:ext cx="402907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An Example of 2-D Convolution</a:t>
            </a:r>
            <a:endParaRPr kumimoji="1" lang="zh-CN" altLang="en-US">
              <a:ea typeface="宋体" panose="02010600030101010101" pitchFamily="2" charset="-122"/>
            </a:endParaRPr>
          </a:p>
        </p:txBody>
      </p:sp>
      <p:pic>
        <p:nvPicPr>
          <p:cNvPr id="55299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738" y="1292225"/>
            <a:ext cx="5497512" cy="509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304800" y="1371600"/>
            <a:ext cx="8415870" cy="154124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>
              <a:buSzPct val="100000"/>
              <a:buChar char="•"/>
            </a:lvl1pPr>
          </a:lstStyle>
          <a:p>
            <a:r>
              <a:rPr lang="zh-CN" altLang="en-US" dirty="0"/>
              <a:t>卷积运算</a:t>
            </a:r>
            <a:endParaRPr lang="en-US" altLang="zh-CN" dirty="0"/>
          </a:p>
          <a:p>
            <a:pPr lvl="1">
              <a:lnSpc>
                <a:spcPct val="160000"/>
              </a:lnSpc>
            </a:pPr>
            <a:r>
              <a:rPr lang="zh-CN" altLang="en-US" sz="2200" dirty="0"/>
              <a:t>用一个固定大小的卷积核扫过输入图，将输入特征图（</a:t>
            </a:r>
            <a:r>
              <a:rPr lang="en-US" altLang="zh-CN" sz="2200" dirty="0"/>
              <a:t>feature</a:t>
            </a:r>
            <a:r>
              <a:rPr lang="zh-CN" altLang="en-US" sz="2200" dirty="0"/>
              <a:t> </a:t>
            </a:r>
            <a:r>
              <a:rPr lang="en-US" altLang="zh-CN" sz="2200" dirty="0"/>
              <a:t>map</a:t>
            </a:r>
            <a:r>
              <a:rPr lang="zh-CN" altLang="en-US" sz="2200" dirty="0"/>
              <a:t>）上对应位置和卷积核上进行内积运算（</a:t>
            </a:r>
            <a:r>
              <a:rPr lang="en-US" altLang="zh-CN" sz="2200" dirty="0"/>
              <a:t>element-wise</a:t>
            </a:r>
            <a:r>
              <a:rPr lang="zh-CN" altLang="en-US" sz="2200" dirty="0"/>
              <a:t>相乘再求和）</a:t>
            </a:r>
            <a:r>
              <a:rPr lang="en-US" altLang="zh-CN" dirty="0"/>
              <a:t>	</a:t>
            </a:r>
          </a:p>
          <a:p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E7FD233-1CA7-4E40-AA05-58570303B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61" y="2902361"/>
            <a:ext cx="2494457" cy="1971564"/>
          </a:xfrm>
          <a:prstGeom prst="rect">
            <a:avLst/>
          </a:prstGeom>
        </p:spPr>
      </p:pic>
      <p:pic>
        <p:nvPicPr>
          <p:cNvPr id="5" name="图片 4" descr="图片包含 名片&#10;&#10;描述已自动生成">
            <a:extLst>
              <a:ext uri="{FF2B5EF4-FFF2-40B4-BE49-F238E27FC236}">
                <a16:creationId xmlns:a16="http://schemas.microsoft.com/office/drawing/2014/main" id="{33964FEE-622E-8A4F-BFE7-F6D9477F3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083" y="2912847"/>
            <a:ext cx="1805173" cy="1971565"/>
          </a:xfrm>
          <a:prstGeom prst="rect">
            <a:avLst/>
          </a:prstGeom>
        </p:spPr>
      </p:pic>
      <p:sp>
        <p:nvSpPr>
          <p:cNvPr id="8" name="一层全连接">
            <a:extLst>
              <a:ext uri="{FF2B5EF4-FFF2-40B4-BE49-F238E27FC236}">
                <a16:creationId xmlns:a16="http://schemas.microsoft.com/office/drawing/2014/main" id="{DCCBB0C6-1852-C44A-B527-3BAC005B7052}"/>
              </a:ext>
            </a:extLst>
          </p:cNvPr>
          <p:cNvSpPr txBox="1">
            <a:spLocks/>
          </p:cNvSpPr>
          <p:nvPr/>
        </p:nvSpPr>
        <p:spPr>
          <a:xfrm>
            <a:off x="854014" y="4884411"/>
            <a:ext cx="7866656" cy="1083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tIns="34289" rIns="34289" bIns="34289">
            <a:normAutofit/>
          </a:bodyPr>
          <a:lstStyle>
            <a:lvl1pPr marL="361950" marR="0" indent="-361950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360045" marR="0" indent="0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914400" marR="0" indent="-228600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1257300" marR="0" indent="-228600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1600200" marR="0" indent="-228600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2031022" marR="0" indent="-316522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2373922" marR="0" indent="-316522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2716822" marR="0" indent="-316522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3059722" marR="0" indent="-316522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hangingPunct="1"/>
            <a:r>
              <a:rPr lang="zh-CN" altLang="en-US" sz="1800" dirty="0"/>
              <a:t>目前有很多人为设计好的卷积核</a:t>
            </a:r>
            <a:r>
              <a:rPr lang="en-US" altLang="zh-CN" sz="1800" dirty="0"/>
              <a:t>	</a:t>
            </a:r>
          </a:p>
          <a:p>
            <a:pPr hangingPunct="1"/>
            <a:endParaRPr lang="en-US" altLang="zh-CN" sz="1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FAC0163-8992-8D44-9881-1F386D935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446" y="5233894"/>
            <a:ext cx="734043" cy="7340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AAFC6F-A7FB-BE41-941F-1B359AC1E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6431" y="5233894"/>
            <a:ext cx="734043" cy="7235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74006CF-8189-7347-BF6E-AE63FAB699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4415" y="5233894"/>
            <a:ext cx="734043" cy="7288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0EDD676-28F2-C748-ABF8-DBB5C2B77A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5523" y="5233894"/>
            <a:ext cx="728838" cy="723557"/>
          </a:xfrm>
          <a:prstGeom prst="rect">
            <a:avLst/>
          </a:prstGeom>
        </p:spPr>
      </p:pic>
      <p:pic>
        <p:nvPicPr>
          <p:cNvPr id="12" name="图片 11" descr="图片包含 纵横字谜, 文字&#10;&#10;描述已自动生成">
            <a:extLst>
              <a:ext uri="{FF2B5EF4-FFF2-40B4-BE49-F238E27FC236}">
                <a16:creationId xmlns:a16="http://schemas.microsoft.com/office/drawing/2014/main" id="{40A453FF-A9F6-6E49-912D-465A2B5C4F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744" y="2984228"/>
            <a:ext cx="2505075" cy="18288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2123F4-EB58-4984-BDF7-6BC3960622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6353581"/>
      </p:ext>
    </p:extLst>
  </p:cSld>
  <p:clrMapOvr>
    <a:masterClrMapping/>
  </p:clrMapOvr>
  <p:transition>
    <p:zo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a typeface="宋体" panose="02010600030101010101" pitchFamily="2" charset="-122"/>
              </a:rPr>
              <a:t>卷积（</a:t>
            </a:r>
            <a:r>
              <a:rPr lang="en-US" altLang="zh-CN" b="1">
                <a:ea typeface="宋体" panose="02010600030101010101" pitchFamily="2" charset="-122"/>
              </a:rPr>
              <a:t>Convolution</a:t>
            </a:r>
            <a:r>
              <a:rPr lang="zh-CN" altLang="en-US" b="1">
                <a:ea typeface="宋体" panose="02010600030101010101" pitchFamily="2" charset="-122"/>
              </a:rPr>
              <a:t>）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卷积运算的定义如下图所示：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632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C68A11-5517-4291-BA85-C649658372B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5632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5D1B10-5961-4E35-86AB-E2F62A3178F6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US" altLang="zh-CN" sz="1200"/>
          </a:p>
        </p:txBody>
      </p:sp>
      <p:pic>
        <p:nvPicPr>
          <p:cNvPr id="563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057400"/>
            <a:ext cx="556260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a typeface="宋体" panose="02010600030101010101" pitchFamily="2" charset="-122"/>
              </a:rPr>
              <a:t>卷积（</a:t>
            </a:r>
            <a:r>
              <a:rPr lang="en-US" altLang="zh-CN" b="1">
                <a:ea typeface="宋体" panose="02010600030101010101" pitchFamily="2" charset="-122"/>
              </a:rPr>
              <a:t>Convolution</a:t>
            </a:r>
            <a:r>
              <a:rPr lang="zh-CN" altLang="en-US" b="1">
                <a:ea typeface="宋体" panose="02010600030101010101" pitchFamily="2" charset="-122"/>
              </a:rPr>
              <a:t>）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xfrm>
            <a:off x="228600" y="1371600"/>
            <a:ext cx="8915400" cy="5105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如上图所示，一个</a:t>
            </a:r>
            <a:r>
              <a:rPr lang="en-US" altLang="zh-CN">
                <a:ea typeface="宋体" panose="02010600030101010101" pitchFamily="2" charset="-122"/>
              </a:rPr>
              <a:t>5x5</a:t>
            </a:r>
            <a:r>
              <a:rPr lang="zh-CN" altLang="en-US">
                <a:ea typeface="宋体" panose="02010600030101010101" pitchFamily="2" charset="-122"/>
              </a:rPr>
              <a:t>的图像，用一个</a:t>
            </a:r>
            <a:r>
              <a:rPr lang="en-US" altLang="zh-CN">
                <a:ea typeface="宋体" panose="02010600030101010101" pitchFamily="2" charset="-122"/>
              </a:rPr>
              <a:t>3x3</a:t>
            </a:r>
            <a:r>
              <a:rPr lang="zh-CN" altLang="en-US">
                <a:ea typeface="宋体" panose="02010600030101010101" pitchFamily="2" charset="-122"/>
              </a:rPr>
              <a:t>的卷积核：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   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　　</a:t>
            </a:r>
            <a:r>
              <a:rPr lang="en-US" altLang="zh-CN">
                <a:ea typeface="宋体" panose="02010600030101010101" pitchFamily="2" charset="-122"/>
              </a:rPr>
              <a:t>0</a:t>
            </a:r>
            <a:r>
              <a:rPr lang="zh-CN" altLang="en-US">
                <a:ea typeface="宋体" panose="02010600030101010101" pitchFamily="2" charset="-122"/>
              </a:rPr>
              <a:t>　　</a:t>
            </a:r>
            <a:r>
              <a:rPr lang="en-US" altLang="zh-CN">
                <a:ea typeface="宋体" panose="02010600030101010101" pitchFamily="2" charset="-122"/>
              </a:rPr>
              <a:t>1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   </a:t>
            </a:r>
            <a:r>
              <a:rPr lang="en-US" altLang="zh-CN">
                <a:ea typeface="宋体" panose="02010600030101010101" pitchFamily="2" charset="-122"/>
              </a:rPr>
              <a:t>0</a:t>
            </a:r>
            <a:r>
              <a:rPr lang="zh-CN" altLang="en-US">
                <a:ea typeface="宋体" panose="02010600030101010101" pitchFamily="2" charset="-122"/>
              </a:rPr>
              <a:t>　　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　　</a:t>
            </a:r>
            <a:r>
              <a:rPr lang="en-US" altLang="zh-CN">
                <a:ea typeface="宋体" panose="02010600030101010101" pitchFamily="2" charset="-122"/>
              </a:rPr>
              <a:t>0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   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　　</a:t>
            </a:r>
            <a:r>
              <a:rPr lang="en-US" altLang="zh-CN">
                <a:ea typeface="宋体" panose="02010600030101010101" pitchFamily="2" charset="-122"/>
              </a:rPr>
              <a:t>0</a:t>
            </a:r>
            <a:r>
              <a:rPr lang="zh-CN" altLang="en-US">
                <a:ea typeface="宋体" panose="02010600030101010101" pitchFamily="2" charset="-122"/>
              </a:rPr>
              <a:t>　　</a:t>
            </a:r>
            <a:r>
              <a:rPr lang="en-US" altLang="zh-CN">
                <a:ea typeface="宋体" panose="02010600030101010101" pitchFamily="2" charset="-122"/>
              </a:rPr>
              <a:t>1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   来对图像进行卷积操作（可以理解为有一个滑动窗口，把卷积核与对应的图像像素做乘积然后求和），得到了</a:t>
            </a:r>
            <a:r>
              <a:rPr lang="en-US" altLang="zh-CN">
                <a:ea typeface="宋体" panose="02010600030101010101" pitchFamily="2" charset="-122"/>
              </a:rPr>
              <a:t>3x3</a:t>
            </a:r>
            <a:r>
              <a:rPr lang="zh-CN" altLang="en-US">
                <a:ea typeface="宋体" panose="02010600030101010101" pitchFamily="2" charset="-122"/>
              </a:rPr>
              <a:t>的卷积结果。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734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20DDDD-B0B0-49BA-A812-0656942FDBA0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57349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088090-AF1F-4FE4-A3C8-45F52528587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a typeface="宋体" panose="02010600030101010101" pitchFamily="2" charset="-122"/>
              </a:rPr>
              <a:t>卷积（</a:t>
            </a:r>
            <a:r>
              <a:rPr lang="en-US" altLang="zh-CN" b="1">
                <a:ea typeface="宋体" panose="02010600030101010101" pitchFamily="2" charset="-122"/>
              </a:rPr>
              <a:t>Convolution</a:t>
            </a:r>
            <a:r>
              <a:rPr lang="zh-CN" altLang="en-US" b="1">
                <a:ea typeface="宋体" panose="02010600030101010101" pitchFamily="2" charset="-122"/>
              </a:rPr>
              <a:t>）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这个过程可以理解为使用一个过滤器（卷积核）来过滤图像的各个小区域，从而得到这些小区域的特征值</a:t>
            </a:r>
          </a:p>
          <a:p>
            <a:r>
              <a:rPr lang="zh-CN" altLang="en-US">
                <a:ea typeface="宋体" panose="02010600030101010101" pitchFamily="2" charset="-122"/>
              </a:rPr>
              <a:t>在实际训练过程中，卷积核的值是在学习过程中学到的</a:t>
            </a:r>
          </a:p>
          <a:p>
            <a:r>
              <a:rPr lang="zh-CN" altLang="en-US">
                <a:ea typeface="宋体" panose="02010600030101010101" pitchFamily="2" charset="-122"/>
              </a:rPr>
              <a:t>在具体应用中，往往有多个卷积核，可以认为，每个卷积核代表了一种图像模式，如果某个图像块与此卷积核卷积出的值大，则认为此图像块十分接近于此卷积核。如果设计了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en-US">
                <a:ea typeface="宋体" panose="02010600030101010101" pitchFamily="2" charset="-122"/>
              </a:rPr>
              <a:t>个卷积核，可以理解为这个图像上有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en-US">
                <a:ea typeface="宋体" panose="02010600030101010101" pitchFamily="2" charset="-122"/>
              </a:rPr>
              <a:t>种底层纹理模式，也就是用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en-US">
                <a:ea typeface="宋体" panose="02010600030101010101" pitchFamily="2" charset="-122"/>
              </a:rPr>
              <a:t>种基础模式就能描绘出一副图像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7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C1BAE4-85F4-43C5-90FD-00EFF48022E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58373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3A2155-33F6-4959-80C0-5118689CD16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以下就是</a:t>
            </a:r>
            <a:r>
              <a:rPr lang="en-US" altLang="zh-CN">
                <a:ea typeface="宋体" panose="02010600030101010101" pitchFamily="2" charset="-122"/>
              </a:rPr>
              <a:t>24</a:t>
            </a:r>
            <a:r>
              <a:rPr lang="zh-CN" altLang="en-US">
                <a:ea typeface="宋体" panose="02010600030101010101" pitchFamily="2" charset="-122"/>
              </a:rPr>
              <a:t>种不同的卷积核的示例：</a:t>
            </a:r>
          </a:p>
        </p:txBody>
      </p:sp>
      <p:sp>
        <p:nvSpPr>
          <p:cNvPr id="5939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D3F209-3522-40DA-9679-99FB782A266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5939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2D4B9A-031D-4C95-862C-054D68528356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en-US" altLang="zh-CN" sz="1200"/>
          </a:p>
        </p:txBody>
      </p:sp>
      <p:pic>
        <p:nvPicPr>
          <p:cNvPr id="593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6553200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0" y="228600"/>
            <a:ext cx="9144000" cy="640080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>
              <a:buSzPct val="100000"/>
              <a:buChar char="•"/>
            </a:lvl1pPr>
          </a:lstStyle>
          <a:p>
            <a:pPr>
              <a:lnSpc>
                <a:spcPct val="170000"/>
              </a:lnSpc>
            </a:pPr>
            <a:r>
              <a:rPr lang="zh-CN" altLang="en-US" dirty="0"/>
              <a:t>卷积核大小（</a:t>
            </a:r>
            <a:r>
              <a:rPr lang="en-US" altLang="zh-CN" dirty="0"/>
              <a:t>kernel</a:t>
            </a:r>
            <a:r>
              <a:rPr lang="zh-CN" altLang="en-US" dirty="0"/>
              <a:t> </a:t>
            </a:r>
            <a:r>
              <a:rPr lang="en-US" altLang="zh-CN" dirty="0"/>
              <a:t>size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70000"/>
              </a:lnSpc>
            </a:pPr>
            <a:r>
              <a:rPr lang="zh-CN" altLang="en-US" dirty="0"/>
              <a:t>决定一个点的输出值与多大的范围的输入有关</a:t>
            </a:r>
            <a:r>
              <a:rPr lang="en-US" altLang="zh-CN" dirty="0"/>
              <a:t>-&gt;</a:t>
            </a:r>
            <a:r>
              <a:rPr lang="zh-CN" altLang="en-US" dirty="0"/>
              <a:t>感受野（</a:t>
            </a:r>
            <a:r>
              <a:rPr lang="en-US" altLang="zh-CN" dirty="0"/>
              <a:t>respective</a:t>
            </a:r>
            <a:r>
              <a:rPr lang="zh-CN" altLang="en-US" dirty="0"/>
              <a:t> </a:t>
            </a:r>
            <a:r>
              <a:rPr lang="en-US" altLang="zh-CN" dirty="0"/>
              <a:t>filed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70000"/>
              </a:lnSpc>
            </a:pPr>
            <a:r>
              <a:rPr lang="zh-CN" altLang="en-US" dirty="0"/>
              <a:t>通常是奇数，因为奇数大小的核，才能保证中心点四周的长度是相等的。</a:t>
            </a:r>
            <a:endParaRPr lang="en-US" altLang="zh-CN" dirty="0"/>
          </a:p>
          <a:p>
            <a:pPr lvl="1">
              <a:lnSpc>
                <a:spcPct val="170000"/>
              </a:lnSpc>
            </a:pPr>
            <a:r>
              <a:rPr lang="zh-CN" altLang="en-US" dirty="0"/>
              <a:t>通常卷积核越大效果越好，但增大卷积核伴随着参数个数平方增长。</a:t>
            </a:r>
            <a:endParaRPr lang="en-US" altLang="zh-CN" dirty="0"/>
          </a:p>
          <a:p>
            <a:pPr marL="457200" lvl="1" indent="0">
              <a:lnSpc>
                <a:spcPct val="170000"/>
              </a:lnSpc>
              <a:buNone/>
            </a:pPr>
            <a:endParaRPr lang="en-US" altLang="zh-CN" dirty="0"/>
          </a:p>
          <a:p>
            <a:pPr>
              <a:lnSpc>
                <a:spcPct val="170000"/>
              </a:lnSpc>
            </a:pPr>
            <a:r>
              <a:rPr lang="zh-CN" altLang="en-US" dirty="0"/>
              <a:t>填充（</a:t>
            </a:r>
            <a:r>
              <a:rPr lang="en-US" altLang="zh-CN" dirty="0"/>
              <a:t>padding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70000"/>
              </a:lnSpc>
            </a:pPr>
            <a:r>
              <a:rPr lang="zh-CN" altLang="en-US" dirty="0"/>
              <a:t>目的是不减小</a:t>
            </a:r>
            <a:r>
              <a:rPr lang="en-US" altLang="zh-CN" dirty="0"/>
              <a:t>feature</a:t>
            </a:r>
            <a:r>
              <a:rPr lang="zh-CN" altLang="en-US" dirty="0"/>
              <a:t> </a:t>
            </a:r>
            <a:r>
              <a:rPr lang="en-US" altLang="zh-CN" dirty="0"/>
              <a:t>map</a:t>
            </a:r>
            <a:r>
              <a:rPr lang="zh-CN" altLang="en-US" dirty="0"/>
              <a:t>的大小</a:t>
            </a:r>
            <a:endParaRPr lang="en-US" altLang="zh-CN" dirty="0"/>
          </a:p>
          <a:p>
            <a:pPr lvl="1">
              <a:lnSpc>
                <a:spcPct val="170000"/>
              </a:lnSpc>
            </a:pPr>
            <a:r>
              <a:rPr lang="zh-CN" altLang="en-US" dirty="0"/>
              <a:t>常见策略：周边补</a:t>
            </a:r>
            <a:r>
              <a:rPr lang="en-US" altLang="zh-CN" dirty="0"/>
              <a:t>0</a:t>
            </a:r>
            <a:r>
              <a:rPr lang="zh-CN" altLang="en-US" dirty="0"/>
              <a:t>；向外对称。</a:t>
            </a:r>
            <a:endParaRPr lang="en-US" altLang="zh-CN" dirty="0"/>
          </a:p>
          <a:p>
            <a:pPr marL="342900" lvl="1" indent="-342900" defTabSz="514350">
              <a:lnSpc>
                <a:spcPct val="170000"/>
              </a:lnSpc>
              <a:buClr>
                <a:schemeClr val="folHlink"/>
              </a:buClr>
              <a:buSzPct val="100000"/>
              <a:buFont typeface="Wingdings" panose="05000000000000000000" pitchFamily="2" charset="2"/>
              <a:buChar char="•"/>
            </a:pPr>
            <a:r>
              <a:rPr lang="zh-CN" altLang="en-US" dirty="0">
                <a:ea typeface="+mn-ea"/>
                <a:cs typeface="+mn-cs"/>
                <a:sym typeface="Arial"/>
              </a:rPr>
              <a:t>步长（</a:t>
            </a:r>
            <a:r>
              <a:rPr lang="en-US" altLang="zh-CN" dirty="0">
                <a:ea typeface="+mn-ea"/>
                <a:cs typeface="+mn-cs"/>
                <a:sym typeface="Arial"/>
              </a:rPr>
              <a:t>stride</a:t>
            </a:r>
            <a:r>
              <a:rPr lang="zh-CN" altLang="en-US" dirty="0">
                <a:ea typeface="+mn-ea"/>
                <a:cs typeface="+mn-cs"/>
                <a:sym typeface="Arial"/>
              </a:rPr>
              <a:t>）</a:t>
            </a:r>
            <a:endParaRPr lang="en-US" altLang="zh-CN" dirty="0">
              <a:ea typeface="+mn-ea"/>
              <a:cs typeface="+mn-cs"/>
              <a:sym typeface="Arial"/>
            </a:endParaRPr>
          </a:p>
          <a:p>
            <a:pPr lvl="1" defTabSz="514350">
              <a:lnSpc>
                <a:spcPct val="170000"/>
              </a:lnSpc>
            </a:pPr>
            <a:r>
              <a:rPr lang="zh-CN" altLang="en-US" dirty="0">
                <a:sym typeface="Arial"/>
              </a:rPr>
              <a:t>用于降低</a:t>
            </a:r>
            <a:r>
              <a:rPr lang="en-US" altLang="zh-CN" dirty="0">
                <a:sym typeface="Arial"/>
              </a:rPr>
              <a:t>feature</a:t>
            </a:r>
            <a:r>
              <a:rPr lang="zh-CN" altLang="en-US" dirty="0">
                <a:sym typeface="Arial"/>
              </a:rPr>
              <a:t> </a:t>
            </a:r>
            <a:r>
              <a:rPr lang="en-US" altLang="zh-CN" dirty="0">
                <a:sym typeface="Arial"/>
              </a:rPr>
              <a:t>maps</a:t>
            </a:r>
            <a:r>
              <a:rPr lang="zh-CN" altLang="en-US" dirty="0">
                <a:sym typeface="Arial"/>
              </a:rPr>
              <a:t>的尺寸</a:t>
            </a:r>
            <a:endParaRPr lang="en-US" altLang="zh-CN" dirty="0">
              <a:sym typeface="Arial"/>
            </a:endParaRPr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F49F971-E586-4320-9DA6-A6EB79D0A7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3721052"/>
      </p:ext>
    </p:extLst>
  </p:cSld>
  <p:clrMapOvr>
    <a:masterClrMapping/>
  </p:clrMapOvr>
  <p:transition>
    <p:zoom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304800" y="380999"/>
            <a:ext cx="8763000" cy="26875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SzPct val="100000"/>
              <a:buChar char="•"/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/>
              <a:t>卷积中的常用参数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输入输出通道数：输入通道数通常固定，就是上一层输出的通道数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卷积核大小（</a:t>
            </a:r>
            <a:r>
              <a:rPr lang="en-US" altLang="zh-CN" sz="2000" dirty="0"/>
              <a:t>kernel</a:t>
            </a:r>
            <a:r>
              <a:rPr lang="zh-CN" altLang="en-US" sz="2000" dirty="0"/>
              <a:t> </a:t>
            </a:r>
            <a:r>
              <a:rPr lang="en-US" altLang="zh-CN" sz="2000" dirty="0"/>
              <a:t>size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填充（</a:t>
            </a:r>
            <a:r>
              <a:rPr lang="en-US" altLang="zh-CN" sz="2000" dirty="0"/>
              <a:t>padding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步长（</a:t>
            </a:r>
            <a:r>
              <a:rPr lang="en-US" altLang="zh-CN" sz="2000" dirty="0"/>
              <a:t>stride</a:t>
            </a:r>
            <a:r>
              <a:rPr lang="zh-CN" altLang="en-US" sz="2000" dirty="0"/>
              <a:t>）</a:t>
            </a:r>
            <a:endParaRPr lang="en-US" altLang="zh-CN" sz="20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8892D6-F565-F449-9BF6-134681F7EE13}"/>
              </a:ext>
            </a:extLst>
          </p:cNvPr>
          <p:cNvSpPr/>
          <p:nvPr/>
        </p:nvSpPr>
        <p:spPr>
          <a:xfrm>
            <a:off x="1133444" y="5257800"/>
            <a:ext cx="55711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dirty="0"/>
              <a:t>各种卷积操作的示意https://github.com/vdumoulin/conv_arithmetic/blob/master/README.md</a:t>
            </a:r>
          </a:p>
        </p:txBody>
      </p:sp>
      <p:pic>
        <p:nvPicPr>
          <p:cNvPr id="11" name="图片 10" descr="图片包含 名片&#10;&#10;描述已自动生成">
            <a:extLst>
              <a:ext uri="{FF2B5EF4-FFF2-40B4-BE49-F238E27FC236}">
                <a16:creationId xmlns:a16="http://schemas.microsoft.com/office/drawing/2014/main" id="{A417A637-5BBB-354D-8141-81BBD7DCF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668" y="3168214"/>
            <a:ext cx="1162050" cy="12287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7A1A94E-35D8-284A-ABBD-D6F8C85B05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544" y="3149603"/>
            <a:ext cx="1080620" cy="122872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458BCE1-FE0D-7F4C-8938-FFBE1DE716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609" y="3168214"/>
            <a:ext cx="1254323" cy="122872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C00882C-2B0A-E046-A19C-756532B5BE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292" y="3053537"/>
            <a:ext cx="1392896" cy="134340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3463D85-B11E-1949-866F-CB8B0A039EE6}"/>
              </a:ext>
            </a:extLst>
          </p:cNvPr>
          <p:cNvSpPr txBox="1"/>
          <p:nvPr/>
        </p:nvSpPr>
        <p:spPr>
          <a:xfrm>
            <a:off x="2988973" y="4378328"/>
            <a:ext cx="930061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89" tIns="34289" rIns="34289" bIns="34289" numCol="1" spcCol="38100" rtlCol="0" anchor="t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srgbClr val="47494B"/>
                </a:solidFill>
                <a:latin typeface="+mn-lt"/>
                <a:sym typeface="Calibri"/>
              </a:rPr>
              <a:t>padding=0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/>
              <a:t>stride=1</a:t>
            </a:r>
            <a:endParaRPr lang="zh-CN" altLang="en-US" sz="1350" dirty="0">
              <a:solidFill>
                <a:srgbClr val="47494B"/>
              </a:solidFill>
              <a:latin typeface="+mn-lt"/>
              <a:sym typeface="Calibri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76838C6-7CA8-3C47-9EB7-657E58651718}"/>
              </a:ext>
            </a:extLst>
          </p:cNvPr>
          <p:cNvSpPr txBox="1"/>
          <p:nvPr/>
        </p:nvSpPr>
        <p:spPr>
          <a:xfrm>
            <a:off x="4344133" y="4378327"/>
            <a:ext cx="930061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89" tIns="34289" rIns="34289" bIns="34289" numCol="1" spcCol="38100" rtlCol="0" anchor="t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srgbClr val="47494B"/>
                </a:solidFill>
                <a:latin typeface="+mn-lt"/>
                <a:sym typeface="Calibri"/>
              </a:rPr>
              <a:t>padding=1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/>
              <a:t>stride=1</a:t>
            </a:r>
            <a:endParaRPr lang="zh-CN" altLang="en-US" sz="1350" dirty="0">
              <a:solidFill>
                <a:srgbClr val="47494B"/>
              </a:solidFill>
              <a:latin typeface="+mn-lt"/>
              <a:sym typeface="Calibri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A763850-C83A-E74D-A961-3CFCF23D2841}"/>
              </a:ext>
            </a:extLst>
          </p:cNvPr>
          <p:cNvSpPr txBox="1"/>
          <p:nvPr/>
        </p:nvSpPr>
        <p:spPr>
          <a:xfrm>
            <a:off x="5854801" y="4349477"/>
            <a:ext cx="930061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89" tIns="34289" rIns="34289" bIns="34289" numCol="1" spcCol="38100" rtlCol="0" anchor="t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srgbClr val="47494B"/>
                </a:solidFill>
                <a:latin typeface="+mn-lt"/>
                <a:sym typeface="Calibri"/>
              </a:rPr>
              <a:t>padding=0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/>
              <a:t>stride=2</a:t>
            </a:r>
            <a:endParaRPr lang="zh-CN" altLang="en-US" sz="1350" dirty="0">
              <a:solidFill>
                <a:srgbClr val="47494B"/>
              </a:solidFill>
              <a:latin typeface="+mn-lt"/>
              <a:sym typeface="Calibr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2CC2973-5577-CD4F-B95B-99870D8333BE}"/>
              </a:ext>
            </a:extLst>
          </p:cNvPr>
          <p:cNvSpPr txBox="1"/>
          <p:nvPr/>
        </p:nvSpPr>
        <p:spPr>
          <a:xfrm>
            <a:off x="7388018" y="4393137"/>
            <a:ext cx="930061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89" tIns="34289" rIns="34289" bIns="34289" numCol="1" spcCol="38100" rtlCol="0" anchor="t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srgbClr val="47494B"/>
                </a:solidFill>
                <a:latin typeface="+mn-lt"/>
                <a:sym typeface="Calibri"/>
              </a:rPr>
              <a:t>padding=1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/>
              <a:t>stride=2</a:t>
            </a:r>
            <a:endParaRPr lang="zh-CN" altLang="en-US" sz="1350" dirty="0">
              <a:solidFill>
                <a:srgbClr val="47494B"/>
              </a:solidFill>
              <a:latin typeface="+mn-lt"/>
              <a:sym typeface="Calibri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FE522E-FA69-48FF-86AF-B9870F57B5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942256"/>
      </p:ext>
    </p:extLst>
  </p:cSld>
  <p:clrMapOvr>
    <a:masterClrMapping/>
  </p:clrMapOvr>
  <p:transition>
    <p:zoom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>
                <a:ea typeface="宋体" panose="02010600030101010101" pitchFamily="2" charset="-122"/>
              </a:rPr>
              <a:t>池化（</a:t>
            </a:r>
            <a:r>
              <a:rPr lang="en-US" altLang="zh-CN" b="1">
                <a:ea typeface="宋体" panose="02010600030101010101" pitchFamily="2" charset="-122"/>
              </a:rPr>
              <a:t>Pooling</a:t>
            </a:r>
            <a:r>
              <a:rPr lang="zh-CN" altLang="en-US" b="1">
                <a:ea typeface="宋体" panose="02010600030101010101" pitchFamily="2" charset="-122"/>
              </a:rPr>
              <a:t>）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228600" y="2057400"/>
            <a:ext cx="8458200" cy="4800600"/>
          </a:xfrm>
        </p:spPr>
        <p:txBody>
          <a:bodyPr/>
          <a:lstStyle/>
          <a:p>
            <a:r>
              <a:rPr lang="zh-CN" altLang="en-US" sz="2400">
                <a:ea typeface="宋体" panose="02010600030101010101" pitchFamily="2" charset="-122"/>
              </a:rPr>
              <a:t>池化的过程如下图所示：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可以看到，原始图片是</a:t>
            </a:r>
            <a:r>
              <a:rPr lang="en-US" altLang="zh-CN" sz="2400">
                <a:ea typeface="宋体" panose="02010600030101010101" pitchFamily="2" charset="-122"/>
              </a:rPr>
              <a:t>20x20</a:t>
            </a:r>
            <a:r>
              <a:rPr lang="zh-CN" altLang="en-US" sz="2400">
                <a:ea typeface="宋体" panose="02010600030101010101" pitchFamily="2" charset="-122"/>
              </a:rPr>
              <a:t>的，对其进行采样，采样窗口为</a:t>
            </a:r>
            <a:r>
              <a:rPr lang="en-US" altLang="zh-CN" sz="2400">
                <a:ea typeface="宋体" panose="02010600030101010101" pitchFamily="2" charset="-122"/>
              </a:rPr>
              <a:t>10x10</a:t>
            </a:r>
            <a:r>
              <a:rPr lang="zh-CN" altLang="en-US" sz="2400">
                <a:ea typeface="宋体" panose="02010600030101010101" pitchFamily="2" charset="-122"/>
              </a:rPr>
              <a:t>，最终将其采样成为一个</a:t>
            </a:r>
            <a:r>
              <a:rPr lang="en-US" altLang="zh-CN" sz="2400">
                <a:ea typeface="宋体" panose="02010600030101010101" pitchFamily="2" charset="-122"/>
              </a:rPr>
              <a:t>2x2</a:t>
            </a:r>
            <a:r>
              <a:rPr lang="zh-CN" altLang="en-US" sz="2400">
                <a:ea typeface="宋体" panose="02010600030101010101" pitchFamily="2" charset="-122"/>
              </a:rPr>
              <a:t>大小的特征图。</a:t>
            </a:r>
          </a:p>
          <a:p>
            <a:r>
              <a:rPr lang="zh-CN" altLang="en-US" sz="2400">
                <a:ea typeface="宋体" panose="02010600030101010101" pitchFamily="2" charset="-122"/>
              </a:rPr>
              <a:t>之所以这么做，是因为即使做完了卷积，图像仍然很大（因为卷积核比较小），所以为了降低数据维度，就进行采样。</a:t>
            </a:r>
          </a:p>
          <a:p>
            <a:r>
              <a:rPr lang="zh-CN" altLang="en-US" sz="2400">
                <a:ea typeface="宋体" panose="02010600030101010101" pitchFamily="2" charset="-122"/>
              </a:rPr>
              <a:t>即使减少了许多数据，特征的统计属性仍能够描述图像，而且由于降低了数据维度，有效地避免了过拟合。</a:t>
            </a:r>
          </a:p>
          <a:p>
            <a:r>
              <a:rPr lang="zh-CN" altLang="en-US" sz="2400">
                <a:ea typeface="宋体" panose="02010600030101010101" pitchFamily="2" charset="-122"/>
              </a:rPr>
              <a:t>在实际应用中，分为最大值采样（</a:t>
            </a:r>
            <a:r>
              <a:rPr lang="en-US" altLang="zh-CN" sz="2400">
                <a:ea typeface="宋体" panose="02010600030101010101" pitchFamily="2" charset="-122"/>
              </a:rPr>
              <a:t>Max-Pooling</a:t>
            </a:r>
            <a:r>
              <a:rPr lang="zh-CN" altLang="en-US" sz="2400">
                <a:ea typeface="宋体" panose="02010600030101010101" pitchFamily="2" charset="-122"/>
              </a:rPr>
              <a:t>）与平均值采样（</a:t>
            </a:r>
            <a:r>
              <a:rPr lang="en-US" altLang="zh-CN" sz="2400">
                <a:ea typeface="宋体" panose="02010600030101010101" pitchFamily="2" charset="-122"/>
              </a:rPr>
              <a:t>Mean-Pooling</a:t>
            </a:r>
            <a:r>
              <a:rPr lang="zh-CN" altLang="en-US" sz="2400">
                <a:ea typeface="宋体" panose="02010600030101010101" pitchFamily="2" charset="-122"/>
              </a:rPr>
              <a:t>）。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551DBF-2964-4F8C-9870-3C5E865776CE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AA996A-DECA-4141-B623-F766DB07131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en-US" altLang="zh-CN" sz="1200"/>
          </a:p>
        </p:txBody>
      </p:sp>
      <p:pic>
        <p:nvPicPr>
          <p:cNvPr id="6042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0"/>
            <a:ext cx="3743325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362200"/>
            <a:ext cx="4972363" cy="41148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250" y="152400"/>
            <a:ext cx="4446596" cy="2743199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8820964"/>
      </p:ext>
    </p:extLst>
  </p:cSld>
  <p:clrMapOvr>
    <a:masterClrMapping/>
  </p:clrMapOvr>
  <p:transition>
    <p:zoom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全连接层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其它常见层</a:t>
            </a:r>
            <a:endParaRPr dirty="0"/>
          </a:p>
        </p:txBody>
      </p:sp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854014" y="1707357"/>
            <a:ext cx="8061386" cy="3380370"/>
          </a:xfrm>
          <a:prstGeom prst="rect">
            <a:avLst/>
          </a:prstGeom>
        </p:spPr>
        <p:txBody>
          <a:bodyPr>
            <a:normAutofit fontScale="92500"/>
          </a:bodyPr>
          <a:lstStyle>
            <a:lvl1pPr>
              <a:buSzPct val="100000"/>
              <a:buChar char="•"/>
            </a:lvl1pPr>
          </a:lstStyle>
          <a:p>
            <a:r>
              <a:rPr lang="en-US" altLang="zh-CN" dirty="0"/>
              <a:t>Dropout</a:t>
            </a:r>
          </a:p>
          <a:p>
            <a:pPr lvl="1"/>
            <a:r>
              <a:rPr lang="zh-CN" altLang="en-US" dirty="0"/>
              <a:t>训练时，每次随机去掉全连接层中的一些神经元</a:t>
            </a:r>
            <a:endParaRPr lang="en-US" altLang="zh-CN" dirty="0"/>
          </a:p>
          <a:p>
            <a:pPr lvl="1"/>
            <a:r>
              <a:rPr lang="zh-CN" altLang="en-US" dirty="0"/>
              <a:t>防止或减轻过拟合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Batch</a:t>
            </a:r>
            <a:r>
              <a:rPr lang="zh-CN" altLang="en-US" dirty="0"/>
              <a:t> </a:t>
            </a:r>
            <a:r>
              <a:rPr lang="en-US" altLang="zh-CN" dirty="0"/>
              <a:t>normalization</a:t>
            </a:r>
          </a:p>
          <a:p>
            <a:pPr lvl="1"/>
            <a:r>
              <a:rPr lang="zh-CN" altLang="en-US" dirty="0"/>
              <a:t>对输入数据进行减均值，除方差的操作</a:t>
            </a:r>
            <a:endParaRPr lang="en-US" altLang="zh-CN" dirty="0"/>
          </a:p>
          <a:p>
            <a:pPr lvl="1"/>
            <a:r>
              <a:rPr lang="zh-CN" altLang="en-US" dirty="0"/>
              <a:t>加快训练速度</a:t>
            </a: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CF9D6DC-52D1-41AE-BB26-DB9D35C0C1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0715524"/>
      </p:ext>
    </p:extLst>
  </p:cSld>
  <p:clrMapOvr>
    <a:masterClrMapping/>
  </p:clrMapOvr>
  <p:transition>
    <p:zoom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zh-CN">
                <a:ea typeface="宋体" panose="02010600030101010101" pitchFamily="2" charset="-122"/>
              </a:rPr>
              <a:t>给定一个大小为</a:t>
            </a:r>
            <a:r>
              <a:rPr lang="en-US" altLang="zh-CN">
                <a:ea typeface="宋体" panose="02010600030101010101" pitchFamily="2" charset="-122"/>
              </a:rPr>
              <a:t>32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32</a:t>
            </a:r>
            <a:r>
              <a:rPr lang="zh-CN" altLang="zh-CN">
                <a:ea typeface="宋体" panose="02010600030101010101" pitchFamily="2" charset="-122"/>
              </a:rPr>
              <a:t>的图像，将其输入</a:t>
            </a:r>
            <a:r>
              <a:rPr lang="en-US" altLang="zh-CN">
                <a:ea typeface="宋体" panose="02010600030101010101" pitchFamily="2" charset="-122"/>
              </a:rPr>
              <a:t>LeNet-5</a:t>
            </a:r>
            <a:r>
              <a:rPr lang="zh-CN" altLang="zh-CN">
                <a:ea typeface="宋体" panose="02010600030101010101" pitchFamily="2" charset="-122"/>
              </a:rPr>
              <a:t>后，后续各层的处理如下：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4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A7E862-10A3-4AEE-9E06-2B83C66BC962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6144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A0CAEB-9997-4FE2-81F8-1B2D178D272F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en-US" altLang="zh-CN" sz="1200"/>
          </a:p>
        </p:txBody>
      </p:sp>
      <p:pic>
        <p:nvPicPr>
          <p:cNvPr id="614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759"/>
          <a:stretch>
            <a:fillRect/>
          </a:stretch>
        </p:blipFill>
        <p:spPr bwMode="auto">
          <a:xfrm>
            <a:off x="152400" y="22860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7" name="图片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76962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2467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D12989C-AF3C-41DB-906D-DBFD7490556B}" type="datetime4">
              <a:rPr lang="zh-CN" altLang="en-US" sz="1200" smtClean="0"/>
              <a:pPr/>
              <a:t>2022年10月20日星期四</a:t>
            </a:fld>
            <a:endParaRPr lang="en-US" altLang="zh-CN" sz="1200"/>
          </a:p>
        </p:txBody>
      </p:sp>
      <p:sp>
        <p:nvSpPr>
          <p:cNvPr id="6246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949F89C-C2BD-4D5E-98FF-8125B9A1100A}" type="slidenum">
              <a:rPr lang="zh-CN" altLang="en-US" sz="1200"/>
              <a:pPr/>
              <a:t>86</a:t>
            </a:fld>
            <a:endParaRPr lang="en-US" altLang="zh-CN" sz="1200"/>
          </a:p>
        </p:txBody>
      </p:sp>
      <p:sp>
        <p:nvSpPr>
          <p:cNvPr id="62469" name="内容占位符 2"/>
          <p:cNvSpPr>
            <a:spLocks noGrp="1"/>
          </p:cNvSpPr>
          <p:nvPr>
            <p:ph idx="1"/>
          </p:nvPr>
        </p:nvSpPr>
        <p:spPr>
          <a:xfrm>
            <a:off x="76200" y="3048000"/>
            <a:ext cx="8686800" cy="3429000"/>
          </a:xfrm>
        </p:spPr>
        <p:txBody>
          <a:bodyPr/>
          <a:lstStyle/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zh-CN">
                <a:ea typeface="宋体" panose="02010600030101010101" pitchFamily="2" charset="-122"/>
              </a:rPr>
              <a:t>卷积层</a:t>
            </a:r>
            <a:r>
              <a:rPr lang="en-US" altLang="zh-CN">
                <a:ea typeface="宋体" panose="02010600030101010101" pitchFamily="2" charset="-122"/>
              </a:rPr>
              <a:t>C1</a:t>
            </a:r>
            <a:r>
              <a:rPr lang="zh-CN" altLang="zh-CN">
                <a:ea typeface="宋体" panose="02010600030101010101" pitchFamily="2" charset="-122"/>
              </a:rPr>
              <a:t>：原始的</a:t>
            </a:r>
            <a:r>
              <a:rPr lang="en-US" altLang="zh-CN">
                <a:ea typeface="宋体" panose="02010600030101010101" pitchFamily="2" charset="-122"/>
              </a:rPr>
              <a:t>32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32</a:t>
            </a:r>
            <a:r>
              <a:rPr lang="zh-CN" altLang="zh-CN">
                <a:ea typeface="宋体" panose="02010600030101010101" pitchFamily="2" charset="-122"/>
              </a:rPr>
              <a:t>的图像输入进来以后，先进入一个卷积层</a:t>
            </a:r>
            <a:r>
              <a:rPr lang="en-US" altLang="zh-CN">
                <a:ea typeface="宋体" panose="02010600030101010101" pitchFamily="2" charset="-122"/>
              </a:rPr>
              <a:t>C1</a:t>
            </a:r>
            <a:r>
              <a:rPr lang="zh-CN" altLang="zh-CN">
                <a:ea typeface="宋体" panose="02010600030101010101" pitchFamily="2" charset="-122"/>
              </a:rPr>
              <a:t>（由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的卷积核组成），卷积计算出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28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28</a:t>
            </a:r>
            <a:r>
              <a:rPr lang="zh-CN" altLang="zh-CN">
                <a:ea typeface="宋体" panose="02010600030101010101" pitchFamily="2" charset="-122"/>
              </a:rPr>
              <a:t>的图像。</a:t>
            </a:r>
          </a:p>
          <a:p>
            <a:pPr marL="457200" lvl="1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zh-CN">
                <a:ea typeface="宋体" panose="02010600030101010101" pitchFamily="2" charset="-122"/>
              </a:rPr>
              <a:t>池化层</a:t>
            </a:r>
            <a:r>
              <a:rPr lang="en-US" altLang="zh-CN">
                <a:ea typeface="宋体" panose="02010600030101010101" pitchFamily="2" charset="-122"/>
              </a:rPr>
              <a:t>S2</a:t>
            </a:r>
            <a:r>
              <a:rPr lang="zh-CN" altLang="zh-CN">
                <a:ea typeface="宋体" panose="02010600030101010101" pitchFamily="2" charset="-122"/>
              </a:rPr>
              <a:t>：然后用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zh-CN">
                <a:ea typeface="宋体" panose="02010600030101010101" pitchFamily="2" charset="-122"/>
              </a:rPr>
              <a:t>的采样窗口进行下采样，得到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14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14</a:t>
            </a:r>
            <a:r>
              <a:rPr lang="zh-CN" altLang="zh-CN">
                <a:ea typeface="宋体" panose="02010600030101010101" pitchFamily="2" charset="-122"/>
              </a:rPr>
              <a:t>的图像。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62470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" y="176213"/>
            <a:ext cx="8913812" cy="294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1995480" y="314280"/>
              <a:ext cx="1410120" cy="44820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6120" y="304920"/>
                <a:ext cx="1428840" cy="46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内容占位符 2"/>
          <p:cNvSpPr>
            <a:spLocks noGrp="1"/>
          </p:cNvSpPr>
          <p:nvPr>
            <p:ph idx="1"/>
          </p:nvPr>
        </p:nvSpPr>
        <p:spPr>
          <a:xfrm>
            <a:off x="0" y="3352800"/>
            <a:ext cx="8763000" cy="3124200"/>
          </a:xfrm>
        </p:spPr>
        <p:txBody>
          <a:bodyPr/>
          <a:lstStyle/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3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zh-CN" altLang="zh-CN" dirty="0">
                <a:ea typeface="宋体" panose="02010600030101010101" pitchFamily="2" charset="-122"/>
              </a:rPr>
              <a:t>卷积层</a:t>
            </a:r>
            <a:r>
              <a:rPr lang="en-US" altLang="zh-CN" dirty="0">
                <a:ea typeface="宋体" panose="02010600030101010101" pitchFamily="2" charset="-122"/>
              </a:rPr>
              <a:t>C3</a:t>
            </a:r>
            <a:r>
              <a:rPr lang="zh-CN" altLang="zh-CN" dirty="0">
                <a:ea typeface="宋体" panose="02010600030101010101" pitchFamily="2" charset="-122"/>
              </a:rPr>
              <a:t>：由</a:t>
            </a:r>
            <a:r>
              <a:rPr lang="en-US" altLang="zh-CN" dirty="0">
                <a:ea typeface="宋体" panose="02010600030101010101" pitchFamily="2" charset="-122"/>
              </a:rPr>
              <a:t>16</a:t>
            </a:r>
            <a:r>
              <a:rPr lang="zh-CN" altLang="zh-CN" dirty="0">
                <a:ea typeface="宋体" panose="02010600030101010101" pitchFamily="2" charset="-122"/>
              </a:rPr>
              <a:t>个</a:t>
            </a:r>
            <a:r>
              <a:rPr lang="en-US" altLang="zh-CN" dirty="0">
                <a:ea typeface="宋体" panose="02010600030101010101" pitchFamily="2" charset="-122"/>
              </a:rPr>
              <a:t>5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dirty="0">
                <a:ea typeface="宋体" panose="02010600030101010101" pitchFamily="2" charset="-122"/>
              </a:rPr>
              <a:t>5</a:t>
            </a:r>
            <a:r>
              <a:rPr lang="zh-CN" altLang="zh-CN" dirty="0">
                <a:ea typeface="宋体" panose="02010600030101010101" pitchFamily="2" charset="-122"/>
              </a:rPr>
              <a:t>的卷积核组成，将</a:t>
            </a:r>
            <a:r>
              <a:rPr lang="en-US" altLang="zh-CN" dirty="0">
                <a:ea typeface="宋体" panose="02010600030101010101" pitchFamily="2" charset="-122"/>
              </a:rPr>
              <a:t>6</a:t>
            </a:r>
            <a:r>
              <a:rPr lang="zh-CN" altLang="zh-CN" dirty="0">
                <a:ea typeface="宋体" panose="02010600030101010101" pitchFamily="2" charset="-122"/>
              </a:rPr>
              <a:t>个</a:t>
            </a:r>
            <a:r>
              <a:rPr lang="en-US" altLang="zh-CN" dirty="0">
                <a:ea typeface="宋体" panose="02010600030101010101" pitchFamily="2" charset="-122"/>
              </a:rPr>
              <a:t>14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dirty="0">
                <a:ea typeface="宋体" panose="02010600030101010101" pitchFamily="2" charset="-122"/>
              </a:rPr>
              <a:t>14</a:t>
            </a:r>
            <a:r>
              <a:rPr lang="zh-CN" altLang="zh-CN" dirty="0">
                <a:ea typeface="宋体" panose="02010600030101010101" pitchFamily="2" charset="-122"/>
              </a:rPr>
              <a:t>的图像进行卷积计算后，得到</a:t>
            </a:r>
            <a:r>
              <a:rPr lang="en-US" altLang="zh-CN" dirty="0">
                <a:ea typeface="宋体" panose="02010600030101010101" pitchFamily="2" charset="-122"/>
              </a:rPr>
              <a:t>16</a:t>
            </a:r>
            <a:r>
              <a:rPr lang="zh-CN" altLang="zh-CN" dirty="0">
                <a:ea typeface="宋体" panose="02010600030101010101" pitchFamily="2" charset="-122"/>
              </a:rPr>
              <a:t>个</a:t>
            </a:r>
            <a:r>
              <a:rPr lang="en-US" altLang="zh-CN" dirty="0">
                <a:ea typeface="宋体" panose="02010600030101010101" pitchFamily="2" charset="-122"/>
              </a:rPr>
              <a:t>10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dirty="0">
                <a:ea typeface="宋体" panose="02010600030101010101" pitchFamily="2" charset="-122"/>
              </a:rPr>
              <a:t>10</a:t>
            </a:r>
            <a:r>
              <a:rPr lang="zh-CN" altLang="zh-CN" dirty="0">
                <a:ea typeface="宋体" panose="02010600030101010101" pitchFamily="2" charset="-122"/>
              </a:rPr>
              <a:t>的图像。需要注意的是，</a:t>
            </a:r>
            <a:r>
              <a:rPr lang="en-US" altLang="zh-CN" dirty="0">
                <a:ea typeface="宋体" panose="02010600030101010101" pitchFamily="2" charset="-122"/>
              </a:rPr>
              <a:t>C3</a:t>
            </a:r>
            <a:r>
              <a:rPr lang="zh-CN" altLang="zh-CN" dirty="0">
                <a:ea typeface="宋体" panose="02010600030101010101" pitchFamily="2" charset="-122"/>
              </a:rPr>
              <a:t>中的每个特征图可以连接到</a:t>
            </a:r>
            <a:r>
              <a:rPr lang="en-US" altLang="zh-CN" dirty="0">
                <a:ea typeface="宋体" panose="02010600030101010101" pitchFamily="2" charset="-122"/>
              </a:rPr>
              <a:t>S2</a:t>
            </a:r>
            <a:r>
              <a:rPr lang="zh-CN" altLang="zh-CN" dirty="0">
                <a:ea typeface="宋体" panose="02010600030101010101" pitchFamily="2" charset="-122"/>
              </a:rPr>
              <a:t>中的所有</a:t>
            </a:r>
            <a:r>
              <a:rPr lang="en-US" altLang="zh-CN" dirty="0">
                <a:ea typeface="宋体" panose="02010600030101010101" pitchFamily="2" charset="-122"/>
              </a:rPr>
              <a:t>6</a:t>
            </a:r>
            <a:r>
              <a:rPr lang="zh-CN" altLang="zh-CN" dirty="0">
                <a:ea typeface="宋体" panose="02010600030101010101" pitchFamily="2" charset="-122"/>
              </a:rPr>
              <a:t>个或几个特征图，表示本层的特征图是上一层提取到的特征图的不同组合。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3491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3F83D57-8709-4CD4-B749-0E44DA2A08C8}" type="datetime4">
              <a:rPr lang="zh-CN" altLang="en-US" sz="1200" smtClean="0"/>
              <a:pPr/>
              <a:t>2022年10月20日星期四</a:t>
            </a:fld>
            <a:endParaRPr lang="en-US" altLang="zh-CN" sz="1200"/>
          </a:p>
        </p:txBody>
      </p:sp>
      <p:sp>
        <p:nvSpPr>
          <p:cNvPr id="6349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EF3D55B-BD68-4D97-8F11-BD50478D0CE3}" type="slidenum">
              <a:rPr lang="zh-CN" altLang="en-US" sz="1200"/>
              <a:pPr/>
              <a:t>87</a:t>
            </a:fld>
            <a:endParaRPr lang="en-US" altLang="zh-CN" sz="1200"/>
          </a:p>
        </p:txBody>
      </p:sp>
      <p:pic>
        <p:nvPicPr>
          <p:cNvPr id="63493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839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3343320" y="276120"/>
              <a:ext cx="329040" cy="61488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33960" y="266760"/>
                <a:ext cx="347760" cy="63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8450" y="76200"/>
            <a:ext cx="8458200" cy="3392488"/>
          </a:xfrm>
        </p:spPr>
        <p:txBody>
          <a:bodyPr/>
          <a:lstStyle/>
          <a:p>
            <a:pPr marL="457200" lvl="1" indent="0">
              <a:buFont typeface="Wingdings" panose="05000000000000000000" pitchFamily="2" charset="2"/>
              <a:buNone/>
            </a:pPr>
            <a:r>
              <a:rPr lang="zh-CN" altLang="zh-CN">
                <a:ea typeface="宋体" panose="02010600030101010101" pitchFamily="2" charset="-122"/>
              </a:rPr>
              <a:t>一种可能的连接方式如图所示：</a:t>
            </a:r>
            <a:r>
              <a:rPr lang="en-US" altLang="zh-CN">
                <a:ea typeface="宋体" panose="02010600030101010101" pitchFamily="2" charset="-122"/>
              </a:rPr>
              <a:t>C3</a:t>
            </a:r>
            <a:r>
              <a:rPr lang="zh-CN" altLang="zh-CN">
                <a:ea typeface="宋体" panose="02010600030101010101" pitchFamily="2" charset="-122"/>
              </a:rPr>
              <a:t>的前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个特征图以</a:t>
            </a:r>
            <a:r>
              <a:rPr lang="en-US" altLang="zh-CN">
                <a:ea typeface="宋体" panose="02010600030101010101" pitchFamily="2" charset="-122"/>
              </a:rPr>
              <a:t>S2</a:t>
            </a:r>
            <a:r>
              <a:rPr lang="zh-CN" altLang="zh-CN">
                <a:ea typeface="宋体" panose="02010600030101010101" pitchFamily="2" charset="-122"/>
              </a:rPr>
              <a:t>中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zh-CN">
                <a:ea typeface="宋体" panose="02010600030101010101" pitchFamily="2" charset="-122"/>
              </a:rPr>
              <a:t>个相邻的特征图子集为输入。接下来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个特征图以</a:t>
            </a:r>
            <a:r>
              <a:rPr lang="en-US" altLang="zh-CN">
                <a:ea typeface="宋体" panose="02010600030101010101" pitchFamily="2" charset="-122"/>
              </a:rPr>
              <a:t>S2</a:t>
            </a:r>
            <a:r>
              <a:rPr lang="zh-CN" altLang="zh-CN">
                <a:ea typeface="宋体" panose="02010600030101010101" pitchFamily="2" charset="-122"/>
              </a:rPr>
              <a:t>中</a:t>
            </a: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zh-CN">
                <a:ea typeface="宋体" panose="02010600030101010101" pitchFamily="2" charset="-122"/>
              </a:rPr>
              <a:t>个相邻的特征图子集为输入。接下来的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个特征图以不相邻的</a:t>
            </a: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zh-CN">
                <a:ea typeface="宋体" panose="02010600030101010101" pitchFamily="2" charset="-122"/>
              </a:rPr>
              <a:t>个特征图子集为输入。最后一个特征图将</a:t>
            </a:r>
            <a:r>
              <a:rPr lang="en-US" altLang="zh-CN">
                <a:ea typeface="宋体" panose="02010600030101010101" pitchFamily="2" charset="-122"/>
              </a:rPr>
              <a:t>S2</a:t>
            </a:r>
            <a:r>
              <a:rPr lang="zh-CN" altLang="zh-CN">
                <a:ea typeface="宋体" panose="02010600030101010101" pitchFamily="2" charset="-122"/>
              </a:rPr>
              <a:t>中所有特征图作为输入。之所以要采取这种方式，一是为了减少参数，二是这种不对称的组合连接的方式有利于提取多种组合特征。</a:t>
            </a:r>
          </a:p>
          <a:p>
            <a:pPr marL="457200" lvl="1" inden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4515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5DF473A-89A4-4BC0-A6C1-2B4341D39270}" type="datetime4">
              <a:rPr lang="zh-CN" altLang="en-US" sz="1200" smtClean="0"/>
              <a:pPr/>
              <a:t>2022年10月20日星期四</a:t>
            </a:fld>
            <a:endParaRPr lang="en-US" altLang="zh-CN" sz="1200"/>
          </a:p>
        </p:txBody>
      </p:sp>
      <p:sp>
        <p:nvSpPr>
          <p:cNvPr id="6451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ACAE742-E8A9-4EBF-8A86-EE81A008880D}" type="slidenum">
              <a:rPr lang="zh-CN" altLang="en-US" sz="1200"/>
              <a:pPr/>
              <a:t>88</a:t>
            </a:fld>
            <a:endParaRPr lang="en-US" altLang="zh-CN" sz="1200"/>
          </a:p>
        </p:txBody>
      </p:sp>
      <p:pic>
        <p:nvPicPr>
          <p:cNvPr id="6451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3" y="3503613"/>
            <a:ext cx="79533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内容占位符 2"/>
          <p:cNvSpPr>
            <a:spLocks noGrp="1"/>
          </p:cNvSpPr>
          <p:nvPr>
            <p:ph idx="1"/>
          </p:nvPr>
        </p:nvSpPr>
        <p:spPr>
          <a:xfrm>
            <a:off x="307975" y="1371600"/>
            <a:ext cx="8610600" cy="6096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C3</a:t>
            </a:r>
            <a:r>
              <a:rPr lang="zh-CN" altLang="zh-CN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S2</a:t>
            </a:r>
            <a:r>
              <a:rPr lang="zh-CN" altLang="zh-CN">
                <a:ea typeface="宋体" panose="02010600030101010101" pitchFamily="2" charset="-122"/>
              </a:rPr>
              <a:t>中的第</a:t>
            </a:r>
            <a:r>
              <a:rPr lang="en-US" altLang="zh-CN">
                <a:ea typeface="宋体" panose="02010600030101010101" pitchFamily="2" charset="-122"/>
              </a:rPr>
              <a:t>1-3</a:t>
            </a:r>
            <a:r>
              <a:rPr lang="zh-CN" altLang="zh-CN">
                <a:ea typeface="宋体" panose="02010600030101010101" pitchFamily="2" charset="-122"/>
              </a:rPr>
              <a:t>个图像相连的卷积结构如图所示：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5539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F5C1A94-B3E7-4543-87D1-4779C34ACCB5}" type="datetime4">
              <a:rPr lang="zh-CN" altLang="en-US" sz="1200" smtClean="0"/>
              <a:pPr/>
              <a:t>2022年10月20日星期四</a:t>
            </a:fld>
            <a:endParaRPr lang="en-US" altLang="zh-CN" sz="1200"/>
          </a:p>
        </p:txBody>
      </p:sp>
      <p:sp>
        <p:nvSpPr>
          <p:cNvPr id="6554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C42C0B5-F10C-4159-86C1-33A4305D4CF2}" type="slidenum">
              <a:rPr lang="zh-CN" altLang="en-US" sz="1200"/>
              <a:pPr/>
              <a:t>89</a:t>
            </a:fld>
            <a:endParaRPr lang="en-US" altLang="zh-CN" sz="1200"/>
          </a:p>
        </p:txBody>
      </p:sp>
      <p:pic>
        <p:nvPicPr>
          <p:cNvPr id="65541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81200"/>
            <a:ext cx="6600825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zh-CN">
                <a:ea typeface="宋体" panose="02010600030101010101" pitchFamily="2" charset="-122"/>
              </a:rPr>
              <a:t>池化层</a:t>
            </a:r>
            <a:r>
              <a:rPr lang="en-US" altLang="zh-CN">
                <a:ea typeface="宋体" panose="02010600030101010101" pitchFamily="2" charset="-122"/>
              </a:rPr>
              <a:t>S4</a:t>
            </a:r>
            <a:r>
              <a:rPr lang="zh-CN" altLang="zh-CN">
                <a:ea typeface="宋体" panose="02010600030101010101" pitchFamily="2" charset="-122"/>
              </a:rPr>
              <a:t>：用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zh-CN">
                <a:ea typeface="宋体" panose="02010600030101010101" pitchFamily="2" charset="-122"/>
              </a:rPr>
              <a:t>的采样窗口进行下采样，得到</a:t>
            </a:r>
            <a:r>
              <a:rPr lang="en-US" altLang="zh-CN">
                <a:ea typeface="宋体" panose="02010600030101010101" pitchFamily="2" charset="-122"/>
              </a:rPr>
              <a:t>16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的图像</a:t>
            </a: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zh-CN">
                <a:ea typeface="宋体" panose="02010600030101010101" pitchFamily="2" charset="-122"/>
              </a:rPr>
              <a:t>卷积层</a:t>
            </a:r>
            <a:r>
              <a:rPr lang="en-US" altLang="zh-CN">
                <a:ea typeface="宋体" panose="02010600030101010101" pitchFamily="2" charset="-122"/>
              </a:rPr>
              <a:t>C5</a:t>
            </a:r>
            <a:r>
              <a:rPr lang="zh-CN" altLang="zh-CN">
                <a:ea typeface="宋体" panose="02010600030101010101" pitchFamily="2" charset="-122"/>
              </a:rPr>
              <a:t>：由</a:t>
            </a:r>
            <a:r>
              <a:rPr lang="en-US" altLang="zh-CN">
                <a:ea typeface="宋体" panose="02010600030101010101" pitchFamily="2" charset="-122"/>
              </a:rPr>
              <a:t>120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的卷积核组成，在</a:t>
            </a:r>
            <a:r>
              <a:rPr lang="en-US" altLang="zh-CN">
                <a:ea typeface="宋体" panose="02010600030101010101" pitchFamily="2" charset="-122"/>
              </a:rPr>
              <a:t>16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的图像上进行卷积操作后得到</a:t>
            </a:r>
            <a:r>
              <a:rPr lang="en-US" altLang="zh-CN">
                <a:ea typeface="宋体" panose="02010600030101010101" pitchFamily="2" charset="-122"/>
              </a:rPr>
              <a:t>120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zh-CN">
                <a:ea typeface="宋体" panose="02010600030101010101" pitchFamily="2" charset="-122"/>
              </a:rPr>
              <a:t>的图像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563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742D24D-5436-45C5-9A91-B4509A901239}" type="datetime4">
              <a:rPr lang="zh-CN" altLang="en-US" sz="1200" smtClean="0"/>
              <a:pPr/>
              <a:t>2022年10月20日星期四</a:t>
            </a:fld>
            <a:endParaRPr lang="en-US" altLang="zh-CN" sz="1200"/>
          </a:p>
        </p:txBody>
      </p:sp>
      <p:sp>
        <p:nvSpPr>
          <p:cNvPr id="6656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67EB0B1-6D49-431F-A061-2FA17686FDFA}" type="slidenum">
              <a:rPr lang="zh-CN" altLang="en-US" sz="1200"/>
              <a:pPr/>
              <a:t>90</a:t>
            </a:fld>
            <a:endParaRPr lang="en-US" altLang="zh-CN" sz="1200"/>
          </a:p>
        </p:txBody>
      </p:sp>
      <p:pic>
        <p:nvPicPr>
          <p:cNvPr id="66565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76213"/>
            <a:ext cx="8759825" cy="370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2019600" y="209520"/>
              <a:ext cx="3629160" cy="75276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10240" y="200160"/>
                <a:ext cx="3647880" cy="77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zh-CN">
                <a:ea typeface="宋体" panose="02010600030101010101" pitchFamily="2" charset="-122"/>
              </a:rPr>
              <a:t>全连接层</a:t>
            </a:r>
            <a:r>
              <a:rPr lang="en-US" altLang="zh-CN">
                <a:ea typeface="宋体" panose="02010600030101010101" pitchFamily="2" charset="-122"/>
              </a:rPr>
              <a:t>F6</a:t>
            </a:r>
            <a:r>
              <a:rPr lang="zh-CN" altLang="zh-CN">
                <a:ea typeface="宋体" panose="02010600030101010101" pitchFamily="2" charset="-122"/>
              </a:rPr>
              <a:t>：该层由</a:t>
            </a:r>
            <a:r>
              <a:rPr lang="en-US" altLang="zh-CN">
                <a:ea typeface="宋体" panose="02010600030101010101" pitchFamily="2" charset="-122"/>
              </a:rPr>
              <a:t>12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7</a:t>
            </a:r>
            <a:r>
              <a:rPr lang="zh-CN" altLang="zh-CN">
                <a:ea typeface="宋体" panose="02010600030101010101" pitchFamily="2" charset="-122"/>
              </a:rPr>
              <a:t>个神经元（假设真实数字</a:t>
            </a:r>
            <a:r>
              <a:rPr lang="en-US" altLang="zh-CN">
                <a:ea typeface="宋体" panose="02010600030101010101" pitchFamily="2" charset="-122"/>
              </a:rPr>
              <a:t>0-9</a:t>
            </a:r>
            <a:r>
              <a:rPr lang="zh-CN" altLang="zh-CN">
                <a:ea typeface="宋体" panose="02010600030101010101" pitchFamily="2" charset="-122"/>
              </a:rPr>
              <a:t>的图像大小为</a:t>
            </a:r>
            <a:r>
              <a:rPr lang="en-US" altLang="zh-CN">
                <a:ea typeface="宋体" panose="02010600030101010101" pitchFamily="2" charset="-122"/>
              </a:rPr>
              <a:t>12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7</a:t>
            </a:r>
            <a:r>
              <a:rPr lang="zh-CN" altLang="zh-CN">
                <a:ea typeface="宋体" panose="02010600030101010101" pitchFamily="2" charset="-122"/>
              </a:rPr>
              <a:t>）组成，每个神经元代表图像上的一个像素。用</a:t>
            </a:r>
            <a:r>
              <a:rPr lang="en-US" altLang="zh-CN">
                <a:ea typeface="宋体" panose="02010600030101010101" pitchFamily="2" charset="-122"/>
              </a:rPr>
              <a:t>C5</a:t>
            </a:r>
            <a:r>
              <a:rPr lang="zh-CN" altLang="zh-CN">
                <a:ea typeface="宋体" panose="02010600030101010101" pitchFamily="2" charset="-122"/>
              </a:rPr>
              <a:t>层得到的</a:t>
            </a:r>
            <a:r>
              <a:rPr lang="en-US" altLang="zh-CN">
                <a:ea typeface="宋体" panose="02010600030101010101" pitchFamily="2" charset="-122"/>
              </a:rPr>
              <a:t>120</a:t>
            </a:r>
            <a:r>
              <a:rPr lang="zh-CN" altLang="zh-CN">
                <a:ea typeface="宋体" panose="02010600030101010101" pitchFamily="2" charset="-122"/>
              </a:rPr>
              <a:t>维的向量作为输入，和该层的</a:t>
            </a:r>
            <a:r>
              <a:rPr lang="en-US" altLang="zh-CN">
                <a:ea typeface="宋体" panose="02010600030101010101" pitchFamily="2" charset="-122"/>
              </a:rPr>
              <a:t>84</a:t>
            </a:r>
            <a:r>
              <a:rPr lang="zh-CN" altLang="zh-CN">
                <a:ea typeface="宋体" panose="02010600030101010101" pitchFamily="2" charset="-122"/>
              </a:rPr>
              <a:t>个神经元进行全连接。计算输入向量和连接权重向量之间的点积，再加上一个偏置，结果通过</a:t>
            </a:r>
            <a:r>
              <a:rPr lang="en-US" altLang="zh-CN">
                <a:ea typeface="宋体" panose="02010600030101010101" pitchFamily="2" charset="-122"/>
              </a:rPr>
              <a:t>sigmod</a:t>
            </a:r>
            <a:r>
              <a:rPr lang="zh-CN" altLang="zh-CN">
                <a:ea typeface="宋体" panose="02010600030101010101" pitchFamily="2" charset="-122"/>
              </a:rPr>
              <a:t>函数输出。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7587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32535D7-3BF1-4E4D-A374-9D334DC3D6F0}" type="datetime4">
              <a:rPr lang="zh-CN" altLang="en-US" sz="1200" smtClean="0"/>
              <a:pPr/>
              <a:t>2022年10月20日星期四</a:t>
            </a:fld>
            <a:endParaRPr lang="en-US" altLang="zh-CN" sz="1200"/>
          </a:p>
        </p:txBody>
      </p:sp>
      <p:sp>
        <p:nvSpPr>
          <p:cNvPr id="6758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D48FC80-7BFC-40EA-B421-71E23BEA277C}" type="slidenum">
              <a:rPr lang="zh-CN" altLang="en-US" sz="1200"/>
              <a:pPr/>
              <a:t>91</a:t>
            </a:fld>
            <a:endParaRPr lang="en-US" altLang="zh-CN" sz="1200"/>
          </a:p>
        </p:txBody>
      </p:sp>
      <p:pic>
        <p:nvPicPr>
          <p:cNvPr id="67589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228600"/>
            <a:ext cx="8988425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5510160" y="714240"/>
              <a:ext cx="810000" cy="24804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00800" y="704880"/>
                <a:ext cx="828720" cy="266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7</a:t>
            </a:r>
            <a:r>
              <a:rPr lang="zh-CN" altLang="en-US" sz="2000">
                <a:ea typeface="宋体" panose="02010600030101010101" pitchFamily="2" charset="-122"/>
              </a:rPr>
              <a:t>，</a:t>
            </a:r>
            <a:r>
              <a:rPr lang="zh-CN" altLang="zh-CN" sz="2000">
                <a:ea typeface="宋体" panose="02010600030101010101" pitchFamily="2" charset="-122"/>
              </a:rPr>
              <a:t>输出层（</a:t>
            </a:r>
            <a:r>
              <a:rPr lang="en-US" altLang="zh-CN" sz="2000">
                <a:ea typeface="宋体" panose="02010600030101010101" pitchFamily="2" charset="-122"/>
              </a:rPr>
              <a:t>OUTPUT</a:t>
            </a:r>
            <a:r>
              <a:rPr lang="zh-CN" altLang="zh-CN" sz="2000">
                <a:ea typeface="宋体" panose="02010600030101010101" pitchFamily="2" charset="-122"/>
              </a:rPr>
              <a:t>）：该层也是全连接层，共包含</a:t>
            </a:r>
            <a:r>
              <a:rPr lang="en-US" altLang="zh-CN" sz="2000">
                <a:ea typeface="宋体" panose="02010600030101010101" pitchFamily="2" charset="-122"/>
              </a:rPr>
              <a:t>10</a:t>
            </a:r>
            <a:r>
              <a:rPr lang="zh-CN" altLang="zh-CN" sz="2000">
                <a:ea typeface="宋体" panose="02010600030101010101" pitchFamily="2" charset="-122"/>
              </a:rPr>
              <a:t>个神经元，分别对应于</a:t>
            </a:r>
            <a:r>
              <a:rPr lang="en-US" altLang="zh-CN" sz="2000">
                <a:ea typeface="宋体" panose="02010600030101010101" pitchFamily="2" charset="-122"/>
              </a:rPr>
              <a:t>0-9</a:t>
            </a:r>
            <a:r>
              <a:rPr lang="zh-CN" altLang="zh-CN" sz="2000">
                <a:ea typeface="宋体" panose="02010600030101010101" pitchFamily="2" charset="-122"/>
              </a:rPr>
              <a:t>共</a:t>
            </a:r>
            <a:r>
              <a:rPr lang="en-US" altLang="zh-CN" sz="2000">
                <a:ea typeface="宋体" panose="02010600030101010101" pitchFamily="2" charset="-122"/>
              </a:rPr>
              <a:t>10</a:t>
            </a:r>
            <a:r>
              <a:rPr lang="zh-CN" altLang="zh-CN" sz="2000">
                <a:ea typeface="宋体" panose="02010600030101010101" pitchFamily="2" charset="-122"/>
              </a:rPr>
              <a:t>个数字。</a:t>
            </a:r>
            <a:r>
              <a:rPr lang="en-US" altLang="zh-CN" sz="2000">
                <a:ea typeface="宋体" panose="02010600030101010101" pitchFamily="2" charset="-122"/>
              </a:rPr>
              <a:t>F6</a:t>
            </a:r>
            <a:r>
              <a:rPr lang="zh-CN" altLang="zh-CN" sz="2000">
                <a:ea typeface="宋体" panose="02010600030101010101" pitchFamily="2" charset="-122"/>
              </a:rPr>
              <a:t>层的</a:t>
            </a:r>
            <a:r>
              <a:rPr lang="en-US" altLang="zh-CN" sz="2000">
                <a:ea typeface="宋体" panose="02010600030101010101" pitchFamily="2" charset="-122"/>
              </a:rPr>
              <a:t>84</a:t>
            </a:r>
            <a:r>
              <a:rPr lang="zh-CN" altLang="zh-CN" sz="2000">
                <a:ea typeface="宋体" panose="02010600030101010101" pitchFamily="2" charset="-122"/>
              </a:rPr>
              <a:t>个神经元与该层的</a:t>
            </a:r>
            <a:r>
              <a:rPr lang="en-US" altLang="zh-CN" sz="2000">
                <a:ea typeface="宋体" panose="02010600030101010101" pitchFamily="2" charset="-122"/>
              </a:rPr>
              <a:t>10</a:t>
            </a:r>
            <a:r>
              <a:rPr lang="zh-CN" altLang="zh-CN" sz="2000">
                <a:ea typeface="宋体" panose="02010600030101010101" pitchFamily="2" charset="-122"/>
              </a:rPr>
              <a:t>个神经元进行全连接。假设</a:t>
            </a:r>
            <a:r>
              <a:rPr lang="en-US" altLang="zh-CN" sz="2000">
                <a:ea typeface="宋体" panose="02010600030101010101" pitchFamily="2" charset="-122"/>
              </a:rPr>
              <a:t>x</a:t>
            </a:r>
            <a:r>
              <a:rPr lang="en-US" altLang="zh-CN" sz="2000" baseline="-25000">
                <a:ea typeface="宋体" panose="02010600030101010101" pitchFamily="2" charset="-122"/>
              </a:rPr>
              <a:t>j</a:t>
            </a:r>
            <a:r>
              <a:rPr lang="zh-CN" altLang="zh-CN" sz="2000">
                <a:ea typeface="宋体" panose="02010600030101010101" pitchFamily="2" charset="-122"/>
              </a:rPr>
              <a:t>对应</a:t>
            </a:r>
            <a:r>
              <a:rPr lang="en-US" altLang="zh-CN" sz="2000">
                <a:ea typeface="宋体" panose="02010600030101010101" pitchFamily="2" charset="-122"/>
              </a:rPr>
              <a:t>F6</a:t>
            </a:r>
            <a:r>
              <a:rPr lang="zh-CN" altLang="zh-CN" sz="2000">
                <a:ea typeface="宋体" panose="02010600030101010101" pitchFamily="2" charset="-122"/>
              </a:rPr>
              <a:t>层第</a:t>
            </a:r>
            <a:r>
              <a:rPr lang="en-US" altLang="zh-CN" sz="2000">
                <a:ea typeface="宋体" panose="02010600030101010101" pitchFamily="2" charset="-122"/>
              </a:rPr>
              <a:t>j</a:t>
            </a:r>
            <a:r>
              <a:rPr lang="zh-CN" altLang="zh-CN" sz="2000">
                <a:ea typeface="宋体" panose="02010600030101010101" pitchFamily="2" charset="-122"/>
              </a:rPr>
              <a:t>个单元的输出，</a:t>
            </a:r>
            <a:r>
              <a:rPr lang="en-US" altLang="zh-CN" sz="2000">
                <a:ea typeface="宋体" panose="02010600030101010101" pitchFamily="2" charset="-122"/>
              </a:rPr>
              <a:t>w</a:t>
            </a:r>
            <a:r>
              <a:rPr lang="en-US" altLang="zh-CN" sz="2000" baseline="-25000">
                <a:ea typeface="宋体" panose="02010600030101010101" pitchFamily="2" charset="-122"/>
              </a:rPr>
              <a:t>ij</a:t>
            </a:r>
            <a:r>
              <a:rPr lang="zh-CN" altLang="zh-CN" sz="2000">
                <a:ea typeface="宋体" panose="02010600030101010101" pitchFamily="2" charset="-122"/>
              </a:rPr>
              <a:t>对应第</a:t>
            </a:r>
            <a:r>
              <a:rPr lang="en-US" altLang="zh-CN" sz="2000">
                <a:ea typeface="宋体" panose="02010600030101010101" pitchFamily="2" charset="-122"/>
              </a:rPr>
              <a:t>i</a:t>
            </a:r>
            <a:r>
              <a:rPr lang="zh-CN" altLang="zh-CN" sz="2000">
                <a:ea typeface="宋体" panose="02010600030101010101" pitchFamily="2" charset="-122"/>
              </a:rPr>
              <a:t>个数字的图像的第</a:t>
            </a:r>
            <a:r>
              <a:rPr lang="en-US" altLang="zh-CN" sz="2000">
                <a:ea typeface="宋体" panose="02010600030101010101" pitchFamily="2" charset="-122"/>
              </a:rPr>
              <a:t>j</a:t>
            </a:r>
            <a:r>
              <a:rPr lang="zh-CN" altLang="zh-CN" sz="2000">
                <a:ea typeface="宋体" panose="02010600030101010101" pitchFamily="2" charset="-122"/>
              </a:rPr>
              <a:t>个像素的</a:t>
            </a:r>
            <a:r>
              <a:rPr lang="en-US" altLang="zh-CN" sz="2000">
                <a:ea typeface="宋体" panose="02010600030101010101" pitchFamily="2" charset="-122"/>
              </a:rPr>
              <a:t>bitmap</a:t>
            </a:r>
            <a:r>
              <a:rPr lang="zh-CN" altLang="zh-CN" sz="2000">
                <a:ea typeface="宋体" panose="02010600030101010101" pitchFamily="2" charset="-122"/>
              </a:rPr>
              <a:t>编码，则输出层</a:t>
            </a:r>
            <a:r>
              <a:rPr lang="en-US" altLang="zh-CN" sz="2000">
                <a:ea typeface="宋体" panose="02010600030101010101" pitchFamily="2" charset="-122"/>
              </a:rPr>
              <a:t>10</a:t>
            </a:r>
            <a:r>
              <a:rPr lang="zh-CN" altLang="zh-CN" sz="2000">
                <a:ea typeface="宋体" panose="02010600030101010101" pitchFamily="2" charset="-122"/>
              </a:rPr>
              <a:t>个神经元中第</a:t>
            </a:r>
            <a:r>
              <a:rPr lang="en-US" altLang="zh-CN" sz="2000">
                <a:ea typeface="宋体" panose="02010600030101010101" pitchFamily="2" charset="-122"/>
              </a:rPr>
              <a:t>i</a:t>
            </a:r>
            <a:r>
              <a:rPr lang="zh-CN" altLang="zh-CN" sz="2000">
                <a:ea typeface="宋体" panose="02010600030101010101" pitchFamily="2" charset="-122"/>
              </a:rPr>
              <a:t>个神经元的输出</a:t>
            </a:r>
            <a:r>
              <a:rPr lang="en-US" altLang="zh-CN" sz="2000">
                <a:ea typeface="宋体" panose="02010600030101010101" pitchFamily="2" charset="-122"/>
              </a:rPr>
              <a:t>y</a:t>
            </a:r>
            <a:r>
              <a:rPr lang="en-US" altLang="zh-CN" sz="2000" baseline="-25000">
                <a:ea typeface="宋体" panose="02010600030101010101" pitchFamily="2" charset="-122"/>
              </a:rPr>
              <a:t>i</a:t>
            </a:r>
            <a:r>
              <a:rPr lang="zh-CN" altLang="zh-CN" sz="2000">
                <a:ea typeface="宋体" panose="02010600030101010101" pitchFamily="2" charset="-122"/>
              </a:rPr>
              <a:t>由如下式子得出：</a:t>
            </a:r>
            <a:endParaRPr lang="en-US" altLang="zh-CN" sz="2000">
              <a:ea typeface="宋体" panose="02010600030101010101" pitchFamily="2" charset="-122"/>
            </a:endParaRPr>
          </a:p>
          <a:p>
            <a:endParaRPr lang="en-US" altLang="zh-CN" sz="2000">
              <a:ea typeface="宋体" panose="02010600030101010101" pitchFamily="2" charset="-122"/>
            </a:endParaRPr>
          </a:p>
          <a:p>
            <a:endParaRPr lang="en-US" altLang="zh-CN" sz="20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000">
                <a:ea typeface="宋体" panose="02010600030101010101" pitchFamily="2" charset="-122"/>
              </a:rPr>
              <a:t>该值越接近于</a:t>
            </a:r>
            <a:r>
              <a:rPr lang="en-US" altLang="zh-CN" sz="2000">
                <a:ea typeface="宋体" panose="02010600030101010101" pitchFamily="2" charset="-122"/>
              </a:rPr>
              <a:t>0</a:t>
            </a:r>
            <a:r>
              <a:rPr lang="zh-CN" altLang="zh-CN" sz="2000">
                <a:ea typeface="宋体" panose="02010600030101010101" pitchFamily="2" charset="-122"/>
              </a:rPr>
              <a:t>，则原始图像越接近于第</a:t>
            </a:r>
            <a:r>
              <a:rPr lang="en-US" altLang="zh-CN" sz="2000">
                <a:ea typeface="宋体" panose="02010600030101010101" pitchFamily="2" charset="-122"/>
              </a:rPr>
              <a:t>i</a:t>
            </a:r>
            <a:r>
              <a:rPr lang="zh-CN" altLang="zh-CN" sz="2000">
                <a:ea typeface="宋体" panose="02010600030101010101" pitchFamily="2" charset="-122"/>
              </a:rPr>
              <a:t>个数字的图像（越接近于其</a:t>
            </a:r>
            <a:r>
              <a:rPr lang="en-US" altLang="zh-CN" sz="2000">
                <a:ea typeface="宋体" panose="02010600030101010101" pitchFamily="2" charset="-122"/>
              </a:rPr>
              <a:t>bitmap</a:t>
            </a:r>
            <a:r>
              <a:rPr lang="zh-CN" altLang="zh-CN" sz="2000">
                <a:ea typeface="宋体" panose="02010600030101010101" pitchFamily="2" charset="-122"/>
              </a:rPr>
              <a:t>编码图），则表示当前网络输入的识别结果就是数字</a:t>
            </a:r>
            <a:r>
              <a:rPr lang="en-US" altLang="zh-CN" sz="2000">
                <a:ea typeface="宋体" panose="02010600030101010101" pitchFamily="2" charset="-122"/>
              </a:rPr>
              <a:t>i</a:t>
            </a:r>
            <a:endParaRPr lang="zh-CN" altLang="zh-CN" sz="2000">
              <a:ea typeface="宋体" panose="02010600030101010101" pitchFamily="2" charset="-122"/>
            </a:endParaRPr>
          </a:p>
          <a:p>
            <a:endParaRPr lang="zh-CN" altLang="zh-CN" sz="2000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611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EBB29DB-D255-450F-8D6B-F1A701BC9DDA}" type="datetime4">
              <a:rPr lang="zh-CN" altLang="en-US" sz="1200" smtClean="0"/>
              <a:pPr/>
              <a:t>2022年10月20日星期四</a:t>
            </a:fld>
            <a:endParaRPr lang="en-US" altLang="zh-CN" sz="1200"/>
          </a:p>
        </p:txBody>
      </p:sp>
      <p:sp>
        <p:nvSpPr>
          <p:cNvPr id="6861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16CDD92-0497-4FE9-9F63-6A0DEF0B4BBF}" type="slidenum">
              <a:rPr lang="zh-CN" altLang="en-US" sz="1200"/>
              <a:pPr/>
              <a:t>92</a:t>
            </a:fld>
            <a:endParaRPr lang="en-US" altLang="zh-CN" sz="1200"/>
          </a:p>
        </p:txBody>
      </p:sp>
      <p:pic>
        <p:nvPicPr>
          <p:cNvPr id="68613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876800"/>
            <a:ext cx="212407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4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76213"/>
            <a:ext cx="8988425" cy="325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/>
              <p14:cNvContentPartPr/>
              <p14:nvPr/>
            </p14:nvContentPartPr>
            <p14:xfrm>
              <a:off x="6096240" y="723960"/>
              <a:ext cx="1138320" cy="20016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86880" y="714600"/>
                <a:ext cx="1157040" cy="218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>
                <a:ea typeface="宋体" panose="02010600030101010101" pitchFamily="2" charset="-122"/>
              </a:rPr>
              <a:t>卷积神经网络在使用时，往往使用多层卷积，然后再使用全连接层进行训练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zh-CN">
                <a:ea typeface="宋体" panose="02010600030101010101" pitchFamily="2" charset="-122"/>
              </a:rPr>
              <a:t>卷积和池化层只会提取特征，并减少原始图像带来的参数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zh-CN">
                <a:ea typeface="宋体" panose="02010600030101010101" pitchFamily="2" charset="-122"/>
              </a:rPr>
              <a:t>全连接层在整个卷积神经网络中起到</a:t>
            </a:r>
            <a:r>
              <a:rPr lang="en-US" altLang="zh-CN">
                <a:ea typeface="宋体" panose="02010600030101010101" pitchFamily="2" charset="-122"/>
              </a:rPr>
              <a:t>“</a:t>
            </a:r>
            <a:r>
              <a:rPr lang="zh-CN" altLang="zh-CN">
                <a:ea typeface="宋体" panose="02010600030101010101" pitchFamily="2" charset="-122"/>
              </a:rPr>
              <a:t>分类器</a:t>
            </a:r>
            <a:r>
              <a:rPr lang="en-US" altLang="zh-CN">
                <a:ea typeface="宋体" panose="02010600030101010101" pitchFamily="2" charset="-122"/>
              </a:rPr>
              <a:t>”</a:t>
            </a:r>
            <a:r>
              <a:rPr lang="zh-CN" altLang="zh-CN">
                <a:ea typeface="宋体" panose="02010600030101010101" pitchFamily="2" charset="-122"/>
              </a:rPr>
              <a:t>的作用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zh-CN">
                <a:ea typeface="宋体" panose="02010600030101010101" pitchFamily="2" charset="-122"/>
              </a:rPr>
              <a:t>之所以要多层卷积，是因为单层卷积学到的特征是局部的，卷积的层数越多，学到的特征就越全局化。当然，网络也就越复杂</a:t>
            </a:r>
            <a:endParaRPr lang="en-US" altLang="zh-CN">
              <a:ea typeface="宋体" panose="02010600030101010101" pitchFamily="2" charset="-122"/>
            </a:endParaRPr>
          </a:p>
          <a:p>
            <a:endParaRPr lang="zh-CN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963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8F6AD53-C089-40AE-BEAA-6343415F8D2E}" type="datetime4">
              <a:rPr lang="zh-CN" altLang="en-US" sz="1200" smtClean="0"/>
              <a:pPr/>
              <a:t>2022年10月20日星期四</a:t>
            </a:fld>
            <a:endParaRPr lang="en-US" altLang="zh-CN" sz="1200"/>
          </a:p>
        </p:txBody>
      </p:sp>
      <p:sp>
        <p:nvSpPr>
          <p:cNvPr id="6963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622746A-0E90-4790-BF9A-D266BF4BBAE5}" type="slidenum">
              <a:rPr lang="zh-CN" altLang="en-US" sz="1200"/>
              <a:pPr/>
              <a:t>93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a typeface="宋体" panose="02010600030101010101" pitchFamily="2" charset="-122"/>
              </a:rPr>
              <a:t>训练过程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卷积神经网络的训练过程与传统神经网络类似，也是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参照了反向传播算法</a:t>
            </a:r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>
                <a:ea typeface="宋体" panose="02010600030101010101" pitchFamily="2" charset="-122"/>
              </a:rPr>
              <a:t>第一阶段，向前传播阶段：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>
                <a:ea typeface="宋体" panose="02010600030101010101" pitchFamily="2" charset="-122"/>
              </a:rPr>
              <a:t>）从样本集中取一个样本</a:t>
            </a:r>
            <a:r>
              <a:rPr lang="en-US" altLang="zh-CN">
                <a:ea typeface="宋体" panose="02010600030101010101" pitchFamily="2" charset="-122"/>
              </a:rPr>
              <a:t>(X,Y</a:t>
            </a:r>
            <a:r>
              <a:rPr lang="en-US" altLang="zh-CN" baseline="-25000">
                <a:ea typeface="宋体" panose="02010600030101010101" pitchFamily="2" charset="-122"/>
              </a:rPr>
              <a:t>p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r>
              <a:rPr lang="zh-CN" altLang="en-US">
                <a:ea typeface="宋体" panose="02010600030101010101" pitchFamily="2" charset="-122"/>
              </a:rPr>
              <a:t>，将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zh-CN" altLang="en-US">
                <a:ea typeface="宋体" panose="02010600030101010101" pitchFamily="2" charset="-122"/>
              </a:rPr>
              <a:t>输入网络；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zh-CN" altLang="en-US">
                <a:ea typeface="宋体" panose="02010600030101010101" pitchFamily="2" charset="-122"/>
              </a:rPr>
              <a:t>）计算相应的实际输出</a:t>
            </a:r>
            <a:r>
              <a:rPr lang="en-US" altLang="zh-CN">
                <a:ea typeface="宋体" panose="02010600030101010101" pitchFamily="2" charset="-122"/>
              </a:rPr>
              <a:t>O</a:t>
            </a:r>
            <a:r>
              <a:rPr lang="en-US" altLang="zh-CN" baseline="-25000">
                <a:ea typeface="宋体" panose="02010600030101010101" pitchFamily="2" charset="-122"/>
              </a:rPr>
              <a:t>p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>
                <a:ea typeface="宋体" panose="02010600030101010101" pitchFamily="2" charset="-122"/>
              </a:rPr>
              <a:t>第二阶段，向后传播阶段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>
                <a:ea typeface="宋体" panose="02010600030101010101" pitchFamily="2" charset="-122"/>
              </a:rPr>
              <a:t>）计算实际输出</a:t>
            </a:r>
            <a:r>
              <a:rPr lang="en-US" altLang="zh-CN">
                <a:ea typeface="宋体" panose="02010600030101010101" pitchFamily="2" charset="-122"/>
              </a:rPr>
              <a:t>O</a:t>
            </a:r>
            <a:r>
              <a:rPr lang="en-US" altLang="zh-CN" baseline="-25000">
                <a:ea typeface="宋体" panose="02010600030101010101" pitchFamily="2" charset="-122"/>
              </a:rPr>
              <a:t>p</a:t>
            </a:r>
            <a:r>
              <a:rPr lang="zh-CN" altLang="en-US">
                <a:ea typeface="宋体" panose="02010600030101010101" pitchFamily="2" charset="-122"/>
              </a:rPr>
              <a:t>与相应的理想输出</a:t>
            </a:r>
            <a:r>
              <a:rPr lang="en-US" altLang="zh-CN">
                <a:ea typeface="宋体" panose="02010600030101010101" pitchFamily="2" charset="-122"/>
              </a:rPr>
              <a:t>Y</a:t>
            </a:r>
            <a:r>
              <a:rPr lang="en-US" altLang="zh-CN" baseline="-25000">
                <a:ea typeface="宋体" panose="02010600030101010101" pitchFamily="2" charset="-122"/>
              </a:rPr>
              <a:t>p</a:t>
            </a:r>
            <a:r>
              <a:rPr lang="zh-CN" altLang="en-US">
                <a:ea typeface="宋体" panose="02010600030101010101" pitchFamily="2" charset="-122"/>
              </a:rPr>
              <a:t>的差；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zh-CN" altLang="en-US">
                <a:ea typeface="宋体" panose="02010600030101010101" pitchFamily="2" charset="-122"/>
              </a:rPr>
              <a:t>）按极小化误差的方法反向传播调整权矩阵。</a:t>
            </a:r>
          </a:p>
          <a:p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6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6ABC51-0FB5-4C0E-841A-1F9543EE345C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2022年10月20日星期四</a:t>
            </a:fld>
            <a:endParaRPr lang="en-US" altLang="zh-CN" sz="1200"/>
          </a:p>
        </p:txBody>
      </p:sp>
      <p:sp>
        <p:nvSpPr>
          <p:cNvPr id="7066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2480483-0B13-4CA5-8E29-80860EE4171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Stanford cs224n</a:t>
            </a:r>
            <a:r>
              <a:rPr lang="zh-CN" altLang="en-US" dirty="0"/>
              <a:t>：</a:t>
            </a:r>
            <a:r>
              <a:rPr lang="en-US" altLang="zh-CN" dirty="0"/>
              <a:t>Natural Language Processing with Deep Learning</a:t>
            </a:r>
            <a:r>
              <a:rPr lang="zh-CN" altLang="en-US" dirty="0"/>
              <a:t>，</a:t>
            </a:r>
            <a:r>
              <a:rPr lang="en-US" altLang="zh-CN" dirty="0"/>
              <a:t>http://web.stanford.edu/class/cs224n/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95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4709096"/>
      </p:ext>
    </p:extLst>
  </p:cSld>
  <p:clrMapOvr>
    <a:masterClrMapping/>
  </p:clrMapOvr>
  <p:transition>
    <p:zoom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常用的激活函数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https://blog.csdn.net/tyhj_sf/article/details/79932893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96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1897927"/>
      </p:ext>
    </p:extLst>
  </p:cSld>
  <p:clrMapOvr>
    <a:masterClrMapping/>
  </p:clrMapOvr>
  <p:transition>
    <p:zoom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Sigmoid</a:t>
            </a:r>
            <a:r>
              <a:rPr lang="zh-CN" altLang="en-US" dirty="0"/>
              <a:t>和</a:t>
            </a:r>
            <a:r>
              <a:rPr lang="en-US" altLang="zh-CN" dirty="0" err="1"/>
              <a:t>softmax</a:t>
            </a:r>
            <a:r>
              <a:rPr lang="zh-CN" altLang="en-US" dirty="0"/>
              <a:t>的区别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97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1371600"/>
            <a:ext cx="8001001" cy="512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03013"/>
      </p:ext>
    </p:extLst>
  </p:cSld>
  <p:clrMapOvr>
    <a:masterClrMapping/>
  </p:clrMapOvr>
  <p:transition>
    <p:zoom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关于梯度消失或者爆炸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本质在于，求导算梯度时，前面的层上的梯度是来自后面的层上项的乘积。所以如果各项小于</a:t>
            </a:r>
            <a:r>
              <a:rPr lang="en-US" altLang="zh-CN" dirty="0"/>
              <a:t>1</a:t>
            </a:r>
            <a:r>
              <a:rPr lang="zh-CN" altLang="en-US" dirty="0"/>
              <a:t>，则在后向传播时会出现梯度随着层数减少越来越小的情况（消失）。如果各项的值大于</a:t>
            </a:r>
            <a:r>
              <a:rPr lang="en-US" altLang="zh-CN" dirty="0"/>
              <a:t>1</a:t>
            </a:r>
            <a:r>
              <a:rPr lang="zh-CN" altLang="en-US" dirty="0"/>
              <a:t>，则会出现随着层数减少梯度越来越大的现象（爆炸）</a:t>
            </a:r>
            <a:endParaRPr lang="en-US" altLang="zh-CN" dirty="0"/>
          </a:p>
          <a:p>
            <a:r>
              <a:rPr lang="zh-CN" altLang="en-US" dirty="0"/>
              <a:t>相关介绍：</a:t>
            </a:r>
            <a:r>
              <a:rPr lang="en-US" altLang="zh-CN" dirty="0"/>
              <a:t>https://www.jianshu.com/p/917f71b06499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98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0490000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19014</TotalTime>
  <Words>5534</Words>
  <Application>Microsoft Macintosh PowerPoint</Application>
  <PresentationFormat>全屏显示(4:3)</PresentationFormat>
  <Paragraphs>636</Paragraphs>
  <Slides>98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98</vt:i4>
      </vt:variant>
    </vt:vector>
  </HeadingPairs>
  <TitlesOfParts>
    <vt:vector size="108" baseType="lpstr">
      <vt:lpstr>宋体</vt:lpstr>
      <vt:lpstr>Arial</vt:lpstr>
      <vt:lpstr>Cambria Math</vt:lpstr>
      <vt:lpstr>Tahoma</vt:lpstr>
      <vt:lpstr>Times New Roman</vt:lpstr>
      <vt:lpstr>Wingdings</vt:lpstr>
      <vt:lpstr>Blends</vt:lpstr>
      <vt:lpstr>Equation.3</vt:lpstr>
      <vt:lpstr>公式</vt:lpstr>
      <vt:lpstr>Equation</vt:lpstr>
      <vt:lpstr>本讲内容</vt:lpstr>
      <vt:lpstr>神经网络</vt:lpstr>
      <vt:lpstr>神经网络</vt:lpstr>
      <vt:lpstr>神经网络</vt:lpstr>
      <vt:lpstr>神经网络</vt:lpstr>
      <vt:lpstr>神经网络</vt:lpstr>
      <vt:lpstr>神经网络</vt:lpstr>
      <vt:lpstr>PowerPoint 演示文稿</vt:lpstr>
      <vt:lpstr>PowerPoint 演示文稿</vt:lpstr>
      <vt:lpstr>常用的神经网络</vt:lpstr>
      <vt:lpstr>深度神经网络</vt:lpstr>
      <vt:lpstr>深度学习</vt:lpstr>
      <vt:lpstr>深度学习</vt:lpstr>
      <vt:lpstr>PowerPoint 演示文稿</vt:lpstr>
      <vt:lpstr>深度学习</vt:lpstr>
      <vt:lpstr>PowerPoint 演示文稿</vt:lpstr>
      <vt:lpstr>PowerPoint 演示文稿</vt:lpstr>
      <vt:lpstr>PowerPoint 演示文稿</vt:lpstr>
      <vt:lpstr>PowerPoint 演示文稿</vt:lpstr>
      <vt:lpstr>基于神经网络的分类方法</vt:lpstr>
      <vt:lpstr>基于神经网络的分类方法</vt:lpstr>
      <vt:lpstr>基于神经网络的分类方法</vt:lpstr>
      <vt:lpstr>基于神经网络的分类方法</vt:lpstr>
      <vt:lpstr>后向传播算法</vt:lpstr>
      <vt:lpstr>定义网络拓扑 </vt:lpstr>
      <vt:lpstr>定义网络拓扑 </vt:lpstr>
      <vt:lpstr>定义网络拓扑 </vt:lpstr>
      <vt:lpstr>定义网络拓扑</vt:lpstr>
      <vt:lpstr>后向传播算法</vt:lpstr>
      <vt:lpstr>后向传播算法</vt:lpstr>
      <vt:lpstr>后向传播算法</vt:lpstr>
      <vt:lpstr>后向传播算法</vt:lpstr>
      <vt:lpstr>向前传播输入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向后传播误差</vt:lpstr>
      <vt:lpstr>向后传播误差</vt:lpstr>
      <vt:lpstr>向后传播误差</vt:lpstr>
      <vt:lpstr>后向传播算法</vt:lpstr>
      <vt:lpstr>前向传播</vt:lpstr>
      <vt:lpstr>反向传播</vt:lpstr>
      <vt:lpstr>损失函数（Loss function）</vt:lpstr>
      <vt:lpstr>损失函数</vt:lpstr>
      <vt:lpstr>最优化（Optimize）</vt:lpstr>
      <vt:lpstr>梯度下降</vt:lpstr>
      <vt:lpstr>PowerPoint 演示文稿</vt:lpstr>
      <vt:lpstr>PowerPoint 演示文稿</vt:lpstr>
      <vt:lpstr>PowerPoint 演示文稿</vt:lpstr>
      <vt:lpstr>梯度下降（GD） https://www.cnblogs.com/pinard/p/5970503.html</vt:lpstr>
      <vt:lpstr>梯度下降（GD）</vt:lpstr>
      <vt:lpstr>梯度下降（GD）</vt:lpstr>
      <vt:lpstr>梯度下降（GD）</vt:lpstr>
      <vt:lpstr>DNN反向传播</vt:lpstr>
      <vt:lpstr>简单导数计算</vt:lpstr>
      <vt:lpstr>Sigmod激活函数的求导</vt:lpstr>
      <vt:lpstr>PowerPoint 演示文稿</vt:lpstr>
      <vt:lpstr>PowerPoint 演示文稿</vt:lpstr>
      <vt:lpstr>PowerPoint 演示文稿</vt:lpstr>
      <vt:lpstr>Example</vt:lpstr>
      <vt:lpstr>人类视觉原理</vt:lpstr>
      <vt:lpstr>CNN</vt:lpstr>
      <vt:lpstr>PowerPoint 演示文稿</vt:lpstr>
      <vt:lpstr>CNN</vt:lpstr>
      <vt:lpstr>What is CNN?</vt:lpstr>
      <vt:lpstr>CNN</vt:lpstr>
      <vt:lpstr>PowerPoint 演示文稿</vt:lpstr>
      <vt:lpstr>PowerPoint 演示文稿</vt:lpstr>
      <vt:lpstr>为什么要降低参数量级？</vt:lpstr>
      <vt:lpstr>CNN</vt:lpstr>
      <vt:lpstr>An Example of 2-D Convolution</vt:lpstr>
      <vt:lpstr>PowerPoint 演示文稿</vt:lpstr>
      <vt:lpstr>卷积（Convolution）</vt:lpstr>
      <vt:lpstr>卷积（Convolution）</vt:lpstr>
      <vt:lpstr>卷积（Convolution）</vt:lpstr>
      <vt:lpstr>PowerPoint 演示文稿</vt:lpstr>
      <vt:lpstr>PowerPoint 演示文稿</vt:lpstr>
      <vt:lpstr>PowerPoint 演示文稿</vt:lpstr>
      <vt:lpstr>池化（Pooling）</vt:lpstr>
      <vt:lpstr>PowerPoint 演示文稿</vt:lpstr>
      <vt:lpstr>其它常见层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训练过程</vt:lpstr>
      <vt:lpstr>PowerPoint 演示文稿</vt:lpstr>
      <vt:lpstr>常用的激活函数</vt:lpstr>
      <vt:lpstr>Sigmoid和softmax的区别</vt:lpstr>
      <vt:lpstr>关于梯度消失或者爆炸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7class</dc:title>
  <dc:creator>Jiawei Han</dc:creator>
  <cp:lastModifiedBy>Microsoft Office User</cp:lastModifiedBy>
  <cp:revision>472</cp:revision>
  <cp:lastPrinted>1999-09-10T20:38:56Z</cp:lastPrinted>
  <dcterms:created xsi:type="dcterms:W3CDTF">1998-06-19T04:38:52Z</dcterms:created>
  <dcterms:modified xsi:type="dcterms:W3CDTF">2022-10-20T05:47:26Z</dcterms:modified>
  <cp:category>data mining book slides</cp:category>
</cp:coreProperties>
</file>