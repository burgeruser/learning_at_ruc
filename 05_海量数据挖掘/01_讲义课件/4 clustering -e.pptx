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emf" ContentType="image/x-emf"/>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7"/>
  </p:notesMasterIdLst>
  <p:handoutMasterIdLst>
    <p:handoutMasterId r:id="rId44"/>
  </p:handoutMasterIdLst>
  <p:sldIdLst>
    <p:sldId id="1315" r:id="rId3"/>
    <p:sldId id="1316" r:id="rId4"/>
    <p:sldId id="1317" r:id="rId5"/>
    <p:sldId id="1318" r:id="rId6"/>
    <p:sldId id="1319" r:id="rId7"/>
    <p:sldId id="1355" r:id="rId8"/>
    <p:sldId id="1356" r:id="rId9"/>
    <p:sldId id="1357" r:id="rId10"/>
    <p:sldId id="1358" r:id="rId11"/>
    <p:sldId id="1359" r:id="rId12"/>
    <p:sldId id="1360" r:id="rId13"/>
    <p:sldId id="1361" r:id="rId14"/>
    <p:sldId id="1362" r:id="rId15"/>
    <p:sldId id="1323" r:id="rId16"/>
    <p:sldId id="1354" r:id="rId18"/>
    <p:sldId id="1324" r:id="rId19"/>
    <p:sldId id="1330" r:id="rId20"/>
    <p:sldId id="1331" r:id="rId21"/>
    <p:sldId id="1332" r:id="rId22"/>
    <p:sldId id="1341" r:id="rId23"/>
    <p:sldId id="1342" r:id="rId24"/>
    <p:sldId id="1333" r:id="rId25"/>
    <p:sldId id="1334" r:id="rId26"/>
    <p:sldId id="1335" r:id="rId27"/>
    <p:sldId id="1336" r:id="rId28"/>
    <p:sldId id="1337" r:id="rId29"/>
    <p:sldId id="1338" r:id="rId30"/>
    <p:sldId id="1339" r:id="rId31"/>
    <p:sldId id="1340" r:id="rId32"/>
    <p:sldId id="1343" r:id="rId33"/>
    <p:sldId id="1344" r:id="rId34"/>
    <p:sldId id="1345" r:id="rId35"/>
    <p:sldId id="1346" r:id="rId36"/>
    <p:sldId id="1347" r:id="rId37"/>
    <p:sldId id="1348" r:id="rId38"/>
    <p:sldId id="1349" r:id="rId39"/>
    <p:sldId id="1350" r:id="rId40"/>
    <p:sldId id="1351" r:id="rId41"/>
    <p:sldId id="1352" r:id="rId42"/>
    <p:sldId id="1353" r:id="rId43"/>
  </p:sldIdLst>
  <p:sldSz cx="9144000" cy="6858000" type="screen4x3"/>
  <p:notesSz cx="6834505" cy="9979025"/>
  <p:custDataLst>
    <p:tags r:id="rId48"/>
  </p:custDataLst>
  <p:defaultTextStyle>
    <a:defPPr>
      <a:defRPr lang="en-US"/>
    </a:defPPr>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vl6pPr marL="2286000" lvl="5"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6pPr>
    <a:lvl7pPr marL="2743200" lvl="6"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7pPr>
    <a:lvl8pPr marL="3200400" lvl="7"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8pPr>
    <a:lvl9pPr marL="3657600" lvl="8"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6E6EA"/>
    <a:srgbClr val="FAE2F6"/>
    <a:srgbClr val="170981"/>
    <a:srgbClr val="121328"/>
    <a:srgbClr val="D7FDF9"/>
    <a:srgbClr val="003366"/>
    <a:srgbClr val="006699"/>
    <a:srgbClr val="CC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showOutlineIcons="0">
    <p:restoredLeft sz="13948"/>
    <p:restoredTop sz="98586"/>
  </p:normalViewPr>
  <p:slideViewPr>
    <p:cSldViewPr showGuides="1">
      <p:cViewPr varScale="1">
        <p:scale>
          <a:sx n="60" d="100"/>
          <a:sy n="60" d="100"/>
        </p:scale>
        <p:origin x="1521" y="4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8" Type="http://schemas.openxmlformats.org/officeDocument/2006/relationships/tags" Target="tags/tag1.xml"/><Relationship Id="rId47" Type="http://schemas.openxmlformats.org/officeDocument/2006/relationships/tableStyles" Target="tableStyles.xml"/><Relationship Id="rId46" Type="http://schemas.openxmlformats.org/officeDocument/2006/relationships/viewProps" Target="viewProps.xml"/><Relationship Id="rId45" Type="http://schemas.openxmlformats.org/officeDocument/2006/relationships/presProps" Target="presProps.xml"/><Relationship Id="rId44" Type="http://schemas.openxmlformats.org/officeDocument/2006/relationships/handoutMaster" Target="handoutMasters/handoutMaster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notesMaster" Target="notesMasters/notesMaster1.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image" Target="../media/image2.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image" Target="../media/image4.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5.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23906" name="Rectangle 2"/>
          <p:cNvSpPr>
            <a:spLocks noGrp="1" noChangeArrowheads="1"/>
          </p:cNvSpPr>
          <p:nvPr>
            <p:ph type="hdr" sz="quarter"/>
          </p:nvPr>
        </p:nvSpPr>
        <p:spPr bwMode="auto">
          <a:xfrm>
            <a:off x="0" y="0"/>
            <a:ext cx="2962275" cy="498475"/>
          </a:xfrm>
          <a:prstGeom prst="rect">
            <a:avLst/>
          </a:prstGeom>
          <a:noFill/>
          <a:ln w="9525">
            <a:noFill/>
            <a:miter lim="800000"/>
          </a:ln>
          <a:effectLst/>
        </p:spPr>
        <p:txBody>
          <a:bodyPr vert="horz" wrap="square" lIns="96068" tIns="48035" rIns="96068" bIns="48035" numCol="1" anchor="t" anchorCtr="0" compatLnSpc="1"/>
          <a:lstStyle>
            <a:lvl1pPr algn="l" defTabSz="960755" eaLnBrk="0" hangingPunct="0">
              <a:defRPr sz="1300" smtClean="0">
                <a:latin typeface="Times New Roman" panose="02020603050405020304" pitchFamily="18" charset="0"/>
              </a:defRPr>
            </a:lvl1pPr>
          </a:lstStyle>
          <a:p>
            <a:pPr marL="0" marR="0" lvl="0" indent="0" algn="l" defTabSz="960755" rtl="0" eaLnBrk="0" fontAlgn="base" latinLnBrk="0" hangingPunct="0">
              <a:lnSpc>
                <a:spcPct val="100000"/>
              </a:lnSpc>
              <a:spcBef>
                <a:spcPct val="0"/>
              </a:spcBef>
              <a:spcAft>
                <a:spcPct val="0"/>
              </a:spcAft>
              <a:buClrTx/>
              <a:buSzTx/>
              <a:buFontTx/>
              <a:buNone/>
              <a:defRPr/>
            </a:pPr>
            <a:endParaRPr kumimoji="0" lang="zh-CN" altLang="en-US" sz="13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123907" name="Rectangle 3"/>
          <p:cNvSpPr>
            <a:spLocks noGrp="1" noChangeArrowheads="1"/>
          </p:cNvSpPr>
          <p:nvPr>
            <p:ph type="dt" sz="quarter" idx="1"/>
          </p:nvPr>
        </p:nvSpPr>
        <p:spPr bwMode="auto">
          <a:xfrm>
            <a:off x="3871913" y="0"/>
            <a:ext cx="2962275" cy="498475"/>
          </a:xfrm>
          <a:prstGeom prst="rect">
            <a:avLst/>
          </a:prstGeom>
          <a:noFill/>
          <a:ln w="9525">
            <a:noFill/>
            <a:miter lim="800000"/>
          </a:ln>
          <a:effectLst/>
        </p:spPr>
        <p:txBody>
          <a:bodyPr vert="horz" wrap="square" lIns="96068" tIns="48035" rIns="96068" bIns="48035" numCol="1" anchor="t" anchorCtr="0" compatLnSpc="1"/>
          <a:lstStyle>
            <a:lvl1pPr algn="r" defTabSz="960755" eaLnBrk="0" hangingPunct="0">
              <a:defRPr sz="1300" smtClean="0">
                <a:latin typeface="Times New Roman" panose="02020603050405020304" pitchFamily="18" charset="0"/>
              </a:defRPr>
            </a:lvl1pPr>
          </a:lstStyle>
          <a:p>
            <a:pPr marL="0" marR="0" lvl="0" indent="0" algn="r" defTabSz="960755" rtl="0" eaLnBrk="0" fontAlgn="base" latinLnBrk="0" hangingPunct="0">
              <a:lnSpc>
                <a:spcPct val="100000"/>
              </a:lnSpc>
              <a:spcBef>
                <a:spcPct val="0"/>
              </a:spcBef>
              <a:spcAft>
                <a:spcPct val="0"/>
              </a:spcAft>
              <a:buClrTx/>
              <a:buSzTx/>
              <a:buFontTx/>
              <a:buNone/>
              <a:defRPr/>
            </a:pPr>
            <a:endParaRPr kumimoji="0" lang="en-US" altLang="zh-CN" sz="13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123908" name="Rectangle 4"/>
          <p:cNvSpPr>
            <a:spLocks noGrp="1" noChangeArrowheads="1"/>
          </p:cNvSpPr>
          <p:nvPr>
            <p:ph type="ftr" sz="quarter" idx="2"/>
          </p:nvPr>
        </p:nvSpPr>
        <p:spPr bwMode="auto">
          <a:xfrm>
            <a:off x="0" y="9480550"/>
            <a:ext cx="2962275" cy="498475"/>
          </a:xfrm>
          <a:prstGeom prst="rect">
            <a:avLst/>
          </a:prstGeom>
          <a:noFill/>
          <a:ln w="9525">
            <a:noFill/>
            <a:miter lim="800000"/>
          </a:ln>
          <a:effectLst/>
        </p:spPr>
        <p:txBody>
          <a:bodyPr vert="horz" wrap="square" lIns="96068" tIns="48035" rIns="96068" bIns="48035" numCol="1" anchor="b" anchorCtr="0" compatLnSpc="1"/>
          <a:lstStyle>
            <a:lvl1pPr algn="l" defTabSz="960755" eaLnBrk="0" hangingPunct="0">
              <a:defRPr sz="1300" smtClean="0">
                <a:latin typeface="Times New Roman" panose="02020603050405020304" pitchFamily="18" charset="0"/>
              </a:defRPr>
            </a:lvl1pPr>
          </a:lstStyle>
          <a:p>
            <a:pPr marL="0" marR="0" lvl="0" indent="0" algn="l" defTabSz="960755" rtl="0" eaLnBrk="0" fontAlgn="base" latinLnBrk="0" hangingPunct="0">
              <a:lnSpc>
                <a:spcPct val="100000"/>
              </a:lnSpc>
              <a:spcBef>
                <a:spcPct val="0"/>
              </a:spcBef>
              <a:spcAft>
                <a:spcPct val="0"/>
              </a:spcAft>
              <a:buClrTx/>
              <a:buSzTx/>
              <a:buFontTx/>
              <a:buNone/>
              <a:defRPr/>
            </a:pPr>
            <a:endParaRPr kumimoji="0" lang="en-US" altLang="zh-CN" sz="13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123909" name="Rectangle 5"/>
          <p:cNvSpPr>
            <a:spLocks noGrp="1" noChangeArrowheads="1"/>
          </p:cNvSpPr>
          <p:nvPr>
            <p:ph type="sldNum" sz="quarter" idx="3"/>
          </p:nvPr>
        </p:nvSpPr>
        <p:spPr bwMode="auto">
          <a:xfrm>
            <a:off x="3871913" y="9480550"/>
            <a:ext cx="2962275" cy="498475"/>
          </a:xfrm>
          <a:prstGeom prst="rect">
            <a:avLst/>
          </a:prstGeom>
          <a:noFill/>
          <a:ln w="9525">
            <a:noFill/>
            <a:miter lim="800000"/>
          </a:ln>
          <a:effectLst/>
        </p:spPr>
        <p:txBody>
          <a:bodyPr vert="horz" wrap="square" lIns="96068" tIns="48035" rIns="96068" bIns="48035" numCol="1" anchor="b" anchorCtr="0" compatLnSpc="1"/>
          <a:lstStyle>
            <a:lvl1pPr algn="r" defTabSz="960755" eaLnBrk="0" hangingPunct="0">
              <a:defRPr sz="1300">
                <a:latin typeface="Times New Roman" panose="02020603050405020304" pitchFamily="18" charset="0"/>
              </a:defRPr>
            </a:lvl1pPr>
          </a:lstStyle>
          <a:p>
            <a:pPr marL="0" marR="0" lvl="0" indent="0" algn="r" defTabSz="960755" rtl="0" eaLnBrk="0" fontAlgn="base" latinLnBrk="0" hangingPunct="0">
              <a:lnSpc>
                <a:spcPct val="100000"/>
              </a:lnSpc>
              <a:spcBef>
                <a:spcPct val="0"/>
              </a:spcBef>
              <a:spcAft>
                <a:spcPct val="0"/>
              </a:spcAft>
              <a:buClrTx/>
              <a:buSzTx/>
              <a:buFontTx/>
              <a:buNone/>
              <a:defRPr/>
            </a:pPr>
            <a:fld id="{4E880B71-E65B-45ED-97EB-B6973AF232A3}" type="slidenum">
              <a:rPr kumimoji="0" lang="zh-CN" altLang="en-US" sz="13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mn-cs"/>
              </a:rPr>
            </a:fld>
            <a:endParaRPr kumimoji="0" lang="en-US" altLang="zh-CN" sz="13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mn-cs"/>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3314" name="Rectangle 2"/>
          <p:cNvSpPr>
            <a:spLocks noGrp="1" noChangeArrowheads="1"/>
          </p:cNvSpPr>
          <p:nvPr>
            <p:ph type="hdr" sz="quarter"/>
          </p:nvPr>
        </p:nvSpPr>
        <p:spPr bwMode="auto">
          <a:xfrm>
            <a:off x="0" y="0"/>
            <a:ext cx="2962275" cy="498475"/>
          </a:xfrm>
          <a:prstGeom prst="rect">
            <a:avLst/>
          </a:prstGeom>
          <a:noFill/>
          <a:ln w="9525">
            <a:noFill/>
            <a:miter lim="800000"/>
          </a:ln>
          <a:effectLst/>
        </p:spPr>
        <p:txBody>
          <a:bodyPr vert="horz" wrap="square" lIns="96068" tIns="48035" rIns="96068" bIns="48035" numCol="1" anchor="t" anchorCtr="0" compatLnSpc="1"/>
          <a:lstStyle>
            <a:lvl1pPr algn="l" defTabSz="960755" eaLnBrk="0" hangingPunct="0">
              <a:defRPr sz="1300" smtClean="0">
                <a:latin typeface="Times New Roman" panose="02020603050405020304" pitchFamily="18" charset="0"/>
              </a:defRPr>
            </a:lvl1pPr>
          </a:lstStyle>
          <a:p>
            <a:pPr marL="0" marR="0" lvl="0" indent="0" algn="l" defTabSz="960755" rtl="0" eaLnBrk="0" fontAlgn="base" latinLnBrk="0" hangingPunct="0">
              <a:lnSpc>
                <a:spcPct val="100000"/>
              </a:lnSpc>
              <a:spcBef>
                <a:spcPct val="0"/>
              </a:spcBef>
              <a:spcAft>
                <a:spcPct val="0"/>
              </a:spcAft>
              <a:buClrTx/>
              <a:buSzTx/>
              <a:buFontTx/>
              <a:buNone/>
              <a:defRPr/>
            </a:pPr>
            <a:endParaRPr kumimoji="0" lang="zh-CN" altLang="en-US" sz="13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13315" name="Rectangle 3"/>
          <p:cNvSpPr>
            <a:spLocks noGrp="1" noChangeArrowheads="1"/>
          </p:cNvSpPr>
          <p:nvPr>
            <p:ph type="dt" idx="1"/>
          </p:nvPr>
        </p:nvSpPr>
        <p:spPr bwMode="auto">
          <a:xfrm>
            <a:off x="3871913" y="0"/>
            <a:ext cx="2962275" cy="498475"/>
          </a:xfrm>
          <a:prstGeom prst="rect">
            <a:avLst/>
          </a:prstGeom>
          <a:noFill/>
          <a:ln w="9525">
            <a:noFill/>
            <a:miter lim="800000"/>
          </a:ln>
          <a:effectLst/>
        </p:spPr>
        <p:txBody>
          <a:bodyPr vert="horz" wrap="square" lIns="96068" tIns="48035" rIns="96068" bIns="48035" numCol="1" anchor="t" anchorCtr="0" compatLnSpc="1"/>
          <a:lstStyle>
            <a:lvl1pPr algn="r" defTabSz="960755" eaLnBrk="0" hangingPunct="0">
              <a:defRPr sz="1300" smtClean="0">
                <a:latin typeface="Times New Roman" panose="02020603050405020304" pitchFamily="18" charset="0"/>
              </a:defRPr>
            </a:lvl1pPr>
          </a:lstStyle>
          <a:p>
            <a:pPr marL="0" marR="0" lvl="0" indent="0" algn="r" defTabSz="960755" rtl="0" eaLnBrk="0" fontAlgn="base" latinLnBrk="0" hangingPunct="0">
              <a:lnSpc>
                <a:spcPct val="100000"/>
              </a:lnSpc>
              <a:spcBef>
                <a:spcPct val="0"/>
              </a:spcBef>
              <a:spcAft>
                <a:spcPct val="0"/>
              </a:spcAft>
              <a:buClrTx/>
              <a:buSzTx/>
              <a:buFontTx/>
              <a:buNone/>
              <a:defRPr/>
            </a:pPr>
            <a:endParaRPr kumimoji="0" lang="en-US" altLang="zh-CN" sz="13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3076" name="Rectangle 4"/>
          <p:cNvSpPr>
            <a:spLocks noTextEdit="1"/>
          </p:cNvSpPr>
          <p:nvPr>
            <p:ph type="sldImg" idx="2"/>
          </p:nvPr>
        </p:nvSpPr>
        <p:spPr>
          <a:xfrm>
            <a:off x="923925" y="749300"/>
            <a:ext cx="4986338" cy="3740150"/>
          </a:xfrm>
          <a:prstGeom prst="rect">
            <a:avLst/>
          </a:prstGeom>
          <a:noFill/>
          <a:ln w="9525" cap="flat" cmpd="sng">
            <a:solidFill>
              <a:srgbClr val="000000"/>
            </a:solidFill>
            <a:prstDash val="solid"/>
            <a:miter/>
            <a:headEnd type="none" w="med" len="med"/>
            <a:tailEnd type="none" w="med" len="med"/>
          </a:ln>
        </p:spPr>
      </p:sp>
      <p:sp>
        <p:nvSpPr>
          <p:cNvPr id="13317" name="Rectangle 5"/>
          <p:cNvSpPr>
            <a:spLocks noGrp="1" noChangeArrowheads="1"/>
          </p:cNvSpPr>
          <p:nvPr>
            <p:ph type="body" sz="quarter" idx="3"/>
          </p:nvPr>
        </p:nvSpPr>
        <p:spPr bwMode="auto">
          <a:xfrm>
            <a:off x="911225" y="4740275"/>
            <a:ext cx="5011738" cy="4489450"/>
          </a:xfrm>
          <a:prstGeom prst="rect">
            <a:avLst/>
          </a:prstGeom>
          <a:noFill/>
          <a:ln w="9525">
            <a:noFill/>
            <a:miter lim="800000"/>
          </a:ln>
          <a:effectLst/>
        </p:spPr>
        <p:txBody>
          <a:bodyPr vert="horz" wrap="square" lIns="96068" tIns="48035" rIns="96068" bIns="48035"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mn-cs"/>
              </a:rPr>
              <a:t>Click to edit Master text styles</a:t>
            </a:r>
            <a:endParaRPr kumimoji="0" lang="en-US" altLang="zh-CN" sz="12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mn-cs"/>
              </a:rPr>
              <a:t>Second level</a:t>
            </a:r>
            <a:endParaRPr kumimoji="0" lang="en-US" altLang="zh-CN" sz="12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mn-cs"/>
              </a:rPr>
              <a:t>Third level</a:t>
            </a:r>
            <a:endParaRPr kumimoji="0" lang="en-US" altLang="zh-CN" sz="12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mn-cs"/>
              </a:rPr>
              <a:t>Fourth level</a:t>
            </a:r>
            <a:endParaRPr kumimoji="0" lang="en-US" altLang="zh-CN" sz="12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mn-cs"/>
              </a:rPr>
              <a:t>Fifth level</a:t>
            </a:r>
            <a:endParaRPr kumimoji="0" lang="en-US" altLang="zh-CN" sz="12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mn-cs"/>
            </a:endParaRPr>
          </a:p>
        </p:txBody>
      </p:sp>
      <p:sp>
        <p:nvSpPr>
          <p:cNvPr id="13318" name="Rectangle 6"/>
          <p:cNvSpPr>
            <a:spLocks noGrp="1" noChangeArrowheads="1"/>
          </p:cNvSpPr>
          <p:nvPr>
            <p:ph type="ftr" sz="quarter" idx="4"/>
          </p:nvPr>
        </p:nvSpPr>
        <p:spPr bwMode="auto">
          <a:xfrm>
            <a:off x="0" y="9480550"/>
            <a:ext cx="2962275" cy="498475"/>
          </a:xfrm>
          <a:prstGeom prst="rect">
            <a:avLst/>
          </a:prstGeom>
          <a:noFill/>
          <a:ln w="9525">
            <a:noFill/>
            <a:miter lim="800000"/>
          </a:ln>
          <a:effectLst/>
        </p:spPr>
        <p:txBody>
          <a:bodyPr vert="horz" wrap="square" lIns="96068" tIns="48035" rIns="96068" bIns="48035" numCol="1" anchor="b" anchorCtr="0" compatLnSpc="1"/>
          <a:lstStyle>
            <a:lvl1pPr algn="l" defTabSz="960755" eaLnBrk="0" hangingPunct="0">
              <a:defRPr sz="1300" smtClean="0">
                <a:latin typeface="Times New Roman" panose="02020603050405020304" pitchFamily="18" charset="0"/>
              </a:defRPr>
            </a:lvl1pPr>
          </a:lstStyle>
          <a:p>
            <a:pPr marL="0" marR="0" lvl="0" indent="0" algn="l" defTabSz="960755" rtl="0" eaLnBrk="0" fontAlgn="base" latinLnBrk="0" hangingPunct="0">
              <a:lnSpc>
                <a:spcPct val="100000"/>
              </a:lnSpc>
              <a:spcBef>
                <a:spcPct val="0"/>
              </a:spcBef>
              <a:spcAft>
                <a:spcPct val="0"/>
              </a:spcAft>
              <a:buClrTx/>
              <a:buSzTx/>
              <a:buFontTx/>
              <a:buNone/>
              <a:defRPr/>
            </a:pPr>
            <a:endParaRPr kumimoji="0" lang="en-US" altLang="zh-CN" sz="13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13319" name="Rectangle 7"/>
          <p:cNvSpPr>
            <a:spLocks noGrp="1" noChangeArrowheads="1"/>
          </p:cNvSpPr>
          <p:nvPr>
            <p:ph type="sldNum" sz="quarter" idx="5"/>
          </p:nvPr>
        </p:nvSpPr>
        <p:spPr bwMode="auto">
          <a:xfrm>
            <a:off x="3871913" y="9480550"/>
            <a:ext cx="2962275" cy="498475"/>
          </a:xfrm>
          <a:prstGeom prst="rect">
            <a:avLst/>
          </a:prstGeom>
          <a:noFill/>
          <a:ln w="9525">
            <a:noFill/>
            <a:miter lim="800000"/>
          </a:ln>
          <a:effectLst/>
        </p:spPr>
        <p:txBody>
          <a:bodyPr vert="horz" wrap="square" lIns="96068" tIns="48035" rIns="96068" bIns="48035" numCol="1" anchor="b" anchorCtr="0" compatLnSpc="1"/>
          <a:lstStyle>
            <a:lvl1pPr algn="r" defTabSz="960755" eaLnBrk="0" hangingPunct="0">
              <a:defRPr sz="1300">
                <a:latin typeface="Times New Roman" panose="02020603050405020304" pitchFamily="18" charset="0"/>
              </a:defRPr>
            </a:lvl1pPr>
          </a:lstStyle>
          <a:p>
            <a:pPr marL="0" marR="0" lvl="0" indent="0" algn="r" defTabSz="960755" rtl="0" eaLnBrk="0" fontAlgn="base" latinLnBrk="0" hangingPunct="0">
              <a:lnSpc>
                <a:spcPct val="100000"/>
              </a:lnSpc>
              <a:spcBef>
                <a:spcPct val="0"/>
              </a:spcBef>
              <a:spcAft>
                <a:spcPct val="0"/>
              </a:spcAft>
              <a:buClrTx/>
              <a:buSzTx/>
              <a:buFontTx/>
              <a:buNone/>
              <a:defRPr/>
            </a:pPr>
            <a:fld id="{07FD3615-EED4-4DEE-8C33-41207BE786FA}" type="slidenum">
              <a:rPr kumimoji="0" lang="zh-CN" altLang="en-US" sz="13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mn-cs"/>
              </a:rPr>
            </a:fld>
            <a:endParaRPr kumimoji="0" lang="en-US" altLang="zh-CN" sz="13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Rectangle 7"/>
          <p:cNvSpPr txBox="1">
            <a:spLocks noGrp="1"/>
          </p:cNvSpPr>
          <p:nvPr>
            <p:ph type="sldNum" sz="quarter"/>
          </p:nvPr>
        </p:nvSpPr>
        <p:spPr>
          <a:xfrm>
            <a:off x="3871913" y="9480550"/>
            <a:ext cx="2962275" cy="498475"/>
          </a:xfrm>
          <a:prstGeom prst="rect">
            <a:avLst/>
          </a:prstGeom>
          <a:noFill/>
          <a:ln w="9525">
            <a:noFill/>
          </a:ln>
        </p:spPr>
        <p:txBody>
          <a:bodyPr lIns="96068" tIns="48035" rIns="96068" bIns="48035" anchor="b" anchorCtr="0"/>
          <a:p>
            <a:pPr lvl="0" algn="r" defTabSz="960755">
              <a:spcBef>
                <a:spcPct val="0"/>
              </a:spcBef>
            </a:pPr>
            <a:fld id="{9A0DB2DC-4C9A-4742-B13C-FB6460FD3503}" type="slidenum">
              <a:rPr lang="zh-CN" altLang="en-US" sz="1300" dirty="0">
                <a:ea typeface="宋体" panose="02010600030101010101" pitchFamily="2" charset="-122"/>
              </a:rPr>
            </a:fld>
            <a:endParaRPr lang="zh-CN" altLang="en-US" sz="1300" dirty="0">
              <a:ea typeface="宋体"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Rectangle 7"/>
          <p:cNvSpPr txBox="1">
            <a:spLocks noGrp="1"/>
          </p:cNvSpPr>
          <p:nvPr>
            <p:ph type="sldNum" sz="quarter"/>
          </p:nvPr>
        </p:nvSpPr>
        <p:spPr>
          <a:xfrm>
            <a:off x="3871913" y="9480550"/>
            <a:ext cx="2962275" cy="498475"/>
          </a:xfrm>
          <a:prstGeom prst="rect">
            <a:avLst/>
          </a:prstGeom>
          <a:noFill/>
          <a:ln w="9525">
            <a:noFill/>
          </a:ln>
        </p:spPr>
        <p:txBody>
          <a:bodyPr lIns="96068" tIns="48035" rIns="96068" bIns="48035" anchor="b" anchorCtr="0"/>
          <a:p>
            <a:pPr lvl="0" algn="r" defTabSz="960755">
              <a:spcBef>
                <a:spcPct val="0"/>
              </a:spcBef>
            </a:pPr>
            <a:fld id="{9A0DB2DC-4C9A-4742-B13C-FB6460FD3503}" type="slidenum">
              <a:rPr lang="zh-CN" altLang="en-US" sz="1300" dirty="0">
                <a:ea typeface="宋体" panose="02010600030101010101" pitchFamily="2" charset="-122"/>
              </a:rPr>
            </a:fld>
            <a:endParaRPr lang="zh-CN" altLang="en-US" sz="1300" dirty="0">
              <a:ea typeface="宋体" panose="02010600030101010101" pitchFamily="2" charset="-122"/>
            </a:endParaRPr>
          </a:p>
        </p:txBody>
      </p:sp>
      <p:sp>
        <p:nvSpPr>
          <p:cNvPr id="23555" name="Rectangle 7"/>
          <p:cNvSpPr txBox="1">
            <a:spLocks noGrp="1"/>
          </p:cNvSpPr>
          <p:nvPr/>
        </p:nvSpPr>
        <p:spPr>
          <a:xfrm>
            <a:off x="3870325" y="9478963"/>
            <a:ext cx="2962275" cy="498475"/>
          </a:xfrm>
          <a:prstGeom prst="rect">
            <a:avLst/>
          </a:prstGeom>
          <a:noFill/>
          <a:ln w="9525">
            <a:noFill/>
          </a:ln>
        </p:spPr>
        <p:txBody>
          <a:bodyPr lIns="96053" tIns="48027" rIns="96053" bIns="48027" anchor="b" anchorCtr="0"/>
          <a:p>
            <a:pPr lvl="0" algn="r" defTabSz="960755" eaLnBrk="1" hangingPunct="1">
              <a:spcBef>
                <a:spcPct val="0"/>
              </a:spcBef>
            </a:pPr>
            <a:fld id="{9A0DB2DC-4C9A-4742-B13C-FB6460FD3503}" type="slidenum">
              <a:rPr lang="zh-CN" altLang="en-US" sz="1300" dirty="0">
                <a:latin typeface="Times" pitchFamily="34" charset="0"/>
                <a:ea typeface="宋体" panose="02010600030101010101" pitchFamily="2" charset="-122"/>
              </a:rPr>
            </a:fld>
            <a:endParaRPr lang="zh-CN" altLang="en-US" sz="1300" dirty="0">
              <a:latin typeface="Times" pitchFamily="34" charset="0"/>
              <a:ea typeface="宋体" panose="02010600030101010101" pitchFamily="2" charset="-122"/>
            </a:endParaRPr>
          </a:p>
        </p:txBody>
      </p:sp>
      <p:sp>
        <p:nvSpPr>
          <p:cNvPr id="23556" name="Rectangle 1"/>
          <p:cNvSpPr>
            <a:spLocks noTextEdit="1"/>
          </p:cNvSpPr>
          <p:nvPr>
            <p:ph type="sldImg"/>
          </p:nvPr>
        </p:nvSpPr>
        <p:spPr>
          <a:xfrm>
            <a:off x="923925" y="749300"/>
            <a:ext cx="4987925" cy="3741738"/>
          </a:xfrm>
          <a:ln/>
        </p:spPr>
      </p:sp>
      <p:sp>
        <p:nvSpPr>
          <p:cNvPr id="23557" name="Rectangle 2"/>
          <p:cNvSpPr/>
          <p:nvPr>
            <p:ph type="body" idx="1"/>
          </p:nvPr>
        </p:nvSpPr>
        <p:spPr>
          <a:xfrm>
            <a:off x="682625" y="4740275"/>
            <a:ext cx="5468938" cy="4489450"/>
          </a:xfrm>
          <a:ln/>
        </p:spPr>
        <p:txBody>
          <a:bodyPr wrap="square" lIns="96053" tIns="48027" rIns="96053" bIns="48027" anchor="t" anchorCtr="0"/>
          <a:p>
            <a:pPr lvl="0" eaLnBrk="1" hangingPunct="1"/>
            <a:endParaRPr lang="en-US" altLang="zh-CN" sz="1800" dirty="0">
              <a:solidFill>
                <a:srgbClr val="000000"/>
              </a:solidFill>
              <a:latin typeface="Lucida Grande" pitchFamily="34" charset="0"/>
              <a:ea typeface="宋体" panose="02010600030101010101" pitchFamily="2"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Rectangle 7"/>
          <p:cNvSpPr txBox="1">
            <a:spLocks noGrp="1"/>
          </p:cNvSpPr>
          <p:nvPr>
            <p:ph type="sldNum" sz="quarter"/>
          </p:nvPr>
        </p:nvSpPr>
        <p:spPr>
          <a:xfrm>
            <a:off x="3871913" y="9480550"/>
            <a:ext cx="2962275" cy="498475"/>
          </a:xfrm>
          <a:prstGeom prst="rect">
            <a:avLst/>
          </a:prstGeom>
          <a:noFill/>
          <a:ln w="9525">
            <a:noFill/>
          </a:ln>
        </p:spPr>
        <p:txBody>
          <a:bodyPr lIns="96068" tIns="48035" rIns="96068" bIns="48035" anchor="b" anchorCtr="0"/>
          <a:p>
            <a:pPr lvl="0" algn="r" defTabSz="960755">
              <a:spcBef>
                <a:spcPct val="0"/>
              </a:spcBef>
            </a:pPr>
            <a:fld id="{9A0DB2DC-4C9A-4742-B13C-FB6460FD3503}" type="slidenum">
              <a:rPr lang="zh-CN" altLang="en-US" sz="1300" dirty="0">
                <a:ea typeface="宋体" panose="02010600030101010101" pitchFamily="2" charset="-122"/>
              </a:rPr>
            </a:fld>
            <a:endParaRPr lang="zh-CN" altLang="en-US" sz="1300" dirty="0">
              <a:ea typeface="宋体" panose="02010600030101010101" pitchFamily="2" charset="-122"/>
            </a:endParaRPr>
          </a:p>
        </p:txBody>
      </p:sp>
      <p:sp>
        <p:nvSpPr>
          <p:cNvPr id="26627" name="Rectangle 7"/>
          <p:cNvSpPr txBox="1">
            <a:spLocks noGrp="1"/>
          </p:cNvSpPr>
          <p:nvPr/>
        </p:nvSpPr>
        <p:spPr>
          <a:xfrm>
            <a:off x="3870325" y="9478963"/>
            <a:ext cx="2962275" cy="498475"/>
          </a:xfrm>
          <a:prstGeom prst="rect">
            <a:avLst/>
          </a:prstGeom>
          <a:noFill/>
          <a:ln w="9525">
            <a:noFill/>
          </a:ln>
        </p:spPr>
        <p:txBody>
          <a:bodyPr lIns="96053" tIns="48027" rIns="96053" bIns="48027" anchor="b" anchorCtr="0"/>
          <a:p>
            <a:pPr lvl="0" algn="r" defTabSz="960755" eaLnBrk="1" hangingPunct="1">
              <a:spcBef>
                <a:spcPct val="0"/>
              </a:spcBef>
            </a:pPr>
            <a:fld id="{9A0DB2DC-4C9A-4742-B13C-FB6460FD3503}" type="slidenum">
              <a:rPr lang="zh-CN" altLang="en-US" sz="1300" dirty="0">
                <a:latin typeface="Times" pitchFamily="34" charset="0"/>
                <a:ea typeface="宋体" panose="02010600030101010101" pitchFamily="2" charset="-122"/>
              </a:rPr>
            </a:fld>
            <a:endParaRPr lang="zh-CN" altLang="en-US" sz="1300" dirty="0">
              <a:latin typeface="Times" pitchFamily="34" charset="0"/>
              <a:ea typeface="宋体" panose="02010600030101010101" pitchFamily="2" charset="-122"/>
            </a:endParaRPr>
          </a:p>
        </p:txBody>
      </p:sp>
      <p:sp>
        <p:nvSpPr>
          <p:cNvPr id="26628" name="Rectangle 1"/>
          <p:cNvSpPr>
            <a:spLocks noTextEdit="1"/>
          </p:cNvSpPr>
          <p:nvPr>
            <p:ph type="sldImg"/>
          </p:nvPr>
        </p:nvSpPr>
        <p:spPr>
          <a:xfrm>
            <a:off x="923925" y="749300"/>
            <a:ext cx="4987925" cy="3741738"/>
          </a:xfrm>
          <a:ln/>
        </p:spPr>
      </p:sp>
      <p:sp>
        <p:nvSpPr>
          <p:cNvPr id="26629" name="Rectangle 2"/>
          <p:cNvSpPr/>
          <p:nvPr>
            <p:ph type="body" idx="1"/>
          </p:nvPr>
        </p:nvSpPr>
        <p:spPr>
          <a:xfrm>
            <a:off x="682625" y="4740275"/>
            <a:ext cx="5468938" cy="4489450"/>
          </a:xfrm>
          <a:ln/>
        </p:spPr>
        <p:txBody>
          <a:bodyPr wrap="square" lIns="96053" tIns="48027" rIns="96053" bIns="48027" anchor="t" anchorCtr="0"/>
          <a:p>
            <a:pPr lvl="0" eaLnBrk="1" hangingPunct="1"/>
            <a:r>
              <a:rPr lang="en-US" altLang="zh-CN" sz="1800" dirty="0">
                <a:solidFill>
                  <a:srgbClr val="000000"/>
                </a:solidFill>
                <a:latin typeface="Lucida Grande" pitchFamily="34" charset="0"/>
                <a:ea typeface="宋体" panose="02010600030101010101" pitchFamily="2" charset="-122"/>
              </a:rPr>
              <a:t>N is the number of data points</a:t>
            </a:r>
            <a:endParaRPr lang="en-US" altLang="zh-CN" sz="1800" dirty="0">
              <a:solidFill>
                <a:srgbClr val="000000"/>
              </a:solidFill>
              <a:latin typeface="Lucida Grande" pitchFamily="34" charset="0"/>
              <a:ea typeface="宋体" panose="02010600030101010101" pitchFamily="2" charset="-122"/>
            </a:endParaRPr>
          </a:p>
          <a:p>
            <a:pPr lvl="0" eaLnBrk="1" hangingPunct="1"/>
            <a:r>
              <a:rPr lang="en-US" altLang="zh-CN" sz="1800" dirty="0">
                <a:solidFill>
                  <a:srgbClr val="000000"/>
                </a:solidFill>
                <a:latin typeface="Lucida Grande" pitchFamily="34" charset="0"/>
                <a:ea typeface="宋体" panose="02010600030101010101" pitchFamily="2" charset="-122"/>
              </a:rPr>
              <a:t>LS is the linear sum of the N points</a:t>
            </a:r>
            <a:endParaRPr lang="en-US" altLang="zh-CN" sz="1800" dirty="0">
              <a:solidFill>
                <a:srgbClr val="000000"/>
              </a:solidFill>
              <a:latin typeface="Lucida Grande" pitchFamily="34" charset="0"/>
              <a:ea typeface="宋体" panose="02010600030101010101" pitchFamily="2" charset="-122"/>
            </a:endParaRPr>
          </a:p>
          <a:p>
            <a:pPr lvl="0" eaLnBrk="1" hangingPunct="1"/>
            <a:r>
              <a:rPr lang="en-US" altLang="zh-CN" sz="1800" dirty="0">
                <a:solidFill>
                  <a:srgbClr val="000000"/>
                </a:solidFill>
                <a:latin typeface="Lucida Grande" pitchFamily="34" charset="0"/>
                <a:ea typeface="宋体" panose="02010600030101010101" pitchFamily="2" charset="-122"/>
              </a:rPr>
              <a:t>SS is the square sum of the N points</a:t>
            </a:r>
            <a:endParaRPr lang="en-US" altLang="zh-CN" sz="1800" dirty="0">
              <a:solidFill>
                <a:srgbClr val="000000"/>
              </a:solidFill>
              <a:latin typeface="Lucida Grande" pitchFamily="34" charset="0"/>
              <a:ea typeface="宋体" panose="02010600030101010101" pitchFamily="2" charset="-122"/>
            </a:endParaRPr>
          </a:p>
          <a:p>
            <a:pPr lvl="0" eaLnBrk="1" hangingPunct="1"/>
            <a:endParaRPr lang="en-US" altLang="zh-CN" sz="1800" dirty="0">
              <a:solidFill>
                <a:srgbClr val="000000"/>
              </a:solidFill>
              <a:latin typeface="Lucida Grande" pitchFamily="34" charset="0"/>
              <a:ea typeface="宋体" panose="02010600030101010101" pitchFamily="2"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Rectangle 7"/>
          <p:cNvSpPr txBox="1">
            <a:spLocks noGrp="1"/>
          </p:cNvSpPr>
          <p:nvPr>
            <p:ph type="sldNum" sz="quarter"/>
          </p:nvPr>
        </p:nvSpPr>
        <p:spPr>
          <a:xfrm>
            <a:off x="3871913" y="9480550"/>
            <a:ext cx="2962275" cy="498475"/>
          </a:xfrm>
          <a:prstGeom prst="rect">
            <a:avLst/>
          </a:prstGeom>
          <a:noFill/>
          <a:ln w="9525">
            <a:noFill/>
          </a:ln>
        </p:spPr>
        <p:txBody>
          <a:bodyPr lIns="96068" tIns="48035" rIns="96068" bIns="48035" anchor="b" anchorCtr="0"/>
          <a:p>
            <a:pPr lvl="0" algn="r" defTabSz="960755">
              <a:spcBef>
                <a:spcPct val="0"/>
              </a:spcBef>
            </a:pPr>
            <a:fld id="{9A0DB2DC-4C9A-4742-B13C-FB6460FD3503}" type="slidenum">
              <a:rPr lang="zh-CN" altLang="en-US" sz="1300" dirty="0">
                <a:ea typeface="宋体" panose="02010600030101010101" pitchFamily="2" charset="-122"/>
              </a:rPr>
            </a:fld>
            <a:endParaRPr lang="zh-CN" altLang="en-US" sz="1300" dirty="0">
              <a:ea typeface="宋体" panose="02010600030101010101" pitchFamily="2" charset="-122"/>
            </a:endParaRPr>
          </a:p>
        </p:txBody>
      </p:sp>
      <p:sp>
        <p:nvSpPr>
          <p:cNvPr id="30723" name="Rectangle 7"/>
          <p:cNvSpPr txBox="1">
            <a:spLocks noGrp="1"/>
          </p:cNvSpPr>
          <p:nvPr/>
        </p:nvSpPr>
        <p:spPr>
          <a:xfrm>
            <a:off x="3870325" y="9478963"/>
            <a:ext cx="2962275" cy="498475"/>
          </a:xfrm>
          <a:prstGeom prst="rect">
            <a:avLst/>
          </a:prstGeom>
          <a:noFill/>
          <a:ln w="9525">
            <a:noFill/>
          </a:ln>
        </p:spPr>
        <p:txBody>
          <a:bodyPr lIns="96053" tIns="48027" rIns="96053" bIns="48027" anchor="b" anchorCtr="0"/>
          <a:p>
            <a:pPr lvl="0" algn="r" defTabSz="960755" eaLnBrk="1" hangingPunct="1">
              <a:spcBef>
                <a:spcPct val="0"/>
              </a:spcBef>
            </a:pPr>
            <a:fld id="{9A0DB2DC-4C9A-4742-B13C-FB6460FD3503}" type="slidenum">
              <a:rPr lang="zh-CN" altLang="en-US" sz="1300" dirty="0">
                <a:latin typeface="Times" pitchFamily="34" charset="0"/>
                <a:ea typeface="宋体" panose="02010600030101010101" pitchFamily="2" charset="-122"/>
              </a:rPr>
            </a:fld>
            <a:endParaRPr lang="zh-CN" altLang="en-US" sz="1300" dirty="0">
              <a:latin typeface="Times" pitchFamily="34" charset="0"/>
              <a:ea typeface="宋体" panose="02010600030101010101" pitchFamily="2" charset="-122"/>
            </a:endParaRPr>
          </a:p>
        </p:txBody>
      </p:sp>
      <p:sp>
        <p:nvSpPr>
          <p:cNvPr id="30724" name="Rectangle 2"/>
          <p:cNvSpPr>
            <a:spLocks noRot="1" noTextEdit="1"/>
          </p:cNvSpPr>
          <p:nvPr>
            <p:ph type="sldImg"/>
          </p:nvPr>
        </p:nvSpPr>
        <p:spPr>
          <a:xfrm>
            <a:off x="923925" y="749300"/>
            <a:ext cx="4987925" cy="3741738"/>
          </a:xfrm>
          <a:ln/>
        </p:spPr>
      </p:sp>
      <p:sp>
        <p:nvSpPr>
          <p:cNvPr id="30725" name="Rectangle 3"/>
          <p:cNvSpPr>
            <a:spLocks noGrp="1"/>
          </p:cNvSpPr>
          <p:nvPr>
            <p:ph type="body" idx="1"/>
          </p:nvPr>
        </p:nvSpPr>
        <p:spPr>
          <a:xfrm>
            <a:off x="682625" y="4740275"/>
            <a:ext cx="5468938" cy="4489450"/>
          </a:xfrm>
          <a:ln/>
        </p:spPr>
        <p:txBody>
          <a:bodyPr wrap="square" lIns="96053" tIns="48027" rIns="96053" bIns="48027" anchor="t" anchorCtr="0"/>
          <a:p>
            <a:pPr lvl="0" eaLnBrk="1" hangingPunct="1"/>
            <a:r>
              <a:rPr lang="en-US" altLang="zh-CN" dirty="0">
                <a:solidFill>
                  <a:srgbClr val="000000"/>
                </a:solidFill>
                <a:latin typeface="Lucida Grande" pitchFamily="34" charset="0"/>
                <a:ea typeface="宋体" panose="02010600030101010101" pitchFamily="2" charset="-122"/>
              </a:rPr>
              <a:t>CF Additivity Theorem: if CF_1 and CF_2 are disjoint, merging them is equal to the sum of their parts</a:t>
            </a:r>
            <a:endParaRPr lang="en-US" altLang="zh-CN" dirty="0">
              <a:solidFill>
                <a:srgbClr val="000000"/>
              </a:solidFill>
              <a:latin typeface="Lucida Grande" pitchFamily="34" charset="0"/>
              <a:ea typeface="宋体" panose="02010600030101010101" pitchFamily="2" charset="-122"/>
            </a:endParaRPr>
          </a:p>
          <a:p>
            <a:pPr lvl="0" eaLnBrk="1" hangingPunct="1"/>
            <a:endParaRPr lang="zh-CN" altLang="en-US" dirty="0">
              <a:ea typeface="宋体" panose="02010600030101010101" pitchFamily="2"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Rectangle 7"/>
          <p:cNvSpPr txBox="1">
            <a:spLocks noGrp="1"/>
          </p:cNvSpPr>
          <p:nvPr>
            <p:ph type="sldNum" sz="quarter"/>
          </p:nvPr>
        </p:nvSpPr>
        <p:spPr>
          <a:xfrm>
            <a:off x="3871913" y="9480550"/>
            <a:ext cx="2962275" cy="498475"/>
          </a:xfrm>
          <a:prstGeom prst="rect">
            <a:avLst/>
          </a:prstGeom>
          <a:noFill/>
          <a:ln w="9525">
            <a:noFill/>
          </a:ln>
        </p:spPr>
        <p:txBody>
          <a:bodyPr lIns="96068" tIns="48035" rIns="96068" bIns="48035" anchor="b" anchorCtr="0"/>
          <a:p>
            <a:pPr lvl="0" algn="r" defTabSz="960755">
              <a:spcBef>
                <a:spcPct val="0"/>
              </a:spcBef>
            </a:pPr>
            <a:fld id="{9A0DB2DC-4C9A-4742-B13C-FB6460FD3503}" type="slidenum">
              <a:rPr lang="zh-CN" altLang="en-US" sz="1300" dirty="0">
                <a:ea typeface="宋体" panose="02010600030101010101" pitchFamily="2" charset="-122"/>
              </a:rPr>
            </a:fld>
            <a:endParaRPr lang="zh-CN" altLang="en-US" sz="1300" dirty="0">
              <a:ea typeface="宋体" panose="02010600030101010101" pitchFamily="2" charset="-122"/>
            </a:endParaRPr>
          </a:p>
        </p:txBody>
      </p:sp>
      <p:sp>
        <p:nvSpPr>
          <p:cNvPr id="32771" name="Rectangle 7"/>
          <p:cNvSpPr txBox="1">
            <a:spLocks noGrp="1"/>
          </p:cNvSpPr>
          <p:nvPr/>
        </p:nvSpPr>
        <p:spPr>
          <a:xfrm>
            <a:off x="3870325" y="9478963"/>
            <a:ext cx="2962275" cy="498475"/>
          </a:xfrm>
          <a:prstGeom prst="rect">
            <a:avLst/>
          </a:prstGeom>
          <a:noFill/>
          <a:ln w="9525">
            <a:noFill/>
          </a:ln>
        </p:spPr>
        <p:txBody>
          <a:bodyPr lIns="96053" tIns="48027" rIns="96053" bIns="48027" anchor="b" anchorCtr="0"/>
          <a:p>
            <a:pPr lvl="0" algn="r" defTabSz="960755" eaLnBrk="1" hangingPunct="1">
              <a:spcBef>
                <a:spcPct val="0"/>
              </a:spcBef>
            </a:pPr>
            <a:fld id="{9A0DB2DC-4C9A-4742-B13C-FB6460FD3503}" type="slidenum">
              <a:rPr lang="zh-CN" altLang="en-US" sz="1300" dirty="0">
                <a:latin typeface="Times" pitchFamily="34" charset="0"/>
                <a:ea typeface="宋体" panose="02010600030101010101" pitchFamily="2" charset="-122"/>
              </a:rPr>
            </a:fld>
            <a:endParaRPr lang="zh-CN" altLang="en-US" sz="1300" dirty="0">
              <a:latin typeface="Times" pitchFamily="34" charset="0"/>
              <a:ea typeface="宋体" panose="02010600030101010101" pitchFamily="2" charset="-122"/>
            </a:endParaRPr>
          </a:p>
        </p:txBody>
      </p:sp>
      <p:sp>
        <p:nvSpPr>
          <p:cNvPr id="32772" name="Rectangle 1"/>
          <p:cNvSpPr>
            <a:spLocks noTextEdit="1"/>
          </p:cNvSpPr>
          <p:nvPr>
            <p:ph type="sldImg"/>
          </p:nvPr>
        </p:nvSpPr>
        <p:spPr>
          <a:xfrm>
            <a:off x="923925" y="749300"/>
            <a:ext cx="4987925" cy="3741738"/>
          </a:xfrm>
          <a:ln/>
        </p:spPr>
      </p:sp>
      <p:sp>
        <p:nvSpPr>
          <p:cNvPr id="32773" name="Rectangle 2"/>
          <p:cNvSpPr/>
          <p:nvPr>
            <p:ph type="body" idx="1"/>
          </p:nvPr>
        </p:nvSpPr>
        <p:spPr>
          <a:xfrm>
            <a:off x="682625" y="4740275"/>
            <a:ext cx="5468938" cy="4489450"/>
          </a:xfrm>
          <a:ln/>
        </p:spPr>
        <p:txBody>
          <a:bodyPr wrap="square" lIns="96053" tIns="48027" rIns="96053" bIns="48027" anchor="t" anchorCtr="0"/>
          <a:p>
            <a:pPr lvl="0" eaLnBrk="1" hangingPunct="1"/>
            <a:r>
              <a:rPr lang="en-US" altLang="zh-CN" sz="1400" dirty="0">
                <a:solidFill>
                  <a:srgbClr val="000000"/>
                </a:solidFill>
                <a:latin typeface="Lucida Grande" pitchFamily="34" charset="0"/>
                <a:ea typeface="宋体" panose="02010600030101010101" pitchFamily="2" charset="-122"/>
              </a:rPr>
              <a:t>CF tree can be viewed as a multilevel compression of the data that tries to preserve the inherent clustering structure of the data</a:t>
            </a:r>
            <a:endParaRPr lang="en-US" altLang="zh-CN" sz="1400" dirty="0">
              <a:solidFill>
                <a:srgbClr val="000000"/>
              </a:solidFill>
              <a:latin typeface="Lucida Grande" pitchFamily="34" charset="0"/>
              <a:ea typeface="宋体" panose="02010600030101010101" pitchFamily="2" charset="-122"/>
            </a:endParaRPr>
          </a:p>
          <a:p>
            <a:pPr lvl="0" eaLnBrk="1" hangingPunct="1"/>
            <a:endParaRPr lang="en-US" altLang="zh-CN" sz="1400" dirty="0">
              <a:solidFill>
                <a:srgbClr val="000000"/>
              </a:solidFill>
              <a:latin typeface="Lucida Grande" pitchFamily="34" charset="0"/>
              <a:ea typeface="宋体" panose="02010600030101010101" pitchFamily="2" charset="-122"/>
            </a:endParaRPr>
          </a:p>
          <a:p>
            <a:pPr lvl="0" eaLnBrk="1" hangingPunct="1"/>
            <a:r>
              <a:rPr lang="en-US" altLang="zh-CN" sz="1400" dirty="0">
                <a:solidFill>
                  <a:srgbClr val="000000"/>
                </a:solidFill>
                <a:latin typeface="Lucida Grande" pitchFamily="34" charset="0"/>
                <a:ea typeface="宋体" panose="02010600030101010101" pitchFamily="2" charset="-122"/>
              </a:rPr>
              <a:t>A non-leaf node entry is a CF triplet and a child node link</a:t>
            </a:r>
            <a:endParaRPr lang="en-US" altLang="zh-CN" sz="1400" dirty="0">
              <a:solidFill>
                <a:srgbClr val="000000"/>
              </a:solidFill>
              <a:latin typeface="Lucida Grande" pitchFamily="34" charset="0"/>
              <a:ea typeface="宋体" panose="02010600030101010101" pitchFamily="2" charset="-122"/>
            </a:endParaRPr>
          </a:p>
          <a:p>
            <a:pPr lvl="0" eaLnBrk="1" hangingPunct="1"/>
            <a:r>
              <a:rPr lang="en-US" altLang="zh-TW" sz="1400" dirty="0">
                <a:ea typeface="PMingLiU" pitchFamily="18" charset="-120"/>
              </a:rPr>
              <a:t>Each non-leaf node contains a number of child nodes.  The number of children that a non-leaf node can contain is limited by a threshold called the branching factor.</a:t>
            </a:r>
            <a:endParaRPr lang="en-US" altLang="zh-TW" sz="1400" dirty="0">
              <a:ea typeface="PMingLiU" pitchFamily="18" charset="-120"/>
            </a:endParaRPr>
          </a:p>
          <a:p>
            <a:pPr lvl="0" eaLnBrk="1" hangingPunct="1"/>
            <a:endParaRPr lang="en-US" altLang="zh-CN" sz="1400" dirty="0">
              <a:solidFill>
                <a:srgbClr val="000000"/>
              </a:solidFill>
              <a:latin typeface="Lucida Grande" pitchFamily="34" charset="0"/>
              <a:ea typeface="宋体" panose="02010600030101010101" pitchFamily="2" charset="-122"/>
            </a:endParaRPr>
          </a:p>
          <a:p>
            <a:pPr lvl="0" eaLnBrk="1" hangingPunct="1"/>
            <a:r>
              <a:rPr lang="en-US" altLang="zh-CN" sz="1400" dirty="0">
                <a:solidFill>
                  <a:srgbClr val="000000"/>
                </a:solidFill>
                <a:latin typeface="Lucida Grande" pitchFamily="34" charset="0"/>
                <a:ea typeface="宋体" panose="02010600030101010101" pitchFamily="2" charset="-122"/>
              </a:rPr>
              <a:t>A leaf node is a collection of CF triplets and links to the next and previous leaf nodes</a:t>
            </a:r>
            <a:endParaRPr lang="en-US" altLang="zh-CN" sz="1400" dirty="0">
              <a:solidFill>
                <a:srgbClr val="000000"/>
              </a:solidFill>
              <a:latin typeface="Lucida Grande" pitchFamily="34" charset="0"/>
              <a:ea typeface="宋体" panose="02010600030101010101" pitchFamily="2" charset="-122"/>
            </a:endParaRPr>
          </a:p>
          <a:p>
            <a:pPr lvl="0" eaLnBrk="1" hangingPunct="1"/>
            <a:r>
              <a:rPr lang="en-US" altLang="zh-TW" sz="1400" dirty="0">
                <a:ea typeface="PMingLiU" pitchFamily="18" charset="-120"/>
              </a:rPr>
              <a:t>Each leaf node contains a number of subclusters that contains a group of data instances</a:t>
            </a:r>
            <a:endParaRPr lang="en-US" altLang="zh-CN" sz="1400" dirty="0">
              <a:solidFill>
                <a:srgbClr val="000000"/>
              </a:solidFill>
              <a:latin typeface="Lucida Grande" pitchFamily="34" charset="0"/>
              <a:ea typeface="宋体" panose="02010600030101010101" pitchFamily="2" charset="-122"/>
            </a:endParaRPr>
          </a:p>
          <a:p>
            <a:pPr lvl="0" eaLnBrk="1" hangingPunct="1"/>
            <a:r>
              <a:rPr lang="en-US" altLang="zh-TW" sz="1400" dirty="0">
                <a:ea typeface="PMingLiU" pitchFamily="18" charset="-120"/>
              </a:rPr>
              <a:t>The diameter of a subcluster under a leaf node can not exceed a threshold.</a:t>
            </a:r>
            <a:endParaRPr lang="en-US" altLang="zh-TW" sz="1400" dirty="0">
              <a:ea typeface="PMingLiU" pitchFamily="18" charset="-120"/>
            </a:endParaRPr>
          </a:p>
          <a:p>
            <a:pPr lvl="0" eaLnBrk="1" hangingPunct="1"/>
            <a:endParaRPr lang="en-US" altLang="zh-CN" sz="1400" dirty="0">
              <a:solidFill>
                <a:srgbClr val="000000"/>
              </a:solidFill>
              <a:latin typeface="Lucida Grande" pitchFamily="34" charset="0"/>
              <a:ea typeface="宋体" panose="02010600030101010101" pitchFamily="2" charset="-122"/>
            </a:endParaRPr>
          </a:p>
          <a:p>
            <a:pPr lvl="0" eaLnBrk="1" hangingPunct="1"/>
            <a:endParaRPr lang="en-US" altLang="zh-CN" sz="1400" dirty="0">
              <a:solidFill>
                <a:srgbClr val="000000"/>
              </a:solidFill>
              <a:latin typeface="Lucida Grande" pitchFamily="34" charset="0"/>
              <a:ea typeface="宋体" panose="02010600030101010101" pitchFamily="2"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Rectangle 7"/>
          <p:cNvSpPr txBox="1">
            <a:spLocks noGrp="1"/>
          </p:cNvSpPr>
          <p:nvPr>
            <p:ph type="sldNum" sz="quarter"/>
          </p:nvPr>
        </p:nvSpPr>
        <p:spPr>
          <a:xfrm>
            <a:off x="3871913" y="9480550"/>
            <a:ext cx="2962275" cy="498475"/>
          </a:xfrm>
          <a:prstGeom prst="rect">
            <a:avLst/>
          </a:prstGeom>
          <a:noFill/>
          <a:ln w="9525">
            <a:noFill/>
          </a:ln>
        </p:spPr>
        <p:txBody>
          <a:bodyPr lIns="96068" tIns="48035" rIns="96068" bIns="48035" anchor="b" anchorCtr="0"/>
          <a:p>
            <a:pPr lvl="0" algn="r" defTabSz="960755">
              <a:spcBef>
                <a:spcPct val="0"/>
              </a:spcBef>
            </a:pPr>
            <a:fld id="{9A0DB2DC-4C9A-4742-B13C-FB6460FD3503}" type="slidenum">
              <a:rPr lang="zh-CN" altLang="en-US" sz="1300" dirty="0">
                <a:ea typeface="宋体" panose="02010600030101010101" pitchFamily="2" charset="-122"/>
              </a:rPr>
            </a:fld>
            <a:endParaRPr lang="zh-CN" altLang="en-US" sz="1300" dirty="0">
              <a:ea typeface="宋体" panose="02010600030101010101" pitchFamily="2" charset="-122"/>
            </a:endParaRPr>
          </a:p>
        </p:txBody>
      </p:sp>
      <p:sp>
        <p:nvSpPr>
          <p:cNvPr id="34819" name="Rectangle 7"/>
          <p:cNvSpPr txBox="1">
            <a:spLocks noGrp="1"/>
          </p:cNvSpPr>
          <p:nvPr/>
        </p:nvSpPr>
        <p:spPr>
          <a:xfrm>
            <a:off x="3870325" y="9478963"/>
            <a:ext cx="2962275" cy="498475"/>
          </a:xfrm>
          <a:prstGeom prst="rect">
            <a:avLst/>
          </a:prstGeom>
          <a:noFill/>
          <a:ln w="9525">
            <a:noFill/>
          </a:ln>
        </p:spPr>
        <p:txBody>
          <a:bodyPr lIns="96053" tIns="48027" rIns="96053" bIns="48027" anchor="b" anchorCtr="0"/>
          <a:p>
            <a:pPr lvl="0" algn="r" defTabSz="960755" eaLnBrk="1" hangingPunct="1">
              <a:spcBef>
                <a:spcPct val="0"/>
              </a:spcBef>
            </a:pPr>
            <a:fld id="{9A0DB2DC-4C9A-4742-B13C-FB6460FD3503}" type="slidenum">
              <a:rPr lang="zh-CN" altLang="en-US" sz="1300" dirty="0">
                <a:latin typeface="Times" pitchFamily="34" charset="0"/>
                <a:ea typeface="宋体" panose="02010600030101010101" pitchFamily="2" charset="-122"/>
              </a:rPr>
            </a:fld>
            <a:endParaRPr lang="zh-CN" altLang="en-US" sz="1300" dirty="0">
              <a:latin typeface="Times" pitchFamily="34" charset="0"/>
              <a:ea typeface="宋体" panose="02010600030101010101" pitchFamily="2" charset="-122"/>
            </a:endParaRPr>
          </a:p>
        </p:txBody>
      </p:sp>
      <p:sp>
        <p:nvSpPr>
          <p:cNvPr id="34820" name="Rectangle 1"/>
          <p:cNvSpPr>
            <a:spLocks noTextEdit="1"/>
          </p:cNvSpPr>
          <p:nvPr>
            <p:ph type="sldImg"/>
          </p:nvPr>
        </p:nvSpPr>
        <p:spPr>
          <a:xfrm>
            <a:off x="923925" y="749300"/>
            <a:ext cx="4987925" cy="3741738"/>
          </a:xfrm>
          <a:ln/>
        </p:spPr>
      </p:sp>
      <p:sp>
        <p:nvSpPr>
          <p:cNvPr id="34821" name="Rectangle 2"/>
          <p:cNvSpPr/>
          <p:nvPr>
            <p:ph type="body" idx="1"/>
          </p:nvPr>
        </p:nvSpPr>
        <p:spPr>
          <a:xfrm>
            <a:off x="682625" y="4740275"/>
            <a:ext cx="5468938" cy="4489450"/>
          </a:xfrm>
          <a:ln/>
        </p:spPr>
        <p:txBody>
          <a:bodyPr wrap="square" lIns="96053" tIns="48027" rIns="96053" bIns="48027" anchor="t" anchorCtr="0"/>
          <a:p>
            <a:pPr lvl="0" eaLnBrk="1" hangingPunct="1"/>
            <a:r>
              <a:rPr lang="en-US" altLang="zh-CN" sz="1400" dirty="0">
                <a:solidFill>
                  <a:srgbClr val="000000"/>
                </a:solidFill>
                <a:latin typeface="Lucida Grande" pitchFamily="34" charset="0"/>
                <a:ea typeface="宋体" panose="02010600030101010101" pitchFamily="2" charset="-122"/>
              </a:rPr>
              <a:t>Closest CF is determined by any of D0-D4</a:t>
            </a:r>
            <a:endParaRPr lang="en-US" altLang="zh-CN" sz="1400" dirty="0">
              <a:solidFill>
                <a:srgbClr val="000000"/>
              </a:solidFill>
              <a:latin typeface="Lucida Grande" pitchFamily="34" charset="0"/>
              <a:ea typeface="宋体" panose="02010600030101010101" pitchFamily="2" charset="-122"/>
            </a:endParaRPr>
          </a:p>
          <a:p>
            <a:pPr lvl="0" eaLnBrk="1" hangingPunct="1"/>
            <a:endParaRPr lang="en-US" altLang="zh-CN" sz="1400" dirty="0">
              <a:solidFill>
                <a:srgbClr val="000000"/>
              </a:solidFill>
              <a:latin typeface="Lucida Grande" pitchFamily="34" charset="0"/>
              <a:ea typeface="宋体" panose="02010600030101010101" pitchFamily="2" charset="-122"/>
            </a:endParaRPr>
          </a:p>
          <a:p>
            <a:pPr lvl="0" eaLnBrk="1" hangingPunct="1"/>
            <a:r>
              <a:rPr lang="en-US" altLang="zh-CN" sz="1400" dirty="0">
                <a:solidFill>
                  <a:srgbClr val="000000"/>
                </a:solidFill>
                <a:latin typeface="Lucida Grande" pitchFamily="34" charset="0"/>
                <a:ea typeface="宋体" panose="02010600030101010101" pitchFamily="2" charset="-122"/>
              </a:rPr>
              <a:t>Leaf node split: take two farthest CFs and create two leaf nodes, put the remaining CFs (including the new one that caused the split) into the closest node.</a:t>
            </a:r>
            <a:endParaRPr lang="en-US" altLang="zh-CN" sz="1400" dirty="0">
              <a:solidFill>
                <a:srgbClr val="000000"/>
              </a:solidFill>
              <a:latin typeface="Lucida Grande" pitchFamily="34" charset="0"/>
              <a:ea typeface="宋体" panose="02010600030101010101" pitchFamily="2" charset="-122"/>
            </a:endParaRPr>
          </a:p>
          <a:p>
            <a:pPr lvl="0" eaLnBrk="1" hangingPunct="1"/>
            <a:endParaRPr lang="en-US" altLang="zh-CN" sz="1400" dirty="0">
              <a:solidFill>
                <a:srgbClr val="000000"/>
              </a:solidFill>
              <a:latin typeface="Lucida Grande" pitchFamily="34" charset="0"/>
              <a:ea typeface="宋体" panose="02010600030101010101" pitchFamily="2" charset="-122"/>
            </a:endParaRPr>
          </a:p>
          <a:p>
            <a:pPr lvl="0" eaLnBrk="1" hangingPunct="1"/>
            <a:r>
              <a:rPr lang="en-US" altLang="zh-CN" sz="1400" dirty="0">
                <a:solidFill>
                  <a:srgbClr val="000000"/>
                </a:solidFill>
                <a:latin typeface="Lucida Grande" pitchFamily="34" charset="0"/>
                <a:ea typeface="宋体" panose="02010600030101010101" pitchFamily="2" charset="-122"/>
              </a:rPr>
              <a:t>Splitting the root on the traverse back increases tree height by one</a:t>
            </a:r>
            <a:endParaRPr lang="en-US" altLang="zh-CN" sz="1400" dirty="0">
              <a:solidFill>
                <a:srgbClr val="000000"/>
              </a:solidFill>
              <a:latin typeface="Lucida Grande" pitchFamily="34" charset="0"/>
              <a:ea typeface="宋体" panose="02010600030101010101" pitchFamily="2" charset="-122"/>
            </a:endParaRPr>
          </a:p>
          <a:p>
            <a:pPr lvl="0" eaLnBrk="1" hangingPunct="1"/>
            <a:endParaRPr lang="en-US" altLang="zh-CN" sz="1400" dirty="0">
              <a:solidFill>
                <a:srgbClr val="000000"/>
              </a:solidFill>
              <a:latin typeface="Lucida Grande" pitchFamily="34" charset="0"/>
              <a:ea typeface="宋体" panose="02010600030101010101" pitchFamily="2"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Rectangle 7"/>
          <p:cNvSpPr txBox="1">
            <a:spLocks noGrp="1"/>
          </p:cNvSpPr>
          <p:nvPr>
            <p:ph type="sldNum" sz="quarter"/>
          </p:nvPr>
        </p:nvSpPr>
        <p:spPr>
          <a:xfrm>
            <a:off x="3871913" y="9480550"/>
            <a:ext cx="2962275" cy="498475"/>
          </a:xfrm>
          <a:prstGeom prst="rect">
            <a:avLst/>
          </a:prstGeom>
          <a:noFill/>
          <a:ln w="9525">
            <a:noFill/>
          </a:ln>
        </p:spPr>
        <p:txBody>
          <a:bodyPr lIns="96068" tIns="48035" rIns="96068" bIns="48035" anchor="b" anchorCtr="0"/>
          <a:p>
            <a:pPr lvl="0" algn="r" defTabSz="960755">
              <a:spcBef>
                <a:spcPct val="0"/>
              </a:spcBef>
            </a:pPr>
            <a:fld id="{9A0DB2DC-4C9A-4742-B13C-FB6460FD3503}" type="slidenum">
              <a:rPr lang="zh-CN" altLang="en-US" sz="1300" dirty="0">
                <a:ea typeface="宋体" panose="02010600030101010101" pitchFamily="2" charset="-122"/>
              </a:rPr>
            </a:fld>
            <a:endParaRPr lang="zh-CN" altLang="en-US" sz="1300" dirty="0">
              <a:ea typeface="宋体" panose="02010600030101010101" pitchFamily="2" charset="-122"/>
            </a:endParaRPr>
          </a:p>
        </p:txBody>
      </p:sp>
      <p:sp>
        <p:nvSpPr>
          <p:cNvPr id="36867" name="Rectangle 7"/>
          <p:cNvSpPr txBox="1">
            <a:spLocks noGrp="1"/>
          </p:cNvSpPr>
          <p:nvPr/>
        </p:nvSpPr>
        <p:spPr>
          <a:xfrm>
            <a:off x="3870325" y="9478963"/>
            <a:ext cx="2962275" cy="498475"/>
          </a:xfrm>
          <a:prstGeom prst="rect">
            <a:avLst/>
          </a:prstGeom>
          <a:noFill/>
          <a:ln w="9525">
            <a:noFill/>
          </a:ln>
        </p:spPr>
        <p:txBody>
          <a:bodyPr lIns="96053" tIns="48027" rIns="96053" bIns="48027" anchor="b" anchorCtr="0"/>
          <a:p>
            <a:pPr lvl="0" algn="r" defTabSz="960755" eaLnBrk="1" hangingPunct="1">
              <a:spcBef>
                <a:spcPct val="0"/>
              </a:spcBef>
            </a:pPr>
            <a:fld id="{9A0DB2DC-4C9A-4742-B13C-FB6460FD3503}" type="slidenum">
              <a:rPr lang="zh-CN" altLang="en-US" sz="1300" dirty="0">
                <a:latin typeface="Times" pitchFamily="34" charset="0"/>
                <a:ea typeface="宋体" panose="02010600030101010101" pitchFamily="2" charset="-122"/>
              </a:rPr>
            </a:fld>
            <a:endParaRPr lang="zh-CN" altLang="en-US" sz="1300" dirty="0">
              <a:latin typeface="Times" pitchFamily="34" charset="0"/>
              <a:ea typeface="宋体" panose="02010600030101010101" pitchFamily="2" charset="-122"/>
            </a:endParaRPr>
          </a:p>
        </p:txBody>
      </p:sp>
      <p:sp>
        <p:nvSpPr>
          <p:cNvPr id="36868" name="Rectangle 1"/>
          <p:cNvSpPr>
            <a:spLocks noTextEdit="1"/>
          </p:cNvSpPr>
          <p:nvPr>
            <p:ph type="sldImg"/>
          </p:nvPr>
        </p:nvSpPr>
        <p:spPr>
          <a:xfrm>
            <a:off x="923925" y="749300"/>
            <a:ext cx="4987925" cy="3741738"/>
          </a:xfrm>
          <a:ln/>
        </p:spPr>
      </p:sp>
      <p:sp>
        <p:nvSpPr>
          <p:cNvPr id="36869" name="Rectangle 2"/>
          <p:cNvSpPr/>
          <p:nvPr>
            <p:ph type="body" idx="1"/>
          </p:nvPr>
        </p:nvSpPr>
        <p:spPr>
          <a:xfrm>
            <a:off x="682625" y="4740275"/>
            <a:ext cx="5468938" cy="4489450"/>
          </a:xfrm>
          <a:ln/>
        </p:spPr>
        <p:txBody>
          <a:bodyPr wrap="square" lIns="96053" tIns="48027" rIns="96053" bIns="48027" anchor="t" anchorCtr="0"/>
          <a:p>
            <a:pPr lvl="0" eaLnBrk="1" hangingPunct="1"/>
            <a:r>
              <a:rPr lang="en-US" altLang="zh-CN" sz="1400" dirty="0">
                <a:solidFill>
                  <a:srgbClr val="000000"/>
                </a:solidFill>
                <a:latin typeface="Lucida Grande" pitchFamily="34" charset="0"/>
                <a:ea typeface="宋体" panose="02010600030101010101" pitchFamily="2" charset="-122"/>
              </a:rPr>
              <a:t>Bigger T = Smaller CF-tree</a:t>
            </a:r>
            <a:endParaRPr lang="en-US" altLang="zh-CN" sz="1400" dirty="0">
              <a:solidFill>
                <a:srgbClr val="000000"/>
              </a:solidFill>
              <a:latin typeface="Lucida Grande" pitchFamily="34" charset="0"/>
              <a:ea typeface="宋体" panose="02010600030101010101" pitchFamily="2" charset="-122"/>
            </a:endParaRPr>
          </a:p>
          <a:p>
            <a:pPr lvl="0" eaLnBrk="1" hangingPunct="1"/>
            <a:endParaRPr lang="en-US" altLang="zh-CN" sz="1400" dirty="0">
              <a:solidFill>
                <a:srgbClr val="000000"/>
              </a:solidFill>
              <a:latin typeface="Lucida Grande" pitchFamily="34" charset="0"/>
              <a:ea typeface="宋体" panose="02010600030101010101" pitchFamily="2" charset="-122"/>
            </a:endParaRPr>
          </a:p>
          <a:p>
            <a:pPr lvl="0" eaLnBrk="1" hangingPunct="1"/>
            <a:r>
              <a:rPr lang="en-US" altLang="zh-CN" sz="1400" dirty="0">
                <a:solidFill>
                  <a:srgbClr val="000000"/>
                </a:solidFill>
                <a:latin typeface="Lucida Grande" pitchFamily="34" charset="0"/>
                <a:ea typeface="宋体" panose="02010600030101010101" pitchFamily="2" charset="-122"/>
              </a:rPr>
              <a:t>The rebuild will also take no more than h (height of the original tree) extra pages of memory (nodes)</a:t>
            </a:r>
            <a:endParaRPr lang="en-US" altLang="zh-CN" sz="1400" dirty="0">
              <a:solidFill>
                <a:srgbClr val="000000"/>
              </a:solidFill>
              <a:latin typeface="Lucida Grande" pitchFamily="34" charset="0"/>
              <a:ea typeface="宋体" panose="02010600030101010101" pitchFamily="2" charset="-122"/>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2" name="Rectangle 7"/>
          <p:cNvSpPr txBox="1">
            <a:spLocks noGrp="1"/>
          </p:cNvSpPr>
          <p:nvPr>
            <p:ph type="sldNum" sz="quarter"/>
          </p:nvPr>
        </p:nvSpPr>
        <p:spPr>
          <a:xfrm>
            <a:off x="3871913" y="9480550"/>
            <a:ext cx="2962275" cy="498475"/>
          </a:xfrm>
          <a:prstGeom prst="rect">
            <a:avLst/>
          </a:prstGeom>
          <a:noFill/>
          <a:ln w="9525">
            <a:noFill/>
          </a:ln>
        </p:spPr>
        <p:txBody>
          <a:bodyPr lIns="96068" tIns="48035" rIns="96068" bIns="48035" anchor="b" anchorCtr="0"/>
          <a:p>
            <a:pPr lvl="0" algn="r" defTabSz="960755">
              <a:spcBef>
                <a:spcPct val="0"/>
              </a:spcBef>
            </a:pPr>
            <a:fld id="{9A0DB2DC-4C9A-4742-B13C-FB6460FD3503}" type="slidenum">
              <a:rPr lang="zh-CN" altLang="en-US" sz="1300" dirty="0">
                <a:ea typeface="宋体" panose="02010600030101010101" pitchFamily="2" charset="-122"/>
              </a:rPr>
            </a:fld>
            <a:endParaRPr lang="zh-CN" altLang="en-US" sz="1300" dirty="0">
              <a:ea typeface="宋体" panose="02010600030101010101" pitchFamily="2" charset="-122"/>
            </a:endParaRPr>
          </a:p>
        </p:txBody>
      </p:sp>
      <p:sp>
        <p:nvSpPr>
          <p:cNvPr id="40963" name="幻灯片图像占位符 1"/>
          <p:cNvSpPr>
            <a:spLocks noGrp="1" noRot="1" noChangeAspect="1" noTextEdit="1"/>
          </p:cNvSpPr>
          <p:nvPr>
            <p:ph type="sldImg"/>
          </p:nvPr>
        </p:nvSpPr>
        <p:spPr>
          <a:xfrm>
            <a:off x="923925" y="749300"/>
            <a:ext cx="4987925" cy="3741738"/>
          </a:xfrm>
          <a:ln/>
        </p:spPr>
      </p:sp>
      <p:sp>
        <p:nvSpPr>
          <p:cNvPr id="40964" name="备注占位符 2"/>
          <p:cNvSpPr>
            <a:spLocks noGrp="1"/>
          </p:cNvSpPr>
          <p:nvPr>
            <p:ph type="body" idx="1"/>
          </p:nvPr>
        </p:nvSpPr>
        <p:spPr>
          <a:xfrm>
            <a:off x="682625" y="4740275"/>
            <a:ext cx="5468938" cy="4489450"/>
          </a:xfrm>
          <a:ln/>
        </p:spPr>
        <p:txBody>
          <a:bodyPr wrap="square" lIns="96053" tIns="48027" rIns="96053" bIns="48027" anchor="t" anchorCtr="0"/>
          <a:p>
            <a:pPr lvl="0"/>
            <a:endParaRPr lang="zh-CN" altLang="en-US" dirty="0">
              <a:ea typeface="宋体" panose="02010600030101010101" pitchFamily="2" charset="-122"/>
            </a:endParaRPr>
          </a:p>
        </p:txBody>
      </p:sp>
      <p:sp>
        <p:nvSpPr>
          <p:cNvPr id="40965" name="灯片编号占位符 3"/>
          <p:cNvSpPr txBox="1">
            <a:spLocks noGrp="1"/>
          </p:cNvSpPr>
          <p:nvPr/>
        </p:nvSpPr>
        <p:spPr>
          <a:xfrm>
            <a:off x="3870325" y="9478963"/>
            <a:ext cx="2962275" cy="498475"/>
          </a:xfrm>
          <a:prstGeom prst="rect">
            <a:avLst/>
          </a:prstGeom>
          <a:noFill/>
          <a:ln w="9525">
            <a:noFill/>
          </a:ln>
        </p:spPr>
        <p:txBody>
          <a:bodyPr lIns="96053" tIns="48027" rIns="96053" bIns="48027" anchor="b" anchorCtr="0"/>
          <a:p>
            <a:pPr lvl="0" algn="r" defTabSz="960755" eaLnBrk="1" hangingPunct="1">
              <a:spcBef>
                <a:spcPct val="0"/>
              </a:spcBef>
            </a:pPr>
            <a:fld id="{9A0DB2DC-4C9A-4742-B13C-FB6460FD3503}" type="slidenum">
              <a:rPr lang="zh-CN" altLang="en-US" sz="1300" dirty="0">
                <a:latin typeface="Times" pitchFamily="34" charset="0"/>
                <a:ea typeface="宋体" panose="02010600030101010101" pitchFamily="2" charset="-122"/>
              </a:rPr>
            </a:fld>
            <a:endParaRPr lang="zh-CN" altLang="en-US" sz="1300" dirty="0">
              <a:latin typeface="Times" pitchFamily="34" charset="0"/>
              <a:ea typeface="宋体" panose="02010600030101010101" pitchFamily="2" charset="-122"/>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0" name="Rectangle 7"/>
          <p:cNvSpPr txBox="1">
            <a:spLocks noGrp="1"/>
          </p:cNvSpPr>
          <p:nvPr>
            <p:ph type="sldNum" sz="quarter"/>
          </p:nvPr>
        </p:nvSpPr>
        <p:spPr>
          <a:xfrm>
            <a:off x="3871913" y="9480550"/>
            <a:ext cx="2962275" cy="498475"/>
          </a:xfrm>
          <a:prstGeom prst="rect">
            <a:avLst/>
          </a:prstGeom>
          <a:noFill/>
          <a:ln w="9525">
            <a:noFill/>
          </a:ln>
        </p:spPr>
        <p:txBody>
          <a:bodyPr lIns="96068" tIns="48035" rIns="96068" bIns="48035" anchor="b" anchorCtr="0"/>
          <a:p>
            <a:pPr lvl="0" algn="r" defTabSz="960755">
              <a:spcBef>
                <a:spcPct val="0"/>
              </a:spcBef>
            </a:pPr>
            <a:fld id="{9A0DB2DC-4C9A-4742-B13C-FB6460FD3503}" type="slidenum">
              <a:rPr lang="zh-CN" altLang="en-US" sz="1300" dirty="0">
                <a:ea typeface="宋体" panose="02010600030101010101" pitchFamily="2" charset="-122"/>
              </a:rPr>
            </a:fld>
            <a:endParaRPr lang="zh-CN" altLang="en-US" sz="1300" dirty="0">
              <a:ea typeface="宋体" panose="02010600030101010101" pitchFamily="2" charset="-122"/>
            </a:endParaRPr>
          </a:p>
        </p:txBody>
      </p:sp>
      <p:sp>
        <p:nvSpPr>
          <p:cNvPr id="43011" name="Rectangle 7"/>
          <p:cNvSpPr txBox="1">
            <a:spLocks noGrp="1"/>
          </p:cNvSpPr>
          <p:nvPr/>
        </p:nvSpPr>
        <p:spPr>
          <a:xfrm>
            <a:off x="3870325" y="9478963"/>
            <a:ext cx="2962275" cy="498475"/>
          </a:xfrm>
          <a:prstGeom prst="rect">
            <a:avLst/>
          </a:prstGeom>
          <a:noFill/>
          <a:ln w="9525">
            <a:noFill/>
          </a:ln>
        </p:spPr>
        <p:txBody>
          <a:bodyPr lIns="96053" tIns="48027" rIns="96053" bIns="48027" anchor="b" anchorCtr="0"/>
          <a:p>
            <a:pPr lvl="0" algn="r" defTabSz="960755" eaLnBrk="1" hangingPunct="1">
              <a:spcBef>
                <a:spcPct val="0"/>
              </a:spcBef>
            </a:pPr>
            <a:fld id="{9A0DB2DC-4C9A-4742-B13C-FB6460FD3503}" type="slidenum">
              <a:rPr lang="zh-CN" altLang="en-US" sz="1300" dirty="0">
                <a:latin typeface="Times" pitchFamily="34" charset="0"/>
                <a:ea typeface="宋体" panose="02010600030101010101" pitchFamily="2" charset="-122"/>
              </a:rPr>
            </a:fld>
            <a:endParaRPr lang="zh-CN" altLang="en-US" sz="1300" dirty="0">
              <a:latin typeface="Times" pitchFamily="34" charset="0"/>
              <a:ea typeface="宋体" panose="02010600030101010101" pitchFamily="2" charset="-122"/>
            </a:endParaRPr>
          </a:p>
        </p:txBody>
      </p:sp>
      <p:sp>
        <p:nvSpPr>
          <p:cNvPr id="43012" name="Rectangle 2"/>
          <p:cNvSpPr>
            <a:spLocks noRot="1" noTextEdit="1"/>
          </p:cNvSpPr>
          <p:nvPr>
            <p:ph type="sldImg"/>
          </p:nvPr>
        </p:nvSpPr>
        <p:spPr>
          <a:xfrm>
            <a:off x="923925" y="749300"/>
            <a:ext cx="4987925" cy="3741738"/>
          </a:xfrm>
          <a:ln/>
        </p:spPr>
      </p:sp>
      <p:sp>
        <p:nvSpPr>
          <p:cNvPr id="43013" name="Rectangle 3"/>
          <p:cNvSpPr>
            <a:spLocks noGrp="1"/>
          </p:cNvSpPr>
          <p:nvPr>
            <p:ph type="body" idx="1"/>
          </p:nvPr>
        </p:nvSpPr>
        <p:spPr>
          <a:xfrm>
            <a:off x="682625" y="4740275"/>
            <a:ext cx="5468938" cy="4489450"/>
          </a:xfrm>
          <a:ln/>
        </p:spPr>
        <p:txBody>
          <a:bodyPr wrap="square" lIns="96053" tIns="48027" rIns="96053" bIns="48027" anchor="t" anchorCtr="0"/>
          <a:p>
            <a:pPr lvl="0" defTabSz="914400" eaLnBrk="1" hangingPunct="1">
              <a:lnSpc>
                <a:spcPct val="90000"/>
              </a:lnSpc>
              <a:tabLst>
                <a:tab pos="1092200" algn="l"/>
              </a:tabLst>
            </a:pPr>
            <a:r>
              <a:rPr lang="en-US" altLang="zh-CN" sz="4400" dirty="0">
                <a:ea typeface="宋体" panose="02010600030101010101" pitchFamily="2" charset="-122"/>
              </a:rPr>
              <a:t>Phase 1: Load data into memory</a:t>
            </a:r>
            <a:endParaRPr lang="en-US" altLang="zh-CN" sz="4400" dirty="0">
              <a:ea typeface="宋体" panose="02010600030101010101" pitchFamily="2" charset="-122"/>
            </a:endParaRPr>
          </a:p>
          <a:p>
            <a:pPr lvl="1" defTabSz="914400" eaLnBrk="1" hangingPunct="1">
              <a:lnSpc>
                <a:spcPct val="90000"/>
              </a:lnSpc>
              <a:tabLst>
                <a:tab pos="1092200" algn="l"/>
              </a:tabLst>
            </a:pPr>
            <a:r>
              <a:rPr lang="en-US" altLang="zh-CN" sz="4000" dirty="0">
                <a:ea typeface="宋体" panose="02010600030101010101" pitchFamily="2" charset="-122"/>
              </a:rPr>
              <a:t>Build an initial in-memory CF-tree with the data (one scan)</a:t>
            </a:r>
            <a:endParaRPr lang="en-US" altLang="zh-CN" sz="4000" dirty="0">
              <a:ea typeface="宋体" panose="02010600030101010101" pitchFamily="2" charset="-122"/>
            </a:endParaRPr>
          </a:p>
          <a:p>
            <a:pPr lvl="1" defTabSz="914400" eaLnBrk="1" hangingPunct="1">
              <a:lnSpc>
                <a:spcPct val="90000"/>
              </a:lnSpc>
              <a:tabLst>
                <a:tab pos="1092200" algn="l"/>
              </a:tabLst>
            </a:pPr>
            <a:r>
              <a:rPr lang="en-US" altLang="zh-CN" sz="4000" dirty="0">
                <a:ea typeface="宋体" panose="02010600030101010101" pitchFamily="2" charset="-122"/>
              </a:rPr>
              <a:t>Subsequent phases become fast, accurate, less order sensitive</a:t>
            </a:r>
            <a:endParaRPr lang="en-US" altLang="zh-CN" sz="4000" dirty="0">
              <a:ea typeface="宋体" panose="02010600030101010101" pitchFamily="2" charset="-122"/>
            </a:endParaRPr>
          </a:p>
          <a:p>
            <a:pPr lvl="0" defTabSz="914400" eaLnBrk="1" hangingPunct="1">
              <a:lnSpc>
                <a:spcPct val="90000"/>
              </a:lnSpc>
              <a:tabLst>
                <a:tab pos="1092200" algn="l"/>
              </a:tabLst>
            </a:pPr>
            <a:r>
              <a:rPr lang="en-US" altLang="zh-CN" sz="4400" dirty="0">
                <a:ea typeface="宋体" panose="02010600030101010101" pitchFamily="2" charset="-122"/>
              </a:rPr>
              <a:t>Phase 2: Condense data</a:t>
            </a:r>
            <a:endParaRPr lang="en-US" altLang="zh-CN" sz="4400" dirty="0">
              <a:ea typeface="宋体" panose="02010600030101010101" pitchFamily="2" charset="-122"/>
            </a:endParaRPr>
          </a:p>
          <a:p>
            <a:pPr lvl="1" defTabSz="914400" eaLnBrk="1" hangingPunct="1">
              <a:lnSpc>
                <a:spcPct val="90000"/>
              </a:lnSpc>
              <a:tabLst>
                <a:tab pos="1092200" algn="l"/>
              </a:tabLst>
            </a:pPr>
            <a:r>
              <a:rPr lang="en-US" altLang="zh-CN" sz="4000" dirty="0">
                <a:ea typeface="宋体" panose="02010600030101010101" pitchFamily="2" charset="-122"/>
              </a:rPr>
              <a:t>Rebuild the CF-tree with a larger T</a:t>
            </a:r>
            <a:endParaRPr lang="en-US" altLang="zh-CN" sz="4000" dirty="0">
              <a:ea typeface="宋体" panose="02010600030101010101" pitchFamily="2" charset="-122"/>
            </a:endParaRPr>
          </a:p>
          <a:p>
            <a:pPr lvl="1" defTabSz="914400" eaLnBrk="1" hangingPunct="1">
              <a:lnSpc>
                <a:spcPct val="90000"/>
              </a:lnSpc>
              <a:tabLst>
                <a:tab pos="1092200" algn="l"/>
              </a:tabLst>
            </a:pPr>
            <a:r>
              <a:rPr lang="en-US" altLang="zh-CN" sz="4000" dirty="0">
                <a:ea typeface="宋体" panose="02010600030101010101" pitchFamily="2" charset="-122"/>
              </a:rPr>
              <a:t>Condensing is optional</a:t>
            </a:r>
            <a:endParaRPr lang="en-US" altLang="zh-CN" sz="4000" dirty="0">
              <a:ea typeface="宋体" panose="02010600030101010101" pitchFamily="2" charset="-122"/>
            </a:endParaRPr>
          </a:p>
          <a:p>
            <a:pPr lvl="0" defTabSz="914400" eaLnBrk="1" hangingPunct="1">
              <a:lnSpc>
                <a:spcPct val="80000"/>
              </a:lnSpc>
              <a:tabLst>
                <a:tab pos="1092200" algn="l"/>
              </a:tabLst>
            </a:pPr>
            <a:r>
              <a:rPr lang="en-US" altLang="zh-CN" dirty="0">
                <a:ea typeface="宋体" panose="02010600030101010101" pitchFamily="2" charset="-122"/>
              </a:rPr>
              <a:t>Phase</a:t>
            </a:r>
            <a:r>
              <a:rPr lang="en-US" altLang="zh-CN" sz="4400" dirty="0">
                <a:ea typeface="宋体" panose="02010600030101010101" pitchFamily="2" charset="-122"/>
              </a:rPr>
              <a:t> 3: Global clustering</a:t>
            </a:r>
            <a:endParaRPr lang="en-US" altLang="zh-CN" sz="4400" dirty="0">
              <a:ea typeface="宋体" panose="02010600030101010101" pitchFamily="2" charset="-122"/>
            </a:endParaRPr>
          </a:p>
          <a:p>
            <a:pPr lvl="1" defTabSz="914400" eaLnBrk="1" hangingPunct="1">
              <a:lnSpc>
                <a:spcPct val="80000"/>
              </a:lnSpc>
              <a:tabLst>
                <a:tab pos="1092200" algn="l"/>
              </a:tabLst>
            </a:pPr>
            <a:r>
              <a:rPr lang="en-US" altLang="zh-CN" sz="4000" dirty="0">
                <a:ea typeface="宋体" panose="02010600030101010101" pitchFamily="2" charset="-122"/>
              </a:rPr>
              <a:t>Use existing clustering algorithm on CF leafs</a:t>
            </a:r>
            <a:endParaRPr lang="en-US" altLang="zh-CN" sz="4000" dirty="0">
              <a:ea typeface="宋体" panose="02010600030101010101" pitchFamily="2" charset="-122"/>
            </a:endParaRPr>
          </a:p>
          <a:p>
            <a:pPr lvl="0" defTabSz="914400" eaLnBrk="1" hangingPunct="1">
              <a:lnSpc>
                <a:spcPct val="80000"/>
              </a:lnSpc>
              <a:tabLst>
                <a:tab pos="1092200" algn="l"/>
              </a:tabLst>
            </a:pPr>
            <a:r>
              <a:rPr lang="en-US" altLang="zh-CN" sz="4400" dirty="0">
                <a:ea typeface="宋体" panose="02010600030101010101" pitchFamily="2" charset="-122"/>
              </a:rPr>
              <a:t>Phase 4: Cluster refining</a:t>
            </a:r>
            <a:endParaRPr lang="en-US" altLang="zh-CN" sz="4400" dirty="0">
              <a:ea typeface="宋体" panose="02010600030101010101" pitchFamily="2" charset="-122"/>
            </a:endParaRPr>
          </a:p>
          <a:p>
            <a:pPr lvl="1" defTabSz="914400" eaLnBrk="1" hangingPunct="1">
              <a:lnSpc>
                <a:spcPct val="80000"/>
              </a:lnSpc>
              <a:tabLst>
                <a:tab pos="1092200" algn="l"/>
              </a:tabLst>
            </a:pPr>
            <a:r>
              <a:rPr lang="en-US" altLang="zh-CN" sz="4000" dirty="0">
                <a:ea typeface="宋体" panose="02010600030101010101" pitchFamily="2" charset="-122"/>
              </a:rPr>
              <a:t>Do additional passes over the dataset &amp; reassign data points to the closest centroid from phase 3</a:t>
            </a:r>
            <a:endParaRPr lang="en-US" altLang="zh-CN" sz="4000" dirty="0">
              <a:ea typeface="宋体" panose="02010600030101010101" pitchFamily="2" charset="-122"/>
            </a:endParaRPr>
          </a:p>
          <a:p>
            <a:pPr lvl="1" defTabSz="914400" eaLnBrk="1" hangingPunct="1">
              <a:lnSpc>
                <a:spcPct val="80000"/>
              </a:lnSpc>
              <a:tabLst>
                <a:tab pos="1092200" algn="l"/>
              </a:tabLst>
            </a:pPr>
            <a:r>
              <a:rPr lang="en-US" altLang="zh-CN" sz="4000" dirty="0">
                <a:ea typeface="宋体" panose="02010600030101010101" pitchFamily="2" charset="-122"/>
              </a:rPr>
              <a:t>Refining is optional</a:t>
            </a:r>
            <a:endParaRPr lang="en-US" altLang="zh-CN" sz="4000" dirty="0">
              <a:ea typeface="宋体" panose="02010600030101010101" pitchFamily="2" charset="-122"/>
            </a:endParaRPr>
          </a:p>
          <a:p>
            <a:pPr lvl="0" defTabSz="914400" eaLnBrk="1" hangingPunct="1">
              <a:tabLst>
                <a:tab pos="1092200" algn="l"/>
              </a:tabLst>
            </a:pPr>
            <a:endParaRPr lang="en-US" altLang="zh-TW" dirty="0">
              <a:ea typeface="PMingLiU" pitchFamily="18" charset="-12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6" name="Rectangle 7"/>
          <p:cNvSpPr txBox="1">
            <a:spLocks noGrp="1"/>
          </p:cNvSpPr>
          <p:nvPr>
            <p:ph type="sldNum" sz="quarter"/>
          </p:nvPr>
        </p:nvSpPr>
        <p:spPr>
          <a:xfrm>
            <a:off x="3871913" y="9480550"/>
            <a:ext cx="2962275" cy="498475"/>
          </a:xfrm>
          <a:prstGeom prst="rect">
            <a:avLst/>
          </a:prstGeom>
          <a:noFill/>
          <a:ln w="9525">
            <a:noFill/>
          </a:ln>
        </p:spPr>
        <p:txBody>
          <a:bodyPr lIns="96068" tIns="48035" rIns="96068" bIns="48035" anchor="b" anchorCtr="0"/>
          <a:p>
            <a:pPr lvl="0" algn="r" defTabSz="960755">
              <a:spcBef>
                <a:spcPct val="0"/>
              </a:spcBef>
            </a:pPr>
            <a:fld id="{9A0DB2DC-4C9A-4742-B13C-FB6460FD3503}" type="slidenum">
              <a:rPr lang="zh-CN" altLang="en-US" sz="1300" dirty="0">
                <a:ea typeface="宋体" panose="02010600030101010101" pitchFamily="2" charset="-122"/>
              </a:rPr>
            </a:fld>
            <a:endParaRPr lang="zh-CN" altLang="en-US" sz="1300" dirty="0">
              <a:ea typeface="宋体" panose="02010600030101010101" pitchFamily="2" charset="-122"/>
            </a:endParaRPr>
          </a:p>
        </p:txBody>
      </p:sp>
      <p:sp>
        <p:nvSpPr>
          <p:cNvPr id="47107" name="Rectangle 2"/>
          <p:cNvSpPr>
            <a:spLocks noTextEdit="1"/>
          </p:cNvSpPr>
          <p:nvPr>
            <p:ph type="sldImg"/>
          </p:nvPr>
        </p:nvSpPr>
        <p:spPr>
          <a:ln/>
        </p:spPr>
      </p:sp>
      <p:sp>
        <p:nvSpPr>
          <p:cNvPr id="47108" name="Rectangle 3"/>
          <p:cNvSpPr>
            <a:spLocks noGrp="1"/>
          </p:cNvSpPr>
          <p:nvPr>
            <p:ph type="body" idx="1"/>
          </p:nvPr>
        </p:nvSpPr>
        <p:spPr>
          <a:xfrm>
            <a:off x="682625" y="4740275"/>
            <a:ext cx="5468938" cy="4489450"/>
          </a:xfrm>
          <a:ln/>
        </p:spPr>
        <p:txBody>
          <a:bodyPr wrap="square" lIns="96068" tIns="48035" rIns="96068" bIns="48035" anchor="t" anchorCtr="0"/>
          <a:p>
            <a:pPr lvl="0"/>
            <a:r>
              <a:rPr lang="en-US" altLang="zh-CN" dirty="0">
                <a:ea typeface="宋体" panose="02010600030101010101" pitchFamily="2" charset="-122"/>
              </a:rPr>
              <a:t>In their paper Jeh and Widom give an efficient approach for approximating SimRank similarities, which only computes the similarity between two objects if they are linked with the same object. However, in this way the similarity between “sigmod” and “vldb” is never computed, neither is the similarity between “Mike” and “Cathy”, “sigmod03” and “vldb04”, etc. This will significantly affect the accuracy of clustering if no similarity is computed between those pairs of highly related objects.</a:t>
            </a:r>
            <a:endParaRPr lang="en-US" altLang="zh-CN" dirty="0">
              <a:ea typeface="宋体" panose="02010600030101010101" pitchFamily="2" charset="-122"/>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8" name="Rectangle 7"/>
          <p:cNvSpPr txBox="1">
            <a:spLocks noGrp="1"/>
          </p:cNvSpPr>
          <p:nvPr>
            <p:ph type="sldNum" sz="quarter"/>
          </p:nvPr>
        </p:nvSpPr>
        <p:spPr>
          <a:xfrm>
            <a:off x="3871913" y="9480550"/>
            <a:ext cx="2962275" cy="498475"/>
          </a:xfrm>
          <a:prstGeom prst="rect">
            <a:avLst/>
          </a:prstGeom>
          <a:noFill/>
          <a:ln w="9525">
            <a:noFill/>
          </a:ln>
        </p:spPr>
        <p:txBody>
          <a:bodyPr lIns="96068" tIns="48035" rIns="96068" bIns="48035" anchor="b" anchorCtr="0"/>
          <a:p>
            <a:pPr lvl="0" algn="r" defTabSz="960755">
              <a:spcBef>
                <a:spcPct val="0"/>
              </a:spcBef>
            </a:pPr>
            <a:fld id="{9A0DB2DC-4C9A-4742-B13C-FB6460FD3503}" type="slidenum">
              <a:rPr lang="zh-CN" altLang="en-US" sz="1300" dirty="0">
                <a:ea typeface="宋体" panose="02010600030101010101" pitchFamily="2" charset="-122"/>
              </a:rPr>
            </a:fld>
            <a:endParaRPr lang="zh-CN" altLang="en-US" sz="1300" dirty="0">
              <a:ea typeface="宋体" panose="02010600030101010101" pitchFamily="2" charset="-122"/>
            </a:endParaRPr>
          </a:p>
        </p:txBody>
      </p:sp>
      <p:sp>
        <p:nvSpPr>
          <p:cNvPr id="55299" name="Rectangle 2"/>
          <p:cNvSpPr>
            <a:spLocks noTextEdit="1"/>
          </p:cNvSpPr>
          <p:nvPr>
            <p:ph type="sldImg"/>
          </p:nvPr>
        </p:nvSpPr>
        <p:spPr>
          <a:ln/>
        </p:spPr>
      </p:sp>
      <p:sp>
        <p:nvSpPr>
          <p:cNvPr id="55300" name="Rectangle 3"/>
          <p:cNvSpPr>
            <a:spLocks noGrp="1"/>
          </p:cNvSpPr>
          <p:nvPr>
            <p:ph type="body" idx="1"/>
          </p:nvPr>
        </p:nvSpPr>
        <p:spPr>
          <a:xfrm>
            <a:off x="682625" y="4740275"/>
            <a:ext cx="5468938" cy="4489450"/>
          </a:xfrm>
          <a:ln/>
        </p:spPr>
        <p:txBody>
          <a:bodyPr wrap="square" lIns="96068" tIns="48035" rIns="96068" bIns="48035" anchor="t" anchorCtr="0"/>
          <a:p>
            <a:pPr lvl="0"/>
            <a:r>
              <a:rPr lang="en-US" altLang="zh-CN" dirty="0">
                <a:ea typeface="宋体" panose="02010600030101010101" pitchFamily="2" charset="-122"/>
              </a:rPr>
              <a:t>We use this simple definition of tightness for efficiency concerns.</a:t>
            </a:r>
            <a:endParaRPr lang="en-US" altLang="zh-CN" dirty="0">
              <a:ea typeface="宋体"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grpSp>
        <p:nvGrpSpPr>
          <p:cNvPr id="2050" name="Group 2"/>
          <p:cNvGrpSpPr/>
          <p:nvPr/>
        </p:nvGrpSpPr>
        <p:grpSpPr>
          <a:xfrm>
            <a:off x="0" y="2438400"/>
            <a:ext cx="9009063" cy="1052513"/>
            <a:chOff x="0" y="1536"/>
            <a:chExt cx="5675" cy="663"/>
          </a:xfrm>
        </p:grpSpPr>
        <p:grpSp>
          <p:nvGrpSpPr>
            <p:cNvPr id="2056" name="Group 3"/>
            <p:cNvGrpSpPr/>
            <p:nvPr/>
          </p:nvGrpSpPr>
          <p:grpSpPr>
            <a:xfrm>
              <a:off x="185" y="1604"/>
              <a:ext cx="449" cy="299"/>
              <a:chOff x="720" y="336"/>
              <a:chExt cx="624" cy="432"/>
            </a:xfrm>
          </p:grpSpPr>
          <p:sp>
            <p:nvSpPr>
              <p:cNvPr id="14" name="Rectangle 4"/>
              <p:cNvSpPr>
                <a:spLocks noChangeArrowheads="1"/>
              </p:cNvSpPr>
              <p:nvPr/>
            </p:nvSpPr>
            <p:spPr bwMode="auto">
              <a:xfrm>
                <a:off x="720" y="336"/>
                <a:ext cx="384" cy="432"/>
              </a:xfrm>
              <a:prstGeom prst="rect">
                <a:avLst/>
              </a:prstGeom>
              <a:solidFill>
                <a:schemeClr val="folHlink"/>
              </a:solidFill>
              <a:ln w="9525">
                <a:noFill/>
                <a:miter lim="800000"/>
              </a:ln>
              <a:effectLst/>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5"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w="9525">
                <a:noFill/>
                <a:miter lim="800000"/>
              </a:ln>
              <a:effectLst/>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Tahoma" panose="020B0604030504040204" pitchFamily="34" charset="0"/>
                  <a:ea typeface="宋体" panose="02010600030101010101" pitchFamily="2" charset="-122"/>
                  <a:cs typeface="+mn-cs"/>
                </a:endParaRPr>
              </a:p>
            </p:txBody>
          </p:sp>
        </p:grpSp>
        <p:grpSp>
          <p:nvGrpSpPr>
            <p:cNvPr id="2057" name="Group 6"/>
            <p:cNvGrpSpPr/>
            <p:nvPr/>
          </p:nvGrpSpPr>
          <p:grpSpPr>
            <a:xfrm>
              <a:off x="263" y="1870"/>
              <a:ext cx="466" cy="299"/>
              <a:chOff x="912" y="2640"/>
              <a:chExt cx="672" cy="432"/>
            </a:xfrm>
          </p:grpSpPr>
          <p:sp>
            <p:nvSpPr>
              <p:cNvPr id="12" name="Rectangle 7"/>
              <p:cNvSpPr>
                <a:spLocks noChangeArrowheads="1"/>
              </p:cNvSpPr>
              <p:nvPr/>
            </p:nvSpPr>
            <p:spPr bwMode="auto">
              <a:xfrm>
                <a:off x="912" y="2640"/>
                <a:ext cx="384" cy="432"/>
              </a:xfrm>
              <a:prstGeom prst="rect">
                <a:avLst/>
              </a:prstGeom>
              <a:solidFill>
                <a:schemeClr val="accent2"/>
              </a:solidFill>
              <a:ln w="9525">
                <a:noFill/>
                <a:miter lim="800000"/>
              </a:ln>
              <a:effectLst/>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3" name="Rectangle 8"/>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w="9525">
                <a:noFill/>
                <a:miter lim="800000"/>
              </a:ln>
              <a:effectLst/>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Tahoma" panose="020B0604030504040204" pitchFamily="34" charset="0"/>
                  <a:ea typeface="宋体" panose="02010600030101010101" pitchFamily="2" charset="-122"/>
                  <a:cs typeface="+mn-cs"/>
                </a:endParaRPr>
              </a:p>
            </p:txBody>
          </p:sp>
        </p:grpSp>
        <p:sp>
          <p:nvSpPr>
            <p:cNvPr id="9"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w="9525">
              <a:noFill/>
              <a:miter lim="800000"/>
            </a:ln>
            <a:effectLst/>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 name="Rectangle 10"/>
            <p:cNvSpPr>
              <a:spLocks noChangeArrowheads="1"/>
            </p:cNvSpPr>
            <p:nvPr/>
          </p:nvSpPr>
          <p:spPr bwMode="auto">
            <a:xfrm>
              <a:off x="400" y="1536"/>
              <a:ext cx="20" cy="663"/>
            </a:xfrm>
            <a:prstGeom prst="rect">
              <a:avLst/>
            </a:prstGeom>
            <a:solidFill>
              <a:schemeClr val="bg2"/>
            </a:solidFill>
            <a:ln w="9525">
              <a:noFill/>
              <a:miter lim="800000"/>
            </a:ln>
            <a:effectLst/>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1"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w="9525">
              <a:noFill/>
              <a:miter lim="800000"/>
            </a:ln>
            <a:effectLst/>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Tahoma" panose="020B0604030504040204" pitchFamily="34" charset="0"/>
                <a:ea typeface="宋体" panose="02010600030101010101" pitchFamily="2" charset="-122"/>
                <a:cs typeface="+mn-cs"/>
              </a:endParaRPr>
            </a:p>
          </p:txBody>
        </p:sp>
      </p:grpSp>
      <p:sp>
        <p:nvSpPr>
          <p:cNvPr id="929804" name="Rectangle 12"/>
          <p:cNvSpPr>
            <a:spLocks noGrp="1" noChangeArrowheads="1"/>
          </p:cNvSpPr>
          <p:nvPr>
            <p:ph type="ctrTitle"/>
          </p:nvPr>
        </p:nvSpPr>
        <p:spPr>
          <a:xfrm>
            <a:off x="990600" y="1828800"/>
            <a:ext cx="7772400" cy="1143000"/>
          </a:xfrm>
        </p:spPr>
        <p:txBody>
          <a:bodyPr/>
          <a:lstStyle>
            <a:lvl1pPr>
              <a:defRPr/>
            </a:lvl1pPr>
          </a:lstStyle>
          <a:p>
            <a:r>
              <a:rPr lang="en-US" altLang="zh-CN"/>
              <a:t>Click to edit Master title style</a:t>
            </a:r>
            <a:endParaRPr lang="en-US" altLang="zh-CN"/>
          </a:p>
        </p:txBody>
      </p:sp>
      <p:sp>
        <p:nvSpPr>
          <p:cNvPr id="929805" name="Rectangle 13"/>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a:lvl1pPr>
          </a:lstStyle>
          <a:p>
            <a:r>
              <a:rPr lang="en-US" altLang="zh-CN"/>
              <a:t>Click to edit Master subtitle style</a:t>
            </a:r>
            <a:endParaRPr lang="en-US" altLang="zh-CN"/>
          </a:p>
        </p:txBody>
      </p:sp>
      <p:sp>
        <p:nvSpPr>
          <p:cNvPr id="16" name="Rectangle 14"/>
          <p:cNvSpPr>
            <a:spLocks noGrp="1" noChangeArrowheads="1"/>
          </p:cNvSpPr>
          <p:nvPr>
            <p:ph type="dt" sz="half" idx="2"/>
          </p:nvPr>
        </p:nvSpPr>
        <p:spPr bwMode="auto">
          <a:xfrm>
            <a:off x="990600" y="6248400"/>
            <a:ext cx="1905000" cy="457200"/>
          </a:xfrm>
          <a:prstGeom prst="rect">
            <a:avLst/>
          </a:prstGeom>
          <a:ln>
            <a:miter lim="800000"/>
          </a:ln>
        </p:spPr>
        <p:txBody>
          <a:bodyPr vert="horz" wrap="square" lIns="91440" tIns="45720" rIns="91440" bIns="45720" numCol="1" anchor="b" anchorCtr="0" compatLnSpc="1"/>
          <a:lstStyle>
            <a:lvl1pPr algn="l">
              <a:defRPr sz="1400" smtClean="0">
                <a:solidFill>
                  <a:schemeClr val="bg2"/>
                </a:solidFill>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Tahoma" panose="020B0604030504040204" pitchFamily="34" charset="0"/>
              <a:ea typeface="宋体" panose="02010600030101010101" pitchFamily="2" charset="-122"/>
              <a:cs typeface="+mn-cs"/>
            </a:endParaRPr>
          </a:p>
        </p:txBody>
      </p:sp>
      <p:sp>
        <p:nvSpPr>
          <p:cNvPr id="17" name="Rectangle 15"/>
          <p:cNvSpPr>
            <a:spLocks noGrp="1" noChangeArrowheads="1"/>
          </p:cNvSpPr>
          <p:nvPr>
            <p:ph type="ftr" sz="quarter" idx="3"/>
          </p:nvPr>
        </p:nvSpPr>
        <p:spPr bwMode="auto">
          <a:xfrm>
            <a:off x="3429000" y="6248400"/>
            <a:ext cx="2895600" cy="457200"/>
          </a:xfrm>
          <a:prstGeom prst="rect">
            <a:avLst/>
          </a:prstGeom>
          <a:ln>
            <a:miter lim="800000"/>
          </a:ln>
        </p:spPr>
        <p:txBody>
          <a:bodyPr vert="horz" wrap="square" lIns="91440" tIns="45720" rIns="91440" bIns="45720" numCol="1" anchor="b" anchorCtr="0" compatLnSpc="1"/>
          <a:lstStyle>
            <a:lvl1pPr>
              <a:defRPr sz="1400" smtClean="0">
                <a:solidFill>
                  <a:schemeClr val="bg2"/>
                </a:solidFill>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Tahoma" panose="020B0604030504040204" pitchFamily="34" charset="0"/>
              <a:ea typeface="宋体" panose="02010600030101010101" pitchFamily="2" charset="-122"/>
              <a:cs typeface="+mn-cs"/>
            </a:endParaRPr>
          </a:p>
        </p:txBody>
      </p:sp>
      <p:sp>
        <p:nvSpPr>
          <p:cNvPr id="18" name="Rectangle 16"/>
          <p:cNvSpPr>
            <a:spLocks noGrp="1" noChangeArrowheads="1"/>
          </p:cNvSpPr>
          <p:nvPr>
            <p:ph type="sldNum" sz="quarter" idx="4"/>
          </p:nvPr>
        </p:nvSpPr>
        <p:spPr bwMode="auto">
          <a:xfrm>
            <a:off x="6858000" y="6248400"/>
            <a:ext cx="1905000" cy="457200"/>
          </a:xfrm>
          <a:prstGeom prst="rect">
            <a:avLst/>
          </a:prstGeom>
          <a:ln>
            <a:miter lim="800000"/>
          </a:ln>
        </p:spPr>
        <p:txBody>
          <a:bodyPr vert="horz" wrap="square" lIns="91440" tIns="45720" rIns="91440" bIns="45720" numCol="1" anchor="b" anchorCtr="0" compatLnSpc="1"/>
          <a:lstStyle>
            <a:lvl1pPr>
              <a:defRPr sz="1400">
                <a:solidFill>
                  <a:schemeClr val="bg2"/>
                </a:solidFill>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674EDFD9-48C0-4853-8E49-F7445F2B8811}" type="slidenum">
              <a:rPr kumimoji="0" lang="zh-CN" altLang="en-US" sz="1400" b="0" i="0" u="none" strike="noStrike" kern="1200" cap="none" spc="0" normalizeH="0" baseline="0" noProof="0" smtClean="0">
                <a:ln>
                  <a:noFill/>
                </a:ln>
                <a:solidFill>
                  <a:schemeClr val="bg2"/>
                </a:solidFill>
                <a:effectLst/>
                <a:uLnTx/>
                <a:uFillTx/>
                <a:latin typeface="Tahoma" panose="020B060403050404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bg2"/>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transition>
    <p:zo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灯片编号占位符 3"/>
          <p:cNvSpPr>
            <a:spLocks noGrp="1"/>
          </p:cNvSpPr>
          <p:nvPr>
            <p:ph type="sldNum" sz="quarter" idx="10"/>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E46AE2F2-D52D-4102-9047-CCFE91E8FB0C}" type="slidenum">
              <a:rPr kumimoji="0" lang="zh-CN" altLang="en-US" sz="1200" b="0" i="0" u="none" strike="noStrike" kern="1200" cap="none" spc="0" normalizeH="0" baseline="0" noProof="0" smtClean="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en-US" altLang="zh-CN" sz="1200" b="0" i="0" u="none" strike="noStrike" kern="1200" cap="none" spc="0" normalizeH="0" baseline="0" noProof="0" smtClean="0">
              <a:ln>
                <a:noFill/>
              </a:ln>
              <a:solidFill>
                <a:schemeClr val="tx1"/>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transition>
    <p:zo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灯片编号占位符 3"/>
          <p:cNvSpPr>
            <a:spLocks noGrp="1"/>
          </p:cNvSpPr>
          <p:nvPr>
            <p:ph type="sldNum" sz="quarter" idx="10"/>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E46AE2F2-D52D-4102-9047-CCFE91E8FB0C}" type="slidenum">
              <a:rPr kumimoji="0" lang="zh-CN" altLang="en-US" sz="1200" b="0" i="0" u="none" strike="noStrike" kern="1200" cap="none" spc="0" normalizeH="0" baseline="0" noProof="0" smtClean="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en-US" altLang="zh-CN" sz="1200" b="0" i="0" u="none" strike="noStrike" kern="1200" cap="none" spc="0" normalizeH="0" baseline="0" noProof="0" smtClean="0">
              <a:ln>
                <a:noFill/>
              </a:ln>
              <a:solidFill>
                <a:schemeClr val="tx1"/>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transition>
    <p:zo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381000" y="1371600"/>
            <a:ext cx="4114800" cy="5105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371600"/>
            <a:ext cx="4114800" cy="5105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灯片编号占位符 4"/>
          <p:cNvSpPr>
            <a:spLocks noGrp="1"/>
          </p:cNvSpPr>
          <p:nvPr>
            <p:ph type="sldNum" sz="quarter" idx="10"/>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E46AE2F2-D52D-4102-9047-CCFE91E8FB0C}" type="slidenum">
              <a:rPr kumimoji="0" lang="zh-CN" altLang="en-US" sz="1200" b="0" i="0" u="none" strike="noStrike" kern="1200" cap="none" spc="0" normalizeH="0" baseline="0" noProof="0" smtClean="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en-US" altLang="zh-CN" sz="1200" b="0" i="0" u="none" strike="noStrike" kern="1200" cap="none" spc="0" normalizeH="0" baseline="0" noProof="0" smtClean="0">
              <a:ln>
                <a:noFill/>
              </a:ln>
              <a:solidFill>
                <a:schemeClr val="tx1"/>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transition>
    <p:zo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灯片编号占位符 6"/>
          <p:cNvSpPr>
            <a:spLocks noGrp="1"/>
          </p:cNvSpPr>
          <p:nvPr>
            <p:ph type="sldNum" sz="quarter" idx="10"/>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E46AE2F2-D52D-4102-9047-CCFE91E8FB0C}" type="slidenum">
              <a:rPr kumimoji="0" lang="zh-CN" altLang="en-US" sz="1200" b="0" i="0" u="none" strike="noStrike" kern="1200" cap="none" spc="0" normalizeH="0" baseline="0" noProof="0" smtClean="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en-US" altLang="zh-CN" sz="1200" b="0" i="0" u="none" strike="noStrike" kern="1200" cap="none" spc="0" normalizeH="0" baseline="0" noProof="0" smtClean="0">
              <a:ln>
                <a:noFill/>
              </a:ln>
              <a:solidFill>
                <a:schemeClr val="tx1"/>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transition>
    <p:zo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灯片编号占位符 2"/>
          <p:cNvSpPr>
            <a:spLocks noGrp="1"/>
          </p:cNvSpPr>
          <p:nvPr>
            <p:ph type="sldNum" sz="quarter" idx="10"/>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E46AE2F2-D52D-4102-9047-CCFE91E8FB0C}" type="slidenum">
              <a:rPr kumimoji="0" lang="zh-CN" altLang="en-US" sz="1200" b="0" i="0" u="none" strike="noStrike" kern="1200" cap="none" spc="0" normalizeH="0" baseline="0" noProof="0" smtClean="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en-US" altLang="zh-CN" sz="1200" b="0" i="0" u="none" strike="noStrike" kern="1200" cap="none" spc="0" normalizeH="0" baseline="0" noProof="0" smtClean="0">
              <a:ln>
                <a:noFill/>
              </a:ln>
              <a:solidFill>
                <a:schemeClr val="tx1"/>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transition>
    <p:zo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E46AE2F2-D52D-4102-9047-CCFE91E8FB0C}" type="slidenum">
              <a:rPr kumimoji="0" lang="zh-CN" altLang="en-US" sz="1200" b="0" i="0" u="none" strike="noStrike" kern="1200" cap="none" spc="0" normalizeH="0" baseline="0" noProof="0" smtClean="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en-US" altLang="zh-CN" sz="1200" b="0" i="0" u="none" strike="noStrike" kern="1200" cap="none" spc="0" normalizeH="0" baseline="0" noProof="0" smtClean="0">
              <a:ln>
                <a:noFill/>
              </a:ln>
              <a:solidFill>
                <a:schemeClr val="tx1"/>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transition>
    <p:zo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灯片编号占位符 4"/>
          <p:cNvSpPr>
            <a:spLocks noGrp="1"/>
          </p:cNvSpPr>
          <p:nvPr>
            <p:ph type="sldNum" sz="quarter" idx="10"/>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E46AE2F2-D52D-4102-9047-CCFE91E8FB0C}" type="slidenum">
              <a:rPr kumimoji="0" lang="zh-CN" altLang="en-US" sz="1200" b="0" i="0" u="none" strike="noStrike" kern="1200" cap="none" spc="0" normalizeH="0" baseline="0" noProof="0" smtClean="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en-US" altLang="zh-CN" sz="1200" b="0" i="0" u="none" strike="noStrike" kern="1200" cap="none" spc="0" normalizeH="0" baseline="0" noProof="0" smtClean="0">
              <a:ln>
                <a:noFill/>
              </a:ln>
              <a:solidFill>
                <a:schemeClr val="tx1"/>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transition>
    <p:zo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endParaRPr kumimoji="0" lang="zh-CN" alt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灯片编号占位符 4"/>
          <p:cNvSpPr>
            <a:spLocks noGrp="1"/>
          </p:cNvSpPr>
          <p:nvPr>
            <p:ph type="sldNum" sz="quarter" idx="10"/>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E46AE2F2-D52D-4102-9047-CCFE91E8FB0C}" type="slidenum">
              <a:rPr kumimoji="0" lang="zh-CN" altLang="en-US" sz="1200" b="0" i="0" u="none" strike="noStrike" kern="1200" cap="none" spc="0" normalizeH="0" baseline="0" noProof="0" smtClean="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en-US" altLang="zh-CN" sz="1200" b="0" i="0" u="none" strike="noStrike" kern="1200" cap="none" spc="0" normalizeH="0" baseline="0" noProof="0" smtClean="0">
              <a:ln>
                <a:noFill/>
              </a:ln>
              <a:solidFill>
                <a:schemeClr val="tx1"/>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transition>
    <p:zo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灯片编号占位符 3"/>
          <p:cNvSpPr>
            <a:spLocks noGrp="1"/>
          </p:cNvSpPr>
          <p:nvPr>
            <p:ph type="sldNum" sz="quarter" idx="10"/>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E46AE2F2-D52D-4102-9047-CCFE91E8FB0C}" type="slidenum">
              <a:rPr kumimoji="0" lang="zh-CN" altLang="en-US" sz="1200" b="0" i="0" u="none" strike="noStrike" kern="1200" cap="none" spc="0" normalizeH="0" baseline="0" noProof="0" smtClean="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en-US" altLang="zh-CN" sz="1200" b="0" i="0" u="none" strike="noStrike" kern="1200" cap="none" spc="0" normalizeH="0" baseline="0" noProof="0" smtClean="0">
              <a:ln>
                <a:noFill/>
              </a:ln>
              <a:solidFill>
                <a:schemeClr val="tx1"/>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transition>
    <p:zo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381000"/>
            <a:ext cx="2095500" cy="60960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381000" y="381000"/>
            <a:ext cx="6134100" cy="6096000"/>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灯片编号占位符 3"/>
          <p:cNvSpPr>
            <a:spLocks noGrp="1"/>
          </p:cNvSpPr>
          <p:nvPr>
            <p:ph type="sldNum" sz="quarter" idx="10"/>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E46AE2F2-D52D-4102-9047-CCFE91E8FB0C}" type="slidenum">
              <a:rPr kumimoji="0" lang="zh-CN" altLang="en-US" sz="1200" b="0" i="0" u="none" strike="noStrike" kern="1200" cap="none" spc="0" normalizeH="0" baseline="0" noProof="0" smtClean="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en-US" altLang="zh-CN" sz="1200" b="0" i="0" u="none" strike="noStrike" kern="1200" cap="none" spc="0" normalizeH="0" baseline="0" noProof="0" smtClean="0">
              <a:ln>
                <a:noFill/>
              </a:ln>
              <a:solidFill>
                <a:schemeClr val="tx1"/>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transition>
    <p:zoom/>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381000"/>
            <a:ext cx="7793038" cy="6096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381000" y="1371600"/>
            <a:ext cx="4114800" cy="51054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371600"/>
            <a:ext cx="4114800" cy="51054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灯片编号占位符 4"/>
          <p:cNvSpPr>
            <a:spLocks noGrp="1"/>
          </p:cNvSpPr>
          <p:nvPr>
            <p:ph type="sldNum" sz="quarter" idx="10"/>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E46AE2F2-D52D-4102-9047-CCFE91E8FB0C}" type="slidenum">
              <a:rPr kumimoji="0" lang="zh-CN" altLang="en-US" sz="1200" b="0" i="0" u="none" strike="noStrike" kern="1200" cap="none" spc="0" normalizeH="0" baseline="0" noProof="0" smtClean="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en-US" altLang="zh-CN" sz="1200" b="0" i="0" u="none" strike="noStrike" kern="1200" cap="none" spc="0" normalizeH="0" baseline="0" noProof="0" smtClean="0">
              <a:ln>
                <a:noFill/>
              </a:ln>
              <a:solidFill>
                <a:schemeClr val="tx1"/>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transition>
    <p:zoom/>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Rectangle 2056"/>
          <p:cNvSpPr/>
          <p:nvPr/>
        </p:nvSpPr>
        <p:spPr>
          <a:xfrm>
            <a:off x="304800" y="1219200"/>
            <a:ext cx="8410575" cy="46038"/>
          </a:xfrm>
          <a:prstGeom prst="rect">
            <a:avLst/>
          </a:prstGeom>
          <a:gradFill rotWithShape="1">
            <a:gsLst>
              <a:gs pos="0">
                <a:srgbClr val="800000">
                  <a:alpha val="50000"/>
                </a:srgbClr>
              </a:gs>
              <a:gs pos="100000">
                <a:srgbClr val="FAE2F6">
                  <a:alpha val="50000"/>
                </a:srgbClr>
              </a:gs>
            </a:gsLst>
            <a:lin ang="0" scaled="1"/>
            <a:tileRect/>
          </a:gradFill>
          <a:ln w="9525">
            <a:noFill/>
          </a:ln>
        </p:spPr>
        <p:txBody>
          <a:bodyPr wrap="none" anchor="ctr" anchorCtr="0"/>
          <a:p>
            <a:pPr lvl="0" algn="ctr" eaLnBrk="1" hangingPunct="1">
              <a:buNone/>
            </a:pPr>
            <a:endParaRPr lang="zh-CN" altLang="en-US" dirty="0">
              <a:latin typeface="Tahoma" panose="020B0604030504040204" pitchFamily="34" charset="0"/>
              <a:ea typeface="宋体" panose="02010600030101010101" pitchFamily="2" charset="-122"/>
            </a:endParaRPr>
          </a:p>
        </p:txBody>
      </p:sp>
      <p:sp>
        <p:nvSpPr>
          <p:cNvPr id="1027" name="Rectangle 2057"/>
          <p:cNvSpPr>
            <a:spLocks noGrp="1"/>
          </p:cNvSpPr>
          <p:nvPr>
            <p:ph type="title"/>
          </p:nvPr>
        </p:nvSpPr>
        <p:spPr>
          <a:xfrm>
            <a:off x="609600" y="381000"/>
            <a:ext cx="7793038" cy="609600"/>
          </a:xfrm>
          <a:prstGeom prst="rect">
            <a:avLst/>
          </a:prstGeom>
          <a:noFill/>
          <a:ln w="9525">
            <a:noFill/>
          </a:ln>
        </p:spPr>
        <p:txBody>
          <a:bodyPr anchor="b" anchorCtr="0"/>
          <a:p>
            <a:pPr lvl="0"/>
            <a:r>
              <a:rPr lang="en-US" altLang="zh-CN" dirty="0"/>
              <a:t>Click to edit Master title style</a:t>
            </a:r>
            <a:endParaRPr lang="en-US" altLang="zh-CN" dirty="0"/>
          </a:p>
        </p:txBody>
      </p:sp>
      <p:sp>
        <p:nvSpPr>
          <p:cNvPr id="1028" name="Rectangle 2058"/>
          <p:cNvSpPr>
            <a:spLocks noGrp="1"/>
          </p:cNvSpPr>
          <p:nvPr>
            <p:ph type="body" idx="1"/>
          </p:nvPr>
        </p:nvSpPr>
        <p:spPr>
          <a:xfrm>
            <a:off x="381000" y="1371600"/>
            <a:ext cx="8382000" cy="5105400"/>
          </a:xfrm>
          <a:prstGeom prst="rect">
            <a:avLst/>
          </a:prstGeom>
          <a:noFill/>
          <a:ln w="9525">
            <a:noFill/>
          </a:ln>
        </p:spPr>
        <p:txBody>
          <a:bodyPr/>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altLang="zh-CN" dirty="0"/>
          </a:p>
        </p:txBody>
      </p:sp>
      <p:sp>
        <p:nvSpPr>
          <p:cNvPr id="928781" name="Rectangle 2061"/>
          <p:cNvSpPr>
            <a:spLocks noGrp="1" noChangeArrowheads="1"/>
          </p:cNvSpPr>
          <p:nvPr>
            <p:ph type="sldNum" sz="quarter" idx="4"/>
          </p:nvPr>
        </p:nvSpPr>
        <p:spPr bwMode="auto">
          <a:xfrm>
            <a:off x="7239000" y="6477000"/>
            <a:ext cx="1905000" cy="381000"/>
          </a:xfrm>
          <a:prstGeom prst="rect">
            <a:avLst/>
          </a:prstGeom>
          <a:noFill/>
          <a:ln w="9525">
            <a:noFill/>
            <a:miter lim="800000"/>
          </a:ln>
          <a:effectLst/>
        </p:spPr>
        <p:txBody>
          <a:bodyPr vert="horz" wrap="square" lIns="91440" tIns="45720" rIns="91440" bIns="45720" numCol="1" anchor="b" anchorCtr="0" compatLnSpc="1"/>
          <a:lstStyle>
            <a:lvl1pPr algn="r">
              <a:defRPr sz="120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E46AE2F2-D52D-4102-9047-CCFE91E8FB0C}" type="slidenum">
              <a:rPr kumimoji="0" lang="zh-CN" altLang="en-US" sz="1200" b="0" i="0" u="none" strike="noStrike" kern="1200" cap="none" spc="0" normalizeH="0" baseline="0" noProof="0" smtClean="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en-US" altLang="zh-CN" sz="1200" b="0" i="0" u="none" strike="noStrike" kern="1200" cap="none" spc="0" normalizeH="0" baseline="0" noProof="0" smtClean="0">
              <a:ln>
                <a:noFill/>
              </a:ln>
              <a:solidFill>
                <a:schemeClr val="tx1"/>
              </a:solidFill>
              <a:effectLst/>
              <a:uLnTx/>
              <a:uFillTx/>
              <a:latin typeface="Tahoma" panose="020B060403050404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p:zoom/>
  </p:transition>
  <p:hf sldNum="0" hdr="0" ftr="0" dt="0"/>
  <p:txStyles>
    <p:titleStyle>
      <a:lvl1pPr algn="ctr" rtl="0" eaLnBrk="0" fontAlgn="base" hangingPunct="0">
        <a:spcBef>
          <a:spcPct val="0"/>
        </a:spcBef>
        <a:spcAft>
          <a:spcPct val="0"/>
        </a:spcAft>
        <a:defRPr sz="3600">
          <a:solidFill>
            <a:schemeClr val="tx2"/>
          </a:solidFill>
          <a:latin typeface="+mj-lt"/>
          <a:ea typeface="+mj-ea"/>
          <a:cs typeface="+mj-cs"/>
        </a:defRPr>
      </a:lvl1pPr>
      <a:lvl2pPr algn="ctr" rtl="0" eaLnBrk="0" fontAlgn="base" hangingPunct="0">
        <a:spcBef>
          <a:spcPct val="0"/>
        </a:spcBef>
        <a:spcAft>
          <a:spcPct val="0"/>
        </a:spcAft>
        <a:defRPr sz="3600">
          <a:solidFill>
            <a:schemeClr val="tx2"/>
          </a:solidFill>
          <a:latin typeface="Tahoma" panose="020B0604030504040204" pitchFamily="34" charset="0"/>
        </a:defRPr>
      </a:lvl2pPr>
      <a:lvl3pPr algn="ctr" rtl="0" eaLnBrk="0" fontAlgn="base" hangingPunct="0">
        <a:spcBef>
          <a:spcPct val="0"/>
        </a:spcBef>
        <a:spcAft>
          <a:spcPct val="0"/>
        </a:spcAft>
        <a:defRPr sz="3600">
          <a:solidFill>
            <a:schemeClr val="tx2"/>
          </a:solidFill>
          <a:latin typeface="Tahoma" panose="020B0604030504040204" pitchFamily="34" charset="0"/>
        </a:defRPr>
      </a:lvl3pPr>
      <a:lvl4pPr algn="ctr" rtl="0" eaLnBrk="0" fontAlgn="base" hangingPunct="0">
        <a:spcBef>
          <a:spcPct val="0"/>
        </a:spcBef>
        <a:spcAft>
          <a:spcPct val="0"/>
        </a:spcAft>
        <a:defRPr sz="3600">
          <a:solidFill>
            <a:schemeClr val="tx2"/>
          </a:solidFill>
          <a:latin typeface="Tahoma" panose="020B0604030504040204" pitchFamily="34" charset="0"/>
        </a:defRPr>
      </a:lvl4pPr>
      <a:lvl5pPr algn="ctr" rtl="0" eaLnBrk="0" fontAlgn="base" hangingPunct="0">
        <a:spcBef>
          <a:spcPct val="0"/>
        </a:spcBef>
        <a:spcAft>
          <a:spcPct val="0"/>
        </a:spcAft>
        <a:defRPr sz="3600">
          <a:solidFill>
            <a:schemeClr val="tx2"/>
          </a:solidFill>
          <a:latin typeface="Tahoma" panose="020B0604030504040204" pitchFamily="34" charset="0"/>
        </a:defRPr>
      </a:lvl5pPr>
      <a:lvl6pPr marL="457200" algn="ctr" rtl="0" fontAlgn="base">
        <a:spcBef>
          <a:spcPct val="0"/>
        </a:spcBef>
        <a:spcAft>
          <a:spcPct val="0"/>
        </a:spcAft>
        <a:defRPr sz="3600">
          <a:solidFill>
            <a:schemeClr val="tx2"/>
          </a:solidFill>
          <a:latin typeface="Tahoma" panose="020B0604030504040204" pitchFamily="34" charset="0"/>
        </a:defRPr>
      </a:lvl6pPr>
      <a:lvl7pPr marL="914400" algn="ctr" rtl="0" fontAlgn="base">
        <a:spcBef>
          <a:spcPct val="0"/>
        </a:spcBef>
        <a:spcAft>
          <a:spcPct val="0"/>
        </a:spcAft>
        <a:defRPr sz="3600">
          <a:solidFill>
            <a:schemeClr val="tx2"/>
          </a:solidFill>
          <a:latin typeface="Tahoma" panose="020B0604030504040204" pitchFamily="34" charset="0"/>
        </a:defRPr>
      </a:lvl7pPr>
      <a:lvl8pPr marL="1371600" algn="ctr" rtl="0" fontAlgn="base">
        <a:spcBef>
          <a:spcPct val="0"/>
        </a:spcBef>
        <a:spcAft>
          <a:spcPct val="0"/>
        </a:spcAft>
        <a:defRPr sz="3600">
          <a:solidFill>
            <a:schemeClr val="tx2"/>
          </a:solidFill>
          <a:latin typeface="Tahoma" panose="020B0604030504040204" pitchFamily="34" charset="0"/>
        </a:defRPr>
      </a:lvl8pPr>
      <a:lvl9pPr marL="1828800" algn="ctr" rtl="0" fontAlgn="base">
        <a:spcBef>
          <a:spcPct val="0"/>
        </a:spcBef>
        <a:spcAft>
          <a:spcPct val="0"/>
        </a:spcAft>
        <a:defRPr sz="3600">
          <a:solidFill>
            <a:schemeClr val="tx2"/>
          </a:solidFill>
          <a:latin typeface="Tahoma" panose="020B0604030504040204" pitchFamily="34" charset="0"/>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6" Type="http://schemas.openxmlformats.org/officeDocument/2006/relationships/vmlDrawing" Target="../drawings/vmlDrawing1.vml"/><Relationship Id="rId5" Type="http://schemas.openxmlformats.org/officeDocument/2006/relationships/slideLayout" Target="../slideLayouts/slideLayout2.xml"/><Relationship Id="rId4" Type="http://schemas.openxmlformats.org/officeDocument/2006/relationships/oleObject" Target="../embeddings/oleObject3.bin"/><Relationship Id="rId3" Type="http://schemas.openxmlformats.org/officeDocument/2006/relationships/oleObject" Target="../embeddings/oleObject2.bin"/><Relationship Id="rId2" Type="http://schemas.openxmlformats.org/officeDocument/2006/relationships/image" Target="../media/image1.emf"/><Relationship Id="rId1" Type="http://schemas.openxmlformats.org/officeDocument/2006/relationships/oleObject" Target="../embeddings/oleObject1.bin"/></Relationships>
</file>

<file path=ppt/slides/_rels/slide5.xml.rels><?xml version="1.0" encoding="UTF-8" standalone="yes"?>
<Relationships xmlns="http://schemas.openxmlformats.org/package/2006/relationships"><Relationship Id="rId6" Type="http://schemas.openxmlformats.org/officeDocument/2006/relationships/vmlDrawing" Target="../drawings/vmlDrawing2.vml"/><Relationship Id="rId5" Type="http://schemas.openxmlformats.org/officeDocument/2006/relationships/slideLayout" Target="../slideLayouts/slideLayout2.xml"/><Relationship Id="rId4" Type="http://schemas.openxmlformats.org/officeDocument/2006/relationships/oleObject" Target="../embeddings/oleObject6.bin"/><Relationship Id="rId3" Type="http://schemas.openxmlformats.org/officeDocument/2006/relationships/oleObject" Target="../embeddings/oleObject5.bin"/><Relationship Id="rId2" Type="http://schemas.openxmlformats.org/officeDocument/2006/relationships/image" Target="../media/image1.emf"/><Relationship Id="rId1" Type="http://schemas.openxmlformats.org/officeDocument/2006/relationships/oleObject" Target="../embeddings/oleObject4.bin"/></Relationships>
</file>

<file path=ppt/slides/_rels/slide6.xml.rels><?xml version="1.0" encoding="UTF-8" standalone="yes"?>
<Relationships xmlns="http://schemas.openxmlformats.org/package/2006/relationships"><Relationship Id="rId6" Type="http://schemas.openxmlformats.org/officeDocument/2006/relationships/vmlDrawing" Target="../drawings/vmlDrawing3.vml"/><Relationship Id="rId5" Type="http://schemas.openxmlformats.org/officeDocument/2006/relationships/slideLayout" Target="../slideLayouts/slideLayout2.xml"/><Relationship Id="rId4" Type="http://schemas.openxmlformats.org/officeDocument/2006/relationships/image" Target="../media/image3.wmf"/><Relationship Id="rId3" Type="http://schemas.openxmlformats.org/officeDocument/2006/relationships/oleObject" Target="../embeddings/oleObject8.bin"/><Relationship Id="rId2" Type="http://schemas.openxmlformats.org/officeDocument/2006/relationships/image" Target="../media/image2.wmf"/><Relationship Id="rId1" Type="http://schemas.openxmlformats.org/officeDocument/2006/relationships/oleObject" Target="../embeddings/oleObject7.bin"/></Relationships>
</file>

<file path=ppt/slides/_rels/slide7.xml.rels><?xml version="1.0" encoding="UTF-8" standalone="yes"?>
<Relationships xmlns="http://schemas.openxmlformats.org/package/2006/relationships"><Relationship Id="rId6" Type="http://schemas.openxmlformats.org/officeDocument/2006/relationships/vmlDrawing" Target="../drawings/vmlDrawing4.vml"/><Relationship Id="rId5" Type="http://schemas.openxmlformats.org/officeDocument/2006/relationships/slideLayout" Target="../slideLayouts/slideLayout2.xml"/><Relationship Id="rId4" Type="http://schemas.openxmlformats.org/officeDocument/2006/relationships/image" Target="../media/image5.wmf"/><Relationship Id="rId3" Type="http://schemas.openxmlformats.org/officeDocument/2006/relationships/oleObject" Target="../embeddings/oleObject10.bin"/><Relationship Id="rId2" Type="http://schemas.openxmlformats.org/officeDocument/2006/relationships/image" Target="../media/image4.wmf"/><Relationship Id="rId1" Type="http://schemas.openxmlformats.org/officeDocument/2006/relationships/oleObject" Target="../embeddings/oleObject9.bin"/></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4" Type="http://schemas.openxmlformats.org/officeDocument/2006/relationships/vmlDrawing" Target="../drawings/vmlDrawing5.vml"/><Relationship Id="rId3" Type="http://schemas.openxmlformats.org/officeDocument/2006/relationships/slideLayout" Target="../slideLayouts/slideLayout12.xml"/><Relationship Id="rId2" Type="http://schemas.openxmlformats.org/officeDocument/2006/relationships/image" Target="../media/image6.wmf"/><Relationship Id="rId1" Type="http://schemas.openxmlformats.org/officeDocument/2006/relationships/oleObject" Target="../embeddings/oleObject11.bin"/></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6" Type="http://schemas.openxmlformats.org/officeDocument/2006/relationships/notesSlide" Target="../notesSlides/notesSlide2.xml"/><Relationship Id="rId5" Type="http://schemas.openxmlformats.org/officeDocument/2006/relationships/slideLayout" Target="../slideLayouts/slideLayout7.xml"/><Relationship Id="rId4" Type="http://schemas.openxmlformats.org/officeDocument/2006/relationships/image" Target="../media/image12.png"/><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9.png"/></Relationships>
</file>

<file path=ppt/slides/_rels/slide18.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17.png"/><Relationship Id="rId4" Type="http://schemas.openxmlformats.org/officeDocument/2006/relationships/image" Target="../media/image16.png"/><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image" Target="../media/image13.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image" Target="../media/image18.png"/></Relationships>
</file>

<file path=ppt/slides/_rels/slide20.xml.rels><?xml version="1.0" encoding="UTF-8" standalone="yes"?>
<Relationships xmlns="http://schemas.openxmlformats.org/package/2006/relationships"><Relationship Id="rId4" Type="http://schemas.openxmlformats.org/officeDocument/2006/relationships/vmlDrawing" Target="../drawings/vmlDrawing6.vml"/><Relationship Id="rId3" Type="http://schemas.openxmlformats.org/officeDocument/2006/relationships/slideLayout" Target="../slideLayouts/slideLayout7.xml"/><Relationship Id="rId2" Type="http://schemas.openxmlformats.org/officeDocument/2006/relationships/image" Target="../media/image19.emf"/><Relationship Id="rId1" Type="http://schemas.openxmlformats.org/officeDocument/2006/relationships/oleObject" Target="../embeddings/oleObject12.bin"/></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7.xml"/><Relationship Id="rId1" Type="http://schemas.openxmlformats.org/officeDocument/2006/relationships/image" Target="../media/image21.png"/></Relationships>
</file>

<file path=ppt/slides/_rels/slide23.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7.xml"/><Relationship Id="rId2" Type="http://schemas.openxmlformats.org/officeDocument/2006/relationships/image" Target="../media/image18.png"/><Relationship Id="rId1" Type="http://schemas.openxmlformats.org/officeDocument/2006/relationships/image" Target="../media/image22.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7.xml"/><Relationship Id="rId1" Type="http://schemas.openxmlformats.org/officeDocument/2006/relationships/image" Target="../media/image23.wmf"/></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png"/></Relationships>
</file>

<file path=ppt/slides/_rels/slide34.xml.rels><?xml version="1.0" encoding="UTF-8" standalone="yes"?>
<Relationships xmlns="http://schemas.openxmlformats.org/package/2006/relationships"><Relationship Id="rId4" Type="http://schemas.openxmlformats.org/officeDocument/2006/relationships/vmlDrawing" Target="../drawings/vmlDrawing7.vml"/><Relationship Id="rId3" Type="http://schemas.openxmlformats.org/officeDocument/2006/relationships/slideLayout" Target="../slideLayouts/slideLayout12.xml"/><Relationship Id="rId2" Type="http://schemas.openxmlformats.org/officeDocument/2006/relationships/image" Target="../media/image25.emf"/><Relationship Id="rId1" Type="http://schemas.openxmlformats.org/officeDocument/2006/relationships/oleObject" Target="../embeddings/oleObject13.bin"/></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2" name="灯片编号占位符 3"/>
          <p:cNvSpPr txBox="1">
            <a:spLocks noGrp="1"/>
          </p:cNvSpPr>
          <p:nvPr>
            <p:ph type="sldNum" sz="quarter" idx="10"/>
          </p:nvPr>
        </p:nvSpPr>
        <p:spPr>
          <a:ln/>
        </p:spPr>
        <p:txBody>
          <a:bodyPr anchor="b" anchorCtr="0"/>
          <a:p>
            <a:pPr marL="0" indent="0" algn="r" eaLnBrk="1" hangingPunct="1">
              <a:spcBef>
                <a:spcPct val="0"/>
              </a:spcBef>
              <a:buClrTx/>
              <a:buSzTx/>
              <a:buFontTx/>
              <a:buNone/>
            </a:pPr>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5123" name="Rectangle 2"/>
          <p:cNvSpPr>
            <a:spLocks noGrp="1"/>
          </p:cNvSpPr>
          <p:nvPr>
            <p:ph idx="1"/>
          </p:nvPr>
        </p:nvSpPr>
        <p:spPr>
          <a:xfrm>
            <a:off x="393700" y="1371600"/>
            <a:ext cx="8204200" cy="4902200"/>
          </a:xfrm>
          <a:ln/>
        </p:spPr>
        <p:txBody>
          <a:bodyPr vert="horz" wrap="square" lIns="91440" tIns="45720" rIns="91440" bIns="45720" anchor="t" anchorCtr="0"/>
          <a:p>
            <a:pPr eaLnBrk="1" hangingPunct="1">
              <a:buNone/>
            </a:pPr>
            <a:r>
              <a:rPr lang="zh-CN" altLang="en-US" dirty="0">
                <a:latin typeface="宋体" panose="02010600030101010101" pitchFamily="2" charset="-122"/>
                <a:ea typeface="宋体" panose="02010600030101010101" pitchFamily="2" charset="-122"/>
              </a:rPr>
              <a:t>主要思想</a:t>
            </a:r>
            <a:r>
              <a:rPr lang="en-US" altLang="zh-CN" dirty="0">
                <a:latin typeface="宋体" panose="02010600030101010101" pitchFamily="2" charset="-122"/>
                <a:ea typeface="宋体" panose="02010600030101010101" pitchFamily="2" charset="-122"/>
              </a:rPr>
              <a:t>:</a:t>
            </a:r>
            <a:endParaRPr lang="en-US" altLang="zh-CN" dirty="0">
              <a:latin typeface="宋体" panose="02010600030101010101" pitchFamily="2" charset="-122"/>
              <a:ea typeface="宋体" panose="02010600030101010101" pitchFamily="2" charset="-122"/>
            </a:endParaRPr>
          </a:p>
          <a:p>
            <a:pPr eaLnBrk="1" hangingPunct="1">
              <a:buNone/>
            </a:pPr>
            <a:endParaRPr lang="zh-CN" altLang="en-US" sz="2000" dirty="0">
              <a:latin typeface="宋体" panose="02010600030101010101" pitchFamily="2" charset="-122"/>
              <a:ea typeface="宋体" panose="02010600030101010101" pitchFamily="2" charset="-122"/>
            </a:endParaRPr>
          </a:p>
          <a:p>
            <a:pPr eaLnBrk="1" hangingPunct="1">
              <a:buNone/>
            </a:pPr>
            <a:r>
              <a:rPr lang="zh-CN" altLang="en-US" sz="2000" dirty="0">
                <a:latin typeface="宋体" panose="02010600030101010101" pitchFamily="2" charset="-122"/>
                <a:ea typeface="宋体" panose="02010600030101010101" pitchFamily="2" charset="-122"/>
              </a:rPr>
              <a:t>把数据对象排列成一个聚类树，在需要的层次上对其进行切割，相关联</a:t>
            </a:r>
            <a:endParaRPr lang="zh-CN" altLang="en-US" sz="2000" dirty="0">
              <a:latin typeface="宋体" panose="02010600030101010101" pitchFamily="2" charset="-122"/>
              <a:ea typeface="宋体" panose="02010600030101010101" pitchFamily="2" charset="-122"/>
            </a:endParaRPr>
          </a:p>
          <a:p>
            <a:pPr eaLnBrk="1" hangingPunct="1">
              <a:buNone/>
            </a:pPr>
            <a:r>
              <a:rPr lang="zh-CN" altLang="en-US" sz="2000" dirty="0">
                <a:latin typeface="宋体" panose="02010600030101010101" pitchFamily="2" charset="-122"/>
                <a:ea typeface="宋体" panose="02010600030101010101" pitchFamily="2" charset="-122"/>
              </a:rPr>
              <a:t>的部分构成一个</a:t>
            </a:r>
            <a:r>
              <a:rPr lang="en-US" altLang="zh-CN" sz="2000" dirty="0">
                <a:latin typeface="宋体" panose="02010600030101010101" pitchFamily="2" charset="-122"/>
                <a:ea typeface="宋体" panose="02010600030101010101" pitchFamily="2" charset="-122"/>
              </a:rPr>
              <a:t>cluster。</a:t>
            </a:r>
            <a:r>
              <a:rPr lang="zh-CN" altLang="en-US" sz="2000" dirty="0">
                <a:latin typeface="宋体" panose="02010600030101010101" pitchFamily="2" charset="-122"/>
                <a:ea typeface="宋体" panose="02010600030101010101" pitchFamily="2" charset="-122"/>
              </a:rPr>
              <a:t>基于层次的聚类方法有两种类型：</a:t>
            </a:r>
            <a:endParaRPr lang="zh-CN" altLang="en-US" sz="2000" dirty="0">
              <a:latin typeface="宋体" panose="02010600030101010101" pitchFamily="2" charset="-122"/>
              <a:ea typeface="宋体" panose="02010600030101010101" pitchFamily="2" charset="-122"/>
            </a:endParaRPr>
          </a:p>
          <a:p>
            <a:pPr eaLnBrk="1" hangingPunct="1">
              <a:buNone/>
            </a:pPr>
            <a:endParaRPr lang="zh-CN" altLang="en-US" sz="2000" dirty="0">
              <a:latin typeface="宋体" panose="02010600030101010101" pitchFamily="2" charset="-122"/>
              <a:ea typeface="宋体" panose="02010600030101010101" pitchFamily="2" charset="-122"/>
            </a:endParaRPr>
          </a:p>
          <a:p>
            <a:pPr eaLnBrk="1" hangingPunct="1">
              <a:buNone/>
            </a:pPr>
            <a:r>
              <a:rPr lang="zh-CN" altLang="en-US" sz="2000" dirty="0">
                <a:latin typeface="宋体" panose="02010600030101010101" pitchFamily="2" charset="-122"/>
                <a:ea typeface="宋体" panose="02010600030101010101" pitchFamily="2" charset="-122"/>
              </a:rPr>
              <a:t>（1）聚合层次聚类。最初每个对象是一个</a:t>
            </a:r>
            <a:r>
              <a:rPr lang="en-US" altLang="zh-CN" sz="2000" dirty="0">
                <a:latin typeface="宋体" panose="02010600030101010101" pitchFamily="2" charset="-122"/>
                <a:ea typeface="宋体" panose="02010600030101010101" pitchFamily="2" charset="-122"/>
              </a:rPr>
              <a:t>cluster，</a:t>
            </a:r>
            <a:r>
              <a:rPr lang="zh-CN" altLang="en-US" sz="2000" dirty="0">
                <a:latin typeface="宋体" panose="02010600030101010101" pitchFamily="2" charset="-122"/>
                <a:ea typeface="宋体" panose="02010600030101010101" pitchFamily="2" charset="-122"/>
              </a:rPr>
              <a:t>然后根据它们之间的相似性，对这些原子的</a:t>
            </a:r>
            <a:r>
              <a:rPr lang="en-US" altLang="zh-CN" sz="2000" dirty="0">
                <a:latin typeface="宋体" panose="02010600030101010101" pitchFamily="2" charset="-122"/>
                <a:ea typeface="宋体" panose="02010600030101010101" pitchFamily="2" charset="-122"/>
              </a:rPr>
              <a:t>cluster</a:t>
            </a:r>
            <a:r>
              <a:rPr lang="zh-CN" altLang="en-US" sz="2000" dirty="0">
                <a:latin typeface="宋体" panose="02010600030101010101" pitchFamily="2" charset="-122"/>
                <a:ea typeface="宋体" panose="02010600030101010101" pitchFamily="2" charset="-122"/>
              </a:rPr>
              <a:t>进行合并。大多数层次方法属于这一类，它们的主要区别是</a:t>
            </a:r>
            <a:r>
              <a:rPr lang="en-US" altLang="zh-CN" sz="2000" dirty="0">
                <a:latin typeface="宋体" panose="02010600030101010101" pitchFamily="2" charset="-122"/>
                <a:ea typeface="宋体" panose="02010600030101010101" pitchFamily="2" charset="-122"/>
              </a:rPr>
              <a:t>cluster</a:t>
            </a:r>
            <a:r>
              <a:rPr lang="zh-CN" altLang="en-US" sz="2000" dirty="0">
                <a:latin typeface="宋体" panose="02010600030101010101" pitchFamily="2" charset="-122"/>
                <a:ea typeface="宋体" panose="02010600030101010101" pitchFamily="2" charset="-122"/>
              </a:rPr>
              <a:t>之间的相似性的定义不同。</a:t>
            </a:r>
            <a:endParaRPr lang="zh-CN" altLang="en-US" sz="2000" dirty="0">
              <a:latin typeface="宋体" panose="02010600030101010101" pitchFamily="2" charset="-122"/>
              <a:ea typeface="宋体" panose="02010600030101010101" pitchFamily="2" charset="-122"/>
            </a:endParaRPr>
          </a:p>
          <a:p>
            <a:pPr eaLnBrk="1" hangingPunct="1">
              <a:buNone/>
            </a:pPr>
            <a:endParaRPr lang="zh-CN" altLang="en-US" sz="2000" dirty="0">
              <a:latin typeface="宋体" panose="02010600030101010101" pitchFamily="2" charset="-122"/>
              <a:ea typeface="宋体" panose="02010600030101010101" pitchFamily="2" charset="-122"/>
            </a:endParaRPr>
          </a:p>
          <a:p>
            <a:pPr eaLnBrk="1" hangingPunct="1">
              <a:buNone/>
            </a:pPr>
            <a:r>
              <a:rPr lang="zh-CN" altLang="en-US" sz="2000" dirty="0">
                <a:latin typeface="宋体" panose="02010600030101010101" pitchFamily="2" charset="-122"/>
                <a:ea typeface="宋体" panose="02010600030101010101" pitchFamily="2" charset="-122"/>
              </a:rPr>
              <a:t>（</a:t>
            </a:r>
            <a:r>
              <a:rPr lang="zh-CN" altLang="en-US" sz="2000" dirty="0">
                <a:ea typeface="宋体" panose="02010600030101010101" pitchFamily="2" charset="-122"/>
              </a:rPr>
              <a:t>2</a:t>
            </a:r>
            <a:r>
              <a:rPr lang="zh-CN" altLang="en-US" sz="2000" dirty="0">
                <a:latin typeface="宋体" panose="02010600030101010101" pitchFamily="2" charset="-122"/>
                <a:ea typeface="宋体" panose="02010600030101010101" pitchFamily="2" charset="-122"/>
              </a:rPr>
              <a:t>）划分层次聚类，它与上面的过程正好相反。</a:t>
            </a:r>
            <a:r>
              <a:rPr lang="zh-CN" altLang="en-US" dirty="0">
                <a:ea typeface="宋体" panose="02010600030101010101" pitchFamily="2" charset="-122"/>
              </a:rPr>
              <a:t> </a:t>
            </a:r>
            <a:endParaRPr lang="zh-CN" altLang="en-US" dirty="0">
              <a:ea typeface="宋体" panose="02010600030101010101" pitchFamily="2" charset="-122"/>
            </a:endParaRPr>
          </a:p>
        </p:txBody>
      </p:sp>
      <p:sp>
        <p:nvSpPr>
          <p:cNvPr id="5124" name="Rectangle 3"/>
          <p:cNvSpPr>
            <a:spLocks noGrp="1"/>
          </p:cNvSpPr>
          <p:nvPr>
            <p:ph type="title"/>
          </p:nvPr>
        </p:nvSpPr>
        <p:spPr>
          <a:ln/>
        </p:spPr>
        <p:txBody>
          <a:bodyPr vert="horz" wrap="square" lIns="91440" tIns="45720" rIns="91440" bIns="45720" anchor="b" anchorCtr="0"/>
          <a:p>
            <a:pPr eaLnBrk="1" hangingPunct="1"/>
            <a:r>
              <a:rPr lang="zh-CN" altLang="en-US" sz="4800" dirty="0">
                <a:ea typeface="宋体" panose="02010600030101010101" pitchFamily="2" charset="-122"/>
              </a:rPr>
              <a:t>基于层次的聚类</a:t>
            </a:r>
            <a:endParaRPr lang="en-US" altLang="zh-CN" sz="4800" dirty="0">
              <a:ea typeface="宋体" panose="02010600030101010101" pitchFamily="2" charset="-122"/>
            </a:endParaRPr>
          </a:p>
        </p:txBody>
      </p:sp>
    </p:spTree>
  </p:cSld>
  <p:clrMapOvr>
    <a:masterClrMapping/>
  </p:clrMapOvr>
  <p:transition>
    <p:zoom/>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灯片编号占位符 3"/>
          <p:cNvSpPr txBox="1">
            <a:spLocks noGrp="1"/>
          </p:cNvSpPr>
          <p:nvPr>
            <p:ph type="sldNum" sz="quarter" idx="10"/>
          </p:nvPr>
        </p:nvSpPr>
        <p:spPr>
          <a:ln/>
        </p:spPr>
        <p:txBody>
          <a:bodyPr anchor="b" anchorCtr="0"/>
          <a:p>
            <a:pPr marL="0" indent="0" algn="r" eaLnBrk="1" hangingPunct="1">
              <a:spcBef>
                <a:spcPct val="0"/>
              </a:spcBef>
              <a:buClrTx/>
              <a:buSzTx/>
              <a:buFontTx/>
              <a:buNone/>
            </a:pPr>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grpSp>
        <p:nvGrpSpPr>
          <p:cNvPr id="6147" name="Group 2"/>
          <p:cNvGrpSpPr/>
          <p:nvPr/>
        </p:nvGrpSpPr>
        <p:grpSpPr>
          <a:xfrm>
            <a:off x="838200" y="1752600"/>
            <a:ext cx="7197725" cy="3771900"/>
            <a:chOff x="1200" y="1776"/>
            <a:chExt cx="4357" cy="2271"/>
          </a:xfrm>
        </p:grpSpPr>
        <p:sp>
          <p:nvSpPr>
            <p:cNvPr id="6148" name="Line 3"/>
            <p:cNvSpPr/>
            <p:nvPr/>
          </p:nvSpPr>
          <p:spPr>
            <a:xfrm>
              <a:off x="1200" y="2112"/>
              <a:ext cx="3216" cy="0"/>
            </a:xfrm>
            <a:prstGeom prst="line">
              <a:avLst/>
            </a:prstGeom>
            <a:ln w="19050" cap="flat" cmpd="sng">
              <a:solidFill>
                <a:schemeClr val="tx1"/>
              </a:solidFill>
              <a:prstDash val="solid"/>
              <a:headEnd type="none" w="med" len="med"/>
              <a:tailEnd type="triangle" w="med" len="med"/>
            </a:ln>
          </p:spPr>
        </p:sp>
        <p:grpSp>
          <p:nvGrpSpPr>
            <p:cNvPr id="6149" name="Group 4"/>
            <p:cNvGrpSpPr/>
            <p:nvPr/>
          </p:nvGrpSpPr>
          <p:grpSpPr>
            <a:xfrm>
              <a:off x="1440" y="1785"/>
              <a:ext cx="480" cy="327"/>
              <a:chOff x="1104" y="1785"/>
              <a:chExt cx="480" cy="327"/>
            </a:xfrm>
          </p:grpSpPr>
          <p:sp>
            <p:nvSpPr>
              <p:cNvPr id="6201" name="Line 5"/>
              <p:cNvSpPr/>
              <p:nvPr/>
            </p:nvSpPr>
            <p:spPr>
              <a:xfrm flipH="1">
                <a:off x="1200" y="2016"/>
                <a:ext cx="0" cy="96"/>
              </a:xfrm>
              <a:prstGeom prst="line">
                <a:avLst/>
              </a:prstGeom>
              <a:ln w="9525" cap="flat" cmpd="sng">
                <a:solidFill>
                  <a:schemeClr val="tx1"/>
                </a:solidFill>
                <a:prstDash val="solid"/>
                <a:headEnd type="none" w="med" len="med"/>
                <a:tailEnd type="none" w="med" len="med"/>
              </a:ln>
            </p:spPr>
          </p:sp>
          <p:sp>
            <p:nvSpPr>
              <p:cNvPr id="6202" name="Text Box 6"/>
              <p:cNvSpPr txBox="1"/>
              <p:nvPr/>
            </p:nvSpPr>
            <p:spPr>
              <a:xfrm>
                <a:off x="1104" y="1785"/>
                <a:ext cx="480" cy="22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spcBef>
                    <a:spcPct val="50000"/>
                  </a:spcBef>
                  <a:buClrTx/>
                  <a:buSzTx/>
                  <a:buFontTx/>
                  <a:buNone/>
                </a:pPr>
                <a:r>
                  <a:rPr lang="en-US" altLang="zh-CN" sz="1800" dirty="0">
                    <a:latin typeface="Times New Roman" panose="02020603050405020304" pitchFamily="18" charset="0"/>
                    <a:ea typeface="宋体" panose="02010600030101010101" pitchFamily="2" charset="-122"/>
                  </a:rPr>
                  <a:t>Step 0</a:t>
                </a:r>
                <a:endParaRPr lang="en-US" altLang="zh-CN" sz="2400" dirty="0">
                  <a:latin typeface="Times New Roman" panose="02020603050405020304" pitchFamily="18" charset="0"/>
                  <a:ea typeface="宋体" panose="02010600030101010101" pitchFamily="2" charset="-122"/>
                </a:endParaRPr>
              </a:p>
            </p:txBody>
          </p:sp>
        </p:grpSp>
        <p:grpSp>
          <p:nvGrpSpPr>
            <p:cNvPr id="6150" name="Group 7"/>
            <p:cNvGrpSpPr/>
            <p:nvPr/>
          </p:nvGrpSpPr>
          <p:grpSpPr>
            <a:xfrm>
              <a:off x="1968" y="1776"/>
              <a:ext cx="480" cy="327"/>
              <a:chOff x="1104" y="1785"/>
              <a:chExt cx="480" cy="327"/>
            </a:xfrm>
          </p:grpSpPr>
          <p:sp>
            <p:nvSpPr>
              <p:cNvPr id="6199" name="Line 8"/>
              <p:cNvSpPr/>
              <p:nvPr/>
            </p:nvSpPr>
            <p:spPr>
              <a:xfrm flipH="1">
                <a:off x="1200" y="2016"/>
                <a:ext cx="0" cy="96"/>
              </a:xfrm>
              <a:prstGeom prst="line">
                <a:avLst/>
              </a:prstGeom>
              <a:ln w="9525" cap="flat" cmpd="sng">
                <a:solidFill>
                  <a:schemeClr val="tx1"/>
                </a:solidFill>
                <a:prstDash val="solid"/>
                <a:headEnd type="none" w="med" len="med"/>
                <a:tailEnd type="none" w="med" len="med"/>
              </a:ln>
            </p:spPr>
          </p:sp>
          <p:sp>
            <p:nvSpPr>
              <p:cNvPr id="6200" name="Text Box 9"/>
              <p:cNvSpPr txBox="1"/>
              <p:nvPr/>
            </p:nvSpPr>
            <p:spPr>
              <a:xfrm>
                <a:off x="1104" y="1785"/>
                <a:ext cx="480" cy="221"/>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spcBef>
                    <a:spcPct val="50000"/>
                  </a:spcBef>
                  <a:buClrTx/>
                  <a:buSzTx/>
                  <a:buFontTx/>
                  <a:buNone/>
                </a:pPr>
                <a:r>
                  <a:rPr lang="en-US" altLang="zh-CN" sz="1800" dirty="0">
                    <a:latin typeface="Times New Roman" panose="02020603050405020304" pitchFamily="18" charset="0"/>
                    <a:ea typeface="宋体" panose="02010600030101010101" pitchFamily="2" charset="-122"/>
                  </a:rPr>
                  <a:t>Step 1</a:t>
                </a:r>
                <a:endParaRPr lang="en-US" altLang="zh-CN" sz="2400" dirty="0">
                  <a:latin typeface="Times New Roman" panose="02020603050405020304" pitchFamily="18" charset="0"/>
                  <a:ea typeface="宋体" panose="02010600030101010101" pitchFamily="2" charset="-122"/>
                </a:endParaRPr>
              </a:p>
            </p:txBody>
          </p:sp>
        </p:grpSp>
        <p:grpSp>
          <p:nvGrpSpPr>
            <p:cNvPr id="6151" name="Group 10"/>
            <p:cNvGrpSpPr/>
            <p:nvPr/>
          </p:nvGrpSpPr>
          <p:grpSpPr>
            <a:xfrm>
              <a:off x="2496" y="1776"/>
              <a:ext cx="480" cy="327"/>
              <a:chOff x="1104" y="1785"/>
              <a:chExt cx="480" cy="327"/>
            </a:xfrm>
          </p:grpSpPr>
          <p:sp>
            <p:nvSpPr>
              <p:cNvPr id="6197" name="Line 11"/>
              <p:cNvSpPr/>
              <p:nvPr/>
            </p:nvSpPr>
            <p:spPr>
              <a:xfrm flipH="1">
                <a:off x="1200" y="2016"/>
                <a:ext cx="0" cy="96"/>
              </a:xfrm>
              <a:prstGeom prst="line">
                <a:avLst/>
              </a:prstGeom>
              <a:ln w="9525" cap="flat" cmpd="sng">
                <a:solidFill>
                  <a:schemeClr val="tx1"/>
                </a:solidFill>
                <a:prstDash val="solid"/>
                <a:headEnd type="none" w="med" len="med"/>
                <a:tailEnd type="none" w="med" len="med"/>
              </a:ln>
            </p:spPr>
          </p:sp>
          <p:sp>
            <p:nvSpPr>
              <p:cNvPr id="6198" name="Text Box 12"/>
              <p:cNvSpPr txBox="1"/>
              <p:nvPr/>
            </p:nvSpPr>
            <p:spPr>
              <a:xfrm>
                <a:off x="1104" y="1785"/>
                <a:ext cx="480" cy="221"/>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spcBef>
                    <a:spcPct val="50000"/>
                  </a:spcBef>
                  <a:buClrTx/>
                  <a:buSzTx/>
                  <a:buFontTx/>
                  <a:buNone/>
                </a:pPr>
                <a:r>
                  <a:rPr lang="en-US" altLang="zh-CN" sz="1800" dirty="0">
                    <a:latin typeface="Times New Roman" panose="02020603050405020304" pitchFamily="18" charset="0"/>
                    <a:ea typeface="宋体" panose="02010600030101010101" pitchFamily="2" charset="-122"/>
                  </a:rPr>
                  <a:t>Step 2</a:t>
                </a:r>
                <a:endParaRPr lang="en-US" altLang="zh-CN" sz="2400" dirty="0">
                  <a:latin typeface="Times New Roman" panose="02020603050405020304" pitchFamily="18" charset="0"/>
                  <a:ea typeface="宋体" panose="02010600030101010101" pitchFamily="2" charset="-122"/>
                </a:endParaRPr>
              </a:p>
            </p:txBody>
          </p:sp>
        </p:grpSp>
        <p:grpSp>
          <p:nvGrpSpPr>
            <p:cNvPr id="6152" name="Group 13"/>
            <p:cNvGrpSpPr/>
            <p:nvPr/>
          </p:nvGrpSpPr>
          <p:grpSpPr>
            <a:xfrm>
              <a:off x="2976" y="1776"/>
              <a:ext cx="480" cy="327"/>
              <a:chOff x="1104" y="1785"/>
              <a:chExt cx="480" cy="327"/>
            </a:xfrm>
          </p:grpSpPr>
          <p:sp>
            <p:nvSpPr>
              <p:cNvPr id="6195" name="Line 14"/>
              <p:cNvSpPr/>
              <p:nvPr/>
            </p:nvSpPr>
            <p:spPr>
              <a:xfrm flipH="1">
                <a:off x="1200" y="2016"/>
                <a:ext cx="0" cy="96"/>
              </a:xfrm>
              <a:prstGeom prst="line">
                <a:avLst/>
              </a:prstGeom>
              <a:ln w="9525" cap="flat" cmpd="sng">
                <a:solidFill>
                  <a:schemeClr val="tx1"/>
                </a:solidFill>
                <a:prstDash val="solid"/>
                <a:headEnd type="none" w="med" len="med"/>
                <a:tailEnd type="none" w="med" len="med"/>
              </a:ln>
            </p:spPr>
          </p:sp>
          <p:sp>
            <p:nvSpPr>
              <p:cNvPr id="6196" name="Text Box 15"/>
              <p:cNvSpPr txBox="1"/>
              <p:nvPr/>
            </p:nvSpPr>
            <p:spPr>
              <a:xfrm>
                <a:off x="1104" y="1785"/>
                <a:ext cx="480" cy="221"/>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spcBef>
                    <a:spcPct val="50000"/>
                  </a:spcBef>
                  <a:buClrTx/>
                  <a:buSzTx/>
                  <a:buFontTx/>
                  <a:buNone/>
                </a:pPr>
                <a:r>
                  <a:rPr lang="en-US" altLang="zh-CN" sz="1800" dirty="0">
                    <a:latin typeface="Times New Roman" panose="02020603050405020304" pitchFamily="18" charset="0"/>
                    <a:ea typeface="宋体" panose="02010600030101010101" pitchFamily="2" charset="-122"/>
                  </a:rPr>
                  <a:t>Step 3</a:t>
                </a:r>
                <a:endParaRPr lang="en-US" altLang="zh-CN" sz="2400" dirty="0">
                  <a:latin typeface="Times New Roman" panose="02020603050405020304" pitchFamily="18" charset="0"/>
                  <a:ea typeface="宋体" panose="02010600030101010101" pitchFamily="2" charset="-122"/>
                </a:endParaRPr>
              </a:p>
            </p:txBody>
          </p:sp>
        </p:grpSp>
        <p:grpSp>
          <p:nvGrpSpPr>
            <p:cNvPr id="6153" name="Group 16"/>
            <p:cNvGrpSpPr/>
            <p:nvPr/>
          </p:nvGrpSpPr>
          <p:grpSpPr>
            <a:xfrm>
              <a:off x="3456" y="1776"/>
              <a:ext cx="480" cy="327"/>
              <a:chOff x="1104" y="1785"/>
              <a:chExt cx="480" cy="327"/>
            </a:xfrm>
          </p:grpSpPr>
          <p:sp>
            <p:nvSpPr>
              <p:cNvPr id="6193" name="Line 17"/>
              <p:cNvSpPr/>
              <p:nvPr/>
            </p:nvSpPr>
            <p:spPr>
              <a:xfrm flipH="1">
                <a:off x="1200" y="2016"/>
                <a:ext cx="0" cy="96"/>
              </a:xfrm>
              <a:prstGeom prst="line">
                <a:avLst/>
              </a:prstGeom>
              <a:ln w="9525" cap="flat" cmpd="sng">
                <a:solidFill>
                  <a:schemeClr val="tx1"/>
                </a:solidFill>
                <a:prstDash val="solid"/>
                <a:headEnd type="none" w="med" len="med"/>
                <a:tailEnd type="none" w="med" len="med"/>
              </a:ln>
            </p:spPr>
          </p:sp>
          <p:sp>
            <p:nvSpPr>
              <p:cNvPr id="6194" name="Text Box 18"/>
              <p:cNvSpPr txBox="1"/>
              <p:nvPr/>
            </p:nvSpPr>
            <p:spPr>
              <a:xfrm>
                <a:off x="1104" y="1785"/>
                <a:ext cx="480" cy="221"/>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spcBef>
                    <a:spcPct val="50000"/>
                  </a:spcBef>
                  <a:buClrTx/>
                  <a:buSzTx/>
                  <a:buFontTx/>
                  <a:buNone/>
                </a:pPr>
                <a:r>
                  <a:rPr lang="en-US" altLang="zh-CN" sz="1800" dirty="0">
                    <a:latin typeface="Times New Roman" panose="02020603050405020304" pitchFamily="18" charset="0"/>
                    <a:ea typeface="宋体" panose="02010600030101010101" pitchFamily="2" charset="-122"/>
                  </a:rPr>
                  <a:t>Step 4</a:t>
                </a:r>
                <a:endParaRPr lang="en-US" altLang="zh-CN" sz="2400" dirty="0">
                  <a:latin typeface="Times New Roman" panose="02020603050405020304" pitchFamily="18" charset="0"/>
                  <a:ea typeface="宋体" panose="02010600030101010101" pitchFamily="2" charset="-122"/>
                </a:endParaRPr>
              </a:p>
            </p:txBody>
          </p:sp>
        </p:grpSp>
        <p:sp>
          <p:nvSpPr>
            <p:cNvPr id="6154" name="Text Box 19"/>
            <p:cNvSpPr txBox="1"/>
            <p:nvPr/>
          </p:nvSpPr>
          <p:spPr>
            <a:xfrm>
              <a:off x="1440" y="2508"/>
              <a:ext cx="204" cy="2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spcBef>
                  <a:spcPct val="0"/>
                </a:spcBef>
                <a:buClrTx/>
                <a:buSzTx/>
                <a:buFontTx/>
                <a:buNone/>
              </a:pPr>
              <a:r>
                <a:rPr lang="en-US" altLang="zh-CN" sz="2400" dirty="0">
                  <a:latin typeface="Times New Roman" panose="02020603050405020304" pitchFamily="18" charset="0"/>
                  <a:ea typeface="宋体" panose="02010600030101010101" pitchFamily="2" charset="-122"/>
                </a:rPr>
                <a:t>b</a:t>
              </a:r>
              <a:endParaRPr lang="en-US" altLang="zh-CN" sz="2400" dirty="0">
                <a:latin typeface="Times New Roman" panose="02020603050405020304" pitchFamily="18" charset="0"/>
                <a:ea typeface="宋体" panose="02010600030101010101" pitchFamily="2" charset="-122"/>
              </a:endParaRPr>
            </a:p>
          </p:txBody>
        </p:sp>
        <p:sp>
          <p:nvSpPr>
            <p:cNvPr id="6155" name="Text Box 20"/>
            <p:cNvSpPr txBox="1"/>
            <p:nvPr/>
          </p:nvSpPr>
          <p:spPr>
            <a:xfrm>
              <a:off x="1440" y="3108"/>
              <a:ext cx="204" cy="276"/>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spcBef>
                  <a:spcPct val="0"/>
                </a:spcBef>
                <a:buClrTx/>
                <a:buSzTx/>
                <a:buFontTx/>
                <a:buNone/>
              </a:pPr>
              <a:r>
                <a:rPr lang="en-US" altLang="zh-CN" sz="2400" dirty="0">
                  <a:latin typeface="Times New Roman" panose="02020603050405020304" pitchFamily="18" charset="0"/>
                  <a:ea typeface="宋体" panose="02010600030101010101" pitchFamily="2" charset="-122"/>
                </a:rPr>
                <a:t>d</a:t>
              </a:r>
              <a:endParaRPr lang="en-US" altLang="zh-CN" sz="2400" dirty="0">
                <a:latin typeface="Times New Roman" panose="02020603050405020304" pitchFamily="18" charset="0"/>
                <a:ea typeface="宋体" panose="02010600030101010101" pitchFamily="2" charset="-122"/>
              </a:endParaRPr>
            </a:p>
          </p:txBody>
        </p:sp>
        <p:sp>
          <p:nvSpPr>
            <p:cNvPr id="6156" name="Text Box 21"/>
            <p:cNvSpPr txBox="1"/>
            <p:nvPr/>
          </p:nvSpPr>
          <p:spPr>
            <a:xfrm>
              <a:off x="1440" y="2808"/>
              <a:ext cx="193" cy="276"/>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spcBef>
                  <a:spcPct val="0"/>
                </a:spcBef>
                <a:buClrTx/>
                <a:buSzTx/>
                <a:buFontTx/>
                <a:buNone/>
              </a:pPr>
              <a:r>
                <a:rPr lang="en-US" altLang="zh-CN" sz="2400" dirty="0">
                  <a:latin typeface="Times New Roman" panose="02020603050405020304" pitchFamily="18" charset="0"/>
                  <a:ea typeface="宋体" panose="02010600030101010101" pitchFamily="2" charset="-122"/>
                </a:rPr>
                <a:t>c</a:t>
              </a:r>
              <a:endParaRPr lang="en-US" altLang="zh-CN" sz="2400" dirty="0">
                <a:latin typeface="Times New Roman" panose="02020603050405020304" pitchFamily="18" charset="0"/>
                <a:ea typeface="宋体" panose="02010600030101010101" pitchFamily="2" charset="-122"/>
              </a:endParaRPr>
            </a:p>
          </p:txBody>
        </p:sp>
        <p:sp>
          <p:nvSpPr>
            <p:cNvPr id="6157" name="Text Box 22"/>
            <p:cNvSpPr txBox="1"/>
            <p:nvPr/>
          </p:nvSpPr>
          <p:spPr>
            <a:xfrm>
              <a:off x="1440" y="3408"/>
              <a:ext cx="193" cy="2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spcBef>
                  <a:spcPct val="0"/>
                </a:spcBef>
                <a:buClrTx/>
                <a:buSzTx/>
                <a:buFontTx/>
                <a:buNone/>
              </a:pPr>
              <a:r>
                <a:rPr lang="en-US" altLang="zh-CN" sz="2400" dirty="0">
                  <a:latin typeface="Times New Roman" panose="02020603050405020304" pitchFamily="18" charset="0"/>
                  <a:ea typeface="宋体" panose="02010600030101010101" pitchFamily="2" charset="-122"/>
                </a:rPr>
                <a:t>e</a:t>
              </a:r>
              <a:endParaRPr lang="en-US" altLang="zh-CN" sz="2400" dirty="0">
                <a:latin typeface="Times New Roman" panose="02020603050405020304" pitchFamily="18" charset="0"/>
                <a:ea typeface="宋体" panose="02010600030101010101" pitchFamily="2" charset="-122"/>
              </a:endParaRPr>
            </a:p>
          </p:txBody>
        </p:sp>
        <p:sp>
          <p:nvSpPr>
            <p:cNvPr id="6158" name="Text Box 23"/>
            <p:cNvSpPr txBox="1"/>
            <p:nvPr/>
          </p:nvSpPr>
          <p:spPr>
            <a:xfrm>
              <a:off x="1440" y="2208"/>
              <a:ext cx="193" cy="2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spcBef>
                  <a:spcPct val="0"/>
                </a:spcBef>
                <a:buClrTx/>
                <a:buSzTx/>
                <a:buFontTx/>
                <a:buNone/>
              </a:pPr>
              <a:r>
                <a:rPr lang="en-US" altLang="zh-CN" sz="2400" dirty="0">
                  <a:latin typeface="Times New Roman" panose="02020603050405020304" pitchFamily="18" charset="0"/>
                  <a:ea typeface="宋体" panose="02010600030101010101" pitchFamily="2" charset="-122"/>
                </a:rPr>
                <a:t>a</a:t>
              </a:r>
              <a:endParaRPr lang="en-US" altLang="zh-CN" sz="2400" dirty="0">
                <a:latin typeface="Times New Roman" panose="02020603050405020304" pitchFamily="18" charset="0"/>
                <a:ea typeface="宋体" panose="02010600030101010101" pitchFamily="2" charset="-122"/>
              </a:endParaRPr>
            </a:p>
          </p:txBody>
        </p:sp>
        <p:sp>
          <p:nvSpPr>
            <p:cNvPr id="6159" name="Oval 24"/>
            <p:cNvSpPr/>
            <p:nvPr/>
          </p:nvSpPr>
          <p:spPr>
            <a:xfrm>
              <a:off x="1392" y="2256"/>
              <a:ext cx="288" cy="240"/>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endParaRPr lang="zh-CN" altLang="en-US" sz="2400" dirty="0">
                <a:ea typeface="宋体" panose="02010600030101010101" pitchFamily="2" charset="-122"/>
              </a:endParaRPr>
            </a:p>
          </p:txBody>
        </p:sp>
        <p:sp>
          <p:nvSpPr>
            <p:cNvPr id="6160" name="Oval 25"/>
            <p:cNvSpPr/>
            <p:nvPr/>
          </p:nvSpPr>
          <p:spPr>
            <a:xfrm>
              <a:off x="1392" y="2544"/>
              <a:ext cx="288" cy="240"/>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endParaRPr lang="zh-CN" altLang="en-US" sz="2400" dirty="0">
                <a:ea typeface="宋体" panose="02010600030101010101" pitchFamily="2" charset="-122"/>
              </a:endParaRPr>
            </a:p>
          </p:txBody>
        </p:sp>
        <p:sp>
          <p:nvSpPr>
            <p:cNvPr id="6161" name="Oval 26"/>
            <p:cNvSpPr/>
            <p:nvPr/>
          </p:nvSpPr>
          <p:spPr>
            <a:xfrm>
              <a:off x="1392" y="2832"/>
              <a:ext cx="288" cy="240"/>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endParaRPr lang="zh-CN" altLang="en-US" sz="2400" dirty="0">
                <a:ea typeface="宋体" panose="02010600030101010101" pitchFamily="2" charset="-122"/>
              </a:endParaRPr>
            </a:p>
          </p:txBody>
        </p:sp>
        <p:sp>
          <p:nvSpPr>
            <p:cNvPr id="6162" name="Oval 27"/>
            <p:cNvSpPr/>
            <p:nvPr/>
          </p:nvSpPr>
          <p:spPr>
            <a:xfrm>
              <a:off x="1392" y="3120"/>
              <a:ext cx="288" cy="240"/>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endParaRPr lang="zh-CN" altLang="en-US" sz="2400" dirty="0">
                <a:ea typeface="宋体" panose="02010600030101010101" pitchFamily="2" charset="-122"/>
              </a:endParaRPr>
            </a:p>
          </p:txBody>
        </p:sp>
        <p:sp>
          <p:nvSpPr>
            <p:cNvPr id="6163" name="Oval 28"/>
            <p:cNvSpPr/>
            <p:nvPr/>
          </p:nvSpPr>
          <p:spPr>
            <a:xfrm>
              <a:off x="1392" y="3408"/>
              <a:ext cx="288" cy="240"/>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endParaRPr lang="zh-CN" altLang="en-US" sz="2400" dirty="0">
                <a:ea typeface="宋体" panose="02010600030101010101" pitchFamily="2" charset="-122"/>
              </a:endParaRPr>
            </a:p>
          </p:txBody>
        </p:sp>
        <p:sp>
          <p:nvSpPr>
            <p:cNvPr id="6164" name="Text Box 29"/>
            <p:cNvSpPr txBox="1"/>
            <p:nvPr/>
          </p:nvSpPr>
          <p:spPr>
            <a:xfrm>
              <a:off x="1968" y="2304"/>
              <a:ext cx="331" cy="2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spcBef>
                  <a:spcPct val="0"/>
                </a:spcBef>
                <a:buClrTx/>
                <a:buSzTx/>
                <a:buFontTx/>
                <a:buNone/>
              </a:pPr>
              <a:r>
                <a:rPr lang="en-US" altLang="zh-CN" sz="2400" dirty="0">
                  <a:latin typeface="Times New Roman" panose="02020603050405020304" pitchFamily="18" charset="0"/>
                  <a:ea typeface="宋体" panose="02010600030101010101" pitchFamily="2" charset="-122"/>
                </a:rPr>
                <a:t>a b</a:t>
              </a:r>
              <a:endParaRPr lang="en-US" altLang="zh-CN" sz="2400" dirty="0">
                <a:latin typeface="Times New Roman" panose="02020603050405020304" pitchFamily="18" charset="0"/>
                <a:ea typeface="宋体" panose="02010600030101010101" pitchFamily="2" charset="-122"/>
              </a:endParaRPr>
            </a:p>
          </p:txBody>
        </p:sp>
        <p:sp>
          <p:nvSpPr>
            <p:cNvPr id="6165" name="Oval 30"/>
            <p:cNvSpPr/>
            <p:nvPr/>
          </p:nvSpPr>
          <p:spPr>
            <a:xfrm>
              <a:off x="1872" y="2352"/>
              <a:ext cx="528" cy="240"/>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endParaRPr lang="zh-CN" altLang="en-US" sz="2400" dirty="0">
                <a:ea typeface="宋体" panose="02010600030101010101" pitchFamily="2" charset="-122"/>
              </a:endParaRPr>
            </a:p>
          </p:txBody>
        </p:sp>
        <p:sp>
          <p:nvSpPr>
            <p:cNvPr id="6166" name="Text Box 31"/>
            <p:cNvSpPr txBox="1"/>
            <p:nvPr/>
          </p:nvSpPr>
          <p:spPr>
            <a:xfrm>
              <a:off x="2496" y="3216"/>
              <a:ext cx="332" cy="276"/>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spcBef>
                  <a:spcPct val="0"/>
                </a:spcBef>
                <a:buClrTx/>
                <a:buSzTx/>
                <a:buFontTx/>
                <a:buNone/>
              </a:pPr>
              <a:r>
                <a:rPr lang="en-US" altLang="zh-CN" sz="2400" dirty="0">
                  <a:latin typeface="Times New Roman" panose="02020603050405020304" pitchFamily="18" charset="0"/>
                  <a:ea typeface="宋体" panose="02010600030101010101" pitchFamily="2" charset="-122"/>
                </a:rPr>
                <a:t>d e</a:t>
              </a:r>
              <a:endParaRPr lang="en-US" altLang="zh-CN" sz="2400" dirty="0">
                <a:latin typeface="Times New Roman" panose="02020603050405020304" pitchFamily="18" charset="0"/>
                <a:ea typeface="宋体" panose="02010600030101010101" pitchFamily="2" charset="-122"/>
              </a:endParaRPr>
            </a:p>
          </p:txBody>
        </p:sp>
        <p:sp>
          <p:nvSpPr>
            <p:cNvPr id="6167" name="Oval 32"/>
            <p:cNvSpPr/>
            <p:nvPr/>
          </p:nvSpPr>
          <p:spPr>
            <a:xfrm>
              <a:off x="2400" y="3264"/>
              <a:ext cx="528" cy="240"/>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endParaRPr lang="zh-CN" altLang="en-US" sz="2400" dirty="0">
                <a:ea typeface="宋体" panose="02010600030101010101" pitchFamily="2" charset="-122"/>
              </a:endParaRPr>
            </a:p>
          </p:txBody>
        </p:sp>
        <p:sp>
          <p:nvSpPr>
            <p:cNvPr id="6168" name="Text Box 33"/>
            <p:cNvSpPr txBox="1"/>
            <p:nvPr/>
          </p:nvSpPr>
          <p:spPr>
            <a:xfrm>
              <a:off x="2880" y="2928"/>
              <a:ext cx="459" cy="2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spcBef>
                  <a:spcPct val="0"/>
                </a:spcBef>
                <a:buClrTx/>
                <a:buSzTx/>
                <a:buFontTx/>
                <a:buNone/>
              </a:pPr>
              <a:r>
                <a:rPr lang="en-US" altLang="zh-CN" sz="2400" dirty="0">
                  <a:latin typeface="Times New Roman" panose="02020603050405020304" pitchFamily="18" charset="0"/>
                  <a:ea typeface="宋体" panose="02010600030101010101" pitchFamily="2" charset="-122"/>
                </a:rPr>
                <a:t>c d e</a:t>
              </a:r>
              <a:endParaRPr lang="en-US" altLang="zh-CN" sz="2400" dirty="0">
                <a:latin typeface="Times New Roman" panose="02020603050405020304" pitchFamily="18" charset="0"/>
                <a:ea typeface="宋体" panose="02010600030101010101" pitchFamily="2" charset="-122"/>
              </a:endParaRPr>
            </a:p>
          </p:txBody>
        </p:sp>
        <p:sp>
          <p:nvSpPr>
            <p:cNvPr id="6169" name="Oval 34"/>
            <p:cNvSpPr/>
            <p:nvPr/>
          </p:nvSpPr>
          <p:spPr>
            <a:xfrm>
              <a:off x="2784" y="2928"/>
              <a:ext cx="624" cy="288"/>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endParaRPr lang="zh-CN" altLang="en-US" sz="2400" dirty="0">
                <a:ea typeface="宋体" panose="02010600030101010101" pitchFamily="2" charset="-122"/>
              </a:endParaRPr>
            </a:p>
          </p:txBody>
        </p:sp>
        <p:sp>
          <p:nvSpPr>
            <p:cNvPr id="6170" name="Text Box 35"/>
            <p:cNvSpPr txBox="1"/>
            <p:nvPr/>
          </p:nvSpPr>
          <p:spPr>
            <a:xfrm>
              <a:off x="3216" y="2592"/>
              <a:ext cx="726" cy="276"/>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spcBef>
                  <a:spcPct val="0"/>
                </a:spcBef>
                <a:buClrTx/>
                <a:buSzTx/>
                <a:buFontTx/>
                <a:buNone/>
              </a:pPr>
              <a:r>
                <a:rPr lang="en-US" altLang="zh-CN" sz="2400" dirty="0">
                  <a:latin typeface="Times New Roman" panose="02020603050405020304" pitchFamily="18" charset="0"/>
                  <a:ea typeface="宋体" panose="02010600030101010101" pitchFamily="2" charset="-122"/>
                </a:rPr>
                <a:t>a b c d e</a:t>
              </a:r>
              <a:endParaRPr lang="en-US" altLang="zh-CN" sz="2400" dirty="0">
                <a:latin typeface="Times New Roman" panose="02020603050405020304" pitchFamily="18" charset="0"/>
                <a:ea typeface="宋体" panose="02010600030101010101" pitchFamily="2" charset="-122"/>
              </a:endParaRPr>
            </a:p>
          </p:txBody>
        </p:sp>
        <p:sp>
          <p:nvSpPr>
            <p:cNvPr id="6171" name="Oval 36"/>
            <p:cNvSpPr/>
            <p:nvPr/>
          </p:nvSpPr>
          <p:spPr>
            <a:xfrm>
              <a:off x="3120" y="2592"/>
              <a:ext cx="1008" cy="288"/>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endParaRPr lang="zh-CN" altLang="en-US" sz="2400" dirty="0">
                <a:ea typeface="宋体" panose="02010600030101010101" pitchFamily="2" charset="-122"/>
              </a:endParaRPr>
            </a:p>
          </p:txBody>
        </p:sp>
        <p:sp>
          <p:nvSpPr>
            <p:cNvPr id="6172" name="Line 37"/>
            <p:cNvSpPr/>
            <p:nvPr/>
          </p:nvSpPr>
          <p:spPr>
            <a:xfrm>
              <a:off x="1200" y="3753"/>
              <a:ext cx="3216" cy="0"/>
            </a:xfrm>
            <a:prstGeom prst="line">
              <a:avLst/>
            </a:prstGeom>
            <a:ln w="19050" cap="flat" cmpd="sng">
              <a:solidFill>
                <a:schemeClr val="tx1"/>
              </a:solidFill>
              <a:prstDash val="solid"/>
              <a:headEnd type="triangle" w="med" len="med"/>
              <a:tailEnd type="none" w="med" len="med"/>
            </a:ln>
          </p:spPr>
        </p:sp>
        <p:sp>
          <p:nvSpPr>
            <p:cNvPr id="6173" name="Line 38"/>
            <p:cNvSpPr/>
            <p:nvPr/>
          </p:nvSpPr>
          <p:spPr>
            <a:xfrm flipH="1">
              <a:off x="1536" y="3753"/>
              <a:ext cx="0" cy="96"/>
            </a:xfrm>
            <a:prstGeom prst="line">
              <a:avLst/>
            </a:prstGeom>
            <a:ln w="9525" cap="flat" cmpd="sng">
              <a:solidFill>
                <a:schemeClr val="tx1"/>
              </a:solidFill>
              <a:prstDash val="solid"/>
              <a:headEnd type="none" w="med" len="med"/>
              <a:tailEnd type="none" w="med" len="med"/>
            </a:ln>
          </p:spPr>
        </p:sp>
        <p:sp>
          <p:nvSpPr>
            <p:cNvPr id="6174" name="Text Box 39"/>
            <p:cNvSpPr txBox="1"/>
            <p:nvPr/>
          </p:nvSpPr>
          <p:spPr>
            <a:xfrm>
              <a:off x="1440" y="3810"/>
              <a:ext cx="480" cy="221"/>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spcBef>
                  <a:spcPct val="50000"/>
                </a:spcBef>
                <a:buClrTx/>
                <a:buSzTx/>
                <a:buFontTx/>
                <a:buNone/>
              </a:pPr>
              <a:r>
                <a:rPr lang="en-US" altLang="zh-CN" sz="1800" dirty="0">
                  <a:latin typeface="Times New Roman" panose="02020603050405020304" pitchFamily="18" charset="0"/>
                  <a:ea typeface="宋体" panose="02010600030101010101" pitchFamily="2" charset="-122"/>
                </a:rPr>
                <a:t>Step 4</a:t>
              </a:r>
              <a:endParaRPr lang="en-US" altLang="zh-CN" sz="2400" dirty="0">
                <a:latin typeface="Times New Roman" panose="02020603050405020304" pitchFamily="18" charset="0"/>
                <a:ea typeface="宋体" panose="02010600030101010101" pitchFamily="2" charset="-122"/>
              </a:endParaRPr>
            </a:p>
          </p:txBody>
        </p:sp>
        <p:sp>
          <p:nvSpPr>
            <p:cNvPr id="6175" name="Line 40"/>
            <p:cNvSpPr/>
            <p:nvPr/>
          </p:nvSpPr>
          <p:spPr>
            <a:xfrm flipH="1">
              <a:off x="2064" y="3744"/>
              <a:ext cx="0" cy="96"/>
            </a:xfrm>
            <a:prstGeom prst="line">
              <a:avLst/>
            </a:prstGeom>
            <a:ln w="9525" cap="flat" cmpd="sng">
              <a:solidFill>
                <a:schemeClr val="tx1"/>
              </a:solidFill>
              <a:prstDash val="solid"/>
              <a:headEnd type="none" w="med" len="med"/>
              <a:tailEnd type="none" w="med" len="med"/>
            </a:ln>
          </p:spPr>
        </p:sp>
        <p:sp>
          <p:nvSpPr>
            <p:cNvPr id="6176" name="Text Box 41"/>
            <p:cNvSpPr txBox="1"/>
            <p:nvPr/>
          </p:nvSpPr>
          <p:spPr>
            <a:xfrm>
              <a:off x="1968" y="3801"/>
              <a:ext cx="480" cy="221"/>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spcBef>
                  <a:spcPct val="50000"/>
                </a:spcBef>
                <a:buClrTx/>
                <a:buSzTx/>
                <a:buFontTx/>
                <a:buNone/>
              </a:pPr>
              <a:r>
                <a:rPr lang="en-US" altLang="zh-CN" sz="1800" dirty="0">
                  <a:latin typeface="Times New Roman" panose="02020603050405020304" pitchFamily="18" charset="0"/>
                  <a:ea typeface="宋体" panose="02010600030101010101" pitchFamily="2" charset="-122"/>
                </a:rPr>
                <a:t>Step 3</a:t>
              </a:r>
              <a:endParaRPr lang="en-US" altLang="zh-CN" sz="2400" dirty="0">
                <a:latin typeface="Times New Roman" panose="02020603050405020304" pitchFamily="18" charset="0"/>
                <a:ea typeface="宋体" panose="02010600030101010101" pitchFamily="2" charset="-122"/>
              </a:endParaRPr>
            </a:p>
          </p:txBody>
        </p:sp>
        <p:sp>
          <p:nvSpPr>
            <p:cNvPr id="6177" name="Line 42"/>
            <p:cNvSpPr/>
            <p:nvPr/>
          </p:nvSpPr>
          <p:spPr>
            <a:xfrm flipH="1">
              <a:off x="2592" y="3744"/>
              <a:ext cx="0" cy="96"/>
            </a:xfrm>
            <a:prstGeom prst="line">
              <a:avLst/>
            </a:prstGeom>
            <a:ln w="9525" cap="flat" cmpd="sng">
              <a:solidFill>
                <a:schemeClr val="tx1"/>
              </a:solidFill>
              <a:prstDash val="solid"/>
              <a:headEnd type="none" w="med" len="med"/>
              <a:tailEnd type="none" w="med" len="med"/>
            </a:ln>
          </p:spPr>
        </p:sp>
        <p:sp>
          <p:nvSpPr>
            <p:cNvPr id="6178" name="Text Box 43"/>
            <p:cNvSpPr txBox="1"/>
            <p:nvPr/>
          </p:nvSpPr>
          <p:spPr>
            <a:xfrm>
              <a:off x="2496" y="3801"/>
              <a:ext cx="480" cy="221"/>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spcBef>
                  <a:spcPct val="50000"/>
                </a:spcBef>
                <a:buClrTx/>
                <a:buSzTx/>
                <a:buFontTx/>
                <a:buNone/>
              </a:pPr>
              <a:r>
                <a:rPr lang="en-US" altLang="zh-CN" sz="1800" dirty="0">
                  <a:latin typeface="Times New Roman" panose="02020603050405020304" pitchFamily="18" charset="0"/>
                  <a:ea typeface="宋体" panose="02010600030101010101" pitchFamily="2" charset="-122"/>
                </a:rPr>
                <a:t>Step 2</a:t>
              </a:r>
              <a:endParaRPr lang="en-US" altLang="zh-CN" sz="2400" dirty="0">
                <a:latin typeface="Times New Roman" panose="02020603050405020304" pitchFamily="18" charset="0"/>
                <a:ea typeface="宋体" panose="02010600030101010101" pitchFamily="2" charset="-122"/>
              </a:endParaRPr>
            </a:p>
          </p:txBody>
        </p:sp>
        <p:sp>
          <p:nvSpPr>
            <p:cNvPr id="6179" name="Line 44"/>
            <p:cNvSpPr/>
            <p:nvPr/>
          </p:nvSpPr>
          <p:spPr>
            <a:xfrm flipH="1">
              <a:off x="3072" y="3744"/>
              <a:ext cx="0" cy="96"/>
            </a:xfrm>
            <a:prstGeom prst="line">
              <a:avLst/>
            </a:prstGeom>
            <a:ln w="9525" cap="flat" cmpd="sng">
              <a:solidFill>
                <a:schemeClr val="tx1"/>
              </a:solidFill>
              <a:prstDash val="solid"/>
              <a:headEnd type="none" w="med" len="med"/>
              <a:tailEnd type="none" w="med" len="med"/>
            </a:ln>
          </p:spPr>
        </p:sp>
        <p:sp>
          <p:nvSpPr>
            <p:cNvPr id="6180" name="Text Box 45"/>
            <p:cNvSpPr txBox="1"/>
            <p:nvPr/>
          </p:nvSpPr>
          <p:spPr>
            <a:xfrm>
              <a:off x="2976" y="3801"/>
              <a:ext cx="480" cy="221"/>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spcBef>
                  <a:spcPct val="50000"/>
                </a:spcBef>
                <a:buClrTx/>
                <a:buSzTx/>
                <a:buFontTx/>
                <a:buNone/>
              </a:pPr>
              <a:r>
                <a:rPr lang="en-US" altLang="zh-CN" sz="1800" dirty="0">
                  <a:latin typeface="Times New Roman" panose="02020603050405020304" pitchFamily="18" charset="0"/>
                  <a:ea typeface="宋体" panose="02010600030101010101" pitchFamily="2" charset="-122"/>
                </a:rPr>
                <a:t>Step 1</a:t>
              </a:r>
              <a:endParaRPr lang="en-US" altLang="zh-CN" sz="2400" dirty="0">
                <a:latin typeface="Times New Roman" panose="02020603050405020304" pitchFamily="18" charset="0"/>
                <a:ea typeface="宋体" panose="02010600030101010101" pitchFamily="2" charset="-122"/>
              </a:endParaRPr>
            </a:p>
          </p:txBody>
        </p:sp>
        <p:sp>
          <p:nvSpPr>
            <p:cNvPr id="6181" name="Line 46"/>
            <p:cNvSpPr/>
            <p:nvPr/>
          </p:nvSpPr>
          <p:spPr>
            <a:xfrm flipH="1">
              <a:off x="3552" y="3744"/>
              <a:ext cx="0" cy="96"/>
            </a:xfrm>
            <a:prstGeom prst="line">
              <a:avLst/>
            </a:prstGeom>
            <a:ln w="9525" cap="flat" cmpd="sng">
              <a:solidFill>
                <a:schemeClr val="tx1"/>
              </a:solidFill>
              <a:prstDash val="solid"/>
              <a:headEnd type="none" w="med" len="med"/>
              <a:tailEnd type="none" w="med" len="med"/>
            </a:ln>
          </p:spPr>
        </p:sp>
        <p:sp>
          <p:nvSpPr>
            <p:cNvPr id="6182" name="Text Box 47"/>
            <p:cNvSpPr txBox="1"/>
            <p:nvPr/>
          </p:nvSpPr>
          <p:spPr>
            <a:xfrm>
              <a:off x="3456" y="3801"/>
              <a:ext cx="480" cy="221"/>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spcBef>
                  <a:spcPct val="50000"/>
                </a:spcBef>
                <a:buClrTx/>
                <a:buSzTx/>
                <a:buFontTx/>
                <a:buNone/>
              </a:pPr>
              <a:r>
                <a:rPr lang="en-US" altLang="zh-CN" sz="1800" dirty="0">
                  <a:latin typeface="Times New Roman" panose="02020603050405020304" pitchFamily="18" charset="0"/>
                  <a:ea typeface="宋体" panose="02010600030101010101" pitchFamily="2" charset="-122"/>
                </a:rPr>
                <a:t>Step 0</a:t>
              </a:r>
              <a:endParaRPr lang="en-US" altLang="zh-CN" sz="2400" dirty="0">
                <a:latin typeface="Times New Roman" panose="02020603050405020304" pitchFamily="18" charset="0"/>
                <a:ea typeface="宋体" panose="02010600030101010101" pitchFamily="2" charset="-122"/>
              </a:endParaRPr>
            </a:p>
          </p:txBody>
        </p:sp>
        <p:sp>
          <p:nvSpPr>
            <p:cNvPr id="6183" name="Line 48"/>
            <p:cNvSpPr/>
            <p:nvPr/>
          </p:nvSpPr>
          <p:spPr>
            <a:xfrm>
              <a:off x="1680" y="2352"/>
              <a:ext cx="192" cy="96"/>
            </a:xfrm>
            <a:prstGeom prst="line">
              <a:avLst/>
            </a:prstGeom>
            <a:ln w="9525" cap="flat" cmpd="sng">
              <a:solidFill>
                <a:schemeClr val="tx1"/>
              </a:solidFill>
              <a:prstDash val="solid"/>
              <a:headEnd type="none" w="med" len="med"/>
              <a:tailEnd type="none" w="med" len="med"/>
            </a:ln>
          </p:spPr>
        </p:sp>
        <p:sp>
          <p:nvSpPr>
            <p:cNvPr id="6184" name="Line 49"/>
            <p:cNvSpPr/>
            <p:nvPr/>
          </p:nvSpPr>
          <p:spPr>
            <a:xfrm flipV="1">
              <a:off x="1680" y="2448"/>
              <a:ext cx="192" cy="192"/>
            </a:xfrm>
            <a:prstGeom prst="line">
              <a:avLst/>
            </a:prstGeom>
            <a:ln w="9525" cap="flat" cmpd="sng">
              <a:solidFill>
                <a:schemeClr val="tx1"/>
              </a:solidFill>
              <a:prstDash val="solid"/>
              <a:headEnd type="none" w="med" len="med"/>
              <a:tailEnd type="none" w="med" len="med"/>
            </a:ln>
          </p:spPr>
        </p:sp>
        <p:sp>
          <p:nvSpPr>
            <p:cNvPr id="6185" name="Line 50"/>
            <p:cNvSpPr/>
            <p:nvPr/>
          </p:nvSpPr>
          <p:spPr>
            <a:xfrm>
              <a:off x="1680" y="3216"/>
              <a:ext cx="720" cy="144"/>
            </a:xfrm>
            <a:prstGeom prst="line">
              <a:avLst/>
            </a:prstGeom>
            <a:ln w="9525" cap="flat" cmpd="sng">
              <a:solidFill>
                <a:schemeClr val="tx1"/>
              </a:solidFill>
              <a:prstDash val="solid"/>
              <a:headEnd type="none" w="med" len="med"/>
              <a:tailEnd type="none" w="med" len="med"/>
            </a:ln>
          </p:spPr>
        </p:sp>
        <p:sp>
          <p:nvSpPr>
            <p:cNvPr id="6186" name="Line 51"/>
            <p:cNvSpPr/>
            <p:nvPr/>
          </p:nvSpPr>
          <p:spPr>
            <a:xfrm flipV="1">
              <a:off x="1680" y="3360"/>
              <a:ext cx="720" cy="144"/>
            </a:xfrm>
            <a:prstGeom prst="line">
              <a:avLst/>
            </a:prstGeom>
            <a:ln w="9525" cap="flat" cmpd="sng">
              <a:solidFill>
                <a:schemeClr val="tx1"/>
              </a:solidFill>
              <a:prstDash val="solid"/>
              <a:headEnd type="none" w="med" len="med"/>
              <a:tailEnd type="none" w="med" len="med"/>
            </a:ln>
          </p:spPr>
        </p:sp>
        <p:sp>
          <p:nvSpPr>
            <p:cNvPr id="6187" name="Line 52"/>
            <p:cNvSpPr/>
            <p:nvPr/>
          </p:nvSpPr>
          <p:spPr>
            <a:xfrm>
              <a:off x="1680" y="2976"/>
              <a:ext cx="1104" cy="96"/>
            </a:xfrm>
            <a:prstGeom prst="line">
              <a:avLst/>
            </a:prstGeom>
            <a:ln w="9525" cap="flat" cmpd="sng">
              <a:solidFill>
                <a:schemeClr val="tx1"/>
              </a:solidFill>
              <a:prstDash val="solid"/>
              <a:headEnd type="none" w="med" len="med"/>
              <a:tailEnd type="none" w="med" len="med"/>
            </a:ln>
          </p:spPr>
        </p:sp>
        <p:sp>
          <p:nvSpPr>
            <p:cNvPr id="6188" name="Line 53"/>
            <p:cNvSpPr/>
            <p:nvPr/>
          </p:nvSpPr>
          <p:spPr>
            <a:xfrm flipV="1">
              <a:off x="2688" y="3072"/>
              <a:ext cx="96" cy="192"/>
            </a:xfrm>
            <a:prstGeom prst="line">
              <a:avLst/>
            </a:prstGeom>
            <a:ln w="9525" cap="flat" cmpd="sng">
              <a:solidFill>
                <a:schemeClr val="tx1"/>
              </a:solidFill>
              <a:prstDash val="solid"/>
              <a:headEnd type="none" w="med" len="med"/>
              <a:tailEnd type="none" w="med" len="med"/>
            </a:ln>
          </p:spPr>
        </p:sp>
        <p:sp>
          <p:nvSpPr>
            <p:cNvPr id="6189" name="Line 54"/>
            <p:cNvSpPr/>
            <p:nvPr/>
          </p:nvSpPr>
          <p:spPr>
            <a:xfrm>
              <a:off x="2400" y="2496"/>
              <a:ext cx="720" cy="240"/>
            </a:xfrm>
            <a:prstGeom prst="line">
              <a:avLst/>
            </a:prstGeom>
            <a:ln w="9525" cap="flat" cmpd="sng">
              <a:solidFill>
                <a:schemeClr val="tx1"/>
              </a:solidFill>
              <a:prstDash val="solid"/>
              <a:headEnd type="none" w="med" len="med"/>
              <a:tailEnd type="none" w="med" len="med"/>
            </a:ln>
          </p:spPr>
        </p:sp>
        <p:sp>
          <p:nvSpPr>
            <p:cNvPr id="6190" name="Line 55"/>
            <p:cNvSpPr/>
            <p:nvPr/>
          </p:nvSpPr>
          <p:spPr>
            <a:xfrm flipV="1">
              <a:off x="3072" y="2736"/>
              <a:ext cx="48" cy="192"/>
            </a:xfrm>
            <a:prstGeom prst="line">
              <a:avLst/>
            </a:prstGeom>
            <a:ln w="9525" cap="flat" cmpd="sng">
              <a:solidFill>
                <a:schemeClr val="tx1"/>
              </a:solidFill>
              <a:prstDash val="solid"/>
              <a:headEnd type="none" w="med" len="med"/>
              <a:tailEnd type="none" w="med" len="med"/>
            </a:ln>
          </p:spPr>
        </p:sp>
        <p:sp>
          <p:nvSpPr>
            <p:cNvPr id="6191" name="Text Box 56"/>
            <p:cNvSpPr txBox="1"/>
            <p:nvPr/>
          </p:nvSpPr>
          <p:spPr>
            <a:xfrm>
              <a:off x="4330" y="1824"/>
              <a:ext cx="1227" cy="49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a:spcBef>
                  <a:spcPct val="0"/>
                </a:spcBef>
                <a:buClrTx/>
                <a:buSzTx/>
                <a:buFontTx/>
                <a:buNone/>
              </a:pPr>
              <a:r>
                <a:rPr lang="en-US" altLang="zh-CN" sz="2400" b="1" dirty="0">
                  <a:latin typeface="Times New Roman" panose="02020603050405020304" pitchFamily="18" charset="0"/>
                  <a:ea typeface="宋体" panose="02010600030101010101" pitchFamily="2" charset="-122"/>
                </a:rPr>
                <a:t>agglomerative</a:t>
              </a:r>
              <a:endParaRPr lang="en-US" altLang="zh-CN" sz="2400" b="1" dirty="0">
                <a:latin typeface="Times New Roman" panose="02020603050405020304" pitchFamily="18" charset="0"/>
                <a:ea typeface="宋体" panose="02010600030101010101" pitchFamily="2" charset="-122"/>
              </a:endParaRPr>
            </a:p>
            <a:p>
              <a:pPr marL="0" lvl="0" indent="0" algn="ctr">
                <a:spcBef>
                  <a:spcPct val="0"/>
                </a:spcBef>
                <a:buClrTx/>
                <a:buSzTx/>
                <a:buFontTx/>
                <a:buNone/>
              </a:pPr>
              <a:r>
                <a:rPr lang="en-US" altLang="zh-CN" sz="2400" b="1" dirty="0">
                  <a:latin typeface="Times New Roman" panose="02020603050405020304" pitchFamily="18" charset="0"/>
                  <a:ea typeface="宋体" panose="02010600030101010101" pitchFamily="2" charset="-122"/>
                </a:rPr>
                <a:t>(AGNES)</a:t>
              </a:r>
              <a:endParaRPr lang="en-US" altLang="zh-CN" sz="2400" b="1" dirty="0">
                <a:latin typeface="Times New Roman" panose="02020603050405020304" pitchFamily="18" charset="0"/>
                <a:ea typeface="宋体" panose="02010600030101010101" pitchFamily="2" charset="-122"/>
              </a:endParaRPr>
            </a:p>
          </p:txBody>
        </p:sp>
        <p:sp>
          <p:nvSpPr>
            <p:cNvPr id="6192" name="Text Box 57"/>
            <p:cNvSpPr txBox="1"/>
            <p:nvPr/>
          </p:nvSpPr>
          <p:spPr>
            <a:xfrm>
              <a:off x="4418" y="3552"/>
              <a:ext cx="841" cy="49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a:spcBef>
                  <a:spcPct val="0"/>
                </a:spcBef>
                <a:buClrTx/>
                <a:buSzTx/>
                <a:buFontTx/>
                <a:buNone/>
              </a:pPr>
              <a:r>
                <a:rPr lang="en-US" altLang="zh-CN" sz="2400" b="1" dirty="0">
                  <a:latin typeface="Times New Roman" panose="02020603050405020304" pitchFamily="18" charset="0"/>
                  <a:ea typeface="宋体" panose="02010600030101010101" pitchFamily="2" charset="-122"/>
                </a:rPr>
                <a:t>divisive</a:t>
              </a:r>
              <a:endParaRPr lang="en-US" altLang="zh-CN" sz="2400" b="1" dirty="0">
                <a:latin typeface="Times New Roman" panose="02020603050405020304" pitchFamily="18" charset="0"/>
                <a:ea typeface="宋体" panose="02010600030101010101" pitchFamily="2" charset="-122"/>
              </a:endParaRPr>
            </a:p>
            <a:p>
              <a:pPr marL="0" lvl="0" indent="0" algn="ctr">
                <a:spcBef>
                  <a:spcPct val="0"/>
                </a:spcBef>
                <a:buClrTx/>
                <a:buSzTx/>
                <a:buFontTx/>
                <a:buNone/>
              </a:pPr>
              <a:r>
                <a:rPr lang="en-US" altLang="zh-CN" sz="2400" b="1" dirty="0">
                  <a:latin typeface="Times New Roman" panose="02020603050405020304" pitchFamily="18" charset="0"/>
                  <a:ea typeface="宋体" panose="02010600030101010101" pitchFamily="2" charset="-122"/>
                </a:rPr>
                <a:t>(DIANA)</a:t>
              </a:r>
              <a:endParaRPr lang="en-US" altLang="zh-CN" sz="2400" dirty="0">
                <a:latin typeface="Times New Roman" panose="02020603050405020304" pitchFamily="18" charset="0"/>
                <a:ea typeface="宋体" panose="02010600030101010101" pitchFamily="2" charset="-122"/>
              </a:endParaRPr>
            </a:p>
          </p:txBody>
        </p:sp>
      </p:grpSp>
    </p:spTree>
  </p:cSld>
  <p:clrMapOvr>
    <a:masterClrMapping/>
  </p:clrMapOvr>
  <p:transition>
    <p:zoom/>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灯片编号占位符 3"/>
          <p:cNvSpPr txBox="1">
            <a:spLocks noGrp="1"/>
          </p:cNvSpPr>
          <p:nvPr>
            <p:ph type="sldNum" sz="quarter" idx="10"/>
          </p:nvPr>
        </p:nvSpPr>
        <p:spPr>
          <a:ln/>
        </p:spPr>
        <p:txBody>
          <a:bodyPr anchor="b" anchorCtr="0"/>
          <a:p>
            <a:pPr marL="0" indent="0" algn="r" eaLnBrk="1" hangingPunct="1">
              <a:spcBef>
                <a:spcPct val="0"/>
              </a:spcBef>
              <a:buClrTx/>
              <a:buSzTx/>
              <a:buFontTx/>
              <a:buNone/>
            </a:pPr>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7171" name="Rectangle 2"/>
          <p:cNvSpPr>
            <a:spLocks noGrp="1"/>
          </p:cNvSpPr>
          <p:nvPr>
            <p:ph idx="1"/>
          </p:nvPr>
        </p:nvSpPr>
        <p:spPr>
          <a:xfrm>
            <a:off x="457200" y="1447800"/>
            <a:ext cx="8318500" cy="3873500"/>
          </a:xfrm>
          <a:ln/>
        </p:spPr>
        <p:txBody>
          <a:bodyPr vert="horz" wrap="square" lIns="91440" tIns="45720" rIns="91440" bIns="45720" anchor="t" anchorCtr="0"/>
          <a:p>
            <a:pPr eaLnBrk="1" hangingPunct="1"/>
            <a:r>
              <a:rPr lang="zh-CN" altLang="en-US" dirty="0">
                <a:latin typeface="宋体" panose="02010600030101010101" pitchFamily="2" charset="-122"/>
                <a:ea typeface="宋体" panose="02010600030101010101" pitchFamily="2" charset="-122"/>
              </a:rPr>
              <a:t>用户可以指定算法终止的条件，例如，聚类的个数或每个</a:t>
            </a:r>
            <a:r>
              <a:rPr lang="en-US" altLang="zh-CN" dirty="0">
                <a:ea typeface="宋体" panose="02010600030101010101" pitchFamily="2" charset="-122"/>
              </a:rPr>
              <a:t>cluster</a:t>
            </a:r>
            <a:r>
              <a:rPr lang="zh-CN" altLang="en-US" dirty="0">
                <a:latin typeface="宋体" panose="02010600030101010101" pitchFamily="2" charset="-122"/>
                <a:ea typeface="宋体" panose="02010600030101010101" pitchFamily="2" charset="-122"/>
              </a:rPr>
              <a:t>的半径低于某个阀值。</a:t>
            </a:r>
            <a:r>
              <a:rPr lang="zh-CN" altLang="en-US" dirty="0">
                <a:ea typeface="宋体" panose="02010600030101010101" pitchFamily="2" charset="-122"/>
              </a:rPr>
              <a:t> </a:t>
            </a:r>
            <a:endParaRPr lang="zh-CN" altLang="en-US" dirty="0">
              <a:ea typeface="宋体" panose="02010600030101010101" pitchFamily="2" charset="-122"/>
            </a:endParaRPr>
          </a:p>
          <a:p>
            <a:pPr eaLnBrk="1" hangingPunct="1"/>
            <a:r>
              <a:rPr lang="zh-CN" altLang="en-US" dirty="0">
                <a:latin typeface="宋体" panose="02010600030101010101" pitchFamily="2" charset="-122"/>
                <a:ea typeface="宋体" panose="02010600030101010101" pitchFamily="2" charset="-122"/>
              </a:rPr>
              <a:t>弱点在于合并或分裂点的选取问题，因为一组对象一旦合并或分裂，就不能有</a:t>
            </a:r>
            <a:r>
              <a:rPr lang="en-US" altLang="zh-CN" dirty="0">
                <a:ea typeface="宋体" panose="02010600030101010101" pitchFamily="2" charset="-122"/>
              </a:rPr>
              <a:t>undo</a:t>
            </a:r>
            <a:r>
              <a:rPr lang="zh-CN" altLang="en-US" dirty="0">
                <a:latin typeface="宋体" panose="02010600030101010101" pitchFamily="2" charset="-122"/>
                <a:ea typeface="宋体" panose="02010600030101010101" pitchFamily="2" charset="-122"/>
              </a:rPr>
              <a:t>的操作</a:t>
            </a:r>
            <a:r>
              <a:rPr lang="zh-CN" altLang="en-US" dirty="0">
                <a:ea typeface="宋体" panose="02010600030101010101" pitchFamily="2" charset="-122"/>
              </a:rPr>
              <a:t> </a:t>
            </a:r>
            <a:endParaRPr lang="zh-CN" altLang="en-US" dirty="0">
              <a:ea typeface="宋体" panose="02010600030101010101" pitchFamily="2" charset="-122"/>
            </a:endParaRPr>
          </a:p>
          <a:p>
            <a:pPr algn="just" eaLnBrk="1" hangingPunct="1"/>
            <a:r>
              <a:rPr lang="zh-CN" altLang="en-US" dirty="0">
                <a:latin typeface="宋体" panose="02010600030101010101" pitchFamily="2" charset="-122"/>
                <a:ea typeface="宋体" panose="02010600030101010101" pitchFamily="2" charset="-122"/>
              </a:rPr>
              <a:t>时间复杂度为</a:t>
            </a:r>
            <a:r>
              <a:rPr lang="en-US" altLang="zh-CN" dirty="0">
                <a:latin typeface="宋体" panose="02010600030101010101" pitchFamily="2" charset="-122"/>
                <a:ea typeface="宋体" panose="02010600030101010101" pitchFamily="2" charset="-122"/>
              </a:rPr>
              <a:t>O（N</a:t>
            </a:r>
            <a:r>
              <a:rPr lang="en-US" altLang="zh-CN" baseline="30000" dirty="0">
                <a:latin typeface="宋体" panose="02010600030101010101" pitchFamily="2" charset="-122"/>
                <a:ea typeface="宋体" panose="02010600030101010101" pitchFamily="2" charset="-122"/>
              </a:rPr>
              <a:t>2</a:t>
            </a:r>
            <a:r>
              <a:rPr lang="en-US" altLang="zh-CN" dirty="0">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对于处理大数据量有性能问题。</a:t>
            </a:r>
            <a:endParaRPr lang="zh-CN" altLang="en-US" dirty="0">
              <a:ea typeface="宋体" panose="02010600030101010101" pitchFamily="2" charset="-122"/>
            </a:endParaRPr>
          </a:p>
        </p:txBody>
      </p:sp>
    </p:spTree>
  </p:cSld>
  <p:clrMapOvr>
    <a:masterClrMapping/>
  </p:clrMapOvr>
  <p:transition>
    <p:zoom/>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灯片编号占位符 3"/>
          <p:cNvSpPr txBox="1">
            <a:spLocks noGrp="1"/>
          </p:cNvSpPr>
          <p:nvPr>
            <p:ph type="sldNum" sz="quarter" idx="10"/>
          </p:nvPr>
        </p:nvSpPr>
        <p:spPr>
          <a:ln/>
        </p:spPr>
        <p:txBody>
          <a:bodyPr anchor="b" anchorCtr="0"/>
          <a:p>
            <a:pPr marL="0" indent="0" algn="r" eaLnBrk="1" hangingPunct="1">
              <a:spcBef>
                <a:spcPct val="0"/>
              </a:spcBef>
              <a:buClrTx/>
              <a:buSzTx/>
              <a:buFontTx/>
              <a:buNone/>
            </a:pPr>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8195" name="Rectangle 2"/>
          <p:cNvSpPr>
            <a:spLocks noGrp="1"/>
          </p:cNvSpPr>
          <p:nvPr>
            <p:ph type="title"/>
          </p:nvPr>
        </p:nvSpPr>
        <p:spPr>
          <a:xfrm>
            <a:off x="762000" y="471488"/>
            <a:ext cx="7162800" cy="452437"/>
          </a:xfrm>
          <a:ln/>
        </p:spPr>
        <p:txBody>
          <a:bodyPr vert="horz" wrap="square" lIns="91440" tIns="45720" rIns="91440" bIns="45720" anchor="b" anchorCtr="0"/>
          <a:p>
            <a:pPr eaLnBrk="1" hangingPunct="1"/>
            <a:r>
              <a:rPr lang="en-US" altLang="zh-CN" sz="3200" dirty="0">
                <a:ea typeface="宋体" panose="02010600030101010101" pitchFamily="2" charset="-122"/>
              </a:rPr>
              <a:t>AGNES (Agglomerative Nesting)</a:t>
            </a:r>
            <a:endParaRPr lang="en-US" altLang="zh-CN" sz="2400" dirty="0">
              <a:ea typeface="宋体" panose="02010600030101010101" pitchFamily="2" charset="-122"/>
            </a:endParaRPr>
          </a:p>
        </p:txBody>
      </p:sp>
      <p:sp>
        <p:nvSpPr>
          <p:cNvPr id="8196" name="Rectangle 3"/>
          <p:cNvSpPr>
            <a:spLocks noGrp="1"/>
          </p:cNvSpPr>
          <p:nvPr>
            <p:ph idx="1"/>
          </p:nvPr>
        </p:nvSpPr>
        <p:spPr>
          <a:xfrm>
            <a:off x="390525" y="1098550"/>
            <a:ext cx="8353425" cy="2754313"/>
          </a:xfrm>
          <a:ln/>
        </p:spPr>
        <p:txBody>
          <a:bodyPr vert="horz" wrap="square" lIns="91440" tIns="45720" rIns="91440" bIns="45720" anchor="t" anchorCtr="0"/>
          <a:p>
            <a:pPr eaLnBrk="1" hangingPunct="1">
              <a:buClr>
                <a:schemeClr val="tx1"/>
              </a:buClr>
            </a:pPr>
            <a:r>
              <a:rPr lang="en-US" altLang="zh-CN" sz="2400" dirty="0">
                <a:ea typeface="宋体" panose="02010600030101010101" pitchFamily="2" charset="-122"/>
              </a:rPr>
              <a:t>Introduced in Kaufmann and Rousseeuw (1990)</a:t>
            </a:r>
            <a:endParaRPr lang="en-US" altLang="zh-CN" sz="2400" dirty="0">
              <a:ea typeface="宋体" panose="02010600030101010101" pitchFamily="2" charset="-122"/>
            </a:endParaRPr>
          </a:p>
          <a:p>
            <a:pPr eaLnBrk="1" hangingPunct="1">
              <a:buClr>
                <a:schemeClr val="tx1"/>
              </a:buClr>
            </a:pPr>
            <a:r>
              <a:rPr lang="en-US" altLang="zh-CN" sz="2400" dirty="0">
                <a:ea typeface="宋体" panose="02010600030101010101" pitchFamily="2" charset="-122"/>
              </a:rPr>
              <a:t>Implemented in statistical analysis packages, e.g., Splus</a:t>
            </a:r>
            <a:endParaRPr lang="en-US" altLang="zh-CN" sz="2400" dirty="0">
              <a:ea typeface="宋体" panose="02010600030101010101" pitchFamily="2" charset="-122"/>
            </a:endParaRPr>
          </a:p>
          <a:p>
            <a:pPr eaLnBrk="1" hangingPunct="1">
              <a:buClr>
                <a:schemeClr val="tx1"/>
              </a:buClr>
            </a:pPr>
            <a:r>
              <a:rPr lang="en-US" altLang="zh-CN" sz="2400" dirty="0">
                <a:ea typeface="宋体" panose="02010600030101010101" pitchFamily="2" charset="-122"/>
              </a:rPr>
              <a:t>Use the Single-Link method and the dissimilarity matrix.  </a:t>
            </a:r>
            <a:endParaRPr lang="en-US" altLang="zh-CN" sz="2400" dirty="0">
              <a:ea typeface="宋体" panose="02010600030101010101" pitchFamily="2" charset="-122"/>
            </a:endParaRPr>
          </a:p>
          <a:p>
            <a:pPr eaLnBrk="1" hangingPunct="1">
              <a:buClr>
                <a:schemeClr val="tx1"/>
              </a:buClr>
            </a:pPr>
            <a:r>
              <a:rPr lang="en-US" altLang="zh-CN" sz="2400" dirty="0">
                <a:ea typeface="宋体" panose="02010600030101010101" pitchFamily="2" charset="-122"/>
              </a:rPr>
              <a:t>Merge nodes that have the least dissimilarity</a:t>
            </a:r>
            <a:endParaRPr lang="en-US" altLang="zh-CN" sz="2400" dirty="0">
              <a:ea typeface="宋体" panose="02010600030101010101" pitchFamily="2" charset="-122"/>
            </a:endParaRPr>
          </a:p>
          <a:p>
            <a:pPr eaLnBrk="1" hangingPunct="1">
              <a:buClr>
                <a:schemeClr val="tx1"/>
              </a:buClr>
            </a:pPr>
            <a:r>
              <a:rPr lang="en-US" altLang="zh-CN" sz="2400" dirty="0">
                <a:ea typeface="宋体" panose="02010600030101010101" pitchFamily="2" charset="-122"/>
              </a:rPr>
              <a:t>Go on in a non-descending fashion</a:t>
            </a:r>
            <a:endParaRPr lang="en-US" altLang="zh-CN" sz="2400" dirty="0">
              <a:ea typeface="宋体" panose="02010600030101010101" pitchFamily="2" charset="-122"/>
            </a:endParaRPr>
          </a:p>
          <a:p>
            <a:pPr eaLnBrk="1" hangingPunct="1">
              <a:buClr>
                <a:schemeClr val="tx1"/>
              </a:buClr>
            </a:pPr>
            <a:r>
              <a:rPr lang="en-US" altLang="zh-CN" sz="2400" dirty="0">
                <a:ea typeface="宋体" panose="02010600030101010101" pitchFamily="2" charset="-122"/>
              </a:rPr>
              <a:t>Eventually all nodes belong to the same cluster</a:t>
            </a:r>
            <a:endParaRPr lang="en-US" altLang="zh-CN" sz="2400" dirty="0">
              <a:ea typeface="宋体" panose="02010600030101010101" pitchFamily="2" charset="-122"/>
            </a:endParaRPr>
          </a:p>
        </p:txBody>
      </p:sp>
      <p:grpSp>
        <p:nvGrpSpPr>
          <p:cNvPr id="8197" name="Group 4"/>
          <p:cNvGrpSpPr/>
          <p:nvPr/>
        </p:nvGrpSpPr>
        <p:grpSpPr>
          <a:xfrm>
            <a:off x="892175" y="3929063"/>
            <a:ext cx="2209800" cy="2017712"/>
            <a:chOff x="384" y="2496"/>
            <a:chExt cx="1392" cy="1271"/>
          </a:xfrm>
        </p:grpSpPr>
        <p:graphicFrame>
          <p:nvGraphicFramePr>
            <p:cNvPr id="8210" name="Object 5"/>
            <p:cNvGraphicFramePr>
              <a:graphicFrameLocks noChangeAspect="1"/>
            </p:cNvGraphicFramePr>
            <p:nvPr/>
          </p:nvGraphicFramePr>
          <p:xfrm>
            <a:off x="384" y="2496"/>
            <a:ext cx="1392" cy="1271"/>
          </p:xfrm>
          <a:graphic>
            <a:graphicData uri="http://schemas.openxmlformats.org/presentationml/2006/ole">
              <mc:AlternateContent xmlns:mc="http://schemas.openxmlformats.org/markup-compatibility/2006">
                <mc:Choice xmlns:v="urn:schemas-microsoft-com:vml" Requires="v">
                  <p:oleObj spid="_x0000_s3078" name="" r:id="rId1" imgW="2618740" imgH="2472055" progId="Excel.Sheet.8">
                    <p:embed/>
                  </p:oleObj>
                </mc:Choice>
                <mc:Fallback>
                  <p:oleObj name="" r:id="rId1" imgW="2618740" imgH="2472055" progId="Excel.Sheet.8">
                    <p:embed/>
                    <p:pic>
                      <p:nvPicPr>
                        <p:cNvPr id="0" name="图片 3077"/>
                        <p:cNvPicPr/>
                        <p:nvPr/>
                      </p:nvPicPr>
                      <p:blipFill>
                        <a:blip r:embed="rId2"/>
                        <a:stretch>
                          <a:fillRect/>
                        </a:stretch>
                      </p:blipFill>
                      <p:spPr>
                        <a:xfrm>
                          <a:off x="384" y="2496"/>
                          <a:ext cx="1392" cy="1271"/>
                        </a:xfrm>
                        <a:prstGeom prst="rect">
                          <a:avLst/>
                        </a:prstGeom>
                        <a:noFill/>
                        <a:ln w="38100">
                          <a:noFill/>
                          <a:miter/>
                        </a:ln>
                      </p:spPr>
                    </p:pic>
                  </p:oleObj>
                </mc:Fallback>
              </mc:AlternateContent>
            </a:graphicData>
          </a:graphic>
        </p:graphicFrame>
        <p:sp>
          <p:nvSpPr>
            <p:cNvPr id="8211" name="Oval 6"/>
            <p:cNvSpPr/>
            <p:nvPr/>
          </p:nvSpPr>
          <p:spPr>
            <a:xfrm>
              <a:off x="816" y="2736"/>
              <a:ext cx="288" cy="288"/>
            </a:xfrm>
            <a:prstGeom prst="ellipse">
              <a:avLst/>
            </a:prstGeom>
            <a:noFill/>
            <a:ln w="28575" cap="flat" cmpd="sng">
              <a:solidFill>
                <a:schemeClr val="tx1"/>
              </a:solidFill>
              <a:prstDash val="lgDash"/>
              <a:headEnd type="none" w="med" len="med"/>
              <a:tailEnd type="none" w="med" len="med"/>
            </a:ln>
          </p:spPr>
          <p:txBody>
            <a:bodyPr wrap="none" anchor="ctr" anchorCtr="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endParaRPr lang="zh-CN" altLang="en-US" sz="2400" dirty="0">
                <a:ea typeface="宋体" panose="02010600030101010101" pitchFamily="2" charset="-122"/>
              </a:endParaRPr>
            </a:p>
          </p:txBody>
        </p:sp>
        <p:sp>
          <p:nvSpPr>
            <p:cNvPr id="8212" name="Oval 7"/>
            <p:cNvSpPr/>
            <p:nvPr/>
          </p:nvSpPr>
          <p:spPr>
            <a:xfrm>
              <a:off x="816" y="3024"/>
              <a:ext cx="288" cy="288"/>
            </a:xfrm>
            <a:prstGeom prst="ellipse">
              <a:avLst/>
            </a:prstGeom>
            <a:noFill/>
            <a:ln w="28575" cap="flat" cmpd="sng">
              <a:solidFill>
                <a:schemeClr val="tx1"/>
              </a:solidFill>
              <a:prstDash val="lgDash"/>
              <a:headEnd type="none" w="med" len="med"/>
              <a:tailEnd type="none" w="med" len="med"/>
            </a:ln>
          </p:spPr>
          <p:txBody>
            <a:bodyPr wrap="none" anchor="ctr" anchorCtr="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endParaRPr lang="zh-CN" altLang="en-US" sz="2400" dirty="0">
                <a:ea typeface="宋体" panose="02010600030101010101" pitchFamily="2" charset="-122"/>
              </a:endParaRPr>
            </a:p>
          </p:txBody>
        </p:sp>
        <p:sp>
          <p:nvSpPr>
            <p:cNvPr id="8213" name="Oval 8"/>
            <p:cNvSpPr/>
            <p:nvPr/>
          </p:nvSpPr>
          <p:spPr>
            <a:xfrm>
              <a:off x="1392" y="3024"/>
              <a:ext cx="144" cy="288"/>
            </a:xfrm>
            <a:prstGeom prst="ellipse">
              <a:avLst/>
            </a:prstGeom>
            <a:noFill/>
            <a:ln w="28575" cap="flat" cmpd="sng">
              <a:solidFill>
                <a:schemeClr val="tx1"/>
              </a:solidFill>
              <a:prstDash val="lgDash"/>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endParaRPr lang="zh-CN" altLang="en-US" sz="2400" dirty="0">
                <a:ea typeface="宋体" panose="02010600030101010101" pitchFamily="2" charset="-122"/>
              </a:endParaRPr>
            </a:p>
          </p:txBody>
        </p:sp>
      </p:grpSp>
      <p:grpSp>
        <p:nvGrpSpPr>
          <p:cNvPr id="8198" name="Group 9"/>
          <p:cNvGrpSpPr/>
          <p:nvPr/>
        </p:nvGrpSpPr>
        <p:grpSpPr>
          <a:xfrm>
            <a:off x="3559175" y="3889375"/>
            <a:ext cx="2209800" cy="2017713"/>
            <a:chOff x="1968" y="2496"/>
            <a:chExt cx="1392" cy="1271"/>
          </a:xfrm>
        </p:grpSpPr>
        <p:graphicFrame>
          <p:nvGraphicFramePr>
            <p:cNvPr id="8205" name="Object 10"/>
            <p:cNvGraphicFramePr>
              <a:graphicFrameLocks noChangeAspect="1"/>
            </p:cNvGraphicFramePr>
            <p:nvPr/>
          </p:nvGraphicFramePr>
          <p:xfrm>
            <a:off x="1968" y="2496"/>
            <a:ext cx="1392" cy="1271"/>
          </p:xfrm>
          <a:graphic>
            <a:graphicData uri="http://schemas.openxmlformats.org/presentationml/2006/ole">
              <mc:AlternateContent xmlns:mc="http://schemas.openxmlformats.org/markup-compatibility/2006">
                <mc:Choice xmlns:v="urn:schemas-microsoft-com:vml" Requires="v">
                  <p:oleObj spid="_x0000_s3076" name="" r:id="rId3" imgW="2618740" imgH="2472055" progId="Excel.Sheet.8">
                    <p:embed/>
                  </p:oleObj>
                </mc:Choice>
                <mc:Fallback>
                  <p:oleObj name="" r:id="rId3" imgW="2618740" imgH="2472055" progId="Excel.Sheet.8">
                    <p:embed/>
                    <p:pic>
                      <p:nvPicPr>
                        <p:cNvPr id="0" name="图片 3075"/>
                        <p:cNvPicPr/>
                        <p:nvPr/>
                      </p:nvPicPr>
                      <p:blipFill>
                        <a:blip r:embed="rId2"/>
                        <a:stretch>
                          <a:fillRect/>
                        </a:stretch>
                      </p:blipFill>
                      <p:spPr>
                        <a:xfrm>
                          <a:off x="1968" y="2496"/>
                          <a:ext cx="1392" cy="1271"/>
                        </a:xfrm>
                        <a:prstGeom prst="rect">
                          <a:avLst/>
                        </a:prstGeom>
                        <a:noFill/>
                        <a:ln w="38100">
                          <a:noFill/>
                          <a:miter/>
                        </a:ln>
                      </p:spPr>
                    </p:pic>
                  </p:oleObj>
                </mc:Fallback>
              </mc:AlternateContent>
            </a:graphicData>
          </a:graphic>
        </p:graphicFrame>
        <p:sp>
          <p:nvSpPr>
            <p:cNvPr id="8206" name="Oval 11"/>
            <p:cNvSpPr/>
            <p:nvPr/>
          </p:nvSpPr>
          <p:spPr>
            <a:xfrm>
              <a:off x="2736" y="3312"/>
              <a:ext cx="288" cy="192"/>
            </a:xfrm>
            <a:prstGeom prst="ellipse">
              <a:avLst/>
            </a:prstGeom>
            <a:noFill/>
            <a:ln w="28575" cap="flat" cmpd="sng">
              <a:solidFill>
                <a:schemeClr val="tx1"/>
              </a:solidFill>
              <a:prstDash val="lgDash"/>
              <a:headEnd type="none" w="med" len="med"/>
              <a:tailEnd type="none" w="med" len="med"/>
            </a:ln>
          </p:spPr>
          <p:txBody>
            <a:bodyPr wrap="none" anchor="ctr" anchorCtr="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endParaRPr lang="zh-CN" altLang="en-US" sz="2400" dirty="0">
                <a:ea typeface="宋体" panose="02010600030101010101" pitchFamily="2" charset="-122"/>
              </a:endParaRPr>
            </a:p>
          </p:txBody>
        </p:sp>
        <p:sp>
          <p:nvSpPr>
            <p:cNvPr id="8207" name="Oval 12"/>
            <p:cNvSpPr/>
            <p:nvPr/>
          </p:nvSpPr>
          <p:spPr>
            <a:xfrm>
              <a:off x="2256" y="2688"/>
              <a:ext cx="384" cy="384"/>
            </a:xfrm>
            <a:prstGeom prst="ellipse">
              <a:avLst/>
            </a:prstGeom>
            <a:noFill/>
            <a:ln w="28575" cap="flat" cmpd="sng">
              <a:solidFill>
                <a:schemeClr val="tx1"/>
              </a:solidFill>
              <a:prstDash val="lgDash"/>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endParaRPr lang="zh-CN" altLang="en-US" sz="2400" dirty="0">
                <a:ea typeface="宋体" panose="02010600030101010101" pitchFamily="2" charset="-122"/>
              </a:endParaRPr>
            </a:p>
          </p:txBody>
        </p:sp>
        <p:sp>
          <p:nvSpPr>
            <p:cNvPr id="8208" name="Oval 13"/>
            <p:cNvSpPr/>
            <p:nvPr/>
          </p:nvSpPr>
          <p:spPr>
            <a:xfrm>
              <a:off x="2352" y="3024"/>
              <a:ext cx="384" cy="240"/>
            </a:xfrm>
            <a:prstGeom prst="ellipse">
              <a:avLst/>
            </a:prstGeom>
            <a:noFill/>
            <a:ln w="28575" cap="flat" cmpd="sng">
              <a:solidFill>
                <a:schemeClr val="tx1"/>
              </a:solidFill>
              <a:prstDash val="lgDash"/>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endParaRPr lang="zh-CN" altLang="en-US" sz="2400" dirty="0">
                <a:ea typeface="宋体" panose="02010600030101010101" pitchFamily="2" charset="-122"/>
              </a:endParaRPr>
            </a:p>
          </p:txBody>
        </p:sp>
        <p:sp>
          <p:nvSpPr>
            <p:cNvPr id="8209" name="Oval 14"/>
            <p:cNvSpPr/>
            <p:nvPr/>
          </p:nvSpPr>
          <p:spPr>
            <a:xfrm>
              <a:off x="2832" y="3024"/>
              <a:ext cx="288" cy="288"/>
            </a:xfrm>
            <a:prstGeom prst="ellipse">
              <a:avLst/>
            </a:prstGeom>
            <a:noFill/>
            <a:ln w="28575" cap="flat" cmpd="sng">
              <a:solidFill>
                <a:schemeClr val="tx1"/>
              </a:solidFill>
              <a:prstDash val="lgDash"/>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endParaRPr lang="zh-CN" altLang="en-US" sz="2400" dirty="0">
                <a:ea typeface="宋体" panose="02010600030101010101" pitchFamily="2" charset="-122"/>
              </a:endParaRPr>
            </a:p>
          </p:txBody>
        </p:sp>
      </p:grpSp>
      <p:grpSp>
        <p:nvGrpSpPr>
          <p:cNvPr id="8199" name="Group 15"/>
          <p:cNvGrpSpPr/>
          <p:nvPr/>
        </p:nvGrpSpPr>
        <p:grpSpPr>
          <a:xfrm>
            <a:off x="6226175" y="3889375"/>
            <a:ext cx="2209800" cy="2017713"/>
            <a:chOff x="3552" y="2496"/>
            <a:chExt cx="1392" cy="1271"/>
          </a:xfrm>
        </p:grpSpPr>
        <p:graphicFrame>
          <p:nvGraphicFramePr>
            <p:cNvPr id="8202" name="Object 16"/>
            <p:cNvGraphicFramePr>
              <a:graphicFrameLocks noChangeAspect="1"/>
            </p:cNvGraphicFramePr>
            <p:nvPr/>
          </p:nvGraphicFramePr>
          <p:xfrm>
            <a:off x="3552" y="2496"/>
            <a:ext cx="1392" cy="1271"/>
          </p:xfrm>
          <a:graphic>
            <a:graphicData uri="http://schemas.openxmlformats.org/presentationml/2006/ole">
              <mc:AlternateContent xmlns:mc="http://schemas.openxmlformats.org/markup-compatibility/2006">
                <mc:Choice xmlns:v="urn:schemas-microsoft-com:vml" Requires="v">
                  <p:oleObj spid="_x0000_s3077" name="" r:id="rId4" imgW="2618740" imgH="2472055" progId="Excel.Sheet.8">
                    <p:embed/>
                  </p:oleObj>
                </mc:Choice>
                <mc:Fallback>
                  <p:oleObj name="" r:id="rId4" imgW="2618740" imgH="2472055" progId="Excel.Sheet.8">
                    <p:embed/>
                    <p:pic>
                      <p:nvPicPr>
                        <p:cNvPr id="0" name="图片 3076"/>
                        <p:cNvPicPr/>
                        <p:nvPr/>
                      </p:nvPicPr>
                      <p:blipFill>
                        <a:blip r:embed="rId2"/>
                        <a:stretch>
                          <a:fillRect/>
                        </a:stretch>
                      </p:blipFill>
                      <p:spPr>
                        <a:xfrm>
                          <a:off x="3552" y="2496"/>
                          <a:ext cx="1392" cy="1271"/>
                        </a:xfrm>
                        <a:prstGeom prst="rect">
                          <a:avLst/>
                        </a:prstGeom>
                        <a:noFill/>
                        <a:ln w="38100">
                          <a:noFill/>
                          <a:miter/>
                        </a:ln>
                      </p:spPr>
                    </p:pic>
                  </p:oleObj>
                </mc:Fallback>
              </mc:AlternateContent>
            </a:graphicData>
          </a:graphic>
        </p:graphicFrame>
        <p:sp>
          <p:nvSpPr>
            <p:cNvPr id="8203" name="Oval 17"/>
            <p:cNvSpPr/>
            <p:nvPr/>
          </p:nvSpPr>
          <p:spPr>
            <a:xfrm>
              <a:off x="3888" y="2688"/>
              <a:ext cx="384" cy="624"/>
            </a:xfrm>
            <a:prstGeom prst="ellipse">
              <a:avLst/>
            </a:prstGeom>
            <a:noFill/>
            <a:ln w="28575" cap="flat" cmpd="sng">
              <a:solidFill>
                <a:schemeClr val="tx1"/>
              </a:solidFill>
              <a:prstDash val="lgDash"/>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endParaRPr lang="zh-CN" altLang="en-US" sz="2400" dirty="0">
                <a:ea typeface="宋体" panose="02010600030101010101" pitchFamily="2" charset="-122"/>
              </a:endParaRPr>
            </a:p>
          </p:txBody>
        </p:sp>
        <p:sp>
          <p:nvSpPr>
            <p:cNvPr id="8204" name="Oval 18"/>
            <p:cNvSpPr/>
            <p:nvPr/>
          </p:nvSpPr>
          <p:spPr>
            <a:xfrm>
              <a:off x="4272" y="3024"/>
              <a:ext cx="480" cy="480"/>
            </a:xfrm>
            <a:prstGeom prst="ellipse">
              <a:avLst/>
            </a:prstGeom>
            <a:noFill/>
            <a:ln w="28575" cap="flat" cmpd="sng">
              <a:solidFill>
                <a:schemeClr val="tx1"/>
              </a:solidFill>
              <a:prstDash val="lgDash"/>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endParaRPr lang="zh-CN" altLang="en-US" sz="2400" dirty="0">
                <a:ea typeface="宋体" panose="02010600030101010101" pitchFamily="2" charset="-122"/>
              </a:endParaRPr>
            </a:p>
          </p:txBody>
        </p:sp>
      </p:grpSp>
      <p:sp>
        <p:nvSpPr>
          <p:cNvPr id="8200" name="Line 19"/>
          <p:cNvSpPr/>
          <p:nvPr/>
        </p:nvSpPr>
        <p:spPr>
          <a:xfrm>
            <a:off x="3178175" y="4879975"/>
            <a:ext cx="304800" cy="0"/>
          </a:xfrm>
          <a:prstGeom prst="line">
            <a:avLst/>
          </a:prstGeom>
          <a:ln w="28575" cap="flat" cmpd="sng">
            <a:solidFill>
              <a:schemeClr val="tx1"/>
            </a:solidFill>
            <a:prstDash val="solid"/>
            <a:headEnd type="none" w="med" len="med"/>
            <a:tailEnd type="triangle" w="med" len="med"/>
          </a:ln>
        </p:spPr>
      </p:sp>
      <p:sp>
        <p:nvSpPr>
          <p:cNvPr id="8201" name="Line 20"/>
          <p:cNvSpPr/>
          <p:nvPr/>
        </p:nvSpPr>
        <p:spPr>
          <a:xfrm>
            <a:off x="5845175" y="4803775"/>
            <a:ext cx="304800" cy="0"/>
          </a:xfrm>
          <a:prstGeom prst="line">
            <a:avLst/>
          </a:prstGeom>
          <a:ln w="28575" cap="flat" cmpd="sng">
            <a:solidFill>
              <a:schemeClr val="tx1"/>
            </a:solidFill>
            <a:prstDash val="solid"/>
            <a:headEnd type="none" w="med" len="med"/>
            <a:tailEnd type="triangle" w="med" len="med"/>
          </a:ln>
        </p:spPr>
      </p:sp>
    </p:spTree>
  </p:cSld>
  <p:clrMapOvr>
    <a:masterClrMapping/>
  </p:clrMapOvr>
  <p:transition>
    <p:strips dir="rd"/>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8" name="灯片编号占位符 3"/>
          <p:cNvSpPr txBox="1">
            <a:spLocks noGrp="1"/>
          </p:cNvSpPr>
          <p:nvPr>
            <p:ph type="sldNum" sz="quarter" idx="10"/>
          </p:nvPr>
        </p:nvSpPr>
        <p:spPr>
          <a:ln/>
        </p:spPr>
        <p:txBody>
          <a:bodyPr anchor="b" anchorCtr="0"/>
          <a:p>
            <a:pPr marL="0" indent="0" algn="r" eaLnBrk="1" hangingPunct="1">
              <a:spcBef>
                <a:spcPct val="0"/>
              </a:spcBef>
              <a:buClrTx/>
              <a:buSzTx/>
              <a:buFontTx/>
              <a:buNone/>
            </a:pPr>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9219" name="Rectangle 2"/>
          <p:cNvSpPr>
            <a:spLocks noGrp="1"/>
          </p:cNvSpPr>
          <p:nvPr>
            <p:ph type="title"/>
          </p:nvPr>
        </p:nvSpPr>
        <p:spPr>
          <a:xfrm>
            <a:off x="1295400" y="304800"/>
            <a:ext cx="7162800" cy="762000"/>
          </a:xfrm>
          <a:ln/>
        </p:spPr>
        <p:txBody>
          <a:bodyPr vert="horz" wrap="square" lIns="91440" tIns="45720" rIns="91440" bIns="45720" anchor="b" anchorCtr="0"/>
          <a:p>
            <a:pPr eaLnBrk="1" hangingPunct="1"/>
            <a:r>
              <a:rPr lang="en-US" altLang="zh-CN" sz="3200" dirty="0">
                <a:ea typeface="宋体" panose="02010600030101010101" pitchFamily="2" charset="-122"/>
              </a:rPr>
              <a:t>DIANA (Divisive Analysis)</a:t>
            </a:r>
            <a:endParaRPr lang="en-US" altLang="zh-CN" sz="2400" dirty="0">
              <a:ea typeface="宋体" panose="02010600030101010101" pitchFamily="2" charset="-122"/>
            </a:endParaRPr>
          </a:p>
        </p:txBody>
      </p:sp>
      <p:sp>
        <p:nvSpPr>
          <p:cNvPr id="9220" name="Rectangle 3"/>
          <p:cNvSpPr>
            <a:spLocks noGrp="1"/>
          </p:cNvSpPr>
          <p:nvPr>
            <p:ph idx="1"/>
          </p:nvPr>
        </p:nvSpPr>
        <p:spPr>
          <a:xfrm>
            <a:off x="1066800" y="1219200"/>
            <a:ext cx="7772400" cy="2667000"/>
          </a:xfrm>
          <a:ln/>
        </p:spPr>
        <p:txBody>
          <a:bodyPr vert="horz" wrap="square" lIns="91440" tIns="45720" rIns="91440" bIns="45720" anchor="t" anchorCtr="0"/>
          <a:p>
            <a:pPr eaLnBrk="1" hangingPunct="1">
              <a:buClr>
                <a:schemeClr val="tx1"/>
              </a:buClr>
            </a:pPr>
            <a:r>
              <a:rPr lang="en-US" altLang="zh-CN" sz="2400" dirty="0">
                <a:ea typeface="宋体" panose="02010600030101010101" pitchFamily="2" charset="-122"/>
              </a:rPr>
              <a:t>Introduced in Kaufmann and Rousseeuw (1990)</a:t>
            </a:r>
            <a:endParaRPr lang="en-US" altLang="zh-CN" sz="2400" dirty="0">
              <a:ea typeface="宋体" panose="02010600030101010101" pitchFamily="2" charset="-122"/>
            </a:endParaRPr>
          </a:p>
          <a:p>
            <a:pPr eaLnBrk="1" hangingPunct="1">
              <a:buClr>
                <a:schemeClr val="tx1"/>
              </a:buClr>
            </a:pPr>
            <a:r>
              <a:rPr lang="en-US" altLang="zh-CN" sz="2400" dirty="0">
                <a:ea typeface="宋体" panose="02010600030101010101" pitchFamily="2" charset="-122"/>
              </a:rPr>
              <a:t>Implemented in statistical analysis packages, e.g., Splus</a:t>
            </a:r>
            <a:endParaRPr lang="en-US" altLang="zh-CN" sz="2400" dirty="0">
              <a:ea typeface="宋体" panose="02010600030101010101" pitchFamily="2" charset="-122"/>
            </a:endParaRPr>
          </a:p>
          <a:p>
            <a:pPr eaLnBrk="1" hangingPunct="1">
              <a:buClr>
                <a:schemeClr val="tx1"/>
              </a:buClr>
            </a:pPr>
            <a:r>
              <a:rPr lang="en-US" altLang="zh-CN" sz="2400" dirty="0">
                <a:ea typeface="宋体" panose="02010600030101010101" pitchFamily="2" charset="-122"/>
              </a:rPr>
              <a:t>Inverse order of AGNES</a:t>
            </a:r>
            <a:endParaRPr lang="en-US" altLang="zh-CN" sz="2400" dirty="0">
              <a:ea typeface="宋体" panose="02010600030101010101" pitchFamily="2" charset="-122"/>
            </a:endParaRPr>
          </a:p>
          <a:p>
            <a:pPr eaLnBrk="1" hangingPunct="1">
              <a:buClr>
                <a:schemeClr val="tx1"/>
              </a:buClr>
            </a:pPr>
            <a:r>
              <a:rPr lang="en-US" altLang="zh-CN" sz="2400" dirty="0">
                <a:ea typeface="宋体" panose="02010600030101010101" pitchFamily="2" charset="-122"/>
              </a:rPr>
              <a:t>Eventually each node forms a cluster on its own</a:t>
            </a:r>
            <a:endParaRPr lang="en-US" altLang="zh-CN" sz="2400" dirty="0">
              <a:ea typeface="宋体" panose="02010600030101010101" pitchFamily="2" charset="-122"/>
            </a:endParaRPr>
          </a:p>
        </p:txBody>
      </p:sp>
      <p:grpSp>
        <p:nvGrpSpPr>
          <p:cNvPr id="9221" name="Group 4"/>
          <p:cNvGrpSpPr/>
          <p:nvPr/>
        </p:nvGrpSpPr>
        <p:grpSpPr>
          <a:xfrm>
            <a:off x="1044575" y="3813175"/>
            <a:ext cx="2209800" cy="2017713"/>
            <a:chOff x="3552" y="2496"/>
            <a:chExt cx="1392" cy="1271"/>
          </a:xfrm>
        </p:grpSpPr>
        <p:graphicFrame>
          <p:nvGraphicFramePr>
            <p:cNvPr id="9238" name="Object 5"/>
            <p:cNvGraphicFramePr>
              <a:graphicFrameLocks noChangeAspect="1"/>
            </p:cNvGraphicFramePr>
            <p:nvPr/>
          </p:nvGraphicFramePr>
          <p:xfrm>
            <a:off x="3552" y="2496"/>
            <a:ext cx="1392" cy="1271"/>
          </p:xfrm>
          <a:graphic>
            <a:graphicData uri="http://schemas.openxmlformats.org/presentationml/2006/ole">
              <mc:AlternateContent xmlns:mc="http://schemas.openxmlformats.org/markup-compatibility/2006">
                <mc:Choice xmlns:v="urn:schemas-microsoft-com:vml" Requires="v">
                  <p:oleObj spid="_x0000_s3079" name="" r:id="rId1" imgW="2618740" imgH="2472055" progId="Excel.Sheet.8">
                    <p:embed/>
                  </p:oleObj>
                </mc:Choice>
                <mc:Fallback>
                  <p:oleObj name="" r:id="rId1" imgW="2618740" imgH="2472055" progId="Excel.Sheet.8">
                    <p:embed/>
                    <p:pic>
                      <p:nvPicPr>
                        <p:cNvPr id="0" name="图片 3078"/>
                        <p:cNvPicPr/>
                        <p:nvPr/>
                      </p:nvPicPr>
                      <p:blipFill>
                        <a:blip r:embed="rId2"/>
                        <a:stretch>
                          <a:fillRect/>
                        </a:stretch>
                      </p:blipFill>
                      <p:spPr>
                        <a:xfrm>
                          <a:off x="3552" y="2496"/>
                          <a:ext cx="1392" cy="1271"/>
                        </a:xfrm>
                        <a:prstGeom prst="rect">
                          <a:avLst/>
                        </a:prstGeom>
                        <a:noFill/>
                        <a:ln w="38100">
                          <a:noFill/>
                          <a:miter/>
                        </a:ln>
                      </p:spPr>
                    </p:pic>
                  </p:oleObj>
                </mc:Fallback>
              </mc:AlternateContent>
            </a:graphicData>
          </a:graphic>
        </p:graphicFrame>
        <p:sp>
          <p:nvSpPr>
            <p:cNvPr id="9239" name="Oval 6"/>
            <p:cNvSpPr/>
            <p:nvPr/>
          </p:nvSpPr>
          <p:spPr>
            <a:xfrm>
              <a:off x="3888" y="2688"/>
              <a:ext cx="384" cy="624"/>
            </a:xfrm>
            <a:prstGeom prst="ellipse">
              <a:avLst/>
            </a:prstGeom>
            <a:noFill/>
            <a:ln w="28575" cap="flat" cmpd="sng">
              <a:solidFill>
                <a:schemeClr val="tx1"/>
              </a:solidFill>
              <a:prstDash val="lgDash"/>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endParaRPr lang="zh-CN" altLang="en-US" sz="2400" dirty="0">
                <a:ea typeface="宋体" panose="02010600030101010101" pitchFamily="2" charset="-122"/>
              </a:endParaRPr>
            </a:p>
          </p:txBody>
        </p:sp>
        <p:sp>
          <p:nvSpPr>
            <p:cNvPr id="9240" name="Oval 7"/>
            <p:cNvSpPr/>
            <p:nvPr/>
          </p:nvSpPr>
          <p:spPr>
            <a:xfrm>
              <a:off x="4272" y="3024"/>
              <a:ext cx="480" cy="480"/>
            </a:xfrm>
            <a:prstGeom prst="ellipse">
              <a:avLst/>
            </a:prstGeom>
            <a:noFill/>
            <a:ln w="28575" cap="flat" cmpd="sng">
              <a:solidFill>
                <a:schemeClr val="tx1"/>
              </a:solidFill>
              <a:prstDash val="lgDash"/>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endParaRPr lang="zh-CN" altLang="en-US" sz="2400" dirty="0">
                <a:ea typeface="宋体" panose="02010600030101010101" pitchFamily="2" charset="-122"/>
              </a:endParaRPr>
            </a:p>
          </p:txBody>
        </p:sp>
      </p:grpSp>
      <p:grpSp>
        <p:nvGrpSpPr>
          <p:cNvPr id="9222" name="Group 8"/>
          <p:cNvGrpSpPr/>
          <p:nvPr/>
        </p:nvGrpSpPr>
        <p:grpSpPr>
          <a:xfrm>
            <a:off x="3711575" y="3849688"/>
            <a:ext cx="2209800" cy="2017712"/>
            <a:chOff x="1968" y="2496"/>
            <a:chExt cx="1392" cy="1271"/>
          </a:xfrm>
        </p:grpSpPr>
        <p:graphicFrame>
          <p:nvGraphicFramePr>
            <p:cNvPr id="9233" name="Object 9"/>
            <p:cNvGraphicFramePr>
              <a:graphicFrameLocks noChangeAspect="1"/>
            </p:cNvGraphicFramePr>
            <p:nvPr/>
          </p:nvGraphicFramePr>
          <p:xfrm>
            <a:off x="1968" y="2496"/>
            <a:ext cx="1392" cy="1271"/>
          </p:xfrm>
          <a:graphic>
            <a:graphicData uri="http://schemas.openxmlformats.org/presentationml/2006/ole">
              <mc:AlternateContent xmlns:mc="http://schemas.openxmlformats.org/markup-compatibility/2006">
                <mc:Choice xmlns:v="urn:schemas-microsoft-com:vml" Requires="v">
                  <p:oleObj spid="_x0000_s3080" name="" r:id="rId3" imgW="2618740" imgH="2472055" progId="Excel.Sheet.8">
                    <p:embed/>
                  </p:oleObj>
                </mc:Choice>
                <mc:Fallback>
                  <p:oleObj name="" r:id="rId3" imgW="2618740" imgH="2472055" progId="Excel.Sheet.8">
                    <p:embed/>
                    <p:pic>
                      <p:nvPicPr>
                        <p:cNvPr id="0" name="图片 3079"/>
                        <p:cNvPicPr/>
                        <p:nvPr/>
                      </p:nvPicPr>
                      <p:blipFill>
                        <a:blip r:embed="rId2"/>
                        <a:stretch>
                          <a:fillRect/>
                        </a:stretch>
                      </p:blipFill>
                      <p:spPr>
                        <a:xfrm>
                          <a:off x="1968" y="2496"/>
                          <a:ext cx="1392" cy="1271"/>
                        </a:xfrm>
                        <a:prstGeom prst="rect">
                          <a:avLst/>
                        </a:prstGeom>
                        <a:noFill/>
                        <a:ln w="38100">
                          <a:noFill/>
                          <a:miter/>
                        </a:ln>
                      </p:spPr>
                    </p:pic>
                  </p:oleObj>
                </mc:Fallback>
              </mc:AlternateContent>
            </a:graphicData>
          </a:graphic>
        </p:graphicFrame>
        <p:sp>
          <p:nvSpPr>
            <p:cNvPr id="9234" name="Oval 10"/>
            <p:cNvSpPr/>
            <p:nvPr/>
          </p:nvSpPr>
          <p:spPr>
            <a:xfrm>
              <a:off x="2736" y="3312"/>
              <a:ext cx="288" cy="192"/>
            </a:xfrm>
            <a:prstGeom prst="ellipse">
              <a:avLst/>
            </a:prstGeom>
            <a:noFill/>
            <a:ln w="28575" cap="flat" cmpd="sng">
              <a:solidFill>
                <a:schemeClr val="tx1"/>
              </a:solidFill>
              <a:prstDash val="lgDash"/>
              <a:headEnd type="none" w="med" len="med"/>
              <a:tailEnd type="none" w="med" len="med"/>
            </a:ln>
          </p:spPr>
          <p:txBody>
            <a:bodyPr wrap="none" anchor="ctr" anchorCtr="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endParaRPr lang="zh-CN" altLang="en-US" sz="2400" dirty="0">
                <a:ea typeface="宋体" panose="02010600030101010101" pitchFamily="2" charset="-122"/>
              </a:endParaRPr>
            </a:p>
          </p:txBody>
        </p:sp>
        <p:sp>
          <p:nvSpPr>
            <p:cNvPr id="9235" name="Oval 11"/>
            <p:cNvSpPr/>
            <p:nvPr/>
          </p:nvSpPr>
          <p:spPr>
            <a:xfrm>
              <a:off x="2256" y="2688"/>
              <a:ext cx="384" cy="384"/>
            </a:xfrm>
            <a:prstGeom prst="ellipse">
              <a:avLst/>
            </a:prstGeom>
            <a:noFill/>
            <a:ln w="28575" cap="flat" cmpd="sng">
              <a:solidFill>
                <a:schemeClr val="tx1"/>
              </a:solidFill>
              <a:prstDash val="lgDash"/>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endParaRPr lang="zh-CN" altLang="en-US" sz="2400" dirty="0">
                <a:ea typeface="宋体" panose="02010600030101010101" pitchFamily="2" charset="-122"/>
              </a:endParaRPr>
            </a:p>
          </p:txBody>
        </p:sp>
        <p:sp>
          <p:nvSpPr>
            <p:cNvPr id="9236" name="Oval 12"/>
            <p:cNvSpPr/>
            <p:nvPr/>
          </p:nvSpPr>
          <p:spPr>
            <a:xfrm>
              <a:off x="2352" y="3024"/>
              <a:ext cx="384" cy="240"/>
            </a:xfrm>
            <a:prstGeom prst="ellipse">
              <a:avLst/>
            </a:prstGeom>
            <a:noFill/>
            <a:ln w="28575" cap="flat" cmpd="sng">
              <a:solidFill>
                <a:schemeClr val="tx1"/>
              </a:solidFill>
              <a:prstDash val="lgDash"/>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endParaRPr lang="zh-CN" altLang="en-US" sz="2400" dirty="0">
                <a:ea typeface="宋体" panose="02010600030101010101" pitchFamily="2" charset="-122"/>
              </a:endParaRPr>
            </a:p>
          </p:txBody>
        </p:sp>
        <p:sp>
          <p:nvSpPr>
            <p:cNvPr id="9237" name="Oval 13"/>
            <p:cNvSpPr/>
            <p:nvPr/>
          </p:nvSpPr>
          <p:spPr>
            <a:xfrm>
              <a:off x="2832" y="3024"/>
              <a:ext cx="288" cy="288"/>
            </a:xfrm>
            <a:prstGeom prst="ellipse">
              <a:avLst/>
            </a:prstGeom>
            <a:noFill/>
            <a:ln w="28575" cap="flat" cmpd="sng">
              <a:solidFill>
                <a:schemeClr val="tx1"/>
              </a:solidFill>
              <a:prstDash val="lgDash"/>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endParaRPr lang="zh-CN" altLang="en-US" sz="2400" dirty="0">
                <a:ea typeface="宋体" panose="02010600030101010101" pitchFamily="2" charset="-122"/>
              </a:endParaRPr>
            </a:p>
          </p:txBody>
        </p:sp>
      </p:grpSp>
      <p:grpSp>
        <p:nvGrpSpPr>
          <p:cNvPr id="9223" name="Group 14"/>
          <p:cNvGrpSpPr/>
          <p:nvPr/>
        </p:nvGrpSpPr>
        <p:grpSpPr>
          <a:xfrm>
            <a:off x="6454775" y="3813175"/>
            <a:ext cx="2209800" cy="2017713"/>
            <a:chOff x="3792" y="2473"/>
            <a:chExt cx="1392" cy="1271"/>
          </a:xfrm>
        </p:grpSpPr>
        <p:graphicFrame>
          <p:nvGraphicFramePr>
            <p:cNvPr id="9226" name="Object 15"/>
            <p:cNvGraphicFramePr>
              <a:graphicFrameLocks noChangeAspect="1"/>
            </p:cNvGraphicFramePr>
            <p:nvPr/>
          </p:nvGraphicFramePr>
          <p:xfrm>
            <a:off x="3792" y="2473"/>
            <a:ext cx="1392" cy="1271"/>
          </p:xfrm>
          <a:graphic>
            <a:graphicData uri="http://schemas.openxmlformats.org/presentationml/2006/ole">
              <mc:AlternateContent xmlns:mc="http://schemas.openxmlformats.org/markup-compatibility/2006">
                <mc:Choice xmlns:v="urn:schemas-microsoft-com:vml" Requires="v">
                  <p:oleObj spid="_x0000_s3081" name="" r:id="rId4" imgW="2618740" imgH="2472055" progId="Excel.Sheet.8">
                    <p:embed/>
                  </p:oleObj>
                </mc:Choice>
                <mc:Fallback>
                  <p:oleObj name="" r:id="rId4" imgW="2618740" imgH="2472055" progId="Excel.Sheet.8">
                    <p:embed/>
                    <p:pic>
                      <p:nvPicPr>
                        <p:cNvPr id="0" name="图片 3080"/>
                        <p:cNvPicPr/>
                        <p:nvPr/>
                      </p:nvPicPr>
                      <p:blipFill>
                        <a:blip r:embed="rId2"/>
                        <a:stretch>
                          <a:fillRect/>
                        </a:stretch>
                      </p:blipFill>
                      <p:spPr>
                        <a:xfrm>
                          <a:off x="3792" y="2473"/>
                          <a:ext cx="1392" cy="1271"/>
                        </a:xfrm>
                        <a:prstGeom prst="rect">
                          <a:avLst/>
                        </a:prstGeom>
                        <a:noFill/>
                        <a:ln w="38100">
                          <a:noFill/>
                          <a:miter/>
                        </a:ln>
                      </p:spPr>
                    </p:pic>
                  </p:oleObj>
                </mc:Fallback>
              </mc:AlternateContent>
            </a:graphicData>
          </a:graphic>
        </p:graphicFrame>
        <p:sp>
          <p:nvSpPr>
            <p:cNvPr id="9227" name="Oval 16"/>
            <p:cNvSpPr/>
            <p:nvPr/>
          </p:nvSpPr>
          <p:spPr>
            <a:xfrm>
              <a:off x="4224" y="2713"/>
              <a:ext cx="288" cy="288"/>
            </a:xfrm>
            <a:prstGeom prst="ellipse">
              <a:avLst/>
            </a:prstGeom>
            <a:noFill/>
            <a:ln w="28575" cap="flat" cmpd="sng">
              <a:solidFill>
                <a:schemeClr val="tx1"/>
              </a:solidFill>
              <a:prstDash val="lgDash"/>
              <a:headEnd type="none" w="med" len="med"/>
              <a:tailEnd type="none" w="med" len="med"/>
            </a:ln>
          </p:spPr>
          <p:txBody>
            <a:bodyPr wrap="none" anchor="ctr" anchorCtr="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endParaRPr lang="zh-CN" altLang="en-US" sz="2400" dirty="0">
                <a:ea typeface="宋体" panose="02010600030101010101" pitchFamily="2" charset="-122"/>
              </a:endParaRPr>
            </a:p>
          </p:txBody>
        </p:sp>
        <p:sp>
          <p:nvSpPr>
            <p:cNvPr id="9228" name="Oval 17"/>
            <p:cNvSpPr/>
            <p:nvPr/>
          </p:nvSpPr>
          <p:spPr>
            <a:xfrm>
              <a:off x="4224" y="3001"/>
              <a:ext cx="288" cy="288"/>
            </a:xfrm>
            <a:prstGeom prst="ellipse">
              <a:avLst/>
            </a:prstGeom>
            <a:noFill/>
            <a:ln w="28575" cap="flat" cmpd="sng">
              <a:solidFill>
                <a:schemeClr val="tx1"/>
              </a:solidFill>
              <a:prstDash val="lgDash"/>
              <a:headEnd type="none" w="med" len="med"/>
              <a:tailEnd type="none" w="med" len="med"/>
            </a:ln>
          </p:spPr>
          <p:txBody>
            <a:bodyPr wrap="none" anchor="ctr" anchorCtr="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endParaRPr lang="zh-CN" altLang="en-US" sz="2400" dirty="0">
                <a:ea typeface="宋体" panose="02010600030101010101" pitchFamily="2" charset="-122"/>
              </a:endParaRPr>
            </a:p>
          </p:txBody>
        </p:sp>
        <p:sp>
          <p:nvSpPr>
            <p:cNvPr id="9229" name="Oval 18"/>
            <p:cNvSpPr/>
            <p:nvPr/>
          </p:nvSpPr>
          <p:spPr>
            <a:xfrm>
              <a:off x="4800" y="3001"/>
              <a:ext cx="144" cy="288"/>
            </a:xfrm>
            <a:prstGeom prst="ellipse">
              <a:avLst/>
            </a:prstGeom>
            <a:noFill/>
            <a:ln w="28575" cap="flat" cmpd="sng">
              <a:solidFill>
                <a:schemeClr val="tx1"/>
              </a:solidFill>
              <a:prstDash val="lgDash"/>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endParaRPr lang="zh-CN" altLang="en-US" sz="2400" dirty="0">
                <a:ea typeface="宋体" panose="02010600030101010101" pitchFamily="2" charset="-122"/>
              </a:endParaRPr>
            </a:p>
          </p:txBody>
        </p:sp>
        <p:sp>
          <p:nvSpPr>
            <p:cNvPr id="9230" name="Oval 19"/>
            <p:cNvSpPr/>
            <p:nvPr/>
          </p:nvSpPr>
          <p:spPr>
            <a:xfrm>
              <a:off x="4128" y="2880"/>
              <a:ext cx="96" cy="192"/>
            </a:xfrm>
            <a:prstGeom prst="ellipse">
              <a:avLst/>
            </a:prstGeom>
            <a:noFill/>
            <a:ln w="28575" cap="flat" cmpd="sng">
              <a:solidFill>
                <a:schemeClr val="tx1"/>
              </a:solidFill>
              <a:prstDash val="lgDash"/>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endParaRPr lang="zh-CN" altLang="en-US" sz="2400" dirty="0">
                <a:ea typeface="宋体" panose="02010600030101010101" pitchFamily="2" charset="-122"/>
              </a:endParaRPr>
            </a:p>
          </p:txBody>
        </p:sp>
        <p:sp>
          <p:nvSpPr>
            <p:cNvPr id="9231" name="Oval 20"/>
            <p:cNvSpPr/>
            <p:nvPr/>
          </p:nvSpPr>
          <p:spPr>
            <a:xfrm rot="-5400000">
              <a:off x="4608" y="3216"/>
              <a:ext cx="144" cy="288"/>
            </a:xfrm>
            <a:prstGeom prst="ellipse">
              <a:avLst/>
            </a:prstGeom>
            <a:noFill/>
            <a:ln w="28575" cap="flat" cmpd="sng">
              <a:solidFill>
                <a:schemeClr val="tx1"/>
              </a:solidFill>
              <a:prstDash val="lgDash"/>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endParaRPr lang="zh-CN" altLang="en-US" sz="2400" dirty="0">
                <a:ea typeface="宋体" panose="02010600030101010101" pitchFamily="2" charset="-122"/>
              </a:endParaRPr>
            </a:p>
          </p:txBody>
        </p:sp>
        <p:sp>
          <p:nvSpPr>
            <p:cNvPr id="9232" name="Oval 21"/>
            <p:cNvSpPr/>
            <p:nvPr/>
          </p:nvSpPr>
          <p:spPr>
            <a:xfrm rot="-5400000">
              <a:off x="4704" y="3072"/>
              <a:ext cx="96" cy="192"/>
            </a:xfrm>
            <a:prstGeom prst="ellipse">
              <a:avLst/>
            </a:prstGeom>
            <a:noFill/>
            <a:ln w="28575" cap="flat" cmpd="sng">
              <a:solidFill>
                <a:schemeClr val="tx1"/>
              </a:solidFill>
              <a:prstDash val="lgDash"/>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endParaRPr lang="zh-CN" altLang="en-US" sz="2400" dirty="0">
                <a:ea typeface="宋体" panose="02010600030101010101" pitchFamily="2" charset="-122"/>
              </a:endParaRPr>
            </a:p>
          </p:txBody>
        </p:sp>
      </p:grpSp>
      <p:sp>
        <p:nvSpPr>
          <p:cNvPr id="9224" name="Line 22"/>
          <p:cNvSpPr/>
          <p:nvPr/>
        </p:nvSpPr>
        <p:spPr>
          <a:xfrm>
            <a:off x="3330575" y="4764088"/>
            <a:ext cx="304800" cy="0"/>
          </a:xfrm>
          <a:prstGeom prst="line">
            <a:avLst/>
          </a:prstGeom>
          <a:ln w="28575" cap="flat" cmpd="sng">
            <a:solidFill>
              <a:schemeClr val="tx1"/>
            </a:solidFill>
            <a:prstDash val="solid"/>
            <a:headEnd type="none" w="med" len="med"/>
            <a:tailEnd type="triangle" w="med" len="med"/>
          </a:ln>
        </p:spPr>
      </p:sp>
      <p:sp>
        <p:nvSpPr>
          <p:cNvPr id="9225" name="Line 23"/>
          <p:cNvSpPr/>
          <p:nvPr/>
        </p:nvSpPr>
        <p:spPr>
          <a:xfrm>
            <a:off x="6073775" y="4840288"/>
            <a:ext cx="304800" cy="0"/>
          </a:xfrm>
          <a:prstGeom prst="line">
            <a:avLst/>
          </a:prstGeom>
          <a:ln w="28575" cap="flat" cmpd="sng">
            <a:solidFill>
              <a:schemeClr val="tx1"/>
            </a:solidFill>
            <a:prstDash val="solid"/>
            <a:headEnd type="none" w="med" len="med"/>
            <a:tailEnd type="triangle" w="med" len="med"/>
          </a:ln>
        </p:spPr>
      </p:sp>
    </p:spTree>
  </p:cSld>
  <p:clrMapOvr>
    <a:masterClrMapping/>
  </p:clrMapOvr>
  <p:transition>
    <p:strips dir="rd"/>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灯片编号占位符 3"/>
          <p:cNvSpPr txBox="1">
            <a:spLocks noGrp="1"/>
          </p:cNvSpPr>
          <p:nvPr>
            <p:ph type="sldNum" sz="quarter" idx="10"/>
          </p:nvPr>
        </p:nvSpPr>
        <p:spPr>
          <a:ln/>
        </p:spPr>
        <p:txBody>
          <a:bodyPr anchor="b" anchorCtr="0"/>
          <a:p>
            <a:pPr marL="0" indent="0" algn="r" eaLnBrk="1" hangingPunct="1">
              <a:spcBef>
                <a:spcPct val="0"/>
              </a:spcBef>
              <a:buClrTx/>
              <a:buSzTx/>
              <a:buFontTx/>
              <a:buNone/>
            </a:pPr>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0243" name="Rectangle 2"/>
          <p:cNvSpPr>
            <a:spLocks noGrp="1"/>
          </p:cNvSpPr>
          <p:nvPr>
            <p:ph type="title"/>
          </p:nvPr>
        </p:nvSpPr>
        <p:spPr>
          <a:ln/>
        </p:spPr>
        <p:txBody>
          <a:bodyPr vert="horz" wrap="square" lIns="91440" tIns="45720" rIns="91440" bIns="45720" anchor="b" anchorCtr="0"/>
          <a:p>
            <a:pPr eaLnBrk="1" hangingPunct="1"/>
            <a:r>
              <a:rPr lang="zh-CN" altLang="en-US" sz="4400" dirty="0">
                <a:ea typeface="宋体" panose="02010600030101010101" pitchFamily="2" charset="-122"/>
              </a:rPr>
              <a:t>基于层次的聚类</a:t>
            </a:r>
            <a:r>
              <a:rPr lang="en-US" altLang="zh-CN" sz="4400" dirty="0">
                <a:ea typeface="宋体" panose="02010600030101010101" pitchFamily="2" charset="-122"/>
              </a:rPr>
              <a:t>-</a:t>
            </a:r>
            <a:r>
              <a:rPr lang="zh-CN" altLang="en-US" sz="4400" dirty="0">
                <a:ea typeface="宋体" panose="02010600030101010101" pitchFamily="2" charset="-122"/>
              </a:rPr>
              <a:t>族间距离</a:t>
            </a:r>
            <a:endParaRPr lang="zh-CN" altLang="en-US" sz="4400" dirty="0">
              <a:ea typeface="宋体" panose="02010600030101010101" pitchFamily="2" charset="-122"/>
            </a:endParaRPr>
          </a:p>
        </p:txBody>
      </p:sp>
      <p:sp>
        <p:nvSpPr>
          <p:cNvPr id="10244" name="Rectangle 3"/>
          <p:cNvSpPr>
            <a:spLocks noGrp="1"/>
          </p:cNvSpPr>
          <p:nvPr>
            <p:ph idx="1"/>
          </p:nvPr>
        </p:nvSpPr>
        <p:spPr>
          <a:ln/>
        </p:spPr>
        <p:txBody>
          <a:bodyPr vert="horz" wrap="square" lIns="91440" tIns="45720" rIns="91440" bIns="45720" anchor="t" anchorCtr="0"/>
          <a:p>
            <a:pPr marL="533400" indent="-533400" eaLnBrk="1" hangingPunct="1"/>
            <a:r>
              <a:rPr lang="zh-CN" altLang="en-US" dirty="0">
                <a:ea typeface="宋体" panose="02010600030101010101" pitchFamily="2" charset="-122"/>
              </a:rPr>
              <a:t>聚合层次聚类和划分层次聚类都是通过计算族间的距离来进行族的合并或者划分的。</a:t>
            </a:r>
            <a:endParaRPr lang="zh-CN" altLang="en-US" dirty="0">
              <a:ea typeface="宋体" panose="02010600030101010101" pitchFamily="2" charset="-122"/>
            </a:endParaRPr>
          </a:p>
          <a:p>
            <a:pPr marL="533400" indent="-533400" eaLnBrk="1" hangingPunct="1"/>
            <a:r>
              <a:rPr lang="zh-CN" altLang="en-US" dirty="0">
                <a:ea typeface="宋体" panose="02010600030101010101" pitchFamily="2" charset="-122"/>
              </a:rPr>
              <a:t>设</a:t>
            </a:r>
            <a:r>
              <a:rPr lang="en-US" altLang="zh-CN" dirty="0">
                <a:ea typeface="宋体" panose="02010600030101010101" pitchFamily="2" charset="-122"/>
              </a:rPr>
              <a:t>d(p</a:t>
            </a:r>
            <a:r>
              <a:rPr lang="zh-CN" altLang="en-US" dirty="0">
                <a:ea typeface="宋体" panose="02010600030101010101" pitchFamily="2" charset="-122"/>
              </a:rPr>
              <a:t>，</a:t>
            </a:r>
            <a:r>
              <a:rPr lang="en-US" altLang="zh-CN" dirty="0">
                <a:ea typeface="宋体" panose="02010600030101010101" pitchFamily="2" charset="-122"/>
              </a:rPr>
              <a:t>q)</a:t>
            </a:r>
            <a:r>
              <a:rPr lang="zh-CN" altLang="en-US" dirty="0">
                <a:ea typeface="宋体" panose="02010600030101010101" pitchFamily="2" charset="-122"/>
              </a:rPr>
              <a:t>为两个数据对象</a:t>
            </a:r>
            <a:r>
              <a:rPr lang="en-US" altLang="zh-CN" dirty="0">
                <a:ea typeface="宋体" panose="02010600030101010101" pitchFamily="2" charset="-122"/>
              </a:rPr>
              <a:t>p</a:t>
            </a:r>
            <a:r>
              <a:rPr lang="zh-CN" altLang="en-US" dirty="0">
                <a:ea typeface="宋体" panose="02010600030101010101" pitchFamily="2" charset="-122"/>
              </a:rPr>
              <a:t>和</a:t>
            </a:r>
            <a:r>
              <a:rPr lang="en-US" altLang="zh-CN" dirty="0">
                <a:ea typeface="宋体" panose="02010600030101010101" pitchFamily="2" charset="-122"/>
              </a:rPr>
              <a:t>q</a:t>
            </a:r>
            <a:r>
              <a:rPr lang="zh-CN" altLang="en-US" dirty="0">
                <a:ea typeface="宋体" panose="02010600030101010101" pitchFamily="2" charset="-122"/>
              </a:rPr>
              <a:t>之间的距离，</a:t>
            </a:r>
            <a:r>
              <a:rPr lang="en-US" altLang="zh-CN" dirty="0">
                <a:ea typeface="宋体" panose="02010600030101010101" pitchFamily="2" charset="-122"/>
              </a:rPr>
              <a:t>m</a:t>
            </a:r>
            <a:r>
              <a:rPr lang="en-US" altLang="zh-CN" baseline="-25000" dirty="0">
                <a:ea typeface="宋体" panose="02010600030101010101" pitchFamily="2" charset="-122"/>
              </a:rPr>
              <a:t>i</a:t>
            </a:r>
            <a:r>
              <a:rPr lang="zh-CN" altLang="en-US" dirty="0">
                <a:ea typeface="宋体" panose="02010600030101010101" pitchFamily="2" charset="-122"/>
              </a:rPr>
              <a:t>和</a:t>
            </a:r>
            <a:r>
              <a:rPr lang="en-US" altLang="zh-CN" dirty="0">
                <a:ea typeface="宋体" panose="02010600030101010101" pitchFamily="2" charset="-122"/>
              </a:rPr>
              <a:t>m</a:t>
            </a:r>
            <a:r>
              <a:rPr lang="en-US" altLang="zh-CN" baseline="-25000" dirty="0">
                <a:ea typeface="宋体" panose="02010600030101010101" pitchFamily="2" charset="-122"/>
              </a:rPr>
              <a:t>j</a:t>
            </a:r>
            <a:r>
              <a:rPr lang="zh-CN" altLang="en-US" dirty="0">
                <a:ea typeface="宋体" panose="02010600030101010101" pitchFamily="2" charset="-122"/>
              </a:rPr>
              <a:t>分别为族</a:t>
            </a:r>
            <a:r>
              <a:rPr lang="en-US" altLang="zh-CN" dirty="0">
                <a:ea typeface="宋体" panose="02010600030101010101" pitchFamily="2" charset="-122"/>
              </a:rPr>
              <a:t>C</a:t>
            </a:r>
            <a:r>
              <a:rPr lang="en-US" altLang="zh-CN" baseline="-25000" dirty="0">
                <a:ea typeface="宋体" panose="02010600030101010101" pitchFamily="2" charset="-122"/>
              </a:rPr>
              <a:t>i</a:t>
            </a:r>
            <a:r>
              <a:rPr lang="zh-CN" altLang="en-US" dirty="0">
                <a:ea typeface="宋体" panose="02010600030101010101" pitchFamily="2" charset="-122"/>
              </a:rPr>
              <a:t>和</a:t>
            </a:r>
            <a:r>
              <a:rPr lang="en-US" altLang="zh-CN" dirty="0">
                <a:ea typeface="宋体" panose="02010600030101010101" pitchFamily="2" charset="-122"/>
              </a:rPr>
              <a:t>C</a:t>
            </a:r>
            <a:r>
              <a:rPr lang="en-US" altLang="zh-CN" baseline="-25000" dirty="0">
                <a:ea typeface="宋体" panose="02010600030101010101" pitchFamily="2" charset="-122"/>
              </a:rPr>
              <a:t>j</a:t>
            </a:r>
            <a:r>
              <a:rPr lang="zh-CN" altLang="en-US" dirty="0">
                <a:ea typeface="宋体" panose="02010600030101010101" pitchFamily="2" charset="-122"/>
              </a:rPr>
              <a:t>的中心，</a:t>
            </a:r>
            <a:r>
              <a:rPr lang="en-US" altLang="zh-CN" dirty="0">
                <a:ea typeface="宋体" panose="02010600030101010101" pitchFamily="2" charset="-122"/>
              </a:rPr>
              <a:t>n</a:t>
            </a:r>
            <a:r>
              <a:rPr lang="en-US" altLang="zh-CN" baseline="-25000" dirty="0">
                <a:ea typeface="宋体" panose="02010600030101010101" pitchFamily="2" charset="-122"/>
              </a:rPr>
              <a:t>i</a:t>
            </a:r>
            <a:r>
              <a:rPr lang="zh-CN" altLang="en-US" dirty="0">
                <a:ea typeface="宋体" panose="02010600030101010101" pitchFamily="2" charset="-122"/>
              </a:rPr>
              <a:t>和</a:t>
            </a:r>
            <a:r>
              <a:rPr lang="en-US" altLang="zh-CN" dirty="0">
                <a:ea typeface="宋体" panose="02010600030101010101" pitchFamily="2" charset="-122"/>
              </a:rPr>
              <a:t>n</a:t>
            </a:r>
            <a:r>
              <a:rPr lang="en-US" altLang="zh-CN" baseline="-25000" dirty="0">
                <a:ea typeface="宋体" panose="02010600030101010101" pitchFamily="2" charset="-122"/>
              </a:rPr>
              <a:t>j</a:t>
            </a:r>
            <a:r>
              <a:rPr lang="zh-CN" altLang="en-US" dirty="0">
                <a:ea typeface="宋体" panose="02010600030101010101" pitchFamily="2" charset="-122"/>
              </a:rPr>
              <a:t>分别代表族</a:t>
            </a:r>
            <a:r>
              <a:rPr lang="en-US" altLang="zh-CN" dirty="0">
                <a:ea typeface="宋体" panose="02010600030101010101" pitchFamily="2" charset="-122"/>
              </a:rPr>
              <a:t>C</a:t>
            </a:r>
            <a:r>
              <a:rPr lang="en-US" altLang="zh-CN" baseline="-25000" dirty="0">
                <a:ea typeface="宋体" panose="02010600030101010101" pitchFamily="2" charset="-122"/>
              </a:rPr>
              <a:t>i</a:t>
            </a:r>
            <a:r>
              <a:rPr lang="zh-CN" altLang="en-US" dirty="0">
                <a:ea typeface="宋体" panose="02010600030101010101" pitchFamily="2" charset="-122"/>
              </a:rPr>
              <a:t>和</a:t>
            </a:r>
            <a:r>
              <a:rPr lang="en-US" altLang="zh-CN" dirty="0">
                <a:ea typeface="宋体" panose="02010600030101010101" pitchFamily="2" charset="-122"/>
              </a:rPr>
              <a:t>C</a:t>
            </a:r>
            <a:r>
              <a:rPr lang="en-US" altLang="zh-CN" baseline="-25000" dirty="0">
                <a:ea typeface="宋体" panose="02010600030101010101" pitchFamily="2" charset="-122"/>
              </a:rPr>
              <a:t>j</a:t>
            </a:r>
            <a:r>
              <a:rPr lang="zh-CN" altLang="en-US" dirty="0">
                <a:ea typeface="宋体" panose="02010600030101010101" pitchFamily="2" charset="-122"/>
              </a:rPr>
              <a:t>中数据对象的个数，则族</a:t>
            </a:r>
            <a:r>
              <a:rPr lang="en-US" altLang="zh-CN" dirty="0">
                <a:ea typeface="宋体" panose="02010600030101010101" pitchFamily="2" charset="-122"/>
              </a:rPr>
              <a:t>C</a:t>
            </a:r>
            <a:r>
              <a:rPr lang="en-US" altLang="zh-CN" baseline="-25000" dirty="0">
                <a:ea typeface="宋体" panose="02010600030101010101" pitchFamily="2" charset="-122"/>
              </a:rPr>
              <a:t>i</a:t>
            </a:r>
            <a:r>
              <a:rPr lang="zh-CN" altLang="en-US" dirty="0">
                <a:ea typeface="宋体" panose="02010600030101010101" pitchFamily="2" charset="-122"/>
              </a:rPr>
              <a:t>和</a:t>
            </a:r>
            <a:r>
              <a:rPr lang="en-US" altLang="zh-CN" dirty="0">
                <a:ea typeface="宋体" panose="02010600030101010101" pitchFamily="2" charset="-122"/>
              </a:rPr>
              <a:t>C</a:t>
            </a:r>
            <a:r>
              <a:rPr lang="en-US" altLang="zh-CN" baseline="-25000" dirty="0">
                <a:ea typeface="宋体" panose="02010600030101010101" pitchFamily="2" charset="-122"/>
              </a:rPr>
              <a:t>j</a:t>
            </a:r>
            <a:r>
              <a:rPr lang="zh-CN" altLang="en-US" dirty="0">
                <a:ea typeface="宋体" panose="02010600030101010101" pitchFamily="2" charset="-122"/>
              </a:rPr>
              <a:t>之间的距离定义如下： </a:t>
            </a:r>
            <a:endParaRPr lang="zh-CN" altLang="en-US" dirty="0">
              <a:ea typeface="宋体" panose="02010600030101010101" pitchFamily="2" charset="-122"/>
            </a:endParaRPr>
          </a:p>
          <a:p>
            <a:pPr marL="990600" lvl="1" indent="-533400" eaLnBrk="1" hangingPunct="1"/>
            <a:endParaRPr lang="zh-CN" altLang="en-US" dirty="0">
              <a:ea typeface="宋体" panose="02010600030101010101" pitchFamily="2" charset="-122"/>
            </a:endParaRPr>
          </a:p>
          <a:p>
            <a:pPr marL="990600" lvl="1" indent="-533400" eaLnBrk="1" hangingPunct="1"/>
            <a:r>
              <a:rPr lang="zh-CN" altLang="en-US" dirty="0">
                <a:ea typeface="宋体" panose="02010600030101010101" pitchFamily="2" charset="-122"/>
              </a:rPr>
              <a:t>最小距离：</a:t>
            </a:r>
            <a:endParaRPr lang="zh-CN" altLang="en-US" dirty="0">
              <a:ea typeface="宋体" panose="02010600030101010101" pitchFamily="2" charset="-122"/>
            </a:endParaRPr>
          </a:p>
          <a:p>
            <a:pPr marL="990600" lvl="1" indent="-533400" eaLnBrk="1" hangingPunct="1"/>
            <a:endParaRPr lang="zh-CN" altLang="en-US" dirty="0">
              <a:ea typeface="宋体" panose="02010600030101010101" pitchFamily="2" charset="-122"/>
            </a:endParaRPr>
          </a:p>
          <a:p>
            <a:pPr marL="990600" lvl="1" indent="-533400" eaLnBrk="1" hangingPunct="1"/>
            <a:r>
              <a:rPr lang="zh-CN" altLang="en-US" dirty="0">
                <a:ea typeface="宋体" panose="02010600030101010101" pitchFamily="2" charset="-122"/>
              </a:rPr>
              <a:t>最大距离：</a:t>
            </a:r>
            <a:endParaRPr lang="zh-CN" altLang="en-US" dirty="0">
              <a:ea typeface="宋体" panose="02010600030101010101" pitchFamily="2" charset="-122"/>
            </a:endParaRPr>
          </a:p>
        </p:txBody>
      </p:sp>
      <p:sp>
        <p:nvSpPr>
          <p:cNvPr id="10245" name="Rectangle 5"/>
          <p:cNvSpPr/>
          <p:nvPr/>
        </p:nvSpPr>
        <p:spPr>
          <a:xfrm>
            <a:off x="0" y="0"/>
            <a:ext cx="9144000" cy="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endParaRPr lang="zh-CN" altLang="en-US" sz="2400" dirty="0">
              <a:ea typeface="宋体" panose="02010600030101010101" pitchFamily="2" charset="-122"/>
            </a:endParaRPr>
          </a:p>
        </p:txBody>
      </p:sp>
      <p:graphicFrame>
        <p:nvGraphicFramePr>
          <p:cNvPr id="10246" name="Object 4"/>
          <p:cNvGraphicFramePr>
            <a:graphicFrameLocks noChangeAspect="1"/>
          </p:cNvGraphicFramePr>
          <p:nvPr/>
        </p:nvGraphicFramePr>
        <p:xfrm>
          <a:off x="3276600" y="4648200"/>
          <a:ext cx="3733800" cy="466725"/>
        </p:xfrm>
        <a:graphic>
          <a:graphicData uri="http://schemas.openxmlformats.org/presentationml/2006/ole">
            <mc:AlternateContent xmlns:mc="http://schemas.openxmlformats.org/markup-compatibility/2006">
              <mc:Choice xmlns:v="urn:schemas-microsoft-com:vml" Requires="v">
                <p:oleObj spid="_x0000_s3082" name="" r:id="rId1" imgW="2108200" imgH="254000" progId="Equation.3">
                  <p:embed/>
                </p:oleObj>
              </mc:Choice>
              <mc:Fallback>
                <p:oleObj name="" r:id="rId1" imgW="2108200" imgH="254000" progId="Equation.3">
                  <p:embed/>
                  <p:pic>
                    <p:nvPicPr>
                      <p:cNvPr id="0" name="图片 3081"/>
                      <p:cNvPicPr/>
                      <p:nvPr/>
                    </p:nvPicPr>
                    <p:blipFill>
                      <a:blip r:embed="rId2"/>
                      <a:stretch>
                        <a:fillRect/>
                      </a:stretch>
                    </p:blipFill>
                    <p:spPr>
                      <a:xfrm>
                        <a:off x="3276600" y="4648200"/>
                        <a:ext cx="3733800" cy="466725"/>
                      </a:xfrm>
                      <a:prstGeom prst="rect">
                        <a:avLst/>
                      </a:prstGeom>
                      <a:noFill/>
                      <a:ln w="38100">
                        <a:noFill/>
                        <a:miter/>
                      </a:ln>
                    </p:spPr>
                  </p:pic>
                </p:oleObj>
              </mc:Fallback>
            </mc:AlternateContent>
          </a:graphicData>
        </a:graphic>
      </p:graphicFrame>
      <p:sp>
        <p:nvSpPr>
          <p:cNvPr id="10247" name="Rectangle 7"/>
          <p:cNvSpPr/>
          <p:nvPr/>
        </p:nvSpPr>
        <p:spPr>
          <a:xfrm>
            <a:off x="0" y="0"/>
            <a:ext cx="9144000" cy="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endParaRPr lang="zh-CN" altLang="en-US" sz="2400" dirty="0">
              <a:ea typeface="宋体" panose="02010600030101010101" pitchFamily="2" charset="-122"/>
            </a:endParaRPr>
          </a:p>
        </p:txBody>
      </p:sp>
      <p:graphicFrame>
        <p:nvGraphicFramePr>
          <p:cNvPr id="10248" name="Object 6"/>
          <p:cNvGraphicFramePr>
            <a:graphicFrameLocks noChangeAspect="1"/>
          </p:cNvGraphicFramePr>
          <p:nvPr/>
        </p:nvGraphicFramePr>
        <p:xfrm>
          <a:off x="3429000" y="5638800"/>
          <a:ext cx="4343400" cy="542925"/>
        </p:xfrm>
        <a:graphic>
          <a:graphicData uri="http://schemas.openxmlformats.org/presentationml/2006/ole">
            <mc:AlternateContent xmlns:mc="http://schemas.openxmlformats.org/markup-compatibility/2006">
              <mc:Choice xmlns:v="urn:schemas-microsoft-com:vml" Requires="v">
                <p:oleObj spid="_x0000_s3083" name="" r:id="rId3" imgW="2108200" imgH="254000" progId="Equation.3">
                  <p:embed/>
                </p:oleObj>
              </mc:Choice>
              <mc:Fallback>
                <p:oleObj name="" r:id="rId3" imgW="2108200" imgH="254000" progId="Equation.3">
                  <p:embed/>
                  <p:pic>
                    <p:nvPicPr>
                      <p:cNvPr id="0" name="图片 3082"/>
                      <p:cNvPicPr/>
                      <p:nvPr/>
                    </p:nvPicPr>
                    <p:blipFill>
                      <a:blip r:embed="rId4"/>
                      <a:stretch>
                        <a:fillRect/>
                      </a:stretch>
                    </p:blipFill>
                    <p:spPr>
                      <a:xfrm>
                        <a:off x="3429000" y="5638800"/>
                        <a:ext cx="4343400" cy="542925"/>
                      </a:xfrm>
                      <a:prstGeom prst="rect">
                        <a:avLst/>
                      </a:prstGeom>
                      <a:noFill/>
                      <a:ln w="38100">
                        <a:noFill/>
                        <a:miter/>
                      </a:ln>
                    </p:spPr>
                  </p:pic>
                </p:oleObj>
              </mc:Fallback>
            </mc:AlternateContent>
          </a:graphicData>
        </a:graphic>
      </p:graphicFrame>
    </p:spTree>
  </p:cSld>
  <p:clrMapOvr>
    <a:masterClrMapping/>
  </p:clrMapOvr>
  <p:transition>
    <p:zoom/>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灯片编号占位符 3"/>
          <p:cNvSpPr txBox="1">
            <a:spLocks noGrp="1"/>
          </p:cNvSpPr>
          <p:nvPr>
            <p:ph type="sldNum" sz="quarter" idx="10"/>
          </p:nvPr>
        </p:nvSpPr>
        <p:spPr>
          <a:ln/>
        </p:spPr>
        <p:txBody>
          <a:bodyPr anchor="b" anchorCtr="0"/>
          <a:p>
            <a:pPr marL="0" indent="0" algn="r" eaLnBrk="1" hangingPunct="1">
              <a:spcBef>
                <a:spcPct val="0"/>
              </a:spcBef>
              <a:buClrTx/>
              <a:buSzTx/>
              <a:buFontTx/>
              <a:buNone/>
            </a:pPr>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1267" name="Rectangle 2"/>
          <p:cNvSpPr>
            <a:spLocks noGrp="1"/>
          </p:cNvSpPr>
          <p:nvPr>
            <p:ph type="title"/>
          </p:nvPr>
        </p:nvSpPr>
        <p:spPr>
          <a:ln/>
        </p:spPr>
        <p:txBody>
          <a:bodyPr vert="horz" wrap="square" lIns="91440" tIns="45720" rIns="91440" bIns="45720" anchor="b" anchorCtr="0"/>
          <a:p>
            <a:pPr eaLnBrk="1" hangingPunct="1"/>
            <a:r>
              <a:rPr lang="zh-CN" altLang="en-US" sz="4400" dirty="0">
                <a:ea typeface="宋体" panose="02010600030101010101" pitchFamily="2" charset="-122"/>
              </a:rPr>
              <a:t>基于层次的聚类</a:t>
            </a:r>
            <a:r>
              <a:rPr lang="en-US" altLang="zh-CN" sz="4400" dirty="0">
                <a:ea typeface="宋体" panose="02010600030101010101" pitchFamily="2" charset="-122"/>
              </a:rPr>
              <a:t>-</a:t>
            </a:r>
            <a:r>
              <a:rPr lang="zh-CN" altLang="en-US" sz="4400" dirty="0">
                <a:ea typeface="宋体" panose="02010600030101010101" pitchFamily="2" charset="-122"/>
              </a:rPr>
              <a:t>族间距离</a:t>
            </a:r>
            <a:endParaRPr lang="en-US" altLang="zh-CN" sz="4400" dirty="0">
              <a:ea typeface="宋体" panose="02010600030101010101" pitchFamily="2" charset="-122"/>
            </a:endParaRPr>
          </a:p>
        </p:txBody>
      </p:sp>
      <p:sp>
        <p:nvSpPr>
          <p:cNvPr id="11268" name="Rectangle 3"/>
          <p:cNvSpPr>
            <a:spLocks noGrp="1"/>
          </p:cNvSpPr>
          <p:nvPr>
            <p:ph idx="1"/>
          </p:nvPr>
        </p:nvSpPr>
        <p:spPr>
          <a:ln/>
        </p:spPr>
        <p:txBody>
          <a:bodyPr vert="horz" wrap="square" lIns="91440" tIns="45720" rIns="91440" bIns="45720" anchor="t" anchorCtr="0"/>
          <a:p>
            <a:pPr lvl="1" eaLnBrk="1" hangingPunct="1"/>
            <a:endParaRPr lang="zh-CN" altLang="en-US" dirty="0">
              <a:ea typeface="宋体" panose="02010600030101010101" pitchFamily="2" charset="-122"/>
            </a:endParaRPr>
          </a:p>
          <a:p>
            <a:pPr lvl="1" eaLnBrk="1" hangingPunct="1"/>
            <a:r>
              <a:rPr lang="zh-CN" altLang="en-US" dirty="0">
                <a:ea typeface="宋体" panose="02010600030101010101" pitchFamily="2" charset="-122"/>
              </a:rPr>
              <a:t>中心点距离：</a:t>
            </a:r>
            <a:endParaRPr lang="zh-CN" altLang="en-US" dirty="0">
              <a:ea typeface="宋体" panose="02010600030101010101" pitchFamily="2" charset="-122"/>
            </a:endParaRPr>
          </a:p>
          <a:p>
            <a:pPr lvl="1" eaLnBrk="1" hangingPunct="1"/>
            <a:endParaRPr lang="zh-CN" altLang="en-US" dirty="0">
              <a:ea typeface="宋体" panose="02010600030101010101" pitchFamily="2" charset="-122"/>
            </a:endParaRPr>
          </a:p>
          <a:p>
            <a:pPr lvl="1" eaLnBrk="1" hangingPunct="1"/>
            <a:r>
              <a:rPr lang="zh-CN" altLang="en-US" dirty="0">
                <a:ea typeface="宋体" panose="02010600030101010101" pitchFamily="2" charset="-122"/>
              </a:rPr>
              <a:t>平均距离：  </a:t>
            </a:r>
            <a:endParaRPr lang="zh-CN" altLang="en-US" dirty="0">
              <a:ea typeface="宋体" panose="02010600030101010101" pitchFamily="2" charset="-122"/>
            </a:endParaRPr>
          </a:p>
        </p:txBody>
      </p:sp>
      <p:sp>
        <p:nvSpPr>
          <p:cNvPr id="11269" name="Rectangle 5"/>
          <p:cNvSpPr/>
          <p:nvPr/>
        </p:nvSpPr>
        <p:spPr>
          <a:xfrm>
            <a:off x="0" y="0"/>
            <a:ext cx="9144000" cy="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endParaRPr lang="zh-CN" altLang="en-US" sz="2400" dirty="0">
              <a:ea typeface="宋体" panose="02010600030101010101" pitchFamily="2" charset="-122"/>
            </a:endParaRPr>
          </a:p>
        </p:txBody>
      </p:sp>
      <p:graphicFrame>
        <p:nvGraphicFramePr>
          <p:cNvPr id="11270" name="Object 4"/>
          <p:cNvGraphicFramePr>
            <a:graphicFrameLocks noChangeAspect="1"/>
          </p:cNvGraphicFramePr>
          <p:nvPr/>
        </p:nvGraphicFramePr>
        <p:xfrm>
          <a:off x="3429000" y="1828800"/>
          <a:ext cx="4038600" cy="646113"/>
        </p:xfrm>
        <a:graphic>
          <a:graphicData uri="http://schemas.openxmlformats.org/presentationml/2006/ole">
            <mc:AlternateContent xmlns:mc="http://schemas.openxmlformats.org/markup-compatibility/2006">
              <mc:Choice xmlns:v="urn:schemas-microsoft-com:vml" Requires="v">
                <p:oleObj spid="_x0000_s3084" name="" r:id="rId1" imgW="1548765" imgH="241300" progId="Equation.3">
                  <p:embed/>
                </p:oleObj>
              </mc:Choice>
              <mc:Fallback>
                <p:oleObj name="" r:id="rId1" imgW="1548765" imgH="241300" progId="Equation.3">
                  <p:embed/>
                  <p:pic>
                    <p:nvPicPr>
                      <p:cNvPr id="0" name="图片 3083"/>
                      <p:cNvPicPr/>
                      <p:nvPr/>
                    </p:nvPicPr>
                    <p:blipFill>
                      <a:blip r:embed="rId2"/>
                      <a:stretch>
                        <a:fillRect/>
                      </a:stretch>
                    </p:blipFill>
                    <p:spPr>
                      <a:xfrm>
                        <a:off x="3429000" y="1828800"/>
                        <a:ext cx="4038600" cy="646113"/>
                      </a:xfrm>
                      <a:prstGeom prst="rect">
                        <a:avLst/>
                      </a:prstGeom>
                      <a:noFill/>
                      <a:ln w="38100">
                        <a:noFill/>
                        <a:miter/>
                      </a:ln>
                    </p:spPr>
                  </p:pic>
                </p:oleObj>
              </mc:Fallback>
            </mc:AlternateContent>
          </a:graphicData>
        </a:graphic>
      </p:graphicFrame>
      <p:sp>
        <p:nvSpPr>
          <p:cNvPr id="11271" name="Rectangle 7"/>
          <p:cNvSpPr/>
          <p:nvPr/>
        </p:nvSpPr>
        <p:spPr>
          <a:xfrm>
            <a:off x="0" y="0"/>
            <a:ext cx="9144000" cy="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endParaRPr lang="zh-CN" altLang="en-US" sz="2400" dirty="0">
              <a:ea typeface="宋体" panose="02010600030101010101" pitchFamily="2" charset="-122"/>
            </a:endParaRPr>
          </a:p>
        </p:txBody>
      </p:sp>
      <p:graphicFrame>
        <p:nvGraphicFramePr>
          <p:cNvPr id="11272" name="Object 6"/>
          <p:cNvGraphicFramePr>
            <a:graphicFrameLocks noChangeAspect="1"/>
          </p:cNvGraphicFramePr>
          <p:nvPr/>
        </p:nvGraphicFramePr>
        <p:xfrm>
          <a:off x="2971800" y="2971800"/>
          <a:ext cx="5257800" cy="909638"/>
        </p:xfrm>
        <a:graphic>
          <a:graphicData uri="http://schemas.openxmlformats.org/presentationml/2006/ole">
            <mc:AlternateContent xmlns:mc="http://schemas.openxmlformats.org/markup-compatibility/2006">
              <mc:Choice xmlns:v="urn:schemas-microsoft-com:vml" Requires="v">
                <p:oleObj spid="_x0000_s3085" name="" r:id="rId3" imgW="2387600" imgH="406400" progId="Equation.3">
                  <p:embed/>
                </p:oleObj>
              </mc:Choice>
              <mc:Fallback>
                <p:oleObj name="" r:id="rId3" imgW="2387600" imgH="406400" progId="Equation.3">
                  <p:embed/>
                  <p:pic>
                    <p:nvPicPr>
                      <p:cNvPr id="0" name="图片 3084"/>
                      <p:cNvPicPr/>
                      <p:nvPr/>
                    </p:nvPicPr>
                    <p:blipFill>
                      <a:blip r:embed="rId4"/>
                      <a:stretch>
                        <a:fillRect/>
                      </a:stretch>
                    </p:blipFill>
                    <p:spPr>
                      <a:xfrm>
                        <a:off x="2971800" y="2971800"/>
                        <a:ext cx="5257800" cy="909638"/>
                      </a:xfrm>
                      <a:prstGeom prst="rect">
                        <a:avLst/>
                      </a:prstGeom>
                      <a:noFill/>
                      <a:ln w="38100">
                        <a:noFill/>
                        <a:miter/>
                      </a:ln>
                    </p:spPr>
                  </p:pic>
                </p:oleObj>
              </mc:Fallback>
            </mc:AlternateContent>
          </a:graphicData>
        </a:graphic>
      </p:graphicFrame>
    </p:spTree>
  </p:cSld>
  <p:clrMapOvr>
    <a:masterClrMapping/>
  </p:clrMapOvr>
  <p:transition>
    <p:zoom/>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灯片编号占位符 3"/>
          <p:cNvSpPr txBox="1">
            <a:spLocks noGrp="1"/>
          </p:cNvSpPr>
          <p:nvPr>
            <p:ph type="sldNum" sz="quarter" idx="10"/>
          </p:nvPr>
        </p:nvSpPr>
        <p:spPr>
          <a:ln/>
        </p:spPr>
        <p:txBody>
          <a:bodyPr anchor="b" anchorCtr="0"/>
          <a:p>
            <a:pPr marL="0" indent="0" algn="r" eaLnBrk="1" hangingPunct="1">
              <a:spcBef>
                <a:spcPct val="0"/>
              </a:spcBef>
              <a:buClrTx/>
              <a:buSzTx/>
              <a:buFontTx/>
              <a:buNone/>
            </a:pPr>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2291" name="Rectangle 2"/>
          <p:cNvSpPr>
            <a:spLocks noGrp="1"/>
          </p:cNvSpPr>
          <p:nvPr>
            <p:ph type="title"/>
          </p:nvPr>
        </p:nvSpPr>
        <p:spPr>
          <a:ln/>
        </p:spPr>
        <p:txBody>
          <a:bodyPr vert="horz" wrap="square" lIns="91440" tIns="45720" rIns="91440" bIns="45720" anchor="b" anchorCtr="0"/>
          <a:p>
            <a:pPr eaLnBrk="1" hangingPunct="1"/>
            <a:r>
              <a:rPr lang="zh-CN" altLang="en-US" sz="4400" dirty="0">
                <a:ea typeface="宋体" panose="02010600030101010101" pitchFamily="2" charset="-122"/>
              </a:rPr>
              <a:t>基于层次的聚类</a:t>
            </a:r>
            <a:r>
              <a:rPr lang="en-US" altLang="zh-CN" sz="4400" dirty="0">
                <a:ea typeface="宋体" panose="02010600030101010101" pitchFamily="2" charset="-122"/>
              </a:rPr>
              <a:t>-</a:t>
            </a:r>
            <a:r>
              <a:rPr lang="zh-CN" altLang="en-US" sz="4400" dirty="0">
                <a:ea typeface="宋体" panose="02010600030101010101" pitchFamily="2" charset="-122"/>
              </a:rPr>
              <a:t>步骤 </a:t>
            </a:r>
            <a:endParaRPr lang="zh-CN" altLang="en-US" sz="4400" dirty="0">
              <a:ea typeface="宋体" panose="02010600030101010101" pitchFamily="2" charset="-122"/>
            </a:endParaRPr>
          </a:p>
        </p:txBody>
      </p:sp>
      <p:sp>
        <p:nvSpPr>
          <p:cNvPr id="12292" name="Rectangle 3"/>
          <p:cNvSpPr>
            <a:spLocks noGrp="1"/>
          </p:cNvSpPr>
          <p:nvPr>
            <p:ph idx="1"/>
          </p:nvPr>
        </p:nvSpPr>
        <p:spPr>
          <a:ln/>
        </p:spPr>
        <p:txBody>
          <a:bodyPr vert="horz" wrap="square" lIns="91440" tIns="45720" rIns="91440" bIns="45720" anchor="t" anchorCtr="0"/>
          <a:p>
            <a:pPr eaLnBrk="1" hangingPunct="1"/>
            <a:r>
              <a:rPr lang="zh-CN" altLang="en-US" dirty="0">
                <a:ea typeface="宋体" panose="02010600030101010101" pitchFamily="2" charset="-122"/>
              </a:rPr>
              <a:t>以聚合层次聚类为例，根据族之间的距离对相似的族进行逐步合并的过程如下：</a:t>
            </a:r>
            <a:endParaRPr lang="zh-CN" altLang="en-US" dirty="0">
              <a:ea typeface="宋体" panose="02010600030101010101" pitchFamily="2" charset="-122"/>
            </a:endParaRPr>
          </a:p>
          <a:p>
            <a:pPr eaLnBrk="1" hangingPunct="1">
              <a:buNone/>
            </a:pPr>
            <a:r>
              <a:rPr lang="en-US" altLang="zh-CN" dirty="0">
                <a:ea typeface="宋体" panose="02010600030101010101" pitchFamily="2" charset="-122"/>
              </a:rPr>
              <a:t>[1] </a:t>
            </a:r>
            <a:r>
              <a:rPr lang="zh-CN" altLang="en-US" dirty="0">
                <a:ea typeface="宋体" panose="02010600030101010101" pitchFamily="2" charset="-122"/>
              </a:rPr>
              <a:t>每个数据对象自己构成一个原子族。</a:t>
            </a:r>
            <a:endParaRPr lang="zh-CN" altLang="en-US" dirty="0">
              <a:ea typeface="宋体" panose="02010600030101010101" pitchFamily="2" charset="-122"/>
            </a:endParaRPr>
          </a:p>
          <a:p>
            <a:pPr eaLnBrk="1" hangingPunct="1">
              <a:buNone/>
            </a:pPr>
            <a:r>
              <a:rPr lang="en-US" altLang="zh-CN" dirty="0">
                <a:ea typeface="宋体" panose="02010600030101010101" pitchFamily="2" charset="-122"/>
              </a:rPr>
              <a:t>[2] </a:t>
            </a:r>
            <a:r>
              <a:rPr lang="zh-CN" altLang="en-US" dirty="0">
                <a:ea typeface="宋体" panose="02010600030101010101" pitchFamily="2" charset="-122"/>
              </a:rPr>
              <a:t>计算所有原子族之间的两两距离。</a:t>
            </a:r>
            <a:endParaRPr lang="zh-CN" altLang="en-US" dirty="0">
              <a:ea typeface="宋体" panose="02010600030101010101" pitchFamily="2" charset="-122"/>
            </a:endParaRPr>
          </a:p>
          <a:p>
            <a:pPr eaLnBrk="1" hangingPunct="1">
              <a:buNone/>
            </a:pPr>
            <a:r>
              <a:rPr lang="en-US" altLang="zh-CN" dirty="0">
                <a:ea typeface="宋体" panose="02010600030101010101" pitchFamily="2" charset="-122"/>
              </a:rPr>
              <a:t>[3] </a:t>
            </a:r>
            <a:r>
              <a:rPr lang="zh-CN" altLang="en-US" dirty="0">
                <a:ea typeface="宋体" panose="02010600030101010101" pitchFamily="2" charset="-122"/>
              </a:rPr>
              <a:t>将距离最近的两个族进行合并，族的个数减</a:t>
            </a:r>
            <a:r>
              <a:rPr lang="en-US" altLang="zh-CN" dirty="0">
                <a:ea typeface="宋体" panose="02010600030101010101" pitchFamily="2" charset="-122"/>
              </a:rPr>
              <a:t>1</a:t>
            </a:r>
            <a:r>
              <a:rPr lang="zh-CN" altLang="en-US" dirty="0">
                <a:ea typeface="宋体" panose="02010600030101010101" pitchFamily="2" charset="-122"/>
              </a:rPr>
              <a:t>。</a:t>
            </a:r>
            <a:endParaRPr lang="zh-CN" altLang="en-US" dirty="0">
              <a:ea typeface="宋体" panose="02010600030101010101" pitchFamily="2" charset="-122"/>
            </a:endParaRPr>
          </a:p>
          <a:p>
            <a:pPr eaLnBrk="1" hangingPunct="1">
              <a:buNone/>
            </a:pPr>
            <a:r>
              <a:rPr lang="en-US" altLang="zh-CN" dirty="0">
                <a:ea typeface="宋体" panose="02010600030101010101" pitchFamily="2" charset="-122"/>
              </a:rPr>
              <a:t>[4] </a:t>
            </a:r>
            <a:r>
              <a:rPr lang="zh-CN" altLang="en-US" dirty="0">
                <a:ea typeface="宋体" panose="02010600030101010101" pitchFamily="2" charset="-122"/>
              </a:rPr>
              <a:t>如果满足终止条件，则算法结束。否则计算新生成的族和其他族之间的距离并转步骤</a:t>
            </a:r>
            <a:r>
              <a:rPr lang="en-US" altLang="zh-CN" dirty="0">
                <a:ea typeface="宋体" panose="02010600030101010101" pitchFamily="2" charset="-122"/>
              </a:rPr>
              <a:t>[3]</a:t>
            </a:r>
            <a:r>
              <a:rPr lang="zh-CN" altLang="en-US" dirty="0">
                <a:ea typeface="宋体" panose="02010600030101010101" pitchFamily="2" charset="-122"/>
              </a:rPr>
              <a:t>。</a:t>
            </a:r>
            <a:endParaRPr lang="zh-CN" altLang="en-US" dirty="0">
              <a:ea typeface="宋体" panose="02010600030101010101" pitchFamily="2" charset="-122"/>
            </a:endParaRPr>
          </a:p>
        </p:txBody>
      </p:sp>
    </p:spTree>
  </p:cSld>
  <p:clrMapOvr>
    <a:masterClrMapping/>
  </p:clrMapOvr>
  <p:transition>
    <p:zoom/>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灯片编号占位符 4"/>
          <p:cNvSpPr txBox="1">
            <a:spLocks noGrp="1"/>
          </p:cNvSpPr>
          <p:nvPr>
            <p:ph type="sldNum" sz="quarter" idx="10"/>
          </p:nvPr>
        </p:nvSpPr>
        <p:spPr>
          <a:ln/>
        </p:spPr>
        <p:txBody>
          <a:bodyPr anchor="b" anchorCtr="0"/>
          <a:p>
            <a:pPr marL="0" indent="0" algn="r" eaLnBrk="1" hangingPunct="1">
              <a:spcBef>
                <a:spcPct val="0"/>
              </a:spcBef>
              <a:buClrTx/>
              <a:buSzTx/>
              <a:buFontTx/>
              <a:buNone/>
            </a:pPr>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3315" name="Rectangle 2"/>
          <p:cNvSpPr>
            <a:spLocks noGrp="1"/>
          </p:cNvSpPr>
          <p:nvPr>
            <p:ph type="title"/>
          </p:nvPr>
        </p:nvSpPr>
        <p:spPr>
          <a:ln/>
        </p:spPr>
        <p:txBody>
          <a:bodyPr vert="horz" wrap="square" lIns="91440" tIns="45720" rIns="91440" bIns="45720" anchor="b" anchorCtr="0"/>
          <a:p>
            <a:pPr eaLnBrk="1" hangingPunct="1"/>
            <a:r>
              <a:rPr lang="zh-CN" altLang="en-US" sz="4400" dirty="0">
                <a:ea typeface="宋体" panose="02010600030101010101" pitchFamily="2" charset="-122"/>
              </a:rPr>
              <a:t>基于层次的聚类</a:t>
            </a:r>
            <a:r>
              <a:rPr lang="en-US" altLang="zh-CN" sz="4400" dirty="0">
                <a:ea typeface="宋体" panose="02010600030101010101" pitchFamily="2" charset="-122"/>
              </a:rPr>
              <a:t>-</a:t>
            </a:r>
            <a:r>
              <a:rPr lang="zh-CN" altLang="en-US" sz="4400" dirty="0">
                <a:ea typeface="宋体" panose="02010600030101010101" pitchFamily="2" charset="-122"/>
              </a:rPr>
              <a:t>步骤</a:t>
            </a:r>
            <a:endParaRPr lang="zh-CN" altLang="en-US" sz="4400" dirty="0">
              <a:ea typeface="宋体" panose="02010600030101010101" pitchFamily="2" charset="-122"/>
            </a:endParaRPr>
          </a:p>
        </p:txBody>
      </p:sp>
      <p:sp>
        <p:nvSpPr>
          <p:cNvPr id="13316" name="Rectangle 3"/>
          <p:cNvSpPr>
            <a:spLocks noGrp="1"/>
          </p:cNvSpPr>
          <p:nvPr>
            <p:ph type="body" sz="half" idx="1"/>
          </p:nvPr>
        </p:nvSpPr>
        <p:spPr>
          <a:xfrm>
            <a:off x="381000" y="1371600"/>
            <a:ext cx="8077200" cy="5105400"/>
          </a:xfrm>
          <a:ln/>
        </p:spPr>
        <p:txBody>
          <a:bodyPr vert="horz" wrap="square" lIns="91440" tIns="45720" rIns="91440" bIns="45720" anchor="t" anchorCtr="0"/>
          <a:p>
            <a:pPr eaLnBrk="1" hangingPunct="1">
              <a:buClr>
                <a:schemeClr val="folHlink"/>
              </a:buClr>
              <a:buSzPct val="60000"/>
              <a:buFont typeface="Wingdings" panose="05000000000000000000" pitchFamily="2" charset="2"/>
            </a:pPr>
            <a:r>
              <a:rPr lang="zh-CN" altLang="en-US" sz="2400" dirty="0">
                <a:ea typeface="宋体" panose="02010600030101010101" pitchFamily="2" charset="-122"/>
              </a:rPr>
              <a:t>算法终止的条件可以由用户指定。例如，可以指定当族的个数达到某个阈值或者每个族的半径低于某个阀值时算法停止。族的半径通常定义为：</a:t>
            </a:r>
            <a:endParaRPr lang="zh-CN" altLang="en-US" sz="2400" dirty="0">
              <a:ea typeface="宋体" panose="02010600030101010101" pitchFamily="2" charset="-122"/>
            </a:endParaRPr>
          </a:p>
          <a:p>
            <a:pPr eaLnBrk="1" hangingPunct="1">
              <a:buClr>
                <a:schemeClr val="folHlink"/>
              </a:buClr>
              <a:buSzPct val="60000"/>
              <a:buFont typeface="Wingdings" panose="05000000000000000000" pitchFamily="2" charset="2"/>
            </a:pPr>
            <a:endParaRPr lang="zh-CN" altLang="en-US" sz="2400" dirty="0">
              <a:ea typeface="宋体" panose="02010600030101010101" pitchFamily="2" charset="-122"/>
            </a:endParaRPr>
          </a:p>
          <a:p>
            <a:pPr eaLnBrk="1" hangingPunct="1">
              <a:buClr>
                <a:schemeClr val="folHlink"/>
              </a:buClr>
              <a:buSzPct val="60000"/>
              <a:buFont typeface="Wingdings" panose="05000000000000000000" pitchFamily="2" charset="2"/>
            </a:pPr>
            <a:endParaRPr lang="zh-CN" altLang="en-US" sz="2400" dirty="0">
              <a:ea typeface="宋体" panose="02010600030101010101" pitchFamily="2" charset="-122"/>
            </a:endParaRPr>
          </a:p>
          <a:p>
            <a:pPr eaLnBrk="1" hangingPunct="1">
              <a:buClr>
                <a:schemeClr val="folHlink"/>
              </a:buClr>
              <a:buSzPct val="60000"/>
              <a:buFont typeface="Wingdings" panose="05000000000000000000" pitchFamily="2" charset="2"/>
            </a:pPr>
            <a:endParaRPr lang="zh-CN" altLang="en-US" sz="2400" dirty="0">
              <a:ea typeface="宋体" panose="02010600030101010101" pitchFamily="2" charset="-122"/>
            </a:endParaRPr>
          </a:p>
          <a:p>
            <a:pPr eaLnBrk="1" hangingPunct="1">
              <a:buClr>
                <a:schemeClr val="folHlink"/>
              </a:buClr>
              <a:buSzPct val="60000"/>
              <a:buFont typeface="Wingdings" panose="05000000000000000000" pitchFamily="2" charset="2"/>
            </a:pPr>
            <a:endParaRPr lang="zh-CN" altLang="en-US" sz="2400" dirty="0">
              <a:ea typeface="宋体" panose="02010600030101010101" pitchFamily="2" charset="-122"/>
            </a:endParaRPr>
          </a:p>
          <a:p>
            <a:pPr eaLnBrk="1" hangingPunct="1">
              <a:buClr>
                <a:schemeClr val="folHlink"/>
              </a:buClr>
              <a:buSzPct val="60000"/>
              <a:buFont typeface="Wingdings" panose="05000000000000000000" pitchFamily="2" charset="2"/>
              <a:buNone/>
            </a:pPr>
            <a:r>
              <a:rPr lang="zh-CN" altLang="en-US" sz="2400" dirty="0">
                <a:ea typeface="宋体" panose="02010600030101010101" pitchFamily="2" charset="-122"/>
              </a:rPr>
              <a:t>    其中，</a:t>
            </a:r>
            <a:r>
              <a:rPr lang="en-US" altLang="zh-CN" sz="2400" dirty="0">
                <a:ea typeface="宋体" panose="02010600030101010101" pitchFamily="2" charset="-122"/>
              </a:rPr>
              <a:t>p</a:t>
            </a:r>
            <a:r>
              <a:rPr lang="en-US" altLang="zh-CN" sz="2400" baseline="-25000" dirty="0">
                <a:ea typeface="宋体" panose="02010600030101010101" pitchFamily="2" charset="-122"/>
              </a:rPr>
              <a:t>i</a:t>
            </a:r>
            <a:r>
              <a:rPr lang="zh-CN" altLang="en-US" sz="2400" dirty="0">
                <a:ea typeface="宋体" panose="02010600030101010101" pitchFamily="2" charset="-122"/>
              </a:rPr>
              <a:t>为族中的每一个数据对象，</a:t>
            </a:r>
            <a:r>
              <a:rPr lang="en-US" altLang="zh-CN" sz="2400" dirty="0">
                <a:ea typeface="宋体" panose="02010600030101010101" pitchFamily="2" charset="-122"/>
              </a:rPr>
              <a:t>m</a:t>
            </a:r>
            <a:r>
              <a:rPr lang="zh-CN" altLang="en-US" sz="2400" dirty="0">
                <a:ea typeface="宋体" panose="02010600030101010101" pitchFamily="2" charset="-122"/>
              </a:rPr>
              <a:t>代表族的中心，</a:t>
            </a:r>
            <a:r>
              <a:rPr lang="en-US" altLang="zh-CN" sz="2400" dirty="0">
                <a:ea typeface="宋体" panose="02010600030101010101" pitchFamily="2" charset="-122"/>
              </a:rPr>
              <a:t>n</a:t>
            </a:r>
            <a:r>
              <a:rPr lang="zh-CN" altLang="en-US" sz="2400" dirty="0">
                <a:ea typeface="宋体" panose="02010600030101010101" pitchFamily="2" charset="-122"/>
              </a:rPr>
              <a:t>代表族中的数据对象个数。</a:t>
            </a:r>
            <a:endParaRPr lang="zh-CN" altLang="en-US" sz="2400" dirty="0">
              <a:ea typeface="宋体" panose="02010600030101010101" pitchFamily="2" charset="-122"/>
            </a:endParaRPr>
          </a:p>
          <a:p>
            <a:pPr eaLnBrk="1" hangingPunct="1">
              <a:buClr>
                <a:schemeClr val="folHlink"/>
              </a:buClr>
              <a:buSzPct val="60000"/>
              <a:buFont typeface="Wingdings" panose="05000000000000000000" pitchFamily="2" charset="2"/>
            </a:pPr>
            <a:endParaRPr lang="zh-CN" altLang="en-US" sz="2400" dirty="0">
              <a:ea typeface="宋体" panose="02010600030101010101" pitchFamily="2" charset="-122"/>
            </a:endParaRPr>
          </a:p>
          <a:p>
            <a:pPr eaLnBrk="1" hangingPunct="1">
              <a:buClr>
                <a:schemeClr val="folHlink"/>
              </a:buClr>
              <a:buSzPct val="60000"/>
              <a:buFont typeface="Wingdings" panose="05000000000000000000" pitchFamily="2" charset="2"/>
            </a:pPr>
            <a:endParaRPr lang="zh-CN" altLang="en-US" sz="2400" dirty="0">
              <a:ea typeface="宋体" panose="02010600030101010101" pitchFamily="2" charset="-122"/>
            </a:endParaRPr>
          </a:p>
        </p:txBody>
      </p:sp>
      <p:graphicFrame>
        <p:nvGraphicFramePr>
          <p:cNvPr id="13317" name="Object 4"/>
          <p:cNvGraphicFramePr>
            <a:graphicFrameLocks noChangeAspect="1"/>
          </p:cNvGraphicFramePr>
          <p:nvPr>
            <p:ph sz="half" idx="2"/>
          </p:nvPr>
        </p:nvGraphicFramePr>
        <p:xfrm>
          <a:off x="2514600" y="2819400"/>
          <a:ext cx="2895600" cy="1047750"/>
        </p:xfrm>
        <a:graphic>
          <a:graphicData uri="http://schemas.openxmlformats.org/presentationml/2006/ole">
            <mc:AlternateContent xmlns:mc="http://schemas.openxmlformats.org/markup-compatibility/2006">
              <mc:Choice xmlns:v="urn:schemas-microsoft-com:vml" Requires="v">
                <p:oleObj spid="_x0000_s3086" name="" r:id="rId1" imgW="1193800" imgH="431800" progId="Equation.3">
                  <p:embed/>
                </p:oleObj>
              </mc:Choice>
              <mc:Fallback>
                <p:oleObj name="" r:id="rId1" imgW="1193800" imgH="431800" progId="Equation.3">
                  <p:embed/>
                  <p:pic>
                    <p:nvPicPr>
                      <p:cNvPr id="0" name="图片 3085"/>
                      <p:cNvPicPr/>
                      <p:nvPr/>
                    </p:nvPicPr>
                    <p:blipFill>
                      <a:blip r:embed="rId2"/>
                      <a:srcRect/>
                      <a:stretch>
                        <a:fillRect/>
                      </a:stretch>
                    </p:blipFill>
                    <p:spPr>
                      <a:xfrm>
                        <a:off x="2514600" y="2819400"/>
                        <a:ext cx="2895600" cy="1047750"/>
                      </a:xfrm>
                      <a:prstGeom prst="rect">
                        <a:avLst/>
                      </a:prstGeom>
                      <a:noFill/>
                      <a:ln w="38100">
                        <a:miter/>
                      </a:ln>
                    </p:spPr>
                  </p:pic>
                </p:oleObj>
              </mc:Fallback>
            </mc:AlternateContent>
          </a:graphicData>
        </a:graphic>
      </p:graphicFrame>
    </p:spTree>
  </p:cSld>
  <p:clrMapOvr>
    <a:masterClrMapping/>
  </p:clrMapOvr>
  <p:transition>
    <p:zoom/>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灯片编号占位符 3"/>
          <p:cNvSpPr txBox="1">
            <a:spLocks noGrp="1"/>
          </p:cNvSpPr>
          <p:nvPr>
            <p:ph type="sldNum" sz="quarter" idx="10"/>
          </p:nvPr>
        </p:nvSpPr>
        <p:spPr>
          <a:ln/>
        </p:spPr>
        <p:txBody>
          <a:bodyPr anchor="b" anchorCtr="0"/>
          <a:p>
            <a:pPr marL="0" indent="0" algn="r" eaLnBrk="1" hangingPunct="1">
              <a:spcBef>
                <a:spcPct val="0"/>
              </a:spcBef>
              <a:buClrTx/>
              <a:buSzTx/>
              <a:buFontTx/>
              <a:buNone/>
            </a:pPr>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4339" name="Rectangle 2"/>
          <p:cNvSpPr>
            <a:spLocks noGrp="1"/>
          </p:cNvSpPr>
          <p:nvPr>
            <p:ph type="title"/>
          </p:nvPr>
        </p:nvSpPr>
        <p:spPr>
          <a:ln/>
        </p:spPr>
        <p:txBody>
          <a:bodyPr vert="horz" wrap="square" lIns="91440" tIns="45720" rIns="91440" bIns="45720" anchor="b" anchorCtr="0"/>
          <a:p>
            <a:pPr eaLnBrk="1" hangingPunct="1"/>
            <a:r>
              <a:rPr lang="zh-CN" altLang="en-US" sz="4400" dirty="0">
                <a:ea typeface="宋体" panose="02010600030101010101" pitchFamily="2" charset="-122"/>
              </a:rPr>
              <a:t>基于层次的聚类</a:t>
            </a:r>
            <a:endParaRPr lang="zh-CN" altLang="en-US" sz="4400" dirty="0">
              <a:ea typeface="宋体" panose="02010600030101010101" pitchFamily="2" charset="-122"/>
            </a:endParaRPr>
          </a:p>
        </p:txBody>
      </p:sp>
      <p:sp>
        <p:nvSpPr>
          <p:cNvPr id="14340" name="Rectangle 3"/>
          <p:cNvSpPr>
            <a:spLocks noGrp="1"/>
          </p:cNvSpPr>
          <p:nvPr>
            <p:ph idx="1"/>
          </p:nvPr>
        </p:nvSpPr>
        <p:spPr>
          <a:ln/>
        </p:spPr>
        <p:txBody>
          <a:bodyPr vert="horz" wrap="square" lIns="91440" tIns="45720" rIns="91440" bIns="45720" anchor="t" anchorCtr="0"/>
          <a:p>
            <a:pPr eaLnBrk="1" hangingPunct="1">
              <a:lnSpc>
                <a:spcPct val="90000"/>
              </a:lnSpc>
            </a:pPr>
            <a:r>
              <a:rPr lang="zh-CN" altLang="en-US" dirty="0">
                <a:ea typeface="宋体" panose="02010600030101010101" pitchFamily="2" charset="-122"/>
              </a:rPr>
              <a:t>可以看出，聚合层次算法的核心是计算两个族之间的距离并将距离最近的两个族进行合并。</a:t>
            </a:r>
            <a:endParaRPr lang="zh-CN" altLang="en-US" dirty="0">
              <a:ea typeface="宋体" panose="02010600030101010101" pitchFamily="2" charset="-122"/>
            </a:endParaRPr>
          </a:p>
          <a:p>
            <a:pPr eaLnBrk="1" hangingPunct="1">
              <a:lnSpc>
                <a:spcPct val="90000"/>
              </a:lnSpc>
            </a:pPr>
            <a:endParaRPr lang="zh-CN" altLang="en-US" dirty="0">
              <a:ea typeface="宋体" panose="02010600030101010101" pitchFamily="2" charset="-122"/>
            </a:endParaRPr>
          </a:p>
          <a:p>
            <a:pPr eaLnBrk="1" hangingPunct="1">
              <a:lnSpc>
                <a:spcPct val="90000"/>
              </a:lnSpc>
            </a:pPr>
            <a:r>
              <a:rPr lang="zh-CN" altLang="en-US" dirty="0">
                <a:ea typeface="宋体" panose="02010600030101010101" pitchFamily="2" charset="-122"/>
              </a:rPr>
              <a:t>如果每一个族的内部都比较紧凑而且族和族之间分离地很好时，采用不同的距离定义所产生的聚类结果差别不大。</a:t>
            </a:r>
            <a:endParaRPr lang="zh-CN" altLang="en-US" dirty="0">
              <a:ea typeface="宋体" panose="02010600030101010101" pitchFamily="2" charset="-122"/>
            </a:endParaRPr>
          </a:p>
          <a:p>
            <a:pPr eaLnBrk="1" hangingPunct="1">
              <a:lnSpc>
                <a:spcPct val="90000"/>
              </a:lnSpc>
            </a:pPr>
            <a:endParaRPr lang="zh-CN" altLang="en-US" dirty="0">
              <a:ea typeface="宋体" panose="02010600030101010101" pitchFamily="2" charset="-122"/>
            </a:endParaRPr>
          </a:p>
          <a:p>
            <a:pPr eaLnBrk="1" hangingPunct="1">
              <a:lnSpc>
                <a:spcPct val="90000"/>
              </a:lnSpc>
            </a:pPr>
            <a:r>
              <a:rPr lang="zh-CN" altLang="en-US" dirty="0">
                <a:ea typeface="宋体" panose="02010600030101010101" pitchFamily="2" charset="-122"/>
              </a:rPr>
              <a:t>但是，如果族和族之间分离得不好（哪怕只是存在一些异常点），或者族的形状不是球形，或者族的大小不均匀时，根据不同的距离定义进行聚类的结果将差别很大。</a:t>
            </a:r>
            <a:endParaRPr lang="zh-CN" altLang="en-US" dirty="0">
              <a:ea typeface="宋体" panose="02010600030101010101" pitchFamily="2" charset="-122"/>
            </a:endParaRPr>
          </a:p>
        </p:txBody>
      </p:sp>
    </p:spTree>
  </p:cSld>
  <p:clrMapOvr>
    <a:masterClrMapping/>
  </p:clrMapOvr>
  <p:transition>
    <p:zoom/>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灯片编号占位符 3"/>
          <p:cNvSpPr txBox="1">
            <a:spLocks noGrp="1"/>
          </p:cNvSpPr>
          <p:nvPr>
            <p:ph type="sldNum" sz="quarter" idx="10"/>
          </p:nvPr>
        </p:nvSpPr>
        <p:spPr>
          <a:ln/>
        </p:spPr>
        <p:txBody>
          <a:bodyPr anchor="b" anchorCtr="0"/>
          <a:p>
            <a:pPr marL="0" indent="0" algn="r" eaLnBrk="1" hangingPunct="1">
              <a:spcBef>
                <a:spcPct val="0"/>
              </a:spcBef>
              <a:buClrTx/>
              <a:buSzTx/>
              <a:buFontTx/>
              <a:buNone/>
            </a:pPr>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5363" name="Rectangle 2"/>
          <p:cNvSpPr>
            <a:spLocks noGrp="1"/>
          </p:cNvSpPr>
          <p:nvPr>
            <p:ph type="title"/>
          </p:nvPr>
        </p:nvSpPr>
        <p:spPr>
          <a:ln/>
        </p:spPr>
        <p:txBody>
          <a:bodyPr vert="horz" wrap="square" lIns="91440" tIns="45720" rIns="91440" bIns="45720" anchor="b" anchorCtr="0"/>
          <a:p>
            <a:pPr eaLnBrk="1" hangingPunct="1"/>
            <a:r>
              <a:rPr lang="zh-CN" altLang="en-US" sz="4400" dirty="0">
                <a:ea typeface="宋体" panose="02010600030101010101" pitchFamily="2" charset="-122"/>
              </a:rPr>
              <a:t>基于层次的聚类</a:t>
            </a:r>
            <a:endParaRPr lang="zh-CN" altLang="en-US" sz="4400" dirty="0">
              <a:ea typeface="宋体" panose="02010600030101010101" pitchFamily="2" charset="-122"/>
            </a:endParaRPr>
          </a:p>
        </p:txBody>
      </p:sp>
      <p:sp>
        <p:nvSpPr>
          <p:cNvPr id="15364" name="Rectangle 5"/>
          <p:cNvSpPr>
            <a:spLocks noGrp="1"/>
          </p:cNvSpPr>
          <p:nvPr>
            <p:ph idx="1"/>
          </p:nvPr>
        </p:nvSpPr>
        <p:spPr>
          <a:ln/>
        </p:spPr>
        <p:txBody>
          <a:bodyPr vert="horz" wrap="square" lIns="91440" tIns="45720" rIns="91440" bIns="45720" anchor="t" anchorCtr="0"/>
          <a:p>
            <a:pPr eaLnBrk="1" hangingPunct="1"/>
            <a:r>
              <a:rPr lang="zh-CN" altLang="en-US" dirty="0">
                <a:ea typeface="宋体" panose="02010600030101010101" pitchFamily="2" charset="-122"/>
              </a:rPr>
              <a:t>例如，在如下（</a:t>
            </a:r>
            <a:r>
              <a:rPr lang="en-US" altLang="zh-CN" dirty="0">
                <a:ea typeface="宋体" panose="02010600030101010101" pitchFamily="2" charset="-122"/>
              </a:rPr>
              <a:t>a</a:t>
            </a:r>
            <a:r>
              <a:rPr lang="zh-CN" altLang="en-US" dirty="0">
                <a:ea typeface="宋体" panose="02010600030101010101" pitchFamily="2" charset="-122"/>
              </a:rPr>
              <a:t>）数据集上应用</a:t>
            </a:r>
            <a:r>
              <a:rPr lang="en-US" altLang="zh-CN" dirty="0">
                <a:ea typeface="宋体" panose="02010600030101010101" pitchFamily="2" charset="-122"/>
              </a:rPr>
              <a:t>d</a:t>
            </a:r>
            <a:r>
              <a:rPr lang="en-US" altLang="zh-CN" baseline="-25000" dirty="0">
                <a:ea typeface="宋体" panose="02010600030101010101" pitchFamily="2" charset="-122"/>
              </a:rPr>
              <a:t>max</a:t>
            </a:r>
            <a:r>
              <a:rPr lang="zh-CN" altLang="en-US" dirty="0">
                <a:ea typeface="宋体" panose="02010600030101010101" pitchFamily="2" charset="-122"/>
              </a:rPr>
              <a:t>，</a:t>
            </a:r>
            <a:r>
              <a:rPr lang="en-US" altLang="zh-CN" dirty="0">
                <a:ea typeface="宋体" panose="02010600030101010101" pitchFamily="2" charset="-122"/>
              </a:rPr>
              <a:t>d</a:t>
            </a:r>
            <a:r>
              <a:rPr lang="en-US" altLang="zh-CN" baseline="-25000" dirty="0">
                <a:ea typeface="宋体" panose="02010600030101010101" pitchFamily="2" charset="-122"/>
              </a:rPr>
              <a:t>avg</a:t>
            </a:r>
            <a:r>
              <a:rPr lang="zh-CN" altLang="en-US" dirty="0">
                <a:ea typeface="宋体" panose="02010600030101010101" pitchFamily="2" charset="-122"/>
              </a:rPr>
              <a:t>，</a:t>
            </a:r>
            <a:r>
              <a:rPr lang="en-US" altLang="zh-CN" dirty="0">
                <a:ea typeface="宋体" panose="02010600030101010101" pitchFamily="2" charset="-122"/>
              </a:rPr>
              <a:t>d</a:t>
            </a:r>
            <a:r>
              <a:rPr lang="en-US" altLang="zh-CN" baseline="-25000" dirty="0">
                <a:ea typeface="宋体" panose="02010600030101010101" pitchFamily="2" charset="-122"/>
              </a:rPr>
              <a:t>mean</a:t>
            </a:r>
            <a:r>
              <a:rPr lang="zh-CN" altLang="en-US" dirty="0">
                <a:ea typeface="宋体" panose="02010600030101010101" pitchFamily="2" charset="-122"/>
              </a:rPr>
              <a:t>距离定义时，将产生图（</a:t>
            </a:r>
            <a:r>
              <a:rPr lang="en-US" altLang="zh-CN" dirty="0">
                <a:ea typeface="宋体" panose="02010600030101010101" pitchFamily="2" charset="-122"/>
              </a:rPr>
              <a:t>b</a:t>
            </a:r>
            <a:r>
              <a:rPr lang="zh-CN" altLang="en-US" dirty="0">
                <a:ea typeface="宋体" panose="02010600030101010101" pitchFamily="2" charset="-122"/>
              </a:rPr>
              <a:t>）所示的族结构。</a:t>
            </a:r>
            <a:endParaRPr lang="zh-CN" altLang="en-US" dirty="0">
              <a:ea typeface="宋体" panose="02010600030101010101" pitchFamily="2" charset="-122"/>
            </a:endParaRPr>
          </a:p>
        </p:txBody>
      </p:sp>
      <p:pic>
        <p:nvPicPr>
          <p:cNvPr id="15365" name="Picture 6"/>
          <p:cNvPicPr>
            <a:picLocks noChangeAspect="1"/>
          </p:cNvPicPr>
          <p:nvPr/>
        </p:nvPicPr>
        <p:blipFill>
          <a:blip r:embed="rId1"/>
          <a:stretch>
            <a:fillRect/>
          </a:stretch>
        </p:blipFill>
        <p:spPr>
          <a:xfrm>
            <a:off x="1600200" y="3200400"/>
            <a:ext cx="5257800" cy="1889125"/>
          </a:xfrm>
          <a:prstGeom prst="rect">
            <a:avLst/>
          </a:prstGeom>
          <a:noFill/>
          <a:ln w="9525">
            <a:noFill/>
          </a:ln>
        </p:spPr>
      </p:pic>
    </p:spTree>
  </p:cSld>
  <p:clrMapOvr>
    <a:masterClrMapping/>
  </p:clrMapOvr>
  <p:transition>
    <p:zoom/>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灯片编号占位符 3"/>
          <p:cNvSpPr txBox="1">
            <a:spLocks noGrp="1"/>
          </p:cNvSpPr>
          <p:nvPr>
            <p:ph type="sldNum" sz="quarter" idx="10"/>
          </p:nvPr>
        </p:nvSpPr>
        <p:spPr>
          <a:ln/>
        </p:spPr>
        <p:txBody>
          <a:bodyPr anchor="b" anchorCtr="0"/>
          <a:p>
            <a:pPr marL="0" indent="0" algn="r" eaLnBrk="1" hangingPunct="1">
              <a:spcBef>
                <a:spcPct val="0"/>
              </a:spcBef>
              <a:buClrTx/>
              <a:buSzTx/>
              <a:buFontTx/>
              <a:buNone/>
            </a:pPr>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6387" name="Rectangle 2"/>
          <p:cNvSpPr>
            <a:spLocks noGrp="1"/>
          </p:cNvSpPr>
          <p:nvPr>
            <p:ph type="title"/>
          </p:nvPr>
        </p:nvSpPr>
        <p:spPr>
          <a:ln/>
        </p:spPr>
        <p:txBody>
          <a:bodyPr vert="horz" wrap="square" lIns="91440" tIns="45720" rIns="91440" bIns="45720" anchor="b" anchorCtr="0"/>
          <a:p>
            <a:pPr eaLnBrk="1" hangingPunct="1"/>
            <a:r>
              <a:rPr lang="zh-CN" altLang="en-US" sz="4400" dirty="0">
                <a:ea typeface="宋体" panose="02010600030101010101" pitchFamily="2" charset="-122"/>
              </a:rPr>
              <a:t>基于层次的聚类</a:t>
            </a:r>
            <a:endParaRPr lang="zh-CN" altLang="en-US" sz="4400" dirty="0">
              <a:ea typeface="宋体" panose="02010600030101010101" pitchFamily="2" charset="-122"/>
            </a:endParaRPr>
          </a:p>
        </p:txBody>
      </p:sp>
      <p:sp>
        <p:nvSpPr>
          <p:cNvPr id="16388" name="Rectangle 3"/>
          <p:cNvSpPr>
            <a:spLocks noGrp="1"/>
          </p:cNvSpPr>
          <p:nvPr>
            <p:ph idx="1"/>
          </p:nvPr>
        </p:nvSpPr>
        <p:spPr>
          <a:ln/>
        </p:spPr>
        <p:txBody>
          <a:bodyPr vert="horz" wrap="square" lIns="91440" tIns="45720" rIns="91440" bIns="45720" anchor="t" anchorCtr="0"/>
          <a:p>
            <a:pPr eaLnBrk="1" hangingPunct="1"/>
            <a:r>
              <a:rPr lang="zh-CN" altLang="en-US" sz="2000" dirty="0">
                <a:ea typeface="宋体" panose="02010600030101010101" pitchFamily="2" charset="-122"/>
              </a:rPr>
              <a:t>类似地，在图（</a:t>
            </a:r>
            <a:r>
              <a:rPr lang="en-US" altLang="zh-CN" sz="2000" dirty="0">
                <a:ea typeface="宋体" panose="02010600030101010101" pitchFamily="2" charset="-122"/>
              </a:rPr>
              <a:t>a</a:t>
            </a:r>
            <a:r>
              <a:rPr lang="zh-CN" altLang="en-US" sz="2000" dirty="0">
                <a:ea typeface="宋体" panose="02010600030101010101" pitchFamily="2" charset="-122"/>
              </a:rPr>
              <a:t>）所示的数据集上应用</a:t>
            </a:r>
            <a:r>
              <a:rPr lang="en-US" altLang="zh-CN" sz="2000" dirty="0">
                <a:ea typeface="宋体" panose="02010600030101010101" pitchFamily="2" charset="-122"/>
              </a:rPr>
              <a:t>d</a:t>
            </a:r>
            <a:r>
              <a:rPr lang="en-US" altLang="zh-CN" sz="2000" baseline="-25000" dirty="0">
                <a:ea typeface="宋体" panose="02010600030101010101" pitchFamily="2" charset="-122"/>
              </a:rPr>
              <a:t>mean</a:t>
            </a:r>
            <a:r>
              <a:rPr lang="zh-CN" altLang="en-US" sz="2000" dirty="0">
                <a:ea typeface="宋体" panose="02010600030101010101" pitchFamily="2" charset="-122"/>
              </a:rPr>
              <a:t>距离定义时，将产生图（</a:t>
            </a:r>
            <a:r>
              <a:rPr lang="en-US" altLang="zh-CN" sz="2000" dirty="0">
                <a:ea typeface="宋体" panose="02010600030101010101" pitchFamily="2" charset="-122"/>
              </a:rPr>
              <a:t>b</a:t>
            </a:r>
            <a:r>
              <a:rPr lang="zh-CN" altLang="en-US" sz="2000" dirty="0">
                <a:ea typeface="宋体" panose="02010600030101010101" pitchFamily="2" charset="-122"/>
              </a:rPr>
              <a:t>）所示的族结构。其中的单个细长的族被切分，而属于邻近的多个细长族的不同部分又被合并。另一方面，当在图（</a:t>
            </a:r>
            <a:r>
              <a:rPr lang="en-US" altLang="zh-CN" sz="2000" dirty="0">
                <a:ea typeface="宋体" panose="02010600030101010101" pitchFamily="2" charset="-122"/>
              </a:rPr>
              <a:t>a</a:t>
            </a:r>
            <a:r>
              <a:rPr lang="zh-CN" altLang="en-US" sz="2000" dirty="0">
                <a:ea typeface="宋体" panose="02010600030101010101" pitchFamily="2" charset="-122"/>
              </a:rPr>
              <a:t>）所示的数据集上应用</a:t>
            </a:r>
            <a:r>
              <a:rPr lang="en-US" altLang="zh-CN" sz="2000" dirty="0">
                <a:ea typeface="宋体" panose="02010600030101010101" pitchFamily="2" charset="-122"/>
              </a:rPr>
              <a:t>d</a:t>
            </a:r>
            <a:r>
              <a:rPr lang="en-US" altLang="zh-CN" sz="2000" baseline="-25000" dirty="0">
                <a:ea typeface="宋体" panose="02010600030101010101" pitchFamily="2" charset="-122"/>
              </a:rPr>
              <a:t>min</a:t>
            </a:r>
            <a:r>
              <a:rPr lang="zh-CN" altLang="en-US" sz="2000" dirty="0">
                <a:ea typeface="宋体" panose="02010600030101010101" pitchFamily="2" charset="-122"/>
              </a:rPr>
              <a:t>距离定义时，将产生图（</a:t>
            </a:r>
            <a:r>
              <a:rPr lang="en-US" altLang="zh-CN" sz="2000" dirty="0">
                <a:ea typeface="宋体" panose="02010600030101010101" pitchFamily="2" charset="-122"/>
              </a:rPr>
              <a:t>c</a:t>
            </a:r>
            <a:r>
              <a:rPr lang="zh-CN" altLang="en-US" sz="2000" dirty="0">
                <a:ea typeface="宋体" panose="02010600030101010101" pitchFamily="2" charset="-122"/>
              </a:rPr>
              <a:t>）所示的族结构。两个细长族被连接了起来，产生了“链条”现象。</a:t>
            </a:r>
            <a:r>
              <a:rPr lang="zh-CN" altLang="en-US" dirty="0">
                <a:ea typeface="宋体" panose="02010600030101010101" pitchFamily="2" charset="-122"/>
              </a:rPr>
              <a:t> </a:t>
            </a:r>
            <a:endParaRPr lang="zh-CN" altLang="en-US" dirty="0">
              <a:ea typeface="宋体" panose="02010600030101010101" pitchFamily="2" charset="-122"/>
            </a:endParaRPr>
          </a:p>
        </p:txBody>
      </p:sp>
      <p:pic>
        <p:nvPicPr>
          <p:cNvPr id="16389" name="Picture 4"/>
          <p:cNvPicPr>
            <a:picLocks noChangeAspect="1"/>
          </p:cNvPicPr>
          <p:nvPr/>
        </p:nvPicPr>
        <p:blipFill>
          <a:blip r:embed="rId1"/>
          <a:stretch>
            <a:fillRect/>
          </a:stretch>
        </p:blipFill>
        <p:spPr>
          <a:xfrm>
            <a:off x="1905000" y="3429000"/>
            <a:ext cx="4724400" cy="3033713"/>
          </a:xfrm>
          <a:prstGeom prst="rect">
            <a:avLst/>
          </a:prstGeom>
          <a:noFill/>
          <a:ln w="9525">
            <a:noFill/>
          </a:ln>
        </p:spPr>
      </p:pic>
    </p:spTree>
  </p:cSld>
  <p:clrMapOvr>
    <a:masterClrMapping/>
  </p:clrMapOvr>
  <p:transition>
    <p:zoom/>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灯片编号占位符 3"/>
          <p:cNvSpPr txBox="1">
            <a:spLocks noGrp="1"/>
          </p:cNvSpPr>
          <p:nvPr>
            <p:ph type="sldNum" sz="quarter" idx="10"/>
          </p:nvPr>
        </p:nvSpPr>
        <p:spPr>
          <a:ln/>
        </p:spPr>
        <p:txBody>
          <a:bodyPr anchor="b" anchorCtr="0"/>
          <a:p>
            <a:pPr marL="0" indent="0" algn="r" eaLnBrk="1" hangingPunct="1">
              <a:spcBef>
                <a:spcPct val="0"/>
              </a:spcBef>
              <a:buClrTx/>
              <a:buSzTx/>
              <a:buFontTx/>
              <a:buNone/>
            </a:pPr>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7411" name="Rectangle 2"/>
          <p:cNvSpPr>
            <a:spLocks noGrp="1"/>
          </p:cNvSpPr>
          <p:nvPr>
            <p:ph type="title"/>
          </p:nvPr>
        </p:nvSpPr>
        <p:spPr>
          <a:ln/>
        </p:spPr>
        <p:txBody>
          <a:bodyPr vert="horz" wrap="square" lIns="91440" tIns="45720" rIns="91440" bIns="45720" anchor="b" anchorCtr="0"/>
          <a:p>
            <a:pPr eaLnBrk="1" hangingPunct="1"/>
            <a:r>
              <a:rPr lang="zh-CN" altLang="en-US" sz="4400" dirty="0">
                <a:ea typeface="宋体" panose="02010600030101010101" pitchFamily="2" charset="-122"/>
              </a:rPr>
              <a:t>基于层次的聚类</a:t>
            </a:r>
            <a:endParaRPr lang="zh-CN" altLang="en-US" sz="4400" dirty="0">
              <a:ea typeface="宋体" panose="02010600030101010101" pitchFamily="2" charset="-122"/>
            </a:endParaRPr>
          </a:p>
        </p:txBody>
      </p:sp>
      <p:sp>
        <p:nvSpPr>
          <p:cNvPr id="17412" name="Rectangle 3"/>
          <p:cNvSpPr>
            <a:spLocks noGrp="1"/>
          </p:cNvSpPr>
          <p:nvPr>
            <p:ph idx="1"/>
          </p:nvPr>
        </p:nvSpPr>
        <p:spPr>
          <a:ln/>
        </p:spPr>
        <p:txBody>
          <a:bodyPr vert="horz" wrap="square" lIns="91440" tIns="45720" rIns="91440" bIns="45720" anchor="t" anchorCtr="0"/>
          <a:p>
            <a:pPr eaLnBrk="1" hangingPunct="1">
              <a:lnSpc>
                <a:spcPct val="90000"/>
              </a:lnSpc>
            </a:pPr>
            <a:r>
              <a:rPr lang="zh-CN" altLang="en-US" dirty="0">
                <a:ea typeface="宋体" panose="02010600030101010101" pitchFamily="2" charset="-122"/>
              </a:rPr>
              <a:t>可以看出，</a:t>
            </a:r>
            <a:r>
              <a:rPr lang="en-US" altLang="zh-CN" dirty="0">
                <a:ea typeface="宋体" panose="02010600030101010101" pitchFamily="2" charset="-122"/>
              </a:rPr>
              <a:t>d</a:t>
            </a:r>
            <a:r>
              <a:rPr lang="en-US" altLang="zh-CN" baseline="-25000" dirty="0">
                <a:ea typeface="宋体" panose="02010600030101010101" pitchFamily="2" charset="-122"/>
              </a:rPr>
              <a:t>mean</a:t>
            </a:r>
            <a:r>
              <a:rPr lang="zh-CN" altLang="en-US" dirty="0">
                <a:ea typeface="宋体" panose="02010600030101010101" pitchFamily="2" charset="-122"/>
              </a:rPr>
              <a:t>和</a:t>
            </a:r>
            <a:r>
              <a:rPr lang="en-US" altLang="zh-CN" dirty="0">
                <a:ea typeface="宋体" panose="02010600030101010101" pitchFamily="2" charset="-122"/>
              </a:rPr>
              <a:t>d</a:t>
            </a:r>
            <a:r>
              <a:rPr lang="en-US" altLang="zh-CN" baseline="-25000" dirty="0">
                <a:ea typeface="宋体" panose="02010600030101010101" pitchFamily="2" charset="-122"/>
              </a:rPr>
              <a:t>min</a:t>
            </a:r>
            <a:r>
              <a:rPr lang="zh-CN" altLang="en-US" dirty="0">
                <a:ea typeface="宋体" panose="02010600030101010101" pitchFamily="2" charset="-122"/>
              </a:rPr>
              <a:t>距离定义都不太适合非球形或大小不均匀的族结构。采用</a:t>
            </a:r>
            <a:r>
              <a:rPr lang="en-US" altLang="zh-CN" dirty="0">
                <a:ea typeface="宋体" panose="02010600030101010101" pitchFamily="2" charset="-122"/>
              </a:rPr>
              <a:t>d</a:t>
            </a:r>
            <a:r>
              <a:rPr lang="en-US" altLang="zh-CN" baseline="-25000" dirty="0">
                <a:ea typeface="宋体" panose="02010600030101010101" pitchFamily="2" charset="-122"/>
              </a:rPr>
              <a:t>mean</a:t>
            </a:r>
            <a:r>
              <a:rPr lang="zh-CN" altLang="en-US" dirty="0">
                <a:ea typeface="宋体" panose="02010600030101010101" pitchFamily="2" charset="-122"/>
              </a:rPr>
              <a:t>作为距离定义的缺点是它只取一个点（即族的中心点）作为整个族的代表点。对于一个特别大的族或者形状不规则的族，在进行聚合层次聚类时，它下一层的孩子族的中心点可能离得很远，无法合并成一个族，导致本该属于同一个族的点被分离到不同的族中。</a:t>
            </a:r>
            <a:endParaRPr lang="zh-CN" altLang="en-US" dirty="0">
              <a:ea typeface="宋体" panose="02010600030101010101" pitchFamily="2" charset="-122"/>
            </a:endParaRPr>
          </a:p>
          <a:p>
            <a:pPr eaLnBrk="1" hangingPunct="1">
              <a:lnSpc>
                <a:spcPct val="90000"/>
              </a:lnSpc>
            </a:pPr>
            <a:r>
              <a:rPr lang="zh-CN" altLang="en-US" dirty="0">
                <a:ea typeface="宋体" panose="02010600030101010101" pitchFamily="2" charset="-122"/>
              </a:rPr>
              <a:t>与之相反，当采用</a:t>
            </a:r>
            <a:r>
              <a:rPr lang="en-US" altLang="zh-CN" dirty="0">
                <a:ea typeface="宋体" panose="02010600030101010101" pitchFamily="2" charset="-122"/>
              </a:rPr>
              <a:t>d</a:t>
            </a:r>
            <a:r>
              <a:rPr lang="en-US" altLang="zh-CN" baseline="-25000" dirty="0">
                <a:ea typeface="宋体" panose="02010600030101010101" pitchFamily="2" charset="-122"/>
              </a:rPr>
              <a:t>min</a:t>
            </a:r>
            <a:r>
              <a:rPr lang="zh-CN" altLang="en-US" dirty="0">
                <a:ea typeface="宋体" panose="02010600030101010101" pitchFamily="2" charset="-122"/>
              </a:rPr>
              <a:t>作为距离定义时，又走向了另一个极端，考虑了族中所有的点，即将族中的每一个点都作为代表点对待，该方法的缺点是容易受异常点的干扰，数据点位置的微小变化都可能导致聚类结构的变化。</a:t>
            </a:r>
            <a:endParaRPr lang="zh-CN" altLang="en-US" dirty="0">
              <a:ea typeface="宋体" panose="02010600030101010101" pitchFamily="2" charset="-122"/>
            </a:endParaRPr>
          </a:p>
        </p:txBody>
      </p:sp>
    </p:spTree>
  </p:cSld>
  <p:clrMapOvr>
    <a:masterClrMapping/>
  </p:clrMapOvr>
  <p:transition>
    <p:zoom/>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灯片编号占位符 3"/>
          <p:cNvSpPr txBox="1">
            <a:spLocks noGrp="1"/>
          </p:cNvSpPr>
          <p:nvPr>
            <p:ph type="sldNum" sz="quarter" idx="10"/>
          </p:nvPr>
        </p:nvSpPr>
        <p:spPr>
          <a:ln/>
        </p:spPr>
        <p:txBody>
          <a:bodyPr anchor="b" anchorCtr="0"/>
          <a:p>
            <a:pPr marL="0" indent="0" algn="r" eaLnBrk="1" hangingPunct="1">
              <a:spcBef>
                <a:spcPct val="0"/>
              </a:spcBef>
              <a:buClrTx/>
              <a:buSzTx/>
              <a:buFontTx/>
              <a:buNone/>
            </a:pPr>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8435" name="Rectangle 2"/>
          <p:cNvSpPr>
            <a:spLocks noGrp="1"/>
          </p:cNvSpPr>
          <p:nvPr>
            <p:ph type="title"/>
          </p:nvPr>
        </p:nvSpPr>
        <p:spPr>
          <a:xfrm>
            <a:off x="0" y="304800"/>
            <a:ext cx="9144000" cy="685800"/>
          </a:xfrm>
          <a:ln/>
        </p:spPr>
        <p:txBody>
          <a:bodyPr vert="horz" wrap="square" lIns="92075" tIns="46038" rIns="92075" bIns="46038" anchor="ctr" anchorCtr="0"/>
          <a:p>
            <a:pPr eaLnBrk="1" hangingPunct="1"/>
            <a:r>
              <a:rPr lang="en-US" altLang="zh-CN" dirty="0">
                <a:ea typeface="宋体" panose="02010600030101010101" pitchFamily="2" charset="-122"/>
              </a:rPr>
              <a:t>Recent Hierarchical Clustering Methods</a:t>
            </a:r>
            <a:endParaRPr lang="en-US" altLang="zh-CN" dirty="0">
              <a:ea typeface="宋体" panose="02010600030101010101" pitchFamily="2" charset="-122"/>
            </a:endParaRPr>
          </a:p>
        </p:txBody>
      </p:sp>
      <p:sp>
        <p:nvSpPr>
          <p:cNvPr id="18436" name="Rectangle 3"/>
          <p:cNvSpPr>
            <a:spLocks noGrp="1"/>
          </p:cNvSpPr>
          <p:nvPr>
            <p:ph idx="1"/>
          </p:nvPr>
        </p:nvSpPr>
        <p:spPr>
          <a:xfrm>
            <a:off x="304800" y="1600200"/>
            <a:ext cx="8534400" cy="5029200"/>
          </a:xfrm>
          <a:ln/>
        </p:spPr>
        <p:txBody>
          <a:bodyPr vert="horz" wrap="square" lIns="92075" tIns="46038" rIns="92075" bIns="46038" anchor="t" anchorCtr="0"/>
          <a:p>
            <a:pPr eaLnBrk="1" hangingPunct="1">
              <a:lnSpc>
                <a:spcPct val="110000"/>
              </a:lnSpc>
            </a:pPr>
            <a:r>
              <a:rPr lang="en-US" altLang="zh-CN" sz="2000" dirty="0">
                <a:ea typeface="宋体" panose="02010600030101010101" pitchFamily="2" charset="-122"/>
              </a:rPr>
              <a:t>Major weakness of agglomerative clustering methods</a:t>
            </a:r>
            <a:endParaRPr lang="en-US" altLang="zh-CN" sz="2000" dirty="0">
              <a:ea typeface="宋体" panose="02010600030101010101" pitchFamily="2" charset="-122"/>
            </a:endParaRPr>
          </a:p>
          <a:p>
            <a:pPr lvl="1" eaLnBrk="1" hangingPunct="1">
              <a:lnSpc>
                <a:spcPct val="110000"/>
              </a:lnSpc>
            </a:pPr>
            <a:r>
              <a:rPr lang="en-US" altLang="zh-CN" sz="2000" u="sng" dirty="0">
                <a:ea typeface="宋体" panose="02010600030101010101" pitchFamily="2" charset="-122"/>
              </a:rPr>
              <a:t>do not scale</a:t>
            </a:r>
            <a:r>
              <a:rPr lang="en-US" altLang="zh-CN" sz="2000" dirty="0">
                <a:ea typeface="宋体" panose="02010600030101010101" pitchFamily="2" charset="-122"/>
              </a:rPr>
              <a:t> well: time complexity of at least </a:t>
            </a:r>
            <a:r>
              <a:rPr lang="en-US" altLang="zh-CN" sz="2000" i="1" dirty="0">
                <a:ea typeface="宋体" panose="02010600030101010101" pitchFamily="2" charset="-122"/>
              </a:rPr>
              <a:t>O</a:t>
            </a:r>
            <a:r>
              <a:rPr lang="en-US" altLang="zh-CN" sz="2000" dirty="0">
                <a:ea typeface="宋体" panose="02010600030101010101" pitchFamily="2" charset="-122"/>
              </a:rPr>
              <a:t>(</a:t>
            </a:r>
            <a:r>
              <a:rPr lang="en-US" altLang="zh-CN" sz="2000" i="1" dirty="0">
                <a:ea typeface="宋体" panose="02010600030101010101" pitchFamily="2" charset="-122"/>
              </a:rPr>
              <a:t>n</a:t>
            </a:r>
            <a:r>
              <a:rPr lang="en-US" altLang="zh-CN" sz="2000" i="1" baseline="30000" dirty="0">
                <a:ea typeface="宋体" panose="02010600030101010101" pitchFamily="2" charset="-122"/>
              </a:rPr>
              <a:t>2</a:t>
            </a:r>
            <a:r>
              <a:rPr lang="en-US" altLang="zh-CN" sz="2000" dirty="0">
                <a:ea typeface="宋体" panose="02010600030101010101" pitchFamily="2" charset="-122"/>
              </a:rPr>
              <a:t>), where </a:t>
            </a:r>
            <a:r>
              <a:rPr lang="en-US" altLang="zh-CN" sz="2000" i="1" dirty="0">
                <a:ea typeface="宋体" panose="02010600030101010101" pitchFamily="2" charset="-122"/>
              </a:rPr>
              <a:t>n</a:t>
            </a:r>
            <a:r>
              <a:rPr lang="en-US" altLang="zh-CN" sz="2000" dirty="0">
                <a:ea typeface="宋体" panose="02010600030101010101" pitchFamily="2" charset="-122"/>
              </a:rPr>
              <a:t> is the number of total objects</a:t>
            </a:r>
            <a:endParaRPr lang="en-US" altLang="zh-CN" sz="2000" dirty="0">
              <a:ea typeface="宋体" panose="02010600030101010101" pitchFamily="2" charset="-122"/>
            </a:endParaRPr>
          </a:p>
          <a:p>
            <a:pPr lvl="1" eaLnBrk="1" hangingPunct="1">
              <a:lnSpc>
                <a:spcPct val="110000"/>
              </a:lnSpc>
            </a:pPr>
            <a:r>
              <a:rPr lang="en-US" altLang="zh-CN" sz="2000" dirty="0">
                <a:ea typeface="宋体" panose="02010600030101010101" pitchFamily="2" charset="-122"/>
              </a:rPr>
              <a:t>can never undo what was done previously</a:t>
            </a:r>
            <a:endParaRPr lang="en-US" altLang="zh-CN" sz="2000" dirty="0">
              <a:ea typeface="宋体" panose="02010600030101010101" pitchFamily="2" charset="-122"/>
            </a:endParaRPr>
          </a:p>
          <a:p>
            <a:pPr eaLnBrk="1" hangingPunct="1">
              <a:lnSpc>
                <a:spcPct val="110000"/>
              </a:lnSpc>
            </a:pPr>
            <a:r>
              <a:rPr lang="en-US" altLang="zh-CN" sz="2000" dirty="0">
                <a:ea typeface="宋体" panose="02010600030101010101" pitchFamily="2" charset="-122"/>
              </a:rPr>
              <a:t>Integration of hierarchical with distance-based clustering</a:t>
            </a:r>
            <a:endParaRPr lang="en-US" altLang="zh-CN" sz="2000" dirty="0">
              <a:ea typeface="宋体" panose="02010600030101010101" pitchFamily="2" charset="-122"/>
            </a:endParaRPr>
          </a:p>
          <a:p>
            <a:pPr lvl="1" eaLnBrk="1" hangingPunct="1">
              <a:lnSpc>
                <a:spcPct val="110000"/>
              </a:lnSpc>
            </a:pPr>
            <a:r>
              <a:rPr lang="en-US" altLang="zh-CN" sz="2000" u="sng" dirty="0">
                <a:ea typeface="宋体" panose="02010600030101010101" pitchFamily="2" charset="-122"/>
              </a:rPr>
              <a:t>BIRCH (1996)</a:t>
            </a:r>
            <a:r>
              <a:rPr lang="en-US" altLang="zh-CN" sz="2000" dirty="0">
                <a:ea typeface="宋体" panose="02010600030101010101" pitchFamily="2" charset="-122"/>
              </a:rPr>
              <a:t>: uses CF-tree and incrementally adjusts the quality of sub-clusters</a:t>
            </a:r>
            <a:endParaRPr lang="en-US" altLang="zh-CN" sz="2000" u="sng" dirty="0">
              <a:ea typeface="宋体" panose="02010600030101010101" pitchFamily="2" charset="-122"/>
            </a:endParaRPr>
          </a:p>
          <a:p>
            <a:pPr lvl="1" eaLnBrk="1" hangingPunct="1">
              <a:lnSpc>
                <a:spcPct val="110000"/>
              </a:lnSpc>
            </a:pPr>
            <a:r>
              <a:rPr lang="en-US" altLang="zh-CN" sz="2000" u="sng" dirty="0">
                <a:ea typeface="宋体" panose="02010600030101010101" pitchFamily="2" charset="-122"/>
              </a:rPr>
              <a:t>CURE</a:t>
            </a:r>
            <a:r>
              <a:rPr lang="zh-CN" altLang="en-US" sz="2000" u="sng" dirty="0">
                <a:ea typeface="宋体" panose="02010600030101010101" pitchFamily="2" charset="-122"/>
              </a:rPr>
              <a:t>（</a:t>
            </a:r>
            <a:r>
              <a:rPr lang="en-US" altLang="zh-CN" sz="2000" u="sng" dirty="0">
                <a:ea typeface="宋体" panose="02010600030101010101" pitchFamily="2" charset="-122"/>
              </a:rPr>
              <a:t>1998</a:t>
            </a:r>
            <a:r>
              <a:rPr lang="zh-CN" altLang="en-US" sz="2000" u="sng" dirty="0">
                <a:ea typeface="宋体" panose="02010600030101010101" pitchFamily="2" charset="-122"/>
              </a:rPr>
              <a:t>）</a:t>
            </a:r>
            <a:r>
              <a:rPr lang="en-US" altLang="zh-CN" sz="2000" dirty="0">
                <a:ea typeface="宋体" panose="02010600030101010101" pitchFamily="2" charset="-122"/>
              </a:rPr>
              <a:t>:</a:t>
            </a:r>
            <a:r>
              <a:rPr lang="en-US" altLang="zh-CN" sz="2000" u="sng" dirty="0">
                <a:ea typeface="宋体" panose="02010600030101010101" pitchFamily="2" charset="-122"/>
              </a:rPr>
              <a:t>Clustering Using Representatives</a:t>
            </a:r>
            <a:r>
              <a:rPr lang="en-US" altLang="zh-CN" sz="2000" dirty="0">
                <a:ea typeface="宋体" panose="02010600030101010101" pitchFamily="2" charset="-122"/>
              </a:rPr>
              <a:t> </a:t>
            </a:r>
            <a:endParaRPr lang="zh-CN" altLang="en-US" sz="2000" u="sng" dirty="0">
              <a:ea typeface="宋体" panose="02010600030101010101" pitchFamily="2" charset="-122"/>
            </a:endParaRPr>
          </a:p>
          <a:p>
            <a:pPr lvl="1" eaLnBrk="1" hangingPunct="1">
              <a:lnSpc>
                <a:spcPct val="110000"/>
              </a:lnSpc>
            </a:pPr>
            <a:r>
              <a:rPr lang="en-US" altLang="zh-CN" sz="2000" u="sng" dirty="0">
                <a:ea typeface="宋体" panose="02010600030101010101" pitchFamily="2" charset="-122"/>
              </a:rPr>
              <a:t>ROCK (1999</a:t>
            </a:r>
            <a:r>
              <a:rPr lang="en-US" altLang="zh-CN" sz="2000" dirty="0">
                <a:ea typeface="宋体" panose="02010600030101010101" pitchFamily="2" charset="-122"/>
              </a:rPr>
              <a:t>): clustering categorical data by neighbor and link analysis</a:t>
            </a:r>
            <a:endParaRPr lang="en-US" altLang="zh-CN" sz="2000" dirty="0">
              <a:ea typeface="宋体" panose="02010600030101010101" pitchFamily="2" charset="-122"/>
            </a:endParaRPr>
          </a:p>
          <a:p>
            <a:pPr lvl="1" eaLnBrk="1" hangingPunct="1">
              <a:lnSpc>
                <a:spcPct val="110000"/>
              </a:lnSpc>
            </a:pPr>
            <a:r>
              <a:rPr lang="en-US" altLang="zh-CN" sz="2000" u="sng" dirty="0">
                <a:ea typeface="宋体" panose="02010600030101010101" pitchFamily="2" charset="-122"/>
              </a:rPr>
              <a:t>CHAMELEON (1999)</a:t>
            </a:r>
            <a:r>
              <a:rPr lang="en-US" altLang="zh-CN" sz="2000" dirty="0">
                <a:ea typeface="宋体" panose="02010600030101010101" pitchFamily="2" charset="-122"/>
              </a:rPr>
              <a:t>: hierarchical clustering using dynamic modeling</a:t>
            </a:r>
            <a:endParaRPr lang="en-US" altLang="zh-CN" sz="2000" dirty="0">
              <a:ea typeface="宋体" panose="02010600030101010101" pitchFamily="2" charset="-122"/>
            </a:endParaRPr>
          </a:p>
        </p:txBody>
      </p:sp>
    </p:spTree>
  </p:cSld>
  <p:clrMapOvr>
    <a:masterClrMapping/>
  </p:clrMapOvr>
  <p:transition>
    <p:zoom/>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灯片编号占位符 3"/>
          <p:cNvSpPr txBox="1">
            <a:spLocks noGrp="1"/>
          </p:cNvSpPr>
          <p:nvPr>
            <p:ph type="sldNum" sz="quarter" idx="10"/>
          </p:nvPr>
        </p:nvSpPr>
        <p:spPr>
          <a:ln/>
        </p:spPr>
        <p:txBody>
          <a:bodyPr anchor="b" anchorCtr="0"/>
          <a:p>
            <a:pPr marL="0" indent="0" algn="r" eaLnBrk="1" hangingPunct="1">
              <a:spcBef>
                <a:spcPct val="0"/>
              </a:spcBef>
              <a:buClrTx/>
              <a:buSzTx/>
              <a:buFontTx/>
              <a:buNone/>
            </a:pPr>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0483" name="Rectangle 2"/>
          <p:cNvSpPr>
            <a:spLocks noGrp="1"/>
          </p:cNvSpPr>
          <p:nvPr>
            <p:ph type="title"/>
          </p:nvPr>
        </p:nvSpPr>
        <p:spPr>
          <a:ln/>
        </p:spPr>
        <p:txBody>
          <a:bodyPr vert="horz" wrap="square" lIns="91440" tIns="45720" rIns="91440" bIns="45720" anchor="b" anchorCtr="0"/>
          <a:p>
            <a:pPr eaLnBrk="1" hangingPunct="1"/>
            <a:r>
              <a:rPr lang="en-US" altLang="zh-CN" sz="3200" dirty="0">
                <a:ea typeface="宋体" panose="02010600030101010101" pitchFamily="2" charset="-122"/>
              </a:rPr>
              <a:t>BIRCH (1996)</a:t>
            </a:r>
            <a:endParaRPr lang="zh-CN" altLang="en-US" sz="3200" dirty="0">
              <a:ea typeface="宋体" panose="02010600030101010101" pitchFamily="2" charset="-122"/>
            </a:endParaRPr>
          </a:p>
        </p:txBody>
      </p:sp>
      <p:sp>
        <p:nvSpPr>
          <p:cNvPr id="20484" name="Rectangle 3"/>
          <p:cNvSpPr>
            <a:spLocks noGrp="1"/>
          </p:cNvSpPr>
          <p:nvPr>
            <p:ph idx="1"/>
          </p:nvPr>
        </p:nvSpPr>
        <p:spPr>
          <a:xfrm>
            <a:off x="381000" y="1371600"/>
            <a:ext cx="8763000" cy="5105400"/>
          </a:xfrm>
          <a:ln/>
        </p:spPr>
        <p:txBody>
          <a:bodyPr vert="horz" wrap="square" lIns="91440" tIns="45720" rIns="91440" bIns="45720" anchor="t" anchorCtr="0"/>
          <a:p>
            <a:pPr eaLnBrk="1" hangingPunct="1"/>
            <a:r>
              <a:rPr lang="zh-CN" altLang="en-US" dirty="0">
                <a:ea typeface="宋体" panose="02010600030101010101" pitchFamily="2" charset="-122"/>
              </a:rPr>
              <a:t>当数据量很大时，聚合层次聚类算法因为其非线性的时间复杂度和巨大的</a:t>
            </a:r>
            <a:r>
              <a:rPr lang="en-US" altLang="zh-CN" dirty="0">
                <a:ea typeface="宋体" panose="02010600030101010101" pitchFamily="2" charset="-122"/>
              </a:rPr>
              <a:t>I/O</a:t>
            </a:r>
            <a:r>
              <a:rPr lang="zh-CN" altLang="en-US" dirty="0">
                <a:ea typeface="宋体" panose="02010600030101010101" pitchFamily="2" charset="-122"/>
              </a:rPr>
              <a:t>开销可能会崩溃。为此人们提出了能够适用于大数据量聚类的</a:t>
            </a:r>
            <a:r>
              <a:rPr lang="en-US" altLang="zh-CN" dirty="0">
                <a:ea typeface="宋体" panose="02010600030101010101" pitchFamily="2" charset="-122"/>
              </a:rPr>
              <a:t>BIRCH</a:t>
            </a:r>
            <a:r>
              <a:rPr lang="zh-CN" altLang="en-US" dirty="0">
                <a:ea typeface="宋体" panose="02010600030101010101" pitchFamily="2" charset="-122"/>
              </a:rPr>
              <a:t>算法。</a:t>
            </a:r>
            <a:endParaRPr lang="zh-CN" altLang="en-US" dirty="0">
              <a:ea typeface="宋体" panose="02010600030101010101" pitchFamily="2" charset="-122"/>
            </a:endParaRPr>
          </a:p>
          <a:p>
            <a:pPr eaLnBrk="1" hangingPunct="1"/>
            <a:endParaRPr lang="zh-CN" altLang="en-US" dirty="0">
              <a:ea typeface="宋体" panose="02010600030101010101" pitchFamily="2" charset="-122"/>
            </a:endParaRPr>
          </a:p>
          <a:p>
            <a:pPr eaLnBrk="1" hangingPunct="1"/>
            <a:r>
              <a:rPr lang="zh-CN" altLang="en-US" dirty="0">
                <a:ea typeface="宋体" panose="02010600030101010101" pitchFamily="2" charset="-122"/>
              </a:rPr>
              <a:t>该方法首先针对数据集进行预聚类</a:t>
            </a:r>
            <a:r>
              <a:rPr lang="en-US" altLang="zh-CN" dirty="0">
                <a:ea typeface="宋体" panose="02010600030101010101" pitchFamily="2" charset="-122"/>
              </a:rPr>
              <a:t>preclustering</a:t>
            </a:r>
            <a:r>
              <a:rPr lang="zh-CN" altLang="en-US" dirty="0">
                <a:ea typeface="宋体" panose="02010600030101010101" pitchFamily="2" charset="-122"/>
              </a:rPr>
              <a:t>），在预聚类的过程中，将数据密集的区域压缩成微族（</a:t>
            </a:r>
            <a:r>
              <a:rPr lang="en-US" altLang="zh-CN" dirty="0">
                <a:ea typeface="宋体" panose="02010600030101010101" pitchFamily="2" charset="-122"/>
              </a:rPr>
              <a:t>micro-cluster</a:t>
            </a:r>
            <a:r>
              <a:rPr lang="zh-CN" altLang="en-US" dirty="0">
                <a:ea typeface="宋体" panose="02010600030101010101" pitchFamily="2" charset="-122"/>
              </a:rPr>
              <a:t>），构建一个初始的内存</a:t>
            </a:r>
            <a:r>
              <a:rPr lang="en-US" altLang="zh-CN" dirty="0">
                <a:ea typeface="宋体" panose="02010600030101010101" pitchFamily="2" charset="-122"/>
              </a:rPr>
              <a:t>CF-Tree</a:t>
            </a:r>
            <a:r>
              <a:rPr lang="zh-CN" altLang="en-US" dirty="0">
                <a:ea typeface="宋体" panose="02010600030101010101" pitchFamily="2" charset="-122"/>
              </a:rPr>
              <a:t>，其保留了数据的内在的聚类特征。</a:t>
            </a:r>
            <a:endParaRPr lang="zh-CN" altLang="en-US" dirty="0">
              <a:ea typeface="宋体" panose="02010600030101010101" pitchFamily="2" charset="-122"/>
            </a:endParaRPr>
          </a:p>
          <a:p>
            <a:pPr eaLnBrk="1" hangingPunct="1"/>
            <a:r>
              <a:rPr lang="zh-CN" altLang="en-US" dirty="0">
                <a:ea typeface="宋体" panose="02010600030101010101" pitchFamily="2" charset="-122"/>
              </a:rPr>
              <a:t>然后采用基于</a:t>
            </a:r>
            <a:r>
              <a:rPr lang="en-US" altLang="zh-CN" dirty="0">
                <a:ea typeface="宋体" panose="02010600030101010101" pitchFamily="2" charset="-122"/>
              </a:rPr>
              <a:t>d</a:t>
            </a:r>
            <a:r>
              <a:rPr lang="en-US" altLang="zh-CN" baseline="-25000" dirty="0">
                <a:ea typeface="宋体" panose="02010600030101010101" pitchFamily="2" charset="-122"/>
              </a:rPr>
              <a:t>mean</a:t>
            </a:r>
            <a:r>
              <a:rPr lang="zh-CN" altLang="en-US" dirty="0">
                <a:ea typeface="宋体" panose="02010600030101010101" pitchFamily="2" charset="-122"/>
              </a:rPr>
              <a:t>的聚合层次聚类方法对所有的微族进行聚类（相对于原始数据，这时的数据集已经很小了）。</a:t>
            </a:r>
            <a:endParaRPr lang="zh-CN" altLang="en-US" dirty="0">
              <a:ea typeface="宋体" panose="02010600030101010101" pitchFamily="2" charset="-122"/>
            </a:endParaRPr>
          </a:p>
        </p:txBody>
      </p:sp>
    </p:spTree>
  </p:cSld>
  <p:clrMapOvr>
    <a:masterClrMapping/>
  </p:clrMapOvr>
  <p:transition>
    <p:zoom/>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灯片编号占位符 3"/>
          <p:cNvSpPr txBox="1">
            <a:spLocks noGrp="1"/>
          </p:cNvSpPr>
          <p:nvPr>
            <p:ph type="sldNum" sz="quarter" idx="10"/>
          </p:nvPr>
        </p:nvSpPr>
        <p:spPr>
          <a:ln/>
        </p:spPr>
        <p:txBody>
          <a:bodyPr anchor="b" anchorCtr="0"/>
          <a:p>
            <a:pPr marL="0" indent="0" algn="r" eaLnBrk="1" hangingPunct="1">
              <a:spcBef>
                <a:spcPct val="0"/>
              </a:spcBef>
              <a:buClrTx/>
              <a:buSzTx/>
              <a:buFontTx/>
              <a:buNone/>
            </a:pPr>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1507" name="Rectangle 2"/>
          <p:cNvSpPr>
            <a:spLocks noGrp="1"/>
          </p:cNvSpPr>
          <p:nvPr>
            <p:ph type="title"/>
          </p:nvPr>
        </p:nvSpPr>
        <p:spPr>
          <a:xfrm>
            <a:off x="893763" y="304800"/>
            <a:ext cx="7224712" cy="609600"/>
          </a:xfrm>
          <a:ln/>
        </p:spPr>
        <p:txBody>
          <a:bodyPr vert="horz" wrap="square" lIns="91440" tIns="45720" rIns="91440" bIns="45720" anchor="b" anchorCtr="0"/>
          <a:p>
            <a:pPr eaLnBrk="1" hangingPunct="1"/>
            <a:r>
              <a:rPr lang="en-US" altLang="zh-CN" dirty="0">
                <a:ea typeface="宋体" panose="02010600030101010101" pitchFamily="2" charset="-122"/>
              </a:rPr>
              <a:t>BIRCH (1996)</a:t>
            </a:r>
            <a:endParaRPr lang="en-US" altLang="zh-CN" sz="1800" dirty="0">
              <a:ea typeface="宋体" panose="02010600030101010101" pitchFamily="2" charset="-122"/>
            </a:endParaRPr>
          </a:p>
        </p:txBody>
      </p:sp>
      <p:sp>
        <p:nvSpPr>
          <p:cNvPr id="21508" name="Rectangle 3"/>
          <p:cNvSpPr>
            <a:spLocks noGrp="1"/>
          </p:cNvSpPr>
          <p:nvPr>
            <p:ph idx="1"/>
          </p:nvPr>
        </p:nvSpPr>
        <p:spPr>
          <a:xfrm>
            <a:off x="304800" y="1371600"/>
            <a:ext cx="8610600" cy="5029200"/>
          </a:xfrm>
          <a:ln/>
        </p:spPr>
        <p:txBody>
          <a:bodyPr vert="horz" wrap="square" lIns="91440" tIns="45720" rIns="91440" bIns="45720" anchor="t" anchorCtr="0"/>
          <a:p>
            <a:pPr eaLnBrk="1" hangingPunct="1">
              <a:lnSpc>
                <a:spcPct val="90000"/>
              </a:lnSpc>
              <a:spcBef>
                <a:spcPct val="50000"/>
              </a:spcBef>
            </a:pPr>
            <a:r>
              <a:rPr lang="en-US" altLang="zh-CN" sz="2400" dirty="0">
                <a:ea typeface="宋体" panose="02010600030101010101" pitchFamily="2" charset="-122"/>
              </a:rPr>
              <a:t>Birch: Balanced Iterative Reducing and Clustering using Hierarchies (Zhang, Ramakrishnan &amp; Livny, SIGMOD</a:t>
            </a:r>
            <a:r>
              <a:rPr lang="en-US" altLang="zh-CN" sz="2400" dirty="0">
                <a:latin typeface="Times New Roman" panose="02020603050405020304" pitchFamily="18" charset="0"/>
                <a:ea typeface="宋体" panose="02010600030101010101" pitchFamily="2" charset="-122"/>
              </a:rPr>
              <a:t>’</a:t>
            </a:r>
            <a:r>
              <a:rPr lang="en-US" altLang="zh-CN" sz="2400" dirty="0">
                <a:ea typeface="宋体" panose="02010600030101010101" pitchFamily="2" charset="-122"/>
              </a:rPr>
              <a:t>96)</a:t>
            </a:r>
            <a:endParaRPr lang="en-US" altLang="zh-CN" sz="2400" dirty="0">
              <a:ea typeface="宋体" panose="02010600030101010101" pitchFamily="2" charset="-122"/>
            </a:endParaRPr>
          </a:p>
          <a:p>
            <a:pPr eaLnBrk="1" hangingPunct="1">
              <a:lnSpc>
                <a:spcPct val="90000"/>
              </a:lnSpc>
              <a:spcBef>
                <a:spcPct val="50000"/>
              </a:spcBef>
            </a:pPr>
            <a:r>
              <a:rPr lang="en-US" altLang="zh-CN" sz="2400" dirty="0">
                <a:ea typeface="宋体" panose="02010600030101010101" pitchFamily="2" charset="-122"/>
              </a:rPr>
              <a:t>Incrementally construct a CF (Clustering Feature) tree, a hierarchical data structure for multiphase clustering</a:t>
            </a:r>
            <a:endParaRPr lang="en-US" altLang="zh-CN" sz="2400" dirty="0">
              <a:ea typeface="宋体" panose="02010600030101010101" pitchFamily="2" charset="-122"/>
            </a:endParaRPr>
          </a:p>
          <a:p>
            <a:pPr lvl="1" eaLnBrk="1" hangingPunct="1">
              <a:lnSpc>
                <a:spcPct val="90000"/>
              </a:lnSpc>
              <a:spcBef>
                <a:spcPct val="50000"/>
              </a:spcBef>
            </a:pPr>
            <a:r>
              <a:rPr lang="en-US" altLang="zh-CN" sz="2400" dirty="0">
                <a:ea typeface="宋体" panose="02010600030101010101" pitchFamily="2" charset="-122"/>
              </a:rPr>
              <a:t>Phase 1: scan DB to build an initial in-memory CF tree (a multi-level compression of the data that tries to preserve the inherent clustering structure of the data)  </a:t>
            </a:r>
            <a:endParaRPr lang="en-US" altLang="zh-CN" sz="2400" dirty="0">
              <a:ea typeface="宋体" panose="02010600030101010101" pitchFamily="2" charset="-122"/>
            </a:endParaRPr>
          </a:p>
          <a:p>
            <a:pPr lvl="1" eaLnBrk="1" hangingPunct="1">
              <a:lnSpc>
                <a:spcPct val="90000"/>
              </a:lnSpc>
              <a:spcBef>
                <a:spcPct val="50000"/>
              </a:spcBef>
            </a:pPr>
            <a:r>
              <a:rPr lang="en-US" altLang="zh-CN" sz="2400" dirty="0">
                <a:ea typeface="宋体" panose="02010600030101010101" pitchFamily="2" charset="-122"/>
              </a:rPr>
              <a:t>Phase 2: use an arbitrary clustering algorithm to cluster the leaf nodes of the CF-tree </a:t>
            </a:r>
            <a:endParaRPr lang="en-US" altLang="zh-CN" sz="2400" i="1" dirty="0">
              <a:ea typeface="宋体" panose="02010600030101010101" pitchFamily="2" charset="-122"/>
            </a:endParaRPr>
          </a:p>
          <a:p>
            <a:pPr eaLnBrk="1" hangingPunct="1">
              <a:lnSpc>
                <a:spcPct val="90000"/>
              </a:lnSpc>
              <a:spcBef>
                <a:spcPct val="50000"/>
              </a:spcBef>
            </a:pPr>
            <a:r>
              <a:rPr lang="en-US" altLang="zh-CN" sz="2400" i="1" dirty="0">
                <a:ea typeface="宋体" panose="02010600030101010101" pitchFamily="2" charset="-122"/>
              </a:rPr>
              <a:t>Scales linearly</a:t>
            </a:r>
            <a:r>
              <a:rPr lang="en-US" altLang="zh-CN" sz="2400" dirty="0">
                <a:ea typeface="宋体" panose="02010600030101010101" pitchFamily="2" charset="-122"/>
              </a:rPr>
              <a:t>: finds a good clustering with a single scan and improves the quality with a few additional scans</a:t>
            </a:r>
            <a:endParaRPr lang="en-US" altLang="zh-CN" sz="2400" dirty="0">
              <a:ea typeface="宋体" panose="02010600030101010101" pitchFamily="2" charset="-122"/>
            </a:endParaRPr>
          </a:p>
          <a:p>
            <a:pPr eaLnBrk="1" hangingPunct="1">
              <a:lnSpc>
                <a:spcPct val="90000"/>
              </a:lnSpc>
              <a:spcBef>
                <a:spcPct val="50000"/>
              </a:spcBef>
            </a:pPr>
            <a:r>
              <a:rPr lang="en-US" altLang="zh-CN" sz="2400" i="1" dirty="0">
                <a:ea typeface="宋体" panose="02010600030101010101" pitchFamily="2" charset="-122"/>
              </a:rPr>
              <a:t>Weakness:</a:t>
            </a:r>
            <a:r>
              <a:rPr lang="en-US" altLang="zh-CN" sz="2400" dirty="0">
                <a:ea typeface="宋体" panose="02010600030101010101" pitchFamily="2" charset="-122"/>
              </a:rPr>
              <a:t> handles only numeric data, and sensitive to the order of the data record.</a:t>
            </a:r>
            <a:endParaRPr lang="en-US" altLang="zh-CN" sz="2400" dirty="0">
              <a:ea typeface="宋体" panose="02010600030101010101" pitchFamily="2" charset="-122"/>
            </a:endParaRPr>
          </a:p>
        </p:txBody>
      </p:sp>
    </p:spTree>
  </p:cSld>
  <p:clrMapOvr>
    <a:masterClrMapping/>
  </p:clrMapOvr>
  <p:transition>
    <p:zoom/>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灯片编号占位符 1"/>
          <p:cNvSpPr txBox="1">
            <a:spLocks noGrp="1"/>
          </p:cNvSpPr>
          <p:nvPr>
            <p:ph type="sldNum" sz="quarter" idx="10"/>
          </p:nvPr>
        </p:nvSpPr>
        <p:spPr>
          <a:ln/>
        </p:spPr>
        <p:txBody>
          <a:bodyPr anchor="b" anchorCtr="0"/>
          <a:p>
            <a:pPr marL="0" indent="0" algn="r" eaLnBrk="1" hangingPunct="1">
              <a:spcBef>
                <a:spcPct val="0"/>
              </a:spcBef>
              <a:buClrTx/>
              <a:buSzTx/>
              <a:buFontTx/>
              <a:buNone/>
            </a:pPr>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2531" name="日期占位符 3"/>
          <p:cNvSpPr txBox="1">
            <a:spLocks noGrp="1"/>
          </p:cNvSpPr>
          <p:nvPr/>
        </p:nvSpPr>
        <p:spPr>
          <a:xfrm>
            <a:off x="457200" y="6245225"/>
            <a:ext cx="2133600" cy="476250"/>
          </a:xfrm>
          <a:prstGeom prst="rect">
            <a:avLst/>
          </a:prstGeom>
          <a:noFill/>
          <a:ln w="9525">
            <a:noFill/>
          </a:ln>
        </p:spPr>
        <p:txBody>
          <a:bodyPr lIns="64258" tIns="32128" rIns="64258" bIns="32128"/>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defTabSz="643255" eaLnBrk="1" hangingPunct="1">
              <a:spcBef>
                <a:spcPct val="0"/>
              </a:spcBef>
              <a:buClrTx/>
              <a:buSzTx/>
              <a:buFontTx/>
              <a:buNone/>
            </a:pPr>
            <a:fld id="{BB962C8B-B14F-4D97-AF65-F5344CB8AC3E}" type="datetime4">
              <a:rPr lang="en-US" altLang="zh-CN" sz="1000" dirty="0">
                <a:latin typeface="Times" pitchFamily="34" charset="0"/>
                <a:ea typeface="宋体" panose="02010600030101010101" pitchFamily="2" charset="-122"/>
              </a:rPr>
            </a:fld>
            <a:endParaRPr lang="en-US" altLang="zh-CN" sz="1000" dirty="0">
              <a:latin typeface="Times" pitchFamily="34" charset="0"/>
              <a:ea typeface="宋体" panose="02010600030101010101" pitchFamily="2" charset="-122"/>
            </a:endParaRPr>
          </a:p>
        </p:txBody>
      </p:sp>
      <p:sp>
        <p:nvSpPr>
          <p:cNvPr id="22532" name="灯片编号占位符 4"/>
          <p:cNvSpPr txBox="1">
            <a:spLocks noGrp="1"/>
          </p:cNvSpPr>
          <p:nvPr/>
        </p:nvSpPr>
        <p:spPr>
          <a:xfrm>
            <a:off x="6553200" y="6245225"/>
            <a:ext cx="2133600" cy="476250"/>
          </a:xfrm>
          <a:prstGeom prst="rect">
            <a:avLst/>
          </a:prstGeom>
          <a:noFill/>
          <a:ln w="9525">
            <a:noFill/>
          </a:ln>
        </p:spPr>
        <p:txBody>
          <a:bodyPr lIns="64258" tIns="32128" rIns="64258" bIns="32128"/>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r" defTabSz="643255" eaLnBrk="1" hangingPunct="1">
              <a:spcBef>
                <a:spcPct val="0"/>
              </a:spcBef>
              <a:buClrTx/>
              <a:buSzTx/>
              <a:buFontTx/>
              <a:buNone/>
            </a:pPr>
            <a:fld id="{9A0DB2DC-4C9A-4742-B13C-FB6460FD3503}" type="slidenum">
              <a:rPr lang="zh-CN" altLang="en-US" sz="1000" dirty="0">
                <a:latin typeface="Times" pitchFamily="34" charset="0"/>
                <a:ea typeface="宋体" panose="02010600030101010101" pitchFamily="2" charset="-122"/>
              </a:rPr>
            </a:fld>
            <a:endParaRPr lang="zh-CN" altLang="en-US" sz="1000" dirty="0">
              <a:latin typeface="Times" pitchFamily="34" charset="0"/>
              <a:ea typeface="宋体" panose="02010600030101010101" pitchFamily="2" charset="-122"/>
            </a:endParaRPr>
          </a:p>
        </p:txBody>
      </p:sp>
      <p:sp>
        <p:nvSpPr>
          <p:cNvPr id="22533" name="Rectangle 1"/>
          <p:cNvSpPr/>
          <p:nvPr>
            <p:ph type="title" idx="4294967295"/>
          </p:nvPr>
        </p:nvSpPr>
        <p:spPr>
          <a:ln/>
        </p:spPr>
        <p:txBody>
          <a:bodyPr vert="horz" wrap="square" lIns="64258" tIns="32128" rIns="64258" bIns="32128" anchor="ctr" anchorCtr="0"/>
          <a:p>
            <a:pPr marL="25400" indent="0" defTabSz="914400" eaLnBrk="1" hangingPunct="1">
              <a:tabLst>
                <a:tab pos="1538605" algn="l"/>
              </a:tabLst>
            </a:pPr>
            <a:r>
              <a:rPr lang="en-US" altLang="zh-CN" sz="3000" dirty="0">
                <a:ea typeface="宋体" panose="02010600030101010101" pitchFamily="2" charset="-122"/>
              </a:rPr>
              <a:t>Similarity Metric(1)</a:t>
            </a:r>
            <a:endParaRPr lang="en-US" altLang="zh-CN" sz="3000" dirty="0">
              <a:ea typeface="宋体" panose="02010600030101010101" pitchFamily="2" charset="-122"/>
            </a:endParaRPr>
          </a:p>
        </p:txBody>
      </p:sp>
      <p:pic>
        <p:nvPicPr>
          <p:cNvPr id="22534" name="Picture 2"/>
          <p:cNvPicPr>
            <a:picLocks noChangeAspect="1"/>
          </p:cNvPicPr>
          <p:nvPr/>
        </p:nvPicPr>
        <p:blipFill>
          <a:blip r:embed="rId1"/>
          <a:stretch>
            <a:fillRect/>
          </a:stretch>
        </p:blipFill>
        <p:spPr>
          <a:xfrm>
            <a:off x="2428875" y="3803650"/>
            <a:ext cx="3322638" cy="730250"/>
          </a:xfrm>
          <a:prstGeom prst="rect">
            <a:avLst/>
          </a:prstGeom>
          <a:noFill/>
          <a:ln w="25400">
            <a:noFill/>
          </a:ln>
        </p:spPr>
      </p:pic>
      <p:pic>
        <p:nvPicPr>
          <p:cNvPr id="22535" name="Picture 3"/>
          <p:cNvPicPr>
            <a:picLocks noChangeAspect="1"/>
          </p:cNvPicPr>
          <p:nvPr/>
        </p:nvPicPr>
        <p:blipFill>
          <a:blip r:embed="rId2"/>
          <a:stretch>
            <a:fillRect/>
          </a:stretch>
        </p:blipFill>
        <p:spPr>
          <a:xfrm>
            <a:off x="2374900" y="5197475"/>
            <a:ext cx="4125913" cy="850900"/>
          </a:xfrm>
          <a:prstGeom prst="rect">
            <a:avLst/>
          </a:prstGeom>
          <a:noFill/>
          <a:ln w="25400">
            <a:noFill/>
          </a:ln>
        </p:spPr>
      </p:pic>
      <p:sp>
        <p:nvSpPr>
          <p:cNvPr id="22536" name="Text Box 4"/>
          <p:cNvSpPr txBox="1"/>
          <p:nvPr/>
        </p:nvSpPr>
        <p:spPr>
          <a:xfrm>
            <a:off x="696913" y="1768475"/>
            <a:ext cx="7464425" cy="469900"/>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defTabSz="643255" eaLnBrk="1" hangingPunct="1">
              <a:spcBef>
                <a:spcPct val="0"/>
              </a:spcBef>
              <a:buClrTx/>
              <a:buSzTx/>
              <a:buFontTx/>
              <a:buNone/>
              <a:tabLst>
                <a:tab pos="892175" algn="l"/>
              </a:tabLst>
            </a:pPr>
            <a:r>
              <a:rPr lang="en-US" altLang="zh-CN" sz="3100" i="1" dirty="0">
                <a:latin typeface="Times" pitchFamily="34" charset="0"/>
                <a:ea typeface="宋体" panose="02010600030101010101" pitchFamily="2" charset="-122"/>
              </a:rPr>
              <a:t>Given a cluster of instances        , we define:</a:t>
            </a:r>
            <a:endParaRPr lang="en-US" altLang="zh-CN" sz="3100" i="1" dirty="0">
              <a:latin typeface="Times" pitchFamily="34" charset="0"/>
              <a:ea typeface="宋体" panose="02010600030101010101" pitchFamily="2" charset="-122"/>
            </a:endParaRPr>
          </a:p>
        </p:txBody>
      </p:sp>
      <p:pic>
        <p:nvPicPr>
          <p:cNvPr id="22537" name="Picture 5"/>
          <p:cNvPicPr>
            <a:picLocks noChangeAspect="1"/>
          </p:cNvPicPr>
          <p:nvPr/>
        </p:nvPicPr>
        <p:blipFill>
          <a:blip r:embed="rId3"/>
          <a:stretch>
            <a:fillRect/>
          </a:stretch>
        </p:blipFill>
        <p:spPr>
          <a:xfrm>
            <a:off x="2482850" y="2411413"/>
            <a:ext cx="1874838" cy="679450"/>
          </a:xfrm>
          <a:prstGeom prst="rect">
            <a:avLst/>
          </a:prstGeom>
          <a:noFill/>
          <a:ln w="25400">
            <a:noFill/>
          </a:ln>
        </p:spPr>
      </p:pic>
      <p:pic>
        <p:nvPicPr>
          <p:cNvPr id="22538" name="Picture 6"/>
          <p:cNvPicPr>
            <a:picLocks noChangeAspect="1"/>
          </p:cNvPicPr>
          <p:nvPr/>
        </p:nvPicPr>
        <p:blipFill>
          <a:blip r:embed="rId4"/>
          <a:stretch>
            <a:fillRect/>
          </a:stretch>
        </p:blipFill>
        <p:spPr>
          <a:xfrm>
            <a:off x="5105400" y="2179638"/>
            <a:ext cx="795338" cy="411162"/>
          </a:xfrm>
          <a:prstGeom prst="rect">
            <a:avLst/>
          </a:prstGeom>
          <a:noFill/>
          <a:ln w="25400">
            <a:noFill/>
          </a:ln>
        </p:spPr>
      </p:pic>
      <p:sp>
        <p:nvSpPr>
          <p:cNvPr id="22539" name="Text Box 8"/>
          <p:cNvSpPr txBox="1"/>
          <p:nvPr/>
        </p:nvSpPr>
        <p:spPr>
          <a:xfrm>
            <a:off x="874713" y="2560638"/>
            <a:ext cx="1982787" cy="385762"/>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defTabSz="643255" eaLnBrk="1" hangingPunct="1">
              <a:spcBef>
                <a:spcPct val="0"/>
              </a:spcBef>
              <a:buClrTx/>
              <a:buSzTx/>
              <a:buFontTx/>
              <a:buNone/>
              <a:tabLst>
                <a:tab pos="892175" algn="l"/>
              </a:tabLst>
            </a:pPr>
            <a:r>
              <a:rPr lang="en-US" altLang="zh-CN" sz="2500" b="1" i="1" dirty="0">
                <a:solidFill>
                  <a:srgbClr val="FF0000"/>
                </a:solidFill>
                <a:latin typeface="Times" pitchFamily="34" charset="0"/>
                <a:ea typeface="宋体" panose="02010600030101010101" pitchFamily="2" charset="-122"/>
              </a:rPr>
              <a:t>Centroid:</a:t>
            </a:r>
            <a:endParaRPr lang="en-US" altLang="zh-CN" sz="2500" i="1" dirty="0">
              <a:latin typeface="Times" pitchFamily="34" charset="0"/>
              <a:ea typeface="宋体" panose="02010600030101010101" pitchFamily="2" charset="-122"/>
            </a:endParaRPr>
          </a:p>
        </p:txBody>
      </p:sp>
      <p:sp>
        <p:nvSpPr>
          <p:cNvPr id="22540" name="Text Box 9"/>
          <p:cNvSpPr txBox="1"/>
          <p:nvPr/>
        </p:nvSpPr>
        <p:spPr>
          <a:xfrm>
            <a:off x="874713" y="3309938"/>
            <a:ext cx="7554912" cy="387350"/>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defTabSz="643255" eaLnBrk="1" hangingPunct="1">
              <a:spcBef>
                <a:spcPct val="0"/>
              </a:spcBef>
              <a:buClrTx/>
              <a:buSzTx/>
              <a:buFontTx/>
              <a:buNone/>
              <a:tabLst>
                <a:tab pos="892175" algn="l"/>
              </a:tabLst>
            </a:pPr>
            <a:r>
              <a:rPr lang="en-US" altLang="zh-CN" sz="2500" b="1" i="1" dirty="0">
                <a:solidFill>
                  <a:srgbClr val="FF0000"/>
                </a:solidFill>
                <a:latin typeface="Times" pitchFamily="34" charset="0"/>
                <a:ea typeface="宋体" panose="02010600030101010101" pitchFamily="2" charset="-122"/>
              </a:rPr>
              <a:t>Radius: </a:t>
            </a:r>
            <a:r>
              <a:rPr lang="en-US" altLang="zh-CN" sz="2500" i="1" dirty="0">
                <a:latin typeface="Times" pitchFamily="34" charset="0"/>
                <a:ea typeface="宋体" panose="02010600030101010101" pitchFamily="2" charset="-122"/>
              </a:rPr>
              <a:t>average distance from member points to centroid</a:t>
            </a:r>
            <a:endParaRPr lang="en-US" altLang="zh-CN" sz="2500" i="1" dirty="0">
              <a:latin typeface="Times" pitchFamily="34" charset="0"/>
              <a:ea typeface="宋体" panose="02010600030101010101" pitchFamily="2" charset="-122"/>
            </a:endParaRPr>
          </a:p>
        </p:txBody>
      </p:sp>
      <p:sp>
        <p:nvSpPr>
          <p:cNvPr id="22541" name="Text Box 10"/>
          <p:cNvSpPr txBox="1"/>
          <p:nvPr/>
        </p:nvSpPr>
        <p:spPr>
          <a:xfrm>
            <a:off x="874713" y="4714875"/>
            <a:ext cx="7823200" cy="385763"/>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defTabSz="643255" eaLnBrk="1" hangingPunct="1">
              <a:spcBef>
                <a:spcPct val="0"/>
              </a:spcBef>
              <a:buClrTx/>
              <a:buSzTx/>
              <a:buFontTx/>
              <a:buNone/>
              <a:tabLst>
                <a:tab pos="892175" algn="l"/>
              </a:tabLst>
            </a:pPr>
            <a:r>
              <a:rPr lang="en-US" altLang="zh-CN" sz="2500" b="1" i="1" dirty="0">
                <a:solidFill>
                  <a:srgbClr val="FF0000"/>
                </a:solidFill>
                <a:latin typeface="Times" pitchFamily="34" charset="0"/>
                <a:ea typeface="宋体" panose="02010600030101010101" pitchFamily="2" charset="-122"/>
              </a:rPr>
              <a:t>Diameter: </a:t>
            </a:r>
            <a:r>
              <a:rPr lang="en-US" altLang="zh-CN" sz="2500" i="1" dirty="0">
                <a:latin typeface="Times" pitchFamily="34" charset="0"/>
                <a:ea typeface="宋体" panose="02010600030101010101" pitchFamily="2" charset="-122"/>
              </a:rPr>
              <a:t>average pair-wise distance within a cluster</a:t>
            </a:r>
            <a:endParaRPr lang="en-US" altLang="zh-CN" sz="2500" i="1" dirty="0">
              <a:latin typeface="Times" pitchFamily="34" charset="0"/>
              <a:ea typeface="宋体" panose="02010600030101010101" pitchFamily="2" charset="-122"/>
            </a:endParaRPr>
          </a:p>
        </p:txBody>
      </p:sp>
    </p:spTree>
  </p:cSld>
  <p:clrMapOvr>
    <a:masterClrMapping/>
  </p:clrMapOvr>
  <p:transition>
    <p:zoom/>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灯片编号占位符 1"/>
          <p:cNvSpPr txBox="1">
            <a:spLocks noGrp="1"/>
          </p:cNvSpPr>
          <p:nvPr>
            <p:ph type="sldNum" sz="quarter" idx="10"/>
          </p:nvPr>
        </p:nvSpPr>
        <p:spPr>
          <a:ln/>
        </p:spPr>
        <p:txBody>
          <a:bodyPr anchor="b" anchorCtr="0"/>
          <a:p>
            <a:pPr marL="0" indent="0" algn="r" eaLnBrk="1" hangingPunct="1">
              <a:spcBef>
                <a:spcPct val="0"/>
              </a:spcBef>
              <a:buClrTx/>
              <a:buSzTx/>
              <a:buFontTx/>
              <a:buNone/>
            </a:pPr>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4579" name="标题 1"/>
          <p:cNvSpPr>
            <a:spLocks noGrp="1"/>
          </p:cNvSpPr>
          <p:nvPr>
            <p:ph type="title" idx="4294967295"/>
          </p:nvPr>
        </p:nvSpPr>
        <p:spPr>
          <a:ln/>
        </p:spPr>
        <p:txBody>
          <a:bodyPr vert="horz" wrap="square" lIns="64258" tIns="32128" rIns="64258" bIns="32128" anchor="ctr" anchorCtr="0"/>
          <a:p>
            <a:pPr eaLnBrk="1" hangingPunct="1"/>
            <a:r>
              <a:rPr lang="en-US" altLang="zh-CN" sz="3800" dirty="0">
                <a:ea typeface="宋体" panose="02010600030101010101" pitchFamily="2" charset="-122"/>
              </a:rPr>
              <a:t>Similarity Metric(2)</a:t>
            </a:r>
            <a:endParaRPr lang="zh-CN" altLang="en-US" dirty="0">
              <a:ea typeface="宋体" panose="02010600030101010101" pitchFamily="2" charset="-122"/>
            </a:endParaRPr>
          </a:p>
        </p:txBody>
      </p:sp>
      <p:sp>
        <p:nvSpPr>
          <p:cNvPr id="24580" name="内容占位符 2"/>
          <p:cNvSpPr>
            <a:spLocks noGrp="1"/>
          </p:cNvSpPr>
          <p:nvPr>
            <p:ph idx="1"/>
          </p:nvPr>
        </p:nvSpPr>
        <p:spPr>
          <a:xfrm>
            <a:off x="500063" y="1822450"/>
            <a:ext cx="7743825" cy="3927475"/>
          </a:xfrm>
          <a:ln/>
        </p:spPr>
        <p:txBody>
          <a:bodyPr vert="horz" wrap="square" lIns="64258" tIns="32128" rIns="64258" bIns="32128" anchor="ctr" anchorCtr="0"/>
          <a:p>
            <a:pPr marL="678180" indent="-527050" eaLnBrk="1" hangingPunct="1">
              <a:buNone/>
            </a:pPr>
            <a:r>
              <a:rPr lang="en-US" altLang="zh-CN" sz="2000" dirty="0">
                <a:ea typeface="宋体" panose="02010600030101010101" pitchFamily="2" charset="-122"/>
              </a:rPr>
              <a:t>centroid Euclidean distance:</a:t>
            </a:r>
            <a:endParaRPr lang="en-US" altLang="zh-CN" sz="2000" dirty="0">
              <a:ea typeface="宋体" panose="02010600030101010101" pitchFamily="2" charset="-122"/>
            </a:endParaRPr>
          </a:p>
          <a:p>
            <a:pPr marL="678180" indent="-527050" eaLnBrk="1" hangingPunct="1">
              <a:buNone/>
            </a:pPr>
            <a:endParaRPr lang="en-US" altLang="zh-CN" sz="2000" dirty="0">
              <a:ea typeface="宋体" panose="02010600030101010101" pitchFamily="2" charset="-122"/>
            </a:endParaRPr>
          </a:p>
          <a:p>
            <a:pPr marL="678180" indent="-527050" eaLnBrk="1" hangingPunct="1">
              <a:buNone/>
            </a:pPr>
            <a:r>
              <a:rPr lang="en-US" altLang="zh-CN" sz="2000" dirty="0">
                <a:ea typeface="宋体" panose="02010600030101010101" pitchFamily="2" charset="-122"/>
              </a:rPr>
              <a:t>centroid Manhattan distance:</a:t>
            </a:r>
            <a:endParaRPr lang="en-US" altLang="zh-CN" sz="2000" dirty="0">
              <a:ea typeface="宋体" panose="02010600030101010101" pitchFamily="2" charset="-122"/>
            </a:endParaRPr>
          </a:p>
          <a:p>
            <a:pPr marL="678180" indent="-527050" eaLnBrk="1" hangingPunct="1">
              <a:buNone/>
            </a:pPr>
            <a:endParaRPr lang="en-US" altLang="zh-CN" sz="2000" dirty="0">
              <a:ea typeface="宋体" panose="02010600030101010101" pitchFamily="2" charset="-122"/>
            </a:endParaRPr>
          </a:p>
          <a:p>
            <a:pPr marL="678180" indent="-527050" eaLnBrk="1" hangingPunct="1">
              <a:buNone/>
            </a:pPr>
            <a:endParaRPr lang="en-US" altLang="zh-CN" sz="2000" dirty="0">
              <a:ea typeface="宋体" panose="02010600030101010101" pitchFamily="2" charset="-122"/>
            </a:endParaRPr>
          </a:p>
          <a:p>
            <a:pPr marL="678180" indent="-527050" eaLnBrk="1" hangingPunct="1">
              <a:buNone/>
            </a:pPr>
            <a:r>
              <a:rPr lang="en-US" altLang="zh-CN" sz="2000" dirty="0">
                <a:ea typeface="宋体" panose="02010600030101010101" pitchFamily="2" charset="-122"/>
              </a:rPr>
              <a:t>average inter-cluster:</a:t>
            </a:r>
            <a:endParaRPr lang="en-US" altLang="zh-CN" sz="2000" dirty="0">
              <a:ea typeface="宋体" panose="02010600030101010101" pitchFamily="2" charset="-122"/>
            </a:endParaRPr>
          </a:p>
          <a:p>
            <a:pPr marL="678180" indent="-527050" eaLnBrk="1" hangingPunct="1">
              <a:buNone/>
            </a:pPr>
            <a:endParaRPr lang="en-US" altLang="zh-CN" sz="2000" dirty="0">
              <a:ea typeface="宋体" panose="02010600030101010101" pitchFamily="2" charset="-122"/>
            </a:endParaRPr>
          </a:p>
          <a:p>
            <a:pPr marL="678180" indent="-527050" eaLnBrk="1" hangingPunct="1">
              <a:buNone/>
            </a:pPr>
            <a:r>
              <a:rPr lang="en-US" altLang="zh-CN" sz="2000" dirty="0">
                <a:ea typeface="宋体" panose="02010600030101010101" pitchFamily="2" charset="-122"/>
              </a:rPr>
              <a:t>average intra-cluster:</a:t>
            </a:r>
            <a:endParaRPr lang="en-US" altLang="zh-CN" sz="2000" dirty="0">
              <a:ea typeface="宋体" panose="02010600030101010101" pitchFamily="2" charset="-122"/>
            </a:endParaRPr>
          </a:p>
          <a:p>
            <a:pPr marL="678180" indent="-527050" eaLnBrk="1" hangingPunct="1">
              <a:buNone/>
            </a:pPr>
            <a:endParaRPr lang="en-US" altLang="zh-CN" sz="2000" dirty="0">
              <a:ea typeface="宋体" panose="02010600030101010101" pitchFamily="2" charset="-122"/>
            </a:endParaRPr>
          </a:p>
          <a:p>
            <a:pPr marL="678180" indent="-527050" eaLnBrk="1" hangingPunct="1">
              <a:buNone/>
            </a:pPr>
            <a:r>
              <a:rPr lang="en-US" altLang="zh-CN" sz="2000" dirty="0">
                <a:ea typeface="宋体" panose="02010600030101010101" pitchFamily="2" charset="-122"/>
              </a:rPr>
              <a:t>variance increase</a:t>
            </a:r>
            <a:r>
              <a:rPr lang="en-US" altLang="zh-CN" sz="2000" b="1" dirty="0">
                <a:ea typeface="宋体" panose="02010600030101010101" pitchFamily="2" charset="-122"/>
              </a:rPr>
              <a:t>:</a:t>
            </a:r>
            <a:endParaRPr lang="zh-CN" altLang="en-US" sz="2000" dirty="0">
              <a:ea typeface="宋体" panose="02010600030101010101" pitchFamily="2" charset="-122"/>
            </a:endParaRPr>
          </a:p>
        </p:txBody>
      </p:sp>
      <p:sp>
        <p:nvSpPr>
          <p:cNvPr id="24581" name="日期占位符 3"/>
          <p:cNvSpPr txBox="1">
            <a:spLocks noGrp="1"/>
          </p:cNvSpPr>
          <p:nvPr/>
        </p:nvSpPr>
        <p:spPr>
          <a:xfrm>
            <a:off x="457200" y="6245225"/>
            <a:ext cx="2133600" cy="476250"/>
          </a:xfrm>
          <a:prstGeom prst="rect">
            <a:avLst/>
          </a:prstGeom>
          <a:noFill/>
          <a:ln w="9525">
            <a:noFill/>
          </a:ln>
        </p:spPr>
        <p:txBody>
          <a:bodyPr lIns="64258" tIns="32128" rIns="64258" bIns="32128"/>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defTabSz="643255" eaLnBrk="1" hangingPunct="1">
              <a:spcBef>
                <a:spcPct val="0"/>
              </a:spcBef>
              <a:buClrTx/>
              <a:buSzTx/>
              <a:buFontTx/>
              <a:buNone/>
            </a:pPr>
            <a:fld id="{BB962C8B-B14F-4D97-AF65-F5344CB8AC3E}" type="datetime4">
              <a:rPr lang="en-US" altLang="zh-CN" sz="1000" dirty="0">
                <a:latin typeface="Times" pitchFamily="34" charset="0"/>
                <a:ea typeface="宋体" panose="02010600030101010101" pitchFamily="2" charset="-122"/>
              </a:rPr>
            </a:fld>
            <a:endParaRPr lang="en-US" altLang="zh-CN" sz="1000" dirty="0">
              <a:latin typeface="Times" pitchFamily="34" charset="0"/>
              <a:ea typeface="宋体" panose="02010600030101010101" pitchFamily="2" charset="-122"/>
            </a:endParaRPr>
          </a:p>
        </p:txBody>
      </p:sp>
      <p:sp>
        <p:nvSpPr>
          <p:cNvPr id="24582" name="灯片编号占位符 4"/>
          <p:cNvSpPr txBox="1">
            <a:spLocks noGrp="1"/>
          </p:cNvSpPr>
          <p:nvPr/>
        </p:nvSpPr>
        <p:spPr>
          <a:xfrm>
            <a:off x="6553200" y="6245225"/>
            <a:ext cx="2133600" cy="476250"/>
          </a:xfrm>
          <a:prstGeom prst="rect">
            <a:avLst/>
          </a:prstGeom>
          <a:noFill/>
          <a:ln w="9525">
            <a:noFill/>
          </a:ln>
        </p:spPr>
        <p:txBody>
          <a:bodyPr lIns="64258" tIns="32128" rIns="64258" bIns="32128"/>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r" defTabSz="643255" eaLnBrk="1" hangingPunct="1">
              <a:spcBef>
                <a:spcPct val="0"/>
              </a:spcBef>
              <a:buClrTx/>
              <a:buSzTx/>
              <a:buFontTx/>
              <a:buNone/>
            </a:pPr>
            <a:fld id="{9A0DB2DC-4C9A-4742-B13C-FB6460FD3503}" type="slidenum">
              <a:rPr lang="zh-CN" altLang="en-US" sz="1000" dirty="0">
                <a:latin typeface="Times" pitchFamily="34" charset="0"/>
                <a:ea typeface="宋体" panose="02010600030101010101" pitchFamily="2" charset="-122"/>
              </a:rPr>
            </a:fld>
            <a:endParaRPr lang="zh-CN" altLang="en-US" sz="1000" dirty="0">
              <a:latin typeface="Times" pitchFamily="34" charset="0"/>
              <a:ea typeface="宋体" panose="02010600030101010101" pitchFamily="2" charset="-122"/>
            </a:endParaRPr>
          </a:p>
        </p:txBody>
      </p:sp>
      <p:pic>
        <p:nvPicPr>
          <p:cNvPr id="24583" name="Picture 3"/>
          <p:cNvPicPr>
            <a:picLocks noChangeAspect="1"/>
          </p:cNvPicPr>
          <p:nvPr/>
        </p:nvPicPr>
        <p:blipFill>
          <a:blip r:embed="rId1"/>
          <a:stretch>
            <a:fillRect/>
          </a:stretch>
        </p:blipFill>
        <p:spPr>
          <a:xfrm>
            <a:off x="5214938" y="2036763"/>
            <a:ext cx="3000375" cy="419100"/>
          </a:xfrm>
          <a:prstGeom prst="rect">
            <a:avLst/>
          </a:prstGeom>
          <a:noFill/>
          <a:ln w="25400">
            <a:noFill/>
          </a:ln>
        </p:spPr>
      </p:pic>
      <p:pic>
        <p:nvPicPr>
          <p:cNvPr id="24584" name="Picture 4"/>
          <p:cNvPicPr>
            <a:picLocks noChangeAspect="1"/>
          </p:cNvPicPr>
          <p:nvPr/>
        </p:nvPicPr>
        <p:blipFill>
          <a:blip r:embed="rId2"/>
          <a:stretch>
            <a:fillRect/>
          </a:stretch>
        </p:blipFill>
        <p:spPr>
          <a:xfrm>
            <a:off x="5160963" y="2465388"/>
            <a:ext cx="3751262" cy="954087"/>
          </a:xfrm>
          <a:prstGeom prst="rect">
            <a:avLst/>
          </a:prstGeom>
          <a:noFill/>
          <a:ln w="25400">
            <a:noFill/>
          </a:ln>
        </p:spPr>
      </p:pic>
      <p:pic>
        <p:nvPicPr>
          <p:cNvPr id="24585" name="Picture 2"/>
          <p:cNvPicPr>
            <a:picLocks noChangeAspect="1"/>
          </p:cNvPicPr>
          <p:nvPr/>
        </p:nvPicPr>
        <p:blipFill>
          <a:blip r:embed="rId3"/>
          <a:stretch>
            <a:fillRect/>
          </a:stretch>
        </p:blipFill>
        <p:spPr>
          <a:xfrm>
            <a:off x="4465638" y="3643313"/>
            <a:ext cx="3881437" cy="665162"/>
          </a:xfrm>
          <a:prstGeom prst="rect">
            <a:avLst/>
          </a:prstGeom>
          <a:noFill/>
          <a:ln w="25400">
            <a:noFill/>
          </a:ln>
        </p:spPr>
      </p:pic>
      <p:pic>
        <p:nvPicPr>
          <p:cNvPr id="24586" name="Picture 3"/>
          <p:cNvPicPr>
            <a:picLocks noChangeAspect="1"/>
          </p:cNvPicPr>
          <p:nvPr/>
        </p:nvPicPr>
        <p:blipFill>
          <a:blip r:embed="rId4"/>
          <a:stretch>
            <a:fillRect/>
          </a:stretch>
        </p:blipFill>
        <p:spPr>
          <a:xfrm>
            <a:off x="4143375" y="4446588"/>
            <a:ext cx="4133850" cy="695325"/>
          </a:xfrm>
          <a:prstGeom prst="rect">
            <a:avLst/>
          </a:prstGeom>
          <a:noFill/>
          <a:ln w="25400">
            <a:noFill/>
          </a:ln>
        </p:spPr>
      </p:pic>
      <p:pic>
        <p:nvPicPr>
          <p:cNvPr id="24587" name="Picture 5"/>
          <p:cNvPicPr>
            <a:picLocks noChangeAspect="1"/>
          </p:cNvPicPr>
          <p:nvPr/>
        </p:nvPicPr>
        <p:blipFill>
          <a:blip r:embed="rId5"/>
          <a:srcRect l="12076" t="-4944"/>
          <a:stretch>
            <a:fillRect/>
          </a:stretch>
        </p:blipFill>
        <p:spPr>
          <a:xfrm>
            <a:off x="2209800" y="5251450"/>
            <a:ext cx="6137275" cy="1135063"/>
          </a:xfrm>
          <a:prstGeom prst="rect">
            <a:avLst/>
          </a:prstGeom>
          <a:noFill/>
          <a:ln w="25400">
            <a:noFill/>
          </a:ln>
        </p:spPr>
      </p:pic>
      <p:sp>
        <p:nvSpPr>
          <p:cNvPr id="24588" name="Text Box 11"/>
          <p:cNvSpPr txBox="1"/>
          <p:nvPr/>
        </p:nvSpPr>
        <p:spPr>
          <a:xfrm>
            <a:off x="2743200" y="5410200"/>
            <a:ext cx="9906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50000"/>
              </a:spcBef>
              <a:buClrTx/>
              <a:buSzTx/>
              <a:buFontTx/>
              <a:buNone/>
            </a:pPr>
            <a:r>
              <a:rPr lang="en-US" altLang="zh-CN" sz="2400" dirty="0">
                <a:ea typeface="宋体" panose="02010600030101010101" pitchFamily="2" charset="-122"/>
              </a:rPr>
              <a:t>D4 =</a:t>
            </a:r>
            <a:endParaRPr lang="en-US" altLang="zh-CN" sz="2400" dirty="0">
              <a:ea typeface="宋体" panose="02010600030101010101" pitchFamily="2" charset="-122"/>
            </a:endParaRPr>
          </a:p>
        </p:txBody>
      </p:sp>
    </p:spTree>
  </p:cSld>
  <p:clrMapOvr>
    <a:masterClrMapping/>
  </p:clrMapOvr>
  <p:transition>
    <p:zoom/>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灯片编号占位符 1"/>
          <p:cNvSpPr txBox="1">
            <a:spLocks noGrp="1"/>
          </p:cNvSpPr>
          <p:nvPr>
            <p:ph type="sldNum" sz="quarter" idx="10"/>
          </p:nvPr>
        </p:nvSpPr>
        <p:spPr>
          <a:ln/>
        </p:spPr>
        <p:txBody>
          <a:bodyPr anchor="b" anchorCtr="0"/>
          <a:p>
            <a:pPr marL="0" indent="0" algn="r" eaLnBrk="1" hangingPunct="1">
              <a:spcBef>
                <a:spcPct val="0"/>
              </a:spcBef>
              <a:buClrTx/>
              <a:buSzTx/>
              <a:buFontTx/>
              <a:buNone/>
            </a:pPr>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5603" name="日期占位符 3"/>
          <p:cNvSpPr txBox="1">
            <a:spLocks noGrp="1"/>
          </p:cNvSpPr>
          <p:nvPr/>
        </p:nvSpPr>
        <p:spPr>
          <a:xfrm>
            <a:off x="457200" y="6245225"/>
            <a:ext cx="2133600" cy="476250"/>
          </a:xfrm>
          <a:prstGeom prst="rect">
            <a:avLst/>
          </a:prstGeom>
          <a:noFill/>
          <a:ln w="9525">
            <a:noFill/>
          </a:ln>
        </p:spPr>
        <p:txBody>
          <a:bodyPr lIns="64258" tIns="32128" rIns="64258" bIns="32128"/>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defTabSz="643255" eaLnBrk="1" hangingPunct="1">
              <a:spcBef>
                <a:spcPct val="0"/>
              </a:spcBef>
              <a:buClrTx/>
              <a:buSzTx/>
              <a:buFontTx/>
              <a:buNone/>
            </a:pPr>
            <a:fld id="{BB962C8B-B14F-4D97-AF65-F5344CB8AC3E}" type="datetime4">
              <a:rPr lang="en-US" altLang="zh-CN" sz="1000" dirty="0">
                <a:latin typeface="Times" pitchFamily="34" charset="0"/>
                <a:ea typeface="宋体" panose="02010600030101010101" pitchFamily="2" charset="-122"/>
              </a:rPr>
            </a:fld>
            <a:endParaRPr lang="en-US" altLang="zh-CN" sz="1000" dirty="0">
              <a:latin typeface="Times" pitchFamily="34" charset="0"/>
              <a:ea typeface="宋体" panose="02010600030101010101" pitchFamily="2" charset="-122"/>
            </a:endParaRPr>
          </a:p>
        </p:txBody>
      </p:sp>
      <p:sp>
        <p:nvSpPr>
          <p:cNvPr id="25604" name="灯片编号占位符 4"/>
          <p:cNvSpPr txBox="1">
            <a:spLocks noGrp="1"/>
          </p:cNvSpPr>
          <p:nvPr/>
        </p:nvSpPr>
        <p:spPr>
          <a:xfrm>
            <a:off x="6553200" y="6245225"/>
            <a:ext cx="2133600" cy="476250"/>
          </a:xfrm>
          <a:prstGeom prst="rect">
            <a:avLst/>
          </a:prstGeom>
          <a:noFill/>
          <a:ln w="9525">
            <a:noFill/>
          </a:ln>
        </p:spPr>
        <p:txBody>
          <a:bodyPr lIns="64258" tIns="32128" rIns="64258" bIns="32128"/>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r" defTabSz="643255" eaLnBrk="1" hangingPunct="1">
              <a:spcBef>
                <a:spcPct val="0"/>
              </a:spcBef>
              <a:buClrTx/>
              <a:buSzTx/>
              <a:buFontTx/>
              <a:buNone/>
            </a:pPr>
            <a:fld id="{9A0DB2DC-4C9A-4742-B13C-FB6460FD3503}" type="slidenum">
              <a:rPr lang="zh-CN" altLang="en-US" sz="1000" dirty="0">
                <a:latin typeface="Times" pitchFamily="34" charset="0"/>
                <a:ea typeface="宋体" panose="02010600030101010101" pitchFamily="2" charset="-122"/>
              </a:rPr>
            </a:fld>
            <a:endParaRPr lang="zh-CN" altLang="en-US" sz="1000" dirty="0">
              <a:latin typeface="Times" pitchFamily="34" charset="0"/>
              <a:ea typeface="宋体" panose="02010600030101010101" pitchFamily="2" charset="-122"/>
            </a:endParaRPr>
          </a:p>
        </p:txBody>
      </p:sp>
      <p:sp>
        <p:nvSpPr>
          <p:cNvPr id="25605" name="Rectangle 1"/>
          <p:cNvSpPr/>
          <p:nvPr>
            <p:ph type="title" idx="4294967295"/>
          </p:nvPr>
        </p:nvSpPr>
        <p:spPr>
          <a:ln/>
        </p:spPr>
        <p:txBody>
          <a:bodyPr vert="horz" wrap="square" lIns="64258" tIns="32128" rIns="64258" bIns="32128" anchor="ctr" anchorCtr="0"/>
          <a:p>
            <a:pPr marL="25400" indent="0" defTabSz="914400" eaLnBrk="1" hangingPunct="1">
              <a:tabLst>
                <a:tab pos="1538605" algn="l"/>
              </a:tabLst>
            </a:pPr>
            <a:r>
              <a:rPr lang="en-US" altLang="zh-CN" dirty="0">
                <a:ea typeface="宋体" panose="02010600030101010101" pitchFamily="2" charset="-122"/>
              </a:rPr>
              <a:t>Clustering Feature</a:t>
            </a:r>
            <a:endParaRPr lang="en-US" altLang="zh-CN" dirty="0">
              <a:ea typeface="宋体" panose="02010600030101010101" pitchFamily="2" charset="-122"/>
            </a:endParaRPr>
          </a:p>
        </p:txBody>
      </p:sp>
      <p:sp>
        <p:nvSpPr>
          <p:cNvPr id="25606" name="Rectangle 3"/>
          <p:cNvSpPr txBox="1"/>
          <p:nvPr/>
        </p:nvSpPr>
        <p:spPr>
          <a:xfrm>
            <a:off x="482600" y="1393825"/>
            <a:ext cx="7678738" cy="4875213"/>
          </a:xfrm>
          <a:prstGeom prst="rect">
            <a:avLst/>
          </a:prstGeom>
          <a:noFill/>
          <a:ln w="12700">
            <a:noFill/>
          </a:ln>
        </p:spPr>
        <p:txBody>
          <a:bodyPr lIns="64258" tIns="32128" rIns="64258" bIns="32128"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476250" lvl="0" indent="-369570" defTabSz="643255">
              <a:spcBef>
                <a:spcPct val="0"/>
              </a:spcBef>
              <a:spcAft>
                <a:spcPts val="1550"/>
              </a:spcAft>
              <a:buClrTx/>
              <a:buSzPct val="38000"/>
              <a:buFontTx/>
              <a:buBlip>
                <a:blip r:embed="rId1"/>
              </a:buBlip>
            </a:pPr>
            <a:r>
              <a:rPr lang="en-US" altLang="zh-TW" sz="2200" i="1" dirty="0">
                <a:latin typeface="Times" pitchFamily="34" charset="0"/>
                <a:ea typeface="PMingLiU" pitchFamily="18" charset="-120"/>
              </a:rPr>
              <a:t>The Birch algorithm builds a dendrogram called clustering feature tree (CF tree) while scanning the data set.</a:t>
            </a:r>
            <a:endParaRPr lang="en-US" altLang="zh-TW" sz="2200" i="1" dirty="0">
              <a:latin typeface="Times" pitchFamily="34" charset="0"/>
              <a:ea typeface="PMingLiU" pitchFamily="18" charset="-120"/>
            </a:endParaRPr>
          </a:p>
          <a:p>
            <a:pPr marL="476250" lvl="0" indent="-369570" defTabSz="643255">
              <a:spcBef>
                <a:spcPct val="0"/>
              </a:spcBef>
              <a:spcAft>
                <a:spcPts val="1550"/>
              </a:spcAft>
              <a:buClrTx/>
              <a:buSzPct val="38000"/>
              <a:buFontTx/>
              <a:buNone/>
            </a:pPr>
            <a:r>
              <a:rPr lang="en-US" altLang="zh-TW" sz="2000" i="1" dirty="0">
                <a:solidFill>
                  <a:srgbClr val="000000"/>
                </a:solidFill>
                <a:latin typeface="Times" pitchFamily="34" charset="0"/>
                <a:ea typeface="PMingLiU" pitchFamily="18" charset="-120"/>
              </a:rPr>
              <a:t>     </a:t>
            </a:r>
            <a:endParaRPr lang="en-US" altLang="zh-TW" sz="2000" i="1" dirty="0">
              <a:solidFill>
                <a:srgbClr val="000000"/>
              </a:solidFill>
              <a:latin typeface="Times" pitchFamily="34" charset="0"/>
              <a:ea typeface="PMingLiU" pitchFamily="18" charset="-120"/>
            </a:endParaRPr>
          </a:p>
          <a:p>
            <a:pPr marL="476250" lvl="0" indent="-369570" defTabSz="643255">
              <a:spcBef>
                <a:spcPct val="0"/>
              </a:spcBef>
              <a:spcAft>
                <a:spcPts val="1550"/>
              </a:spcAft>
              <a:buClrTx/>
              <a:buSzPct val="38000"/>
              <a:buFontTx/>
              <a:buNone/>
            </a:pPr>
            <a:endParaRPr lang="en-US" altLang="zh-TW" sz="2000" i="1" dirty="0">
              <a:solidFill>
                <a:srgbClr val="000000"/>
              </a:solidFill>
              <a:latin typeface="Times" pitchFamily="34" charset="0"/>
              <a:ea typeface="PMingLiU" pitchFamily="18" charset="-120"/>
            </a:endParaRPr>
          </a:p>
          <a:p>
            <a:pPr marL="476250" lvl="0" indent="-369570" defTabSz="643255">
              <a:spcBef>
                <a:spcPct val="0"/>
              </a:spcBef>
              <a:spcAft>
                <a:spcPts val="1550"/>
              </a:spcAft>
              <a:buClrTx/>
              <a:buSzPct val="38000"/>
              <a:buFontTx/>
              <a:buNone/>
            </a:pPr>
            <a:r>
              <a:rPr lang="en-US" altLang="zh-TW" sz="2000" i="1" dirty="0">
                <a:solidFill>
                  <a:srgbClr val="000000"/>
                </a:solidFill>
                <a:latin typeface="Times" pitchFamily="34" charset="0"/>
                <a:ea typeface="PMingLiU" pitchFamily="18" charset="-120"/>
              </a:rPr>
              <a:t>     </a:t>
            </a:r>
            <a:endParaRPr lang="en-US" altLang="zh-TW" sz="2200" i="1" dirty="0">
              <a:latin typeface="Times" pitchFamily="34" charset="0"/>
              <a:ea typeface="PMingLiU" pitchFamily="18" charset="-120"/>
            </a:endParaRPr>
          </a:p>
        </p:txBody>
      </p:sp>
    </p:spTree>
  </p:cSld>
  <p:clrMapOvr>
    <a:masterClrMapping/>
  </p:clrMapOvr>
  <p:transition>
    <p:zoom/>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灯片编号占位符 1"/>
          <p:cNvSpPr txBox="1">
            <a:spLocks noGrp="1"/>
          </p:cNvSpPr>
          <p:nvPr>
            <p:ph type="sldNum" sz="quarter" idx="10"/>
          </p:nvPr>
        </p:nvSpPr>
        <p:spPr>
          <a:ln/>
        </p:spPr>
        <p:txBody>
          <a:bodyPr anchor="b" anchorCtr="0"/>
          <a:p>
            <a:pPr marL="0" indent="0" algn="r" eaLnBrk="1" hangingPunct="1">
              <a:spcBef>
                <a:spcPct val="0"/>
              </a:spcBef>
              <a:buClrTx/>
              <a:buSzTx/>
              <a:buFontTx/>
              <a:buNone/>
            </a:pPr>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7651" name="Rectangle 2"/>
          <p:cNvSpPr/>
          <p:nvPr/>
        </p:nvSpPr>
        <p:spPr>
          <a:xfrm>
            <a:off x="1066800" y="304800"/>
            <a:ext cx="7086600" cy="685800"/>
          </a:xfrm>
          <a:prstGeom prst="rect">
            <a:avLst/>
          </a:prstGeom>
          <a:noFill/>
          <a:ln w="9525">
            <a:noFill/>
          </a:ln>
        </p:spPr>
        <p:txBody>
          <a:bodyPr lIns="92075" tIns="46038" rIns="92075" bIns="46038"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r>
              <a:rPr lang="en-US" altLang="zh-CN" sz="3200" dirty="0">
                <a:solidFill>
                  <a:schemeClr val="tx2"/>
                </a:solidFill>
                <a:ea typeface="宋体" panose="02010600030101010101" pitchFamily="2" charset="-122"/>
              </a:rPr>
              <a:t>Clustering Feature Vector in BIRCH</a:t>
            </a:r>
            <a:endParaRPr lang="en-US" altLang="zh-CN" sz="2000" b="1" dirty="0">
              <a:solidFill>
                <a:schemeClr val="tx2"/>
              </a:solidFill>
              <a:ea typeface="宋体" panose="02010600030101010101" pitchFamily="2" charset="-122"/>
            </a:endParaRPr>
          </a:p>
        </p:txBody>
      </p:sp>
      <p:sp>
        <p:nvSpPr>
          <p:cNvPr id="27652" name="Text Box 3"/>
          <p:cNvSpPr txBox="1"/>
          <p:nvPr/>
        </p:nvSpPr>
        <p:spPr>
          <a:xfrm>
            <a:off x="762000" y="1511300"/>
            <a:ext cx="5943600" cy="21240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spcBef>
                <a:spcPct val="50000"/>
              </a:spcBef>
              <a:buClrTx/>
              <a:buSzTx/>
              <a:buFontTx/>
              <a:buNone/>
            </a:pPr>
            <a:r>
              <a:rPr lang="en-US" altLang="zh-CN" sz="2400" b="1" dirty="0">
                <a:latin typeface="Times New Roman" panose="02020603050405020304" pitchFamily="18" charset="0"/>
                <a:ea typeface="宋体" panose="02010600030101010101" pitchFamily="2" charset="-122"/>
              </a:rPr>
              <a:t>Clustering Feature:</a:t>
            </a:r>
            <a:r>
              <a:rPr lang="en-US" altLang="zh-CN" sz="2400" dirty="0">
                <a:latin typeface="Times New Roman" panose="02020603050405020304" pitchFamily="18" charset="0"/>
                <a:ea typeface="宋体" panose="02010600030101010101" pitchFamily="2" charset="-122"/>
              </a:rPr>
              <a:t>  </a:t>
            </a:r>
            <a:r>
              <a:rPr lang="en-US" altLang="zh-CN" sz="2400" b="1" i="1" dirty="0">
                <a:latin typeface="Times New Roman" panose="02020603050405020304" pitchFamily="18" charset="0"/>
                <a:ea typeface="宋体" panose="02010600030101010101" pitchFamily="2" charset="-122"/>
              </a:rPr>
              <a:t>CF = (N, LS, SS)</a:t>
            </a:r>
            <a:endParaRPr lang="en-US" altLang="zh-CN" sz="2400" dirty="0">
              <a:latin typeface="Times New Roman" panose="02020603050405020304" pitchFamily="18" charset="0"/>
              <a:ea typeface="宋体" panose="02010600030101010101" pitchFamily="2" charset="-122"/>
            </a:endParaRPr>
          </a:p>
          <a:p>
            <a:pPr marL="0" lvl="0" indent="0">
              <a:spcBef>
                <a:spcPct val="50000"/>
              </a:spcBef>
              <a:buClrTx/>
              <a:buSzTx/>
              <a:buFontTx/>
              <a:buNone/>
            </a:pPr>
            <a:r>
              <a:rPr lang="en-US" altLang="zh-CN" sz="2400" i="1" dirty="0">
                <a:latin typeface="Times New Roman" panose="02020603050405020304" pitchFamily="18" charset="0"/>
                <a:ea typeface="宋体" panose="02010600030101010101" pitchFamily="2" charset="-122"/>
              </a:rPr>
              <a:t>N</a:t>
            </a:r>
            <a:r>
              <a:rPr lang="en-US" altLang="zh-CN" sz="2400" dirty="0">
                <a:latin typeface="Times New Roman" panose="02020603050405020304" pitchFamily="18" charset="0"/>
                <a:ea typeface="宋体" panose="02010600030101010101" pitchFamily="2" charset="-122"/>
              </a:rPr>
              <a:t>: </a:t>
            </a:r>
            <a:r>
              <a:rPr lang="en-US" altLang="zh-CN" sz="2400" b="1" dirty="0">
                <a:latin typeface="Times New Roman" panose="02020603050405020304" pitchFamily="18" charset="0"/>
                <a:ea typeface="宋体" panose="02010600030101010101" pitchFamily="2" charset="-122"/>
              </a:rPr>
              <a:t>Number of data points</a:t>
            </a:r>
            <a:endParaRPr lang="en-US" altLang="zh-CN" sz="2400" b="1" dirty="0">
              <a:latin typeface="Times New Roman" panose="02020603050405020304" pitchFamily="18" charset="0"/>
              <a:ea typeface="宋体" panose="02010600030101010101" pitchFamily="2" charset="-122"/>
            </a:endParaRPr>
          </a:p>
          <a:p>
            <a:pPr marL="0" lvl="0" indent="0">
              <a:spcBef>
                <a:spcPct val="50000"/>
              </a:spcBef>
              <a:buClrTx/>
              <a:buSzTx/>
              <a:buFontTx/>
              <a:buNone/>
            </a:pPr>
            <a:r>
              <a:rPr lang="en-US" altLang="zh-CN" sz="2400" i="1" dirty="0">
                <a:latin typeface="Times New Roman" panose="02020603050405020304" pitchFamily="18" charset="0"/>
                <a:ea typeface="宋体" panose="02010600030101010101" pitchFamily="2" charset="-122"/>
              </a:rPr>
              <a:t>LS: </a:t>
            </a:r>
            <a:r>
              <a:rPr lang="en-US" altLang="zh-CN" sz="2400" i="1" dirty="0">
                <a:latin typeface="Times New Roman" panose="02020603050405020304" pitchFamily="18" charset="0"/>
                <a:ea typeface="宋体" panose="02010600030101010101" pitchFamily="2" charset="-122"/>
                <a:sym typeface="Symbol" panose="05050102010706020507" pitchFamily="18" charset="2"/>
              </a:rPr>
              <a:t></a:t>
            </a:r>
            <a:r>
              <a:rPr lang="en-US" altLang="zh-CN" sz="2400" i="1" baseline="30000" dirty="0">
                <a:latin typeface="Times New Roman" panose="02020603050405020304" pitchFamily="18" charset="0"/>
                <a:ea typeface="宋体" panose="02010600030101010101" pitchFamily="2" charset="-122"/>
                <a:sym typeface="Symbol" panose="05050102010706020507" pitchFamily="18" charset="2"/>
              </a:rPr>
              <a:t>N</a:t>
            </a:r>
            <a:r>
              <a:rPr lang="en-US" altLang="zh-CN" sz="2400" i="1" baseline="-25000" dirty="0">
                <a:latin typeface="Times New Roman" panose="02020603050405020304" pitchFamily="18" charset="0"/>
                <a:ea typeface="宋体" panose="02010600030101010101" pitchFamily="2" charset="-122"/>
                <a:sym typeface="Symbol" panose="05050102010706020507" pitchFamily="18" charset="2"/>
              </a:rPr>
              <a:t>i=1</a:t>
            </a:r>
            <a:r>
              <a:rPr lang="en-US" altLang="zh-CN" sz="2400" i="1" dirty="0">
                <a:latin typeface="Times New Roman" panose="02020603050405020304" pitchFamily="18" charset="0"/>
                <a:ea typeface="宋体" panose="02010600030101010101" pitchFamily="2" charset="-122"/>
                <a:sym typeface="Symbol" panose="05050102010706020507" pitchFamily="18" charset="2"/>
              </a:rPr>
              <a:t>X</a:t>
            </a:r>
            <a:r>
              <a:rPr lang="en-US" altLang="zh-CN" sz="2400" i="1" baseline="-25000" dirty="0">
                <a:latin typeface="Times New Roman" panose="02020603050405020304" pitchFamily="18" charset="0"/>
                <a:ea typeface="宋体" panose="02010600030101010101" pitchFamily="2" charset="-122"/>
                <a:sym typeface="Symbol" panose="05050102010706020507" pitchFamily="18" charset="2"/>
              </a:rPr>
              <a:t>i</a:t>
            </a:r>
            <a:endParaRPr lang="en-US" altLang="zh-CN" sz="2400" i="1" baseline="-25000" dirty="0">
              <a:latin typeface="Times New Roman" panose="02020603050405020304" pitchFamily="18" charset="0"/>
              <a:ea typeface="宋体" panose="02010600030101010101" pitchFamily="2" charset="-122"/>
              <a:sym typeface="Symbol" panose="05050102010706020507" pitchFamily="18" charset="2"/>
            </a:endParaRPr>
          </a:p>
          <a:p>
            <a:pPr marL="0" lvl="0" indent="0">
              <a:spcBef>
                <a:spcPct val="50000"/>
              </a:spcBef>
              <a:buClrTx/>
              <a:buSzTx/>
              <a:buFontTx/>
              <a:buNone/>
            </a:pPr>
            <a:r>
              <a:rPr lang="en-US" altLang="zh-CN" sz="2400" i="1" dirty="0">
                <a:latin typeface="Times New Roman" panose="02020603050405020304" pitchFamily="18" charset="0"/>
                <a:ea typeface="宋体" panose="02010600030101010101" pitchFamily="2" charset="-122"/>
              </a:rPr>
              <a:t>SS: </a:t>
            </a:r>
            <a:r>
              <a:rPr lang="en-US" altLang="zh-CN" sz="2400" i="1" dirty="0">
                <a:latin typeface="Times New Roman" panose="02020603050405020304" pitchFamily="18" charset="0"/>
                <a:ea typeface="宋体" panose="02010600030101010101" pitchFamily="2" charset="-122"/>
                <a:sym typeface="Symbol" panose="05050102010706020507" pitchFamily="18" charset="2"/>
              </a:rPr>
              <a:t></a:t>
            </a:r>
            <a:r>
              <a:rPr lang="en-US" altLang="zh-CN" sz="2400" i="1" baseline="30000" dirty="0">
                <a:latin typeface="Times New Roman" panose="02020603050405020304" pitchFamily="18" charset="0"/>
                <a:ea typeface="宋体" panose="02010600030101010101" pitchFamily="2" charset="-122"/>
                <a:sym typeface="Symbol" panose="05050102010706020507" pitchFamily="18" charset="2"/>
              </a:rPr>
              <a:t>N</a:t>
            </a:r>
            <a:r>
              <a:rPr lang="en-US" altLang="zh-CN" sz="2400" i="1" baseline="-25000" dirty="0">
                <a:latin typeface="Times New Roman" panose="02020603050405020304" pitchFamily="18" charset="0"/>
                <a:ea typeface="宋体" panose="02010600030101010101" pitchFamily="2" charset="-122"/>
                <a:sym typeface="Symbol" panose="05050102010706020507" pitchFamily="18" charset="2"/>
              </a:rPr>
              <a:t>i=1</a:t>
            </a:r>
            <a:r>
              <a:rPr lang="en-US" altLang="zh-CN" sz="2400" i="1" dirty="0">
                <a:latin typeface="Times New Roman" panose="02020603050405020304" pitchFamily="18" charset="0"/>
                <a:ea typeface="宋体" panose="02010600030101010101" pitchFamily="2" charset="-122"/>
                <a:sym typeface="Symbol" panose="05050102010706020507" pitchFamily="18" charset="2"/>
              </a:rPr>
              <a:t>X</a:t>
            </a:r>
            <a:r>
              <a:rPr lang="en-US" altLang="zh-CN" sz="2400" i="1" baseline="-25000" dirty="0">
                <a:latin typeface="Times New Roman" panose="02020603050405020304" pitchFamily="18" charset="0"/>
                <a:ea typeface="宋体" panose="02010600030101010101" pitchFamily="2" charset="-122"/>
                <a:sym typeface="Symbol" panose="05050102010706020507" pitchFamily="18" charset="2"/>
              </a:rPr>
              <a:t>i</a:t>
            </a:r>
            <a:r>
              <a:rPr lang="en-US" altLang="zh-CN" sz="2400" i="1" baseline="30000" dirty="0">
                <a:latin typeface="Times New Roman" panose="02020603050405020304" pitchFamily="18" charset="0"/>
                <a:ea typeface="宋体" panose="02010600030101010101" pitchFamily="2" charset="-122"/>
                <a:sym typeface="Symbol" panose="05050102010706020507" pitchFamily="18" charset="2"/>
              </a:rPr>
              <a:t>2</a:t>
            </a:r>
            <a:endParaRPr lang="en-US" altLang="zh-CN" sz="2400" i="1" baseline="-25000" dirty="0">
              <a:latin typeface="Times New Roman" panose="02020603050405020304" pitchFamily="18" charset="0"/>
              <a:ea typeface="宋体" panose="02010600030101010101" pitchFamily="2" charset="-122"/>
              <a:sym typeface="Symbol" panose="05050102010706020507" pitchFamily="18" charset="2"/>
            </a:endParaRPr>
          </a:p>
        </p:txBody>
      </p:sp>
      <p:sp>
        <p:nvSpPr>
          <p:cNvPr id="27653" name="Line 4"/>
          <p:cNvSpPr/>
          <p:nvPr/>
        </p:nvSpPr>
        <p:spPr>
          <a:xfrm>
            <a:off x="1905000" y="3251200"/>
            <a:ext cx="312738" cy="0"/>
          </a:xfrm>
          <a:prstGeom prst="line">
            <a:avLst/>
          </a:prstGeom>
          <a:ln w="9525" cap="flat" cmpd="sng">
            <a:solidFill>
              <a:schemeClr val="tx1"/>
            </a:solidFill>
            <a:prstDash val="solid"/>
            <a:headEnd type="none" w="med" len="med"/>
            <a:tailEnd type="triangle" w="med" len="med"/>
          </a:ln>
        </p:spPr>
      </p:sp>
      <p:sp>
        <p:nvSpPr>
          <p:cNvPr id="27654" name="Line 6"/>
          <p:cNvSpPr/>
          <p:nvPr/>
        </p:nvSpPr>
        <p:spPr>
          <a:xfrm>
            <a:off x="1981200" y="2720975"/>
            <a:ext cx="312738" cy="0"/>
          </a:xfrm>
          <a:prstGeom prst="line">
            <a:avLst/>
          </a:prstGeom>
          <a:ln w="9525" cap="flat" cmpd="sng">
            <a:solidFill>
              <a:schemeClr val="tx1"/>
            </a:solidFill>
            <a:prstDash val="solid"/>
            <a:headEnd type="none" w="med" len="med"/>
            <a:tailEnd type="triangle" w="med" len="med"/>
          </a:ln>
        </p:spPr>
      </p:sp>
      <p:graphicFrame>
        <p:nvGraphicFramePr>
          <p:cNvPr id="27655" name="Object 7"/>
          <p:cNvGraphicFramePr>
            <a:graphicFrameLocks noChangeAspect="1"/>
          </p:cNvGraphicFramePr>
          <p:nvPr/>
        </p:nvGraphicFramePr>
        <p:xfrm>
          <a:off x="3352800" y="4078288"/>
          <a:ext cx="2209800" cy="2017712"/>
        </p:xfrm>
        <a:graphic>
          <a:graphicData uri="http://schemas.openxmlformats.org/presentationml/2006/ole">
            <mc:AlternateContent xmlns:mc="http://schemas.openxmlformats.org/markup-compatibility/2006">
              <mc:Choice xmlns:v="urn:schemas-microsoft-com:vml" Requires="v">
                <p:oleObj spid="_x0000_s3076" name="" r:id="rId1" imgW="2618740" imgH="2472055" progId="Excel.Sheet.8">
                  <p:embed/>
                </p:oleObj>
              </mc:Choice>
              <mc:Fallback>
                <p:oleObj name="" r:id="rId1" imgW="2618740" imgH="2472055" progId="Excel.Sheet.8">
                  <p:embed/>
                  <p:pic>
                    <p:nvPicPr>
                      <p:cNvPr id="0" name="图片 3075"/>
                      <p:cNvPicPr/>
                      <p:nvPr/>
                    </p:nvPicPr>
                    <p:blipFill>
                      <a:blip r:embed="rId2"/>
                      <a:stretch>
                        <a:fillRect/>
                      </a:stretch>
                    </p:blipFill>
                    <p:spPr>
                      <a:xfrm>
                        <a:off x="3352800" y="4078288"/>
                        <a:ext cx="2209800" cy="2017712"/>
                      </a:xfrm>
                      <a:prstGeom prst="rect">
                        <a:avLst/>
                      </a:prstGeom>
                      <a:noFill/>
                      <a:ln w="38100">
                        <a:noFill/>
                        <a:miter/>
                      </a:ln>
                    </p:spPr>
                  </p:pic>
                </p:oleObj>
              </mc:Fallback>
            </mc:AlternateContent>
          </a:graphicData>
        </a:graphic>
      </p:graphicFrame>
      <p:sp>
        <p:nvSpPr>
          <p:cNvPr id="27656" name="Oval 8"/>
          <p:cNvSpPr/>
          <p:nvPr/>
        </p:nvSpPr>
        <p:spPr>
          <a:xfrm>
            <a:off x="3886200" y="4383088"/>
            <a:ext cx="609600" cy="990600"/>
          </a:xfrm>
          <a:prstGeom prst="ellipse">
            <a:avLst/>
          </a:prstGeom>
          <a:noFill/>
          <a:ln w="28575" cap="flat" cmpd="sng">
            <a:solidFill>
              <a:schemeClr val="tx1"/>
            </a:solidFill>
            <a:prstDash val="lgDash"/>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endParaRPr lang="zh-CN" altLang="en-US" sz="2400" dirty="0">
              <a:ea typeface="宋体" panose="02010600030101010101" pitchFamily="2" charset="-122"/>
            </a:endParaRPr>
          </a:p>
        </p:txBody>
      </p:sp>
      <p:sp>
        <p:nvSpPr>
          <p:cNvPr id="27657" name="Oval 9"/>
          <p:cNvSpPr/>
          <p:nvPr/>
        </p:nvSpPr>
        <p:spPr>
          <a:xfrm>
            <a:off x="4495800" y="4916488"/>
            <a:ext cx="762000" cy="762000"/>
          </a:xfrm>
          <a:prstGeom prst="ellipse">
            <a:avLst/>
          </a:prstGeom>
          <a:noFill/>
          <a:ln w="28575" cap="flat" cmpd="sng">
            <a:solidFill>
              <a:schemeClr val="tx1"/>
            </a:solidFill>
            <a:prstDash val="lgDash"/>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endParaRPr lang="zh-CN" altLang="en-US" sz="2400" dirty="0">
              <a:ea typeface="宋体" panose="02010600030101010101" pitchFamily="2" charset="-122"/>
            </a:endParaRPr>
          </a:p>
        </p:txBody>
      </p:sp>
      <p:sp>
        <p:nvSpPr>
          <p:cNvPr id="27658" name="AutoShape 10"/>
          <p:cNvSpPr/>
          <p:nvPr/>
        </p:nvSpPr>
        <p:spPr>
          <a:xfrm>
            <a:off x="5562600" y="3367088"/>
            <a:ext cx="3429000" cy="485775"/>
          </a:xfrm>
          <a:prstGeom prst="borderCallout2">
            <a:avLst>
              <a:gd name="adj1" fmla="val 23528"/>
              <a:gd name="adj2" fmla="val -2222"/>
              <a:gd name="adj3" fmla="val 23528"/>
              <a:gd name="adj4" fmla="val -20417"/>
              <a:gd name="adj5" fmla="val 212417"/>
              <a:gd name="adj6" fmla="val -39306"/>
            </a:avLst>
          </a:prstGeom>
          <a:noFill/>
          <a:ln w="28575" cap="flat" cmpd="sng">
            <a:solidFill>
              <a:schemeClr val="tx1"/>
            </a:solidFill>
            <a:prstDash val="solid"/>
            <a:miter/>
            <a:headEnd type="none" w="med" len="med"/>
            <a:tailEnd type="triangle" w="med" len="med"/>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spcBef>
                <a:spcPct val="50000"/>
              </a:spcBef>
              <a:buClrTx/>
              <a:buSzTx/>
              <a:buFontTx/>
              <a:buNone/>
            </a:pPr>
            <a:r>
              <a:rPr lang="en-US" altLang="zh-CN" sz="2400" dirty="0">
                <a:latin typeface="Times New Roman" panose="02020603050405020304" pitchFamily="18" charset="0"/>
                <a:ea typeface="宋体" panose="02010600030101010101" pitchFamily="2" charset="-122"/>
              </a:rPr>
              <a:t>CF = (5, (16,30),(54,190))</a:t>
            </a:r>
            <a:endParaRPr lang="en-US" altLang="zh-CN" sz="2400" dirty="0">
              <a:latin typeface="Times New Roman" panose="02020603050405020304" pitchFamily="18" charset="0"/>
              <a:ea typeface="宋体" panose="02010600030101010101" pitchFamily="2" charset="-122"/>
            </a:endParaRPr>
          </a:p>
        </p:txBody>
      </p:sp>
      <p:sp>
        <p:nvSpPr>
          <p:cNvPr id="27659" name="Text Box 11"/>
          <p:cNvSpPr txBox="1"/>
          <p:nvPr/>
        </p:nvSpPr>
        <p:spPr>
          <a:xfrm>
            <a:off x="6477000" y="4178300"/>
            <a:ext cx="990600" cy="19177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nSpc>
                <a:spcPct val="60000"/>
              </a:lnSpc>
              <a:spcBef>
                <a:spcPct val="50000"/>
              </a:spcBef>
              <a:buClrTx/>
              <a:buSzTx/>
              <a:buFontTx/>
              <a:buNone/>
            </a:pPr>
            <a:r>
              <a:rPr lang="zh-CN" altLang="en-US" sz="2400" dirty="0">
                <a:latin typeface="Times New Roman" panose="02020603050405020304" pitchFamily="18" charset="0"/>
                <a:ea typeface="宋体" panose="02010600030101010101" pitchFamily="2" charset="-122"/>
              </a:rPr>
              <a:t>(3,4)</a:t>
            </a:r>
            <a:endParaRPr lang="zh-CN" altLang="en-US" sz="2400" dirty="0">
              <a:latin typeface="Times New Roman" panose="02020603050405020304" pitchFamily="18" charset="0"/>
              <a:ea typeface="宋体" panose="02010600030101010101" pitchFamily="2" charset="-122"/>
            </a:endParaRPr>
          </a:p>
          <a:p>
            <a:pPr marL="0" lvl="0" indent="0">
              <a:lnSpc>
                <a:spcPct val="60000"/>
              </a:lnSpc>
              <a:spcBef>
                <a:spcPct val="50000"/>
              </a:spcBef>
              <a:buClrTx/>
              <a:buSzTx/>
              <a:buFontTx/>
              <a:buNone/>
            </a:pPr>
            <a:r>
              <a:rPr lang="zh-CN" altLang="en-US" sz="2400" dirty="0">
                <a:latin typeface="Times New Roman" panose="02020603050405020304" pitchFamily="18" charset="0"/>
                <a:ea typeface="宋体" panose="02010600030101010101" pitchFamily="2" charset="-122"/>
              </a:rPr>
              <a:t>(2,6)</a:t>
            </a:r>
            <a:endParaRPr lang="zh-CN" altLang="en-US" sz="2400" dirty="0">
              <a:latin typeface="Times New Roman" panose="02020603050405020304" pitchFamily="18" charset="0"/>
              <a:ea typeface="宋体" panose="02010600030101010101" pitchFamily="2" charset="-122"/>
            </a:endParaRPr>
          </a:p>
          <a:p>
            <a:pPr marL="0" lvl="0" indent="0">
              <a:lnSpc>
                <a:spcPct val="60000"/>
              </a:lnSpc>
              <a:spcBef>
                <a:spcPct val="50000"/>
              </a:spcBef>
              <a:buClrTx/>
              <a:buSzTx/>
              <a:buFontTx/>
              <a:buNone/>
            </a:pPr>
            <a:r>
              <a:rPr lang="zh-CN" altLang="en-US" sz="2400" dirty="0">
                <a:latin typeface="Times New Roman" panose="02020603050405020304" pitchFamily="18" charset="0"/>
                <a:ea typeface="宋体" panose="02010600030101010101" pitchFamily="2" charset="-122"/>
              </a:rPr>
              <a:t>(4,5)</a:t>
            </a:r>
            <a:endParaRPr lang="zh-CN" altLang="en-US" sz="2400" dirty="0">
              <a:latin typeface="Times New Roman" panose="02020603050405020304" pitchFamily="18" charset="0"/>
              <a:ea typeface="宋体" panose="02010600030101010101" pitchFamily="2" charset="-122"/>
            </a:endParaRPr>
          </a:p>
          <a:p>
            <a:pPr marL="0" lvl="0" indent="0">
              <a:lnSpc>
                <a:spcPct val="60000"/>
              </a:lnSpc>
              <a:spcBef>
                <a:spcPct val="50000"/>
              </a:spcBef>
              <a:buClrTx/>
              <a:buSzTx/>
              <a:buFontTx/>
              <a:buNone/>
            </a:pPr>
            <a:r>
              <a:rPr lang="zh-CN" altLang="en-US" sz="2400" dirty="0">
                <a:latin typeface="Times New Roman" panose="02020603050405020304" pitchFamily="18" charset="0"/>
                <a:ea typeface="宋体" panose="02010600030101010101" pitchFamily="2" charset="-122"/>
              </a:rPr>
              <a:t>(4,7)</a:t>
            </a:r>
            <a:endParaRPr lang="zh-CN" altLang="en-US" sz="2400" dirty="0">
              <a:latin typeface="Times New Roman" panose="02020603050405020304" pitchFamily="18" charset="0"/>
              <a:ea typeface="宋体" panose="02010600030101010101" pitchFamily="2" charset="-122"/>
            </a:endParaRPr>
          </a:p>
          <a:p>
            <a:pPr marL="0" lvl="0" indent="0">
              <a:lnSpc>
                <a:spcPct val="60000"/>
              </a:lnSpc>
              <a:spcBef>
                <a:spcPct val="50000"/>
              </a:spcBef>
              <a:buClrTx/>
              <a:buSzTx/>
              <a:buFontTx/>
              <a:buNone/>
            </a:pPr>
            <a:r>
              <a:rPr lang="zh-CN" altLang="en-US" sz="2400" dirty="0">
                <a:latin typeface="Times New Roman" panose="02020603050405020304" pitchFamily="18" charset="0"/>
                <a:ea typeface="宋体" panose="02010600030101010101" pitchFamily="2" charset="-122"/>
              </a:rPr>
              <a:t>(3,8)</a:t>
            </a:r>
            <a:endParaRPr lang="zh-CN" altLang="en-US" sz="2400" dirty="0">
              <a:latin typeface="Times New Roman" panose="02020603050405020304" pitchFamily="18" charset="0"/>
              <a:ea typeface="宋体" panose="02010600030101010101" pitchFamily="2" charset="-122"/>
            </a:endParaRPr>
          </a:p>
        </p:txBody>
      </p:sp>
    </p:spTree>
  </p:cSld>
  <p:clrMapOvr>
    <a:masterClrMapping/>
  </p:clrMapOvr>
  <p:transition>
    <p:zoom/>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灯片编号占位符 3"/>
          <p:cNvSpPr txBox="1">
            <a:spLocks noGrp="1"/>
          </p:cNvSpPr>
          <p:nvPr>
            <p:ph type="sldNum" sz="quarter" idx="10"/>
          </p:nvPr>
        </p:nvSpPr>
        <p:spPr>
          <a:ln/>
        </p:spPr>
        <p:txBody>
          <a:bodyPr anchor="b" anchorCtr="0"/>
          <a:p>
            <a:pPr marL="0" indent="0" algn="r" eaLnBrk="1" hangingPunct="1">
              <a:spcBef>
                <a:spcPct val="0"/>
              </a:spcBef>
              <a:buClrTx/>
              <a:buSzTx/>
              <a:buFontTx/>
              <a:buNone/>
            </a:pPr>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8675" name="Rectangle 2"/>
          <p:cNvSpPr>
            <a:spLocks noGrp="1"/>
          </p:cNvSpPr>
          <p:nvPr>
            <p:ph type="title"/>
          </p:nvPr>
        </p:nvSpPr>
        <p:spPr>
          <a:xfrm>
            <a:off x="457200" y="381000"/>
            <a:ext cx="8001000" cy="609600"/>
          </a:xfrm>
          <a:ln/>
        </p:spPr>
        <p:txBody>
          <a:bodyPr vert="horz" wrap="square" lIns="91440" tIns="45720" rIns="91440" bIns="45720" anchor="b" anchorCtr="0"/>
          <a:p>
            <a:pPr eaLnBrk="1" hangingPunct="1"/>
            <a:r>
              <a:rPr lang="en-US" altLang="zh-CN" sz="3200" dirty="0">
                <a:ea typeface="宋体" panose="02010600030101010101" pitchFamily="2" charset="-122"/>
              </a:rPr>
              <a:t>CF-Tree in BIRCH</a:t>
            </a:r>
            <a:endParaRPr lang="en-US" altLang="zh-CN" sz="3200" dirty="0">
              <a:ea typeface="宋体" panose="02010600030101010101" pitchFamily="2" charset="-122"/>
            </a:endParaRPr>
          </a:p>
        </p:txBody>
      </p:sp>
      <p:sp>
        <p:nvSpPr>
          <p:cNvPr id="28676" name="Rectangle 3"/>
          <p:cNvSpPr>
            <a:spLocks noGrp="1"/>
          </p:cNvSpPr>
          <p:nvPr>
            <p:ph idx="1"/>
          </p:nvPr>
        </p:nvSpPr>
        <p:spPr>
          <a:xfrm>
            <a:off x="304800" y="1447800"/>
            <a:ext cx="8610600" cy="5029200"/>
          </a:xfrm>
          <a:ln/>
        </p:spPr>
        <p:txBody>
          <a:bodyPr vert="horz" wrap="square" lIns="91440" tIns="45720" rIns="91440" bIns="45720" anchor="t" anchorCtr="0"/>
          <a:p>
            <a:pPr eaLnBrk="1" hangingPunct="1">
              <a:spcBef>
                <a:spcPct val="50000"/>
              </a:spcBef>
            </a:pPr>
            <a:r>
              <a:rPr lang="en-US" altLang="zh-CN" sz="2000" dirty="0">
                <a:ea typeface="宋体" panose="02010600030101010101" pitchFamily="2" charset="-122"/>
              </a:rPr>
              <a:t>Clustering feature: </a:t>
            </a:r>
            <a:endParaRPr lang="en-US" altLang="zh-CN" sz="2000" dirty="0">
              <a:ea typeface="宋体" panose="02010600030101010101" pitchFamily="2" charset="-122"/>
            </a:endParaRPr>
          </a:p>
          <a:p>
            <a:pPr lvl="1" eaLnBrk="1" hangingPunct="1">
              <a:spcBef>
                <a:spcPct val="50000"/>
              </a:spcBef>
            </a:pPr>
            <a:r>
              <a:rPr lang="en-US" altLang="zh-CN" sz="2000" dirty="0">
                <a:ea typeface="宋体" panose="02010600030101010101" pitchFamily="2" charset="-122"/>
              </a:rPr>
              <a:t>summary of the statistics for a given subcluster: the 0-th, 1st and 2nd moments of the subcluster from the statistical point of view. </a:t>
            </a:r>
            <a:endParaRPr lang="en-US" altLang="zh-CN" sz="2000" dirty="0">
              <a:ea typeface="宋体" panose="02010600030101010101" pitchFamily="2" charset="-122"/>
            </a:endParaRPr>
          </a:p>
          <a:p>
            <a:pPr lvl="1" eaLnBrk="1" hangingPunct="1">
              <a:spcBef>
                <a:spcPct val="50000"/>
              </a:spcBef>
            </a:pPr>
            <a:r>
              <a:rPr lang="en-US" altLang="zh-CN" sz="2000" dirty="0">
                <a:ea typeface="宋体" panose="02010600030101010101" pitchFamily="2" charset="-122"/>
              </a:rPr>
              <a:t>registers crucial measurements for computing cluster and utilizes storage efficiently</a:t>
            </a:r>
            <a:endParaRPr lang="en-US" altLang="ko-KR" sz="2000" dirty="0">
              <a:ea typeface="Gulim" pitchFamily="34" charset="-127"/>
            </a:endParaRPr>
          </a:p>
          <a:p>
            <a:pPr eaLnBrk="1" hangingPunct="1">
              <a:spcBef>
                <a:spcPct val="50000"/>
              </a:spcBef>
              <a:buClrTx/>
              <a:buSzPct val="65000"/>
              <a:buFontTx/>
              <a:buBlip>
                <a:blip r:embed="rId1"/>
              </a:buBlip>
            </a:pPr>
            <a:r>
              <a:rPr lang="en-US" altLang="ko-KR" sz="2000" dirty="0">
                <a:ea typeface="Gulim" pitchFamily="34" charset="-127"/>
              </a:rPr>
              <a:t>A CF tree is a height-balanced tree that stores the clustering features for a hierarchical clustering </a:t>
            </a:r>
            <a:endParaRPr lang="en-US" altLang="ko-KR" sz="2000" dirty="0">
              <a:ea typeface="Gulim" pitchFamily="34" charset="-127"/>
            </a:endParaRPr>
          </a:p>
          <a:p>
            <a:pPr lvl="1" eaLnBrk="1" hangingPunct="1">
              <a:spcBef>
                <a:spcPct val="50000"/>
              </a:spcBef>
            </a:pPr>
            <a:r>
              <a:rPr lang="en-US" altLang="ko-KR" sz="2000" dirty="0">
                <a:ea typeface="Gulim" pitchFamily="34" charset="-127"/>
              </a:rPr>
              <a:t>A nonleaf node in a tree has descendants or “children”</a:t>
            </a:r>
            <a:endParaRPr lang="en-US" altLang="ko-KR" sz="2000" dirty="0">
              <a:ea typeface="Gulim" pitchFamily="34" charset="-127"/>
            </a:endParaRPr>
          </a:p>
          <a:p>
            <a:pPr lvl="1" eaLnBrk="1" hangingPunct="1">
              <a:spcBef>
                <a:spcPct val="50000"/>
              </a:spcBef>
            </a:pPr>
            <a:r>
              <a:rPr lang="en-US" altLang="ko-KR" sz="2000" dirty="0">
                <a:ea typeface="Gulim" pitchFamily="34" charset="-127"/>
              </a:rPr>
              <a:t>The nonleaf nodes store sums of the CFs of their children</a:t>
            </a:r>
            <a:endParaRPr lang="en-US" altLang="ko-KR" sz="2000" dirty="0">
              <a:ea typeface="Gulim" pitchFamily="34" charset="-127"/>
            </a:endParaRPr>
          </a:p>
          <a:p>
            <a:pPr eaLnBrk="1" hangingPunct="1">
              <a:spcBef>
                <a:spcPct val="50000"/>
              </a:spcBef>
            </a:pPr>
            <a:r>
              <a:rPr lang="en-US" altLang="ko-KR" sz="2000" dirty="0">
                <a:ea typeface="Gulim" pitchFamily="34" charset="-127"/>
              </a:rPr>
              <a:t>A CF tree has two parameters</a:t>
            </a:r>
            <a:endParaRPr lang="en-US" altLang="ko-KR" sz="2000" dirty="0">
              <a:ea typeface="Gulim" pitchFamily="34" charset="-127"/>
            </a:endParaRPr>
          </a:p>
          <a:p>
            <a:pPr lvl="1" eaLnBrk="1" hangingPunct="1">
              <a:spcBef>
                <a:spcPct val="50000"/>
              </a:spcBef>
            </a:pPr>
            <a:r>
              <a:rPr lang="en-US" altLang="ko-KR" sz="2000" dirty="0">
                <a:ea typeface="Gulim" pitchFamily="34" charset="-127"/>
              </a:rPr>
              <a:t>Branching factor: specify the maximum number of children.</a:t>
            </a:r>
            <a:endParaRPr lang="en-US" altLang="ko-KR" sz="2000" dirty="0">
              <a:ea typeface="Gulim" pitchFamily="34" charset="-127"/>
            </a:endParaRPr>
          </a:p>
          <a:p>
            <a:pPr lvl="1" eaLnBrk="1" hangingPunct="1">
              <a:spcBef>
                <a:spcPct val="50000"/>
              </a:spcBef>
            </a:pPr>
            <a:r>
              <a:rPr lang="en-US" altLang="ko-KR" sz="2000" dirty="0">
                <a:ea typeface="Gulim" pitchFamily="34" charset="-127"/>
              </a:rPr>
              <a:t>threshold: max diameter of sub-clusters stored at the leaf nodes</a:t>
            </a:r>
            <a:endParaRPr lang="en-US" altLang="ko-KR" sz="2000" dirty="0">
              <a:ea typeface="Gulim" pitchFamily="34" charset="-127"/>
            </a:endParaRPr>
          </a:p>
        </p:txBody>
      </p:sp>
    </p:spTree>
  </p:cSld>
  <p:clrMapOvr>
    <a:masterClrMapping/>
  </p:clrMapOvr>
  <p:transition>
    <p:zoom/>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灯片编号占位符 1"/>
          <p:cNvSpPr txBox="1">
            <a:spLocks noGrp="1"/>
          </p:cNvSpPr>
          <p:nvPr>
            <p:ph type="sldNum" sz="quarter" idx="10"/>
          </p:nvPr>
        </p:nvSpPr>
        <p:spPr>
          <a:ln/>
        </p:spPr>
        <p:txBody>
          <a:bodyPr anchor="b" anchorCtr="0"/>
          <a:p>
            <a:pPr marL="0" indent="0" algn="r" eaLnBrk="1" hangingPunct="1">
              <a:spcBef>
                <a:spcPct val="0"/>
              </a:spcBef>
              <a:buClrTx/>
              <a:buSzTx/>
              <a:buFontTx/>
              <a:buNone/>
            </a:pPr>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9699" name="日期占位符 3"/>
          <p:cNvSpPr txBox="1">
            <a:spLocks noGrp="1"/>
          </p:cNvSpPr>
          <p:nvPr/>
        </p:nvSpPr>
        <p:spPr>
          <a:xfrm>
            <a:off x="457200" y="6245225"/>
            <a:ext cx="2133600" cy="476250"/>
          </a:xfrm>
          <a:prstGeom prst="rect">
            <a:avLst/>
          </a:prstGeom>
          <a:noFill/>
          <a:ln w="9525">
            <a:noFill/>
          </a:ln>
        </p:spPr>
        <p:txBody>
          <a:bodyPr lIns="64258" tIns="32128" rIns="64258" bIns="32128"/>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defTabSz="643255" eaLnBrk="1" hangingPunct="1">
              <a:spcBef>
                <a:spcPct val="0"/>
              </a:spcBef>
              <a:buClrTx/>
              <a:buSzTx/>
              <a:buFontTx/>
              <a:buNone/>
            </a:pPr>
            <a:fld id="{BB962C8B-B14F-4D97-AF65-F5344CB8AC3E}" type="datetime4">
              <a:rPr lang="en-US" altLang="zh-CN" sz="1000" dirty="0">
                <a:latin typeface="Times" pitchFamily="34" charset="0"/>
                <a:ea typeface="宋体" panose="02010600030101010101" pitchFamily="2" charset="-122"/>
              </a:rPr>
            </a:fld>
            <a:endParaRPr lang="en-US" altLang="zh-CN" sz="1000" dirty="0">
              <a:latin typeface="Times" pitchFamily="34" charset="0"/>
              <a:ea typeface="宋体" panose="02010600030101010101" pitchFamily="2" charset="-122"/>
            </a:endParaRPr>
          </a:p>
        </p:txBody>
      </p:sp>
      <p:sp>
        <p:nvSpPr>
          <p:cNvPr id="29700" name="灯片编号占位符 4"/>
          <p:cNvSpPr txBox="1">
            <a:spLocks noGrp="1"/>
          </p:cNvSpPr>
          <p:nvPr/>
        </p:nvSpPr>
        <p:spPr>
          <a:xfrm>
            <a:off x="6553200" y="6245225"/>
            <a:ext cx="2133600" cy="476250"/>
          </a:xfrm>
          <a:prstGeom prst="rect">
            <a:avLst/>
          </a:prstGeom>
          <a:noFill/>
          <a:ln w="9525">
            <a:noFill/>
          </a:ln>
        </p:spPr>
        <p:txBody>
          <a:bodyPr lIns="64258" tIns="32128" rIns="64258" bIns="32128"/>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r" defTabSz="643255" eaLnBrk="1" hangingPunct="1">
              <a:spcBef>
                <a:spcPct val="0"/>
              </a:spcBef>
              <a:buClrTx/>
              <a:buSzTx/>
              <a:buFontTx/>
              <a:buNone/>
            </a:pPr>
            <a:fld id="{9A0DB2DC-4C9A-4742-B13C-FB6460FD3503}" type="slidenum">
              <a:rPr lang="zh-CN" altLang="en-US" sz="1000" dirty="0">
                <a:latin typeface="Times" pitchFamily="34" charset="0"/>
                <a:ea typeface="宋体" panose="02010600030101010101" pitchFamily="2" charset="-122"/>
              </a:rPr>
            </a:fld>
            <a:endParaRPr lang="zh-CN" altLang="en-US" sz="1000" dirty="0">
              <a:latin typeface="Times" pitchFamily="34" charset="0"/>
              <a:ea typeface="宋体" panose="02010600030101010101" pitchFamily="2" charset="-122"/>
            </a:endParaRPr>
          </a:p>
        </p:txBody>
      </p:sp>
      <p:sp>
        <p:nvSpPr>
          <p:cNvPr id="29701" name="Rectangle 1"/>
          <p:cNvSpPr/>
          <p:nvPr>
            <p:ph type="title" idx="4294967295"/>
          </p:nvPr>
        </p:nvSpPr>
        <p:spPr>
          <a:ln/>
        </p:spPr>
        <p:txBody>
          <a:bodyPr vert="horz" wrap="square" lIns="64258" tIns="32128" rIns="64258" bIns="32128" anchor="ctr" anchorCtr="0"/>
          <a:p>
            <a:pPr marL="25400" indent="0" defTabSz="914400" eaLnBrk="1" hangingPunct="1">
              <a:tabLst>
                <a:tab pos="1538605" algn="l"/>
              </a:tabLst>
            </a:pPr>
            <a:r>
              <a:rPr lang="en-US" altLang="zh-CN" dirty="0">
                <a:ea typeface="宋体" panose="02010600030101010101" pitchFamily="2" charset="-122"/>
              </a:rPr>
              <a:t>Properties of Clustering Feature</a:t>
            </a:r>
            <a:endParaRPr lang="en-US" altLang="zh-CN" dirty="0">
              <a:ea typeface="宋体" panose="02010600030101010101" pitchFamily="2" charset="-122"/>
            </a:endParaRPr>
          </a:p>
        </p:txBody>
      </p:sp>
      <p:sp>
        <p:nvSpPr>
          <p:cNvPr id="29702" name="Rectangle 2"/>
          <p:cNvSpPr/>
          <p:nvPr>
            <p:ph type="body" idx="4294967295"/>
          </p:nvPr>
        </p:nvSpPr>
        <p:spPr>
          <a:ln/>
        </p:spPr>
        <p:txBody>
          <a:bodyPr vert="horz" wrap="square" lIns="64258" tIns="32128" rIns="64258" bIns="32128" anchor="t" anchorCtr="0"/>
          <a:p>
            <a:pPr marL="678180" indent="-527050" defTabSz="914400" eaLnBrk="1" hangingPunct="1">
              <a:tabLst>
                <a:tab pos="1092200" algn="l"/>
              </a:tabLst>
            </a:pPr>
            <a:r>
              <a:rPr lang="en-US" altLang="zh-CN" sz="2000" dirty="0">
                <a:ea typeface="宋体" panose="02010600030101010101" pitchFamily="2" charset="-122"/>
              </a:rPr>
              <a:t>CF entry is more compact</a:t>
            </a:r>
            <a:endParaRPr lang="en-US" altLang="zh-CN" sz="2000" dirty="0">
              <a:ea typeface="宋体" panose="02010600030101010101" pitchFamily="2" charset="-122"/>
            </a:endParaRPr>
          </a:p>
          <a:p>
            <a:pPr marL="1263650" lvl="1" indent="-523875" defTabSz="914400" eaLnBrk="1" hangingPunct="1">
              <a:tabLst>
                <a:tab pos="1092200" algn="l"/>
              </a:tabLst>
            </a:pPr>
            <a:r>
              <a:rPr lang="en-US" altLang="zh-CN" sz="2000" i="1" dirty="0">
                <a:ea typeface="宋体" panose="02010600030101010101" pitchFamily="2" charset="-122"/>
              </a:rPr>
              <a:t>Stores significantly less than all of the data points in the sub-cluster</a:t>
            </a:r>
            <a:endParaRPr lang="en-US" altLang="zh-CN" sz="2000" i="1" dirty="0">
              <a:ea typeface="宋体" panose="02010600030101010101" pitchFamily="2" charset="-122"/>
            </a:endParaRPr>
          </a:p>
          <a:p>
            <a:pPr marL="678180" indent="-527050" defTabSz="914400" eaLnBrk="1" hangingPunct="1">
              <a:tabLst>
                <a:tab pos="1092200" algn="l"/>
              </a:tabLst>
            </a:pPr>
            <a:r>
              <a:rPr lang="en-US" altLang="zh-CN" sz="2000" dirty="0">
                <a:ea typeface="宋体" panose="02010600030101010101" pitchFamily="2" charset="-122"/>
              </a:rPr>
              <a:t>A CF entry has sufficient information to calculate D</a:t>
            </a:r>
            <a:r>
              <a:rPr lang="en-US" altLang="zh-CN" sz="2000" i="1" dirty="0">
                <a:ea typeface="宋体" panose="02010600030101010101" pitchFamily="2" charset="-122"/>
              </a:rPr>
              <a:t>0</a:t>
            </a:r>
            <a:r>
              <a:rPr lang="en-US" altLang="zh-CN" sz="2000" dirty="0">
                <a:ea typeface="宋体" panose="02010600030101010101" pitchFamily="2" charset="-122"/>
              </a:rPr>
              <a:t>-D</a:t>
            </a:r>
            <a:r>
              <a:rPr lang="en-US" altLang="zh-CN" sz="2000" i="1" dirty="0">
                <a:ea typeface="宋体" panose="02010600030101010101" pitchFamily="2" charset="-122"/>
              </a:rPr>
              <a:t>4</a:t>
            </a:r>
            <a:endParaRPr lang="en-US" altLang="zh-CN" sz="2000" i="1" dirty="0">
              <a:ea typeface="宋体" panose="02010600030101010101" pitchFamily="2" charset="-122"/>
            </a:endParaRPr>
          </a:p>
          <a:p>
            <a:pPr marL="678180" indent="-527050" defTabSz="914400" eaLnBrk="1" hangingPunct="1">
              <a:tabLst>
                <a:tab pos="1092200" algn="l"/>
              </a:tabLst>
            </a:pPr>
            <a:r>
              <a:rPr lang="en-US" altLang="zh-CN" sz="2000" dirty="0">
                <a:ea typeface="宋体" panose="02010600030101010101" pitchFamily="2" charset="-122"/>
              </a:rPr>
              <a:t>Additivity theorem allows us to merge sub-clusters incrementally &amp; consistently</a:t>
            </a:r>
            <a:endParaRPr lang="en-US" altLang="zh-CN" sz="2000" dirty="0">
              <a:ea typeface="宋体" panose="02010600030101010101" pitchFamily="2" charset="-122"/>
            </a:endParaRPr>
          </a:p>
        </p:txBody>
      </p:sp>
      <p:pic>
        <p:nvPicPr>
          <p:cNvPr id="6" name="Picture 5"/>
          <p:cNvPicPr>
            <a:picLocks noChangeAspect="1"/>
          </p:cNvPicPr>
          <p:nvPr/>
        </p:nvPicPr>
        <p:blipFill>
          <a:blip r:embed="rId1"/>
          <a:stretch>
            <a:fillRect/>
          </a:stretch>
        </p:blipFill>
        <p:spPr>
          <a:xfrm>
            <a:off x="1143000" y="4114800"/>
            <a:ext cx="6929438" cy="412750"/>
          </a:xfrm>
          <a:prstGeom prst="rect">
            <a:avLst/>
          </a:prstGeom>
          <a:solidFill>
            <a:schemeClr val="accent1"/>
          </a:solidFill>
          <a:ln w="25400">
            <a:noFill/>
          </a:ln>
        </p:spPr>
      </p:pic>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1+#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6" name="灯片编号占位符 1"/>
          <p:cNvSpPr txBox="1">
            <a:spLocks noGrp="1"/>
          </p:cNvSpPr>
          <p:nvPr>
            <p:ph type="sldNum" sz="quarter" idx="10"/>
          </p:nvPr>
        </p:nvSpPr>
        <p:spPr>
          <a:ln/>
        </p:spPr>
        <p:txBody>
          <a:bodyPr anchor="b" anchorCtr="0"/>
          <a:p>
            <a:pPr marL="0" indent="0" algn="r" eaLnBrk="1" hangingPunct="1">
              <a:spcBef>
                <a:spcPct val="0"/>
              </a:spcBef>
              <a:buClrTx/>
              <a:buSzTx/>
              <a:buFontTx/>
              <a:buNone/>
            </a:pPr>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31747" name="日期占位符 3"/>
          <p:cNvSpPr txBox="1">
            <a:spLocks noGrp="1"/>
          </p:cNvSpPr>
          <p:nvPr/>
        </p:nvSpPr>
        <p:spPr>
          <a:xfrm>
            <a:off x="457200" y="6245225"/>
            <a:ext cx="2133600" cy="476250"/>
          </a:xfrm>
          <a:prstGeom prst="rect">
            <a:avLst/>
          </a:prstGeom>
          <a:noFill/>
          <a:ln w="9525">
            <a:noFill/>
          </a:ln>
        </p:spPr>
        <p:txBody>
          <a:bodyPr lIns="64258" tIns="32128" rIns="64258" bIns="32128"/>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defTabSz="643255" eaLnBrk="1" hangingPunct="1">
              <a:spcBef>
                <a:spcPct val="0"/>
              </a:spcBef>
              <a:buClrTx/>
              <a:buSzTx/>
              <a:buFontTx/>
              <a:buNone/>
            </a:pPr>
            <a:fld id="{BB962C8B-B14F-4D97-AF65-F5344CB8AC3E}" type="datetime4">
              <a:rPr lang="en-US" altLang="zh-CN" sz="1000" dirty="0">
                <a:latin typeface="Times" pitchFamily="34" charset="0"/>
                <a:ea typeface="宋体" panose="02010600030101010101" pitchFamily="2" charset="-122"/>
              </a:rPr>
            </a:fld>
            <a:endParaRPr lang="en-US" altLang="zh-CN" sz="1000" dirty="0">
              <a:latin typeface="Times" pitchFamily="34" charset="0"/>
              <a:ea typeface="宋体" panose="02010600030101010101" pitchFamily="2" charset="-122"/>
            </a:endParaRPr>
          </a:p>
        </p:txBody>
      </p:sp>
      <p:sp>
        <p:nvSpPr>
          <p:cNvPr id="31748" name="灯片编号占位符 4"/>
          <p:cNvSpPr txBox="1">
            <a:spLocks noGrp="1"/>
          </p:cNvSpPr>
          <p:nvPr/>
        </p:nvSpPr>
        <p:spPr>
          <a:xfrm>
            <a:off x="6553200" y="6245225"/>
            <a:ext cx="2133600" cy="476250"/>
          </a:xfrm>
          <a:prstGeom prst="rect">
            <a:avLst/>
          </a:prstGeom>
          <a:noFill/>
          <a:ln w="9525">
            <a:noFill/>
          </a:ln>
        </p:spPr>
        <p:txBody>
          <a:bodyPr lIns="64258" tIns="32128" rIns="64258" bIns="32128"/>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r" defTabSz="643255" eaLnBrk="1" hangingPunct="1">
              <a:spcBef>
                <a:spcPct val="0"/>
              </a:spcBef>
              <a:buClrTx/>
              <a:buSzTx/>
              <a:buFontTx/>
              <a:buNone/>
            </a:pPr>
            <a:fld id="{9A0DB2DC-4C9A-4742-B13C-FB6460FD3503}" type="slidenum">
              <a:rPr lang="zh-CN" altLang="en-US" sz="1000" dirty="0">
                <a:latin typeface="Times" pitchFamily="34" charset="0"/>
                <a:ea typeface="宋体" panose="02010600030101010101" pitchFamily="2" charset="-122"/>
              </a:rPr>
            </a:fld>
            <a:endParaRPr lang="zh-CN" altLang="en-US" sz="1000" dirty="0">
              <a:latin typeface="Times" pitchFamily="34" charset="0"/>
              <a:ea typeface="宋体" panose="02010600030101010101" pitchFamily="2" charset="-122"/>
            </a:endParaRPr>
          </a:p>
        </p:txBody>
      </p:sp>
      <p:sp>
        <p:nvSpPr>
          <p:cNvPr id="31749" name="Rectangle 1"/>
          <p:cNvSpPr/>
          <p:nvPr>
            <p:ph type="title" idx="4294967295"/>
          </p:nvPr>
        </p:nvSpPr>
        <p:spPr>
          <a:ln/>
        </p:spPr>
        <p:txBody>
          <a:bodyPr vert="horz" wrap="square" lIns="64258" tIns="32128" rIns="64258" bIns="32128" anchor="ctr" anchorCtr="0"/>
          <a:p>
            <a:pPr marL="25400" indent="0" defTabSz="914400" eaLnBrk="1" hangingPunct="1">
              <a:tabLst>
                <a:tab pos="1538605" algn="l"/>
              </a:tabLst>
            </a:pPr>
            <a:r>
              <a:rPr lang="en-US" altLang="zh-CN" dirty="0">
                <a:ea typeface="宋体" panose="02010600030101010101" pitchFamily="2" charset="-122"/>
              </a:rPr>
              <a:t>CF-Tree</a:t>
            </a:r>
            <a:endParaRPr lang="en-US" altLang="zh-CN" dirty="0">
              <a:ea typeface="宋体" panose="02010600030101010101" pitchFamily="2" charset="-122"/>
            </a:endParaRPr>
          </a:p>
        </p:txBody>
      </p:sp>
      <p:pic>
        <p:nvPicPr>
          <p:cNvPr id="31750" name="Picture 2"/>
          <p:cNvPicPr>
            <a:picLocks noChangeAspect="1"/>
          </p:cNvPicPr>
          <p:nvPr/>
        </p:nvPicPr>
        <p:blipFill>
          <a:blip r:embed="rId1"/>
          <a:stretch>
            <a:fillRect/>
          </a:stretch>
        </p:blipFill>
        <p:spPr>
          <a:xfrm>
            <a:off x="3768725" y="2036763"/>
            <a:ext cx="5181600" cy="3935412"/>
          </a:xfrm>
          <a:prstGeom prst="rect">
            <a:avLst/>
          </a:prstGeom>
          <a:noFill/>
          <a:ln w="25400">
            <a:noFill/>
          </a:ln>
        </p:spPr>
      </p:pic>
      <p:sp>
        <p:nvSpPr>
          <p:cNvPr id="35844" name="Oval 4"/>
          <p:cNvSpPr/>
          <p:nvPr/>
        </p:nvSpPr>
        <p:spPr>
          <a:xfrm>
            <a:off x="6072188" y="3589338"/>
            <a:ext cx="322262" cy="214312"/>
          </a:xfrm>
          <a:prstGeom prst="ellipse">
            <a:avLst/>
          </a:prstGeom>
          <a:noFill/>
          <a:ln w="25400" cap="flat" cmpd="sng">
            <a:solidFill>
              <a:srgbClr val="FF00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3400" i="1" dirty="0">
              <a:solidFill>
                <a:srgbClr val="000000"/>
              </a:solidFill>
              <a:latin typeface="Times" pitchFamily="34" charset="0"/>
              <a:ea typeface="宋体" panose="02010600030101010101" pitchFamily="2" charset="-122"/>
            </a:endParaRPr>
          </a:p>
        </p:txBody>
      </p:sp>
      <p:sp>
        <p:nvSpPr>
          <p:cNvPr id="35845" name="Oval 5"/>
          <p:cNvSpPr/>
          <p:nvPr/>
        </p:nvSpPr>
        <p:spPr>
          <a:xfrm>
            <a:off x="4197350" y="5732463"/>
            <a:ext cx="320675" cy="214312"/>
          </a:xfrm>
          <a:prstGeom prst="ellipse">
            <a:avLst/>
          </a:prstGeom>
          <a:noFill/>
          <a:ln w="25400" cap="flat" cmpd="sng">
            <a:solidFill>
              <a:srgbClr val="FF00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3400" i="1" dirty="0">
              <a:solidFill>
                <a:srgbClr val="000000"/>
              </a:solidFill>
              <a:latin typeface="Times" pitchFamily="34" charset="0"/>
              <a:ea typeface="宋体" panose="02010600030101010101" pitchFamily="2" charset="-122"/>
            </a:endParaRPr>
          </a:p>
        </p:txBody>
      </p:sp>
      <p:sp>
        <p:nvSpPr>
          <p:cNvPr id="35846" name="Oval 6"/>
          <p:cNvSpPr/>
          <p:nvPr/>
        </p:nvSpPr>
        <p:spPr>
          <a:xfrm>
            <a:off x="4411663" y="5197475"/>
            <a:ext cx="749300" cy="214313"/>
          </a:xfrm>
          <a:prstGeom prst="ellipse">
            <a:avLst/>
          </a:prstGeom>
          <a:noFill/>
          <a:ln w="25400" cap="flat" cmpd="sng">
            <a:solidFill>
              <a:srgbClr val="0000FF"/>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3400" i="1" dirty="0">
              <a:solidFill>
                <a:srgbClr val="000000"/>
              </a:solidFill>
              <a:latin typeface="Times" pitchFamily="34" charset="0"/>
              <a:ea typeface="宋体" panose="02010600030101010101" pitchFamily="2" charset="-122"/>
            </a:endParaRPr>
          </a:p>
        </p:txBody>
      </p:sp>
      <p:sp>
        <p:nvSpPr>
          <p:cNvPr id="35847" name="Oval 7"/>
          <p:cNvSpPr/>
          <p:nvPr/>
        </p:nvSpPr>
        <p:spPr>
          <a:xfrm>
            <a:off x="5751513" y="5197475"/>
            <a:ext cx="749300" cy="214313"/>
          </a:xfrm>
          <a:prstGeom prst="ellipse">
            <a:avLst/>
          </a:prstGeom>
          <a:noFill/>
          <a:ln w="25400" cap="flat" cmpd="sng">
            <a:solidFill>
              <a:srgbClr val="0000FF"/>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3400" i="1" dirty="0">
              <a:solidFill>
                <a:srgbClr val="000000"/>
              </a:solidFill>
              <a:latin typeface="Times" pitchFamily="34" charset="0"/>
              <a:ea typeface="宋体" panose="02010600030101010101" pitchFamily="2" charset="-122"/>
            </a:endParaRPr>
          </a:p>
        </p:txBody>
      </p:sp>
      <p:sp>
        <p:nvSpPr>
          <p:cNvPr id="31755" name="Rectangle 2"/>
          <p:cNvSpPr txBox="1"/>
          <p:nvPr/>
        </p:nvSpPr>
        <p:spPr>
          <a:xfrm>
            <a:off x="0" y="1768475"/>
            <a:ext cx="3660775" cy="4302125"/>
          </a:xfrm>
          <a:prstGeom prst="rect">
            <a:avLst/>
          </a:prstGeom>
          <a:noFill/>
          <a:ln w="12700">
            <a:noFill/>
          </a:ln>
        </p:spPr>
        <p:txBody>
          <a:bodyPr lIns="64258" tIns="32128" rIns="64258" bIns="32128"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476250" lvl="0" indent="-369570" defTabSz="643255" eaLnBrk="1" hangingPunct="1">
              <a:lnSpc>
                <a:spcPct val="80000"/>
              </a:lnSpc>
              <a:spcBef>
                <a:spcPct val="0"/>
              </a:spcBef>
              <a:spcAft>
                <a:spcPts val="1550"/>
              </a:spcAft>
              <a:buClrTx/>
              <a:buSzPct val="38000"/>
              <a:buFontTx/>
              <a:buBlip>
                <a:blip r:embed="rId2"/>
              </a:buBlip>
              <a:tabLst>
                <a:tab pos="714375" algn="l"/>
              </a:tabLst>
            </a:pPr>
            <a:r>
              <a:rPr lang="en-US" altLang="zh-CN" sz="2500" i="1" dirty="0">
                <a:latin typeface="Times" pitchFamily="34" charset="0"/>
                <a:ea typeface="宋体" panose="02010600030101010101" pitchFamily="2" charset="-122"/>
              </a:rPr>
              <a:t>Each non-leaf node has at most </a:t>
            </a:r>
            <a:r>
              <a:rPr lang="en-US" altLang="zh-CN" sz="2500" i="1" dirty="0">
                <a:solidFill>
                  <a:srgbClr val="FF0000"/>
                </a:solidFill>
                <a:latin typeface="Times" pitchFamily="34" charset="0"/>
                <a:ea typeface="宋体" panose="02010600030101010101" pitchFamily="2" charset="-122"/>
              </a:rPr>
              <a:t>B</a:t>
            </a:r>
            <a:r>
              <a:rPr lang="en-US" altLang="zh-CN" sz="2500" i="1" dirty="0">
                <a:latin typeface="Times" pitchFamily="34" charset="0"/>
                <a:ea typeface="宋体" panose="02010600030101010101" pitchFamily="2" charset="-122"/>
              </a:rPr>
              <a:t> entries</a:t>
            </a:r>
            <a:endParaRPr lang="en-US" altLang="zh-CN" sz="2500" i="1" dirty="0">
              <a:latin typeface="Times" pitchFamily="34" charset="0"/>
              <a:ea typeface="宋体" panose="02010600030101010101" pitchFamily="2" charset="-122"/>
            </a:endParaRPr>
          </a:p>
          <a:p>
            <a:pPr marL="476250" lvl="0" indent="-369570" defTabSz="643255" eaLnBrk="1" hangingPunct="1">
              <a:lnSpc>
                <a:spcPct val="80000"/>
              </a:lnSpc>
              <a:spcBef>
                <a:spcPct val="0"/>
              </a:spcBef>
              <a:spcAft>
                <a:spcPts val="1550"/>
              </a:spcAft>
              <a:buClrTx/>
              <a:buSzPct val="38000"/>
              <a:buFontTx/>
              <a:buBlip>
                <a:blip r:embed="rId2"/>
              </a:buBlip>
              <a:tabLst>
                <a:tab pos="714375" algn="l"/>
              </a:tabLst>
            </a:pPr>
            <a:r>
              <a:rPr lang="en-US" altLang="zh-CN" sz="2500" i="1" dirty="0">
                <a:latin typeface="Times" pitchFamily="34" charset="0"/>
                <a:ea typeface="宋体" panose="02010600030101010101" pitchFamily="2" charset="-122"/>
              </a:rPr>
              <a:t>Each leaf node has at most </a:t>
            </a:r>
            <a:r>
              <a:rPr lang="en-US" altLang="zh-CN" sz="2500" i="1" dirty="0">
                <a:solidFill>
                  <a:srgbClr val="FF0000"/>
                </a:solidFill>
                <a:latin typeface="Times" pitchFamily="34" charset="0"/>
                <a:ea typeface="宋体" panose="02010600030101010101" pitchFamily="2" charset="-122"/>
              </a:rPr>
              <a:t>L</a:t>
            </a:r>
            <a:r>
              <a:rPr lang="en-US" altLang="zh-CN" sz="2500" i="1" dirty="0">
                <a:latin typeface="Times" pitchFamily="34" charset="0"/>
                <a:ea typeface="宋体" panose="02010600030101010101" pitchFamily="2" charset="-122"/>
              </a:rPr>
              <a:t> CF entries, each of which satisfies threshold </a:t>
            </a:r>
            <a:r>
              <a:rPr lang="en-US" altLang="zh-CN" sz="2500" i="1" dirty="0">
                <a:solidFill>
                  <a:srgbClr val="FF0000"/>
                </a:solidFill>
                <a:latin typeface="Times" pitchFamily="34" charset="0"/>
                <a:ea typeface="宋体" panose="02010600030101010101" pitchFamily="2" charset="-122"/>
              </a:rPr>
              <a:t>T</a:t>
            </a:r>
            <a:endParaRPr lang="en-US" altLang="zh-CN" sz="2500" i="1" dirty="0">
              <a:solidFill>
                <a:srgbClr val="FF0000"/>
              </a:solidFill>
              <a:latin typeface="Times" pitchFamily="34" charset="0"/>
              <a:ea typeface="宋体" panose="02010600030101010101" pitchFamily="2" charset="-122"/>
            </a:endParaRPr>
          </a:p>
          <a:p>
            <a:pPr marL="476250" lvl="0" indent="-369570" defTabSz="643255" eaLnBrk="1" hangingPunct="1">
              <a:lnSpc>
                <a:spcPct val="80000"/>
              </a:lnSpc>
              <a:spcBef>
                <a:spcPct val="0"/>
              </a:spcBef>
              <a:spcAft>
                <a:spcPts val="1550"/>
              </a:spcAft>
              <a:buClrTx/>
              <a:buSzPct val="38000"/>
              <a:buFontTx/>
              <a:buBlip>
                <a:blip r:embed="rId2"/>
              </a:buBlip>
              <a:tabLst>
                <a:tab pos="714375" algn="l"/>
              </a:tabLst>
            </a:pPr>
            <a:r>
              <a:rPr lang="en-US" altLang="zh-CN" sz="2500" i="1" dirty="0">
                <a:latin typeface="Times" pitchFamily="34" charset="0"/>
                <a:ea typeface="宋体" panose="02010600030101010101" pitchFamily="2" charset="-122"/>
              </a:rPr>
              <a:t>Node size is determined by dimensionality of data space and input parameter </a:t>
            </a:r>
            <a:r>
              <a:rPr lang="en-US" altLang="zh-CN" sz="2500" i="1" dirty="0">
                <a:solidFill>
                  <a:srgbClr val="FF0000"/>
                </a:solidFill>
                <a:latin typeface="Times" pitchFamily="34" charset="0"/>
                <a:ea typeface="宋体" panose="02010600030101010101" pitchFamily="2" charset="-122"/>
              </a:rPr>
              <a:t>P</a:t>
            </a:r>
            <a:r>
              <a:rPr lang="en-US" altLang="zh-CN" sz="2500" i="1" dirty="0">
                <a:latin typeface="Times" pitchFamily="34" charset="0"/>
                <a:ea typeface="宋体" panose="02010600030101010101" pitchFamily="2" charset="-122"/>
              </a:rPr>
              <a:t> (page size)</a:t>
            </a:r>
            <a:endParaRPr lang="en-US" altLang="zh-CN" sz="2500" i="1" dirty="0">
              <a:latin typeface="Times" pitchFamily="34" charset="0"/>
              <a:ea typeface="宋体" panose="02010600030101010101" pitchFamily="2" charset="-122"/>
            </a:endParaRP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584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584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584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58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4" grpId="0" animBg="1"/>
      <p:bldP spid="35845" grpId="0" animBg="1"/>
      <p:bldP spid="35846" grpId="0" animBg="1"/>
      <p:bldP spid="35847"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4" name="灯片编号占位符 1"/>
          <p:cNvSpPr txBox="1">
            <a:spLocks noGrp="1"/>
          </p:cNvSpPr>
          <p:nvPr>
            <p:ph type="sldNum" sz="quarter" idx="10"/>
          </p:nvPr>
        </p:nvSpPr>
        <p:spPr>
          <a:ln/>
        </p:spPr>
        <p:txBody>
          <a:bodyPr anchor="b" anchorCtr="0"/>
          <a:p>
            <a:pPr marL="0" indent="0" algn="r" eaLnBrk="1" hangingPunct="1">
              <a:spcBef>
                <a:spcPct val="0"/>
              </a:spcBef>
              <a:buClrTx/>
              <a:buSzTx/>
              <a:buFontTx/>
              <a:buNone/>
            </a:pPr>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33795" name="日期占位符 3"/>
          <p:cNvSpPr txBox="1">
            <a:spLocks noGrp="1"/>
          </p:cNvSpPr>
          <p:nvPr/>
        </p:nvSpPr>
        <p:spPr>
          <a:xfrm>
            <a:off x="457200" y="6245225"/>
            <a:ext cx="2133600" cy="476250"/>
          </a:xfrm>
          <a:prstGeom prst="rect">
            <a:avLst/>
          </a:prstGeom>
          <a:noFill/>
          <a:ln w="9525">
            <a:noFill/>
          </a:ln>
        </p:spPr>
        <p:txBody>
          <a:bodyPr lIns="64258" tIns="32128" rIns="64258" bIns="32128"/>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defTabSz="643255" eaLnBrk="1" hangingPunct="1">
              <a:spcBef>
                <a:spcPct val="0"/>
              </a:spcBef>
              <a:buClrTx/>
              <a:buSzTx/>
              <a:buFontTx/>
              <a:buNone/>
            </a:pPr>
            <a:fld id="{BB962C8B-B14F-4D97-AF65-F5344CB8AC3E}" type="datetime4">
              <a:rPr lang="en-US" altLang="zh-CN" sz="1000" dirty="0">
                <a:latin typeface="Times" pitchFamily="34" charset="0"/>
                <a:ea typeface="宋体" panose="02010600030101010101" pitchFamily="2" charset="-122"/>
              </a:rPr>
            </a:fld>
            <a:endParaRPr lang="en-US" altLang="zh-CN" sz="1000" dirty="0">
              <a:latin typeface="Times" pitchFamily="34" charset="0"/>
              <a:ea typeface="宋体" panose="02010600030101010101" pitchFamily="2" charset="-122"/>
            </a:endParaRPr>
          </a:p>
        </p:txBody>
      </p:sp>
      <p:sp>
        <p:nvSpPr>
          <p:cNvPr id="33796" name="灯片编号占位符 4"/>
          <p:cNvSpPr txBox="1">
            <a:spLocks noGrp="1"/>
          </p:cNvSpPr>
          <p:nvPr/>
        </p:nvSpPr>
        <p:spPr>
          <a:xfrm>
            <a:off x="6553200" y="6245225"/>
            <a:ext cx="2133600" cy="476250"/>
          </a:xfrm>
          <a:prstGeom prst="rect">
            <a:avLst/>
          </a:prstGeom>
          <a:noFill/>
          <a:ln w="9525">
            <a:noFill/>
          </a:ln>
        </p:spPr>
        <p:txBody>
          <a:bodyPr lIns="64258" tIns="32128" rIns="64258" bIns="32128"/>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r" defTabSz="643255" eaLnBrk="1" hangingPunct="1">
              <a:spcBef>
                <a:spcPct val="0"/>
              </a:spcBef>
              <a:buClrTx/>
              <a:buSzTx/>
              <a:buFontTx/>
              <a:buNone/>
            </a:pPr>
            <a:fld id="{9A0DB2DC-4C9A-4742-B13C-FB6460FD3503}" type="slidenum">
              <a:rPr lang="zh-CN" altLang="en-US" sz="1000" dirty="0">
                <a:latin typeface="Times" pitchFamily="34" charset="0"/>
                <a:ea typeface="宋体" panose="02010600030101010101" pitchFamily="2" charset="-122"/>
              </a:rPr>
            </a:fld>
            <a:endParaRPr lang="zh-CN" altLang="en-US" sz="1000" dirty="0">
              <a:latin typeface="Times" pitchFamily="34" charset="0"/>
              <a:ea typeface="宋体" panose="02010600030101010101" pitchFamily="2" charset="-122"/>
            </a:endParaRPr>
          </a:p>
        </p:txBody>
      </p:sp>
      <p:sp>
        <p:nvSpPr>
          <p:cNvPr id="33797" name="Rectangle 1"/>
          <p:cNvSpPr/>
          <p:nvPr>
            <p:ph type="title" idx="4294967295"/>
          </p:nvPr>
        </p:nvSpPr>
        <p:spPr>
          <a:ln/>
        </p:spPr>
        <p:txBody>
          <a:bodyPr vert="horz" wrap="square" lIns="64258" tIns="32128" rIns="64258" bIns="32128" anchor="ctr" anchorCtr="0"/>
          <a:p>
            <a:pPr marL="25400" indent="0" defTabSz="914400" eaLnBrk="1" hangingPunct="1">
              <a:tabLst>
                <a:tab pos="1538605" algn="l"/>
              </a:tabLst>
            </a:pPr>
            <a:r>
              <a:rPr lang="en-US" altLang="zh-CN" dirty="0">
                <a:ea typeface="宋体" panose="02010600030101010101" pitchFamily="2" charset="-122"/>
              </a:rPr>
              <a:t>CF-Tree Insertion</a:t>
            </a:r>
            <a:endParaRPr lang="en-US" altLang="zh-CN" dirty="0">
              <a:ea typeface="宋体" panose="02010600030101010101" pitchFamily="2" charset="-122"/>
            </a:endParaRPr>
          </a:p>
        </p:txBody>
      </p:sp>
      <p:sp>
        <p:nvSpPr>
          <p:cNvPr id="33798" name="Rectangle 2"/>
          <p:cNvSpPr/>
          <p:nvPr>
            <p:ph type="body" idx="4294967295"/>
          </p:nvPr>
        </p:nvSpPr>
        <p:spPr>
          <a:xfrm>
            <a:off x="696913" y="1866900"/>
            <a:ext cx="7893050" cy="4303713"/>
          </a:xfrm>
          <a:ln/>
        </p:spPr>
        <p:txBody>
          <a:bodyPr vert="horz" wrap="square" lIns="64258" tIns="32128" rIns="64258" bIns="32128" anchor="t" anchorCtr="0"/>
          <a:p>
            <a:pPr marL="678180" indent="-527050" defTabSz="914400" eaLnBrk="1" hangingPunct="1">
              <a:lnSpc>
                <a:spcPct val="90000"/>
              </a:lnSpc>
              <a:buFont typeface="Wingdings" panose="05000000000000000000" pitchFamily="2" charset="2"/>
              <a:buChar char="Ø"/>
              <a:tabLst>
                <a:tab pos="1092200" algn="l"/>
              </a:tabLst>
            </a:pPr>
            <a:r>
              <a:rPr lang="en-US" altLang="zh-CN" sz="2400" dirty="0">
                <a:ea typeface="宋体" panose="02010600030101010101" pitchFamily="2" charset="-122"/>
              </a:rPr>
              <a:t>Recurse down from root, find the appropriate leaf</a:t>
            </a:r>
            <a:endParaRPr lang="en-US" altLang="zh-CN" sz="2400" dirty="0">
              <a:ea typeface="宋体" panose="02010600030101010101" pitchFamily="2" charset="-122"/>
            </a:endParaRPr>
          </a:p>
          <a:p>
            <a:pPr marL="1263650" lvl="1" indent="-523875" defTabSz="914400" eaLnBrk="1" hangingPunct="1">
              <a:lnSpc>
                <a:spcPct val="90000"/>
              </a:lnSpc>
              <a:buFont typeface="Wingdings" panose="05000000000000000000" pitchFamily="2" charset="2"/>
              <a:buChar char="n"/>
              <a:tabLst>
                <a:tab pos="1092200" algn="l"/>
              </a:tabLst>
            </a:pPr>
            <a:r>
              <a:rPr lang="en-US" altLang="zh-CN" sz="2400" i="1" dirty="0">
                <a:ea typeface="宋体" panose="02010600030101010101" pitchFamily="2" charset="-122"/>
              </a:rPr>
              <a:t>Follow the </a:t>
            </a:r>
            <a:r>
              <a:rPr lang="en-US" altLang="zh-CN" sz="2400" dirty="0">
                <a:ea typeface="宋体" panose="02010600030101010101" pitchFamily="2" charset="-122"/>
              </a:rPr>
              <a:t>"closest"-CF</a:t>
            </a:r>
            <a:r>
              <a:rPr lang="en-US" altLang="zh-CN" sz="2400" i="1" dirty="0">
                <a:ea typeface="宋体" panose="02010600030101010101" pitchFamily="2" charset="-122"/>
              </a:rPr>
              <a:t> path, w.r.t. </a:t>
            </a:r>
            <a:r>
              <a:rPr lang="en-US" altLang="zh-CN" sz="2400" dirty="0">
                <a:ea typeface="宋体" panose="02010600030101010101" pitchFamily="2" charset="-122"/>
              </a:rPr>
              <a:t>D</a:t>
            </a:r>
            <a:r>
              <a:rPr lang="en-US" altLang="zh-CN" sz="2400" i="1" dirty="0">
                <a:ea typeface="宋体" panose="02010600030101010101" pitchFamily="2" charset="-122"/>
              </a:rPr>
              <a:t>0 / … / </a:t>
            </a:r>
            <a:r>
              <a:rPr lang="en-US" altLang="zh-CN" sz="2400" dirty="0">
                <a:ea typeface="宋体" panose="02010600030101010101" pitchFamily="2" charset="-122"/>
              </a:rPr>
              <a:t>D</a:t>
            </a:r>
            <a:r>
              <a:rPr lang="en-US" altLang="zh-CN" sz="2400" i="1" dirty="0">
                <a:ea typeface="宋体" panose="02010600030101010101" pitchFamily="2" charset="-122"/>
              </a:rPr>
              <a:t>4</a:t>
            </a:r>
            <a:endParaRPr lang="en-US" altLang="zh-CN" sz="2400" i="1" dirty="0">
              <a:ea typeface="宋体" panose="02010600030101010101" pitchFamily="2" charset="-122"/>
            </a:endParaRPr>
          </a:p>
          <a:p>
            <a:pPr marL="678180" indent="-527050" defTabSz="914400" eaLnBrk="1" hangingPunct="1">
              <a:lnSpc>
                <a:spcPct val="90000"/>
              </a:lnSpc>
              <a:buFont typeface="Wingdings" panose="05000000000000000000" pitchFamily="2" charset="2"/>
              <a:buChar char="Ø"/>
              <a:tabLst>
                <a:tab pos="1092200" algn="l"/>
              </a:tabLst>
            </a:pPr>
            <a:r>
              <a:rPr lang="en-US" altLang="zh-CN" sz="2400" dirty="0">
                <a:ea typeface="宋体" panose="02010600030101010101" pitchFamily="2" charset="-122"/>
              </a:rPr>
              <a:t>Modify the leaf</a:t>
            </a:r>
            <a:endParaRPr lang="en-US" altLang="zh-CN" sz="2400" dirty="0">
              <a:ea typeface="宋体" panose="02010600030101010101" pitchFamily="2" charset="-122"/>
            </a:endParaRPr>
          </a:p>
          <a:p>
            <a:pPr marL="1263650" lvl="1" indent="-523875" defTabSz="914400" eaLnBrk="1" hangingPunct="1">
              <a:lnSpc>
                <a:spcPct val="90000"/>
              </a:lnSpc>
              <a:buFont typeface="Wingdings" panose="05000000000000000000" pitchFamily="2" charset="2"/>
              <a:buChar char="n"/>
              <a:tabLst>
                <a:tab pos="1092200" algn="l"/>
              </a:tabLst>
            </a:pPr>
            <a:r>
              <a:rPr lang="en-US" altLang="zh-CN" sz="2400" i="1" dirty="0">
                <a:ea typeface="宋体" panose="02010600030101010101" pitchFamily="2" charset="-122"/>
              </a:rPr>
              <a:t>If the </a:t>
            </a:r>
            <a:r>
              <a:rPr lang="en-US" altLang="zh-CN" sz="2400" dirty="0">
                <a:ea typeface="宋体" panose="02010600030101010101" pitchFamily="2" charset="-122"/>
              </a:rPr>
              <a:t>closest-CF</a:t>
            </a:r>
            <a:r>
              <a:rPr lang="en-US" altLang="zh-CN" sz="2400" i="1" dirty="0">
                <a:ea typeface="宋体" panose="02010600030101010101" pitchFamily="2" charset="-122"/>
              </a:rPr>
              <a:t> leaf cannot absorb, make a new CF entry. If there is no room for new leaf, split the parent node</a:t>
            </a:r>
            <a:endParaRPr lang="en-US" altLang="zh-CN" sz="2400" i="1" dirty="0">
              <a:ea typeface="宋体" panose="02010600030101010101" pitchFamily="2" charset="-122"/>
            </a:endParaRPr>
          </a:p>
          <a:p>
            <a:pPr marL="678180" indent="-527050" defTabSz="914400" eaLnBrk="1" hangingPunct="1">
              <a:lnSpc>
                <a:spcPct val="90000"/>
              </a:lnSpc>
              <a:buFont typeface="Wingdings" panose="05000000000000000000" pitchFamily="2" charset="2"/>
              <a:buChar char="Ø"/>
              <a:tabLst>
                <a:tab pos="1092200" algn="l"/>
              </a:tabLst>
            </a:pPr>
            <a:r>
              <a:rPr lang="en-US" altLang="zh-CN" sz="2400" dirty="0">
                <a:ea typeface="宋体" panose="02010600030101010101" pitchFamily="2" charset="-122"/>
              </a:rPr>
              <a:t>Traverse back </a:t>
            </a:r>
            <a:endParaRPr lang="en-US" altLang="zh-CN" sz="2400" dirty="0">
              <a:ea typeface="宋体" panose="02010600030101010101" pitchFamily="2" charset="-122"/>
            </a:endParaRPr>
          </a:p>
          <a:p>
            <a:pPr marL="1263650" lvl="1" indent="-523875" defTabSz="914400" eaLnBrk="1" hangingPunct="1">
              <a:lnSpc>
                <a:spcPct val="90000"/>
              </a:lnSpc>
              <a:tabLst>
                <a:tab pos="1092200" algn="l"/>
              </a:tabLst>
            </a:pPr>
            <a:r>
              <a:rPr lang="en-US" altLang="zh-CN" sz="2400" i="1" dirty="0">
                <a:ea typeface="宋体" panose="02010600030101010101" pitchFamily="2" charset="-122"/>
              </a:rPr>
              <a:t> Updating CFs on the path or splitting nodes</a:t>
            </a:r>
            <a:endParaRPr lang="en-US" altLang="zh-CN" sz="2400" i="1" dirty="0">
              <a:ea typeface="宋体" panose="02010600030101010101" pitchFamily="2" charset="-122"/>
            </a:endParaRPr>
          </a:p>
        </p:txBody>
      </p:sp>
    </p:spTree>
  </p:cSld>
  <p:clrMapOvr>
    <a:masterClrMapping/>
  </p:clrMapOvr>
  <p:transition>
    <p:zoom/>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灯片编号占位符 1"/>
          <p:cNvSpPr txBox="1">
            <a:spLocks noGrp="1"/>
          </p:cNvSpPr>
          <p:nvPr>
            <p:ph type="sldNum" sz="quarter" idx="10"/>
          </p:nvPr>
        </p:nvSpPr>
        <p:spPr>
          <a:ln/>
        </p:spPr>
        <p:txBody>
          <a:bodyPr anchor="b" anchorCtr="0"/>
          <a:p>
            <a:pPr marL="0" indent="0" algn="r" eaLnBrk="1" hangingPunct="1">
              <a:spcBef>
                <a:spcPct val="0"/>
              </a:spcBef>
              <a:buClrTx/>
              <a:buSzTx/>
              <a:buFontTx/>
              <a:buNone/>
            </a:pPr>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35843" name="日期占位符 3"/>
          <p:cNvSpPr txBox="1">
            <a:spLocks noGrp="1"/>
          </p:cNvSpPr>
          <p:nvPr/>
        </p:nvSpPr>
        <p:spPr>
          <a:xfrm>
            <a:off x="457200" y="6245225"/>
            <a:ext cx="2133600" cy="476250"/>
          </a:xfrm>
          <a:prstGeom prst="rect">
            <a:avLst/>
          </a:prstGeom>
          <a:noFill/>
          <a:ln w="9525">
            <a:noFill/>
          </a:ln>
        </p:spPr>
        <p:txBody>
          <a:bodyPr lIns="64258" tIns="32128" rIns="64258" bIns="32128"/>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defTabSz="643255" eaLnBrk="1" hangingPunct="1">
              <a:spcBef>
                <a:spcPct val="0"/>
              </a:spcBef>
              <a:buClrTx/>
              <a:buSzTx/>
              <a:buFontTx/>
              <a:buNone/>
            </a:pPr>
            <a:fld id="{BB962C8B-B14F-4D97-AF65-F5344CB8AC3E}" type="datetime4">
              <a:rPr lang="en-US" altLang="zh-CN" sz="1000" dirty="0">
                <a:latin typeface="Times" pitchFamily="34" charset="0"/>
                <a:ea typeface="宋体" panose="02010600030101010101" pitchFamily="2" charset="-122"/>
              </a:rPr>
            </a:fld>
            <a:endParaRPr lang="en-US" altLang="zh-CN" sz="1000" dirty="0">
              <a:latin typeface="Times" pitchFamily="34" charset="0"/>
              <a:ea typeface="宋体" panose="02010600030101010101" pitchFamily="2" charset="-122"/>
            </a:endParaRPr>
          </a:p>
        </p:txBody>
      </p:sp>
      <p:sp>
        <p:nvSpPr>
          <p:cNvPr id="35844" name="灯片编号占位符 4"/>
          <p:cNvSpPr txBox="1">
            <a:spLocks noGrp="1"/>
          </p:cNvSpPr>
          <p:nvPr/>
        </p:nvSpPr>
        <p:spPr>
          <a:xfrm>
            <a:off x="6553200" y="6245225"/>
            <a:ext cx="2133600" cy="476250"/>
          </a:xfrm>
          <a:prstGeom prst="rect">
            <a:avLst/>
          </a:prstGeom>
          <a:noFill/>
          <a:ln w="9525">
            <a:noFill/>
          </a:ln>
        </p:spPr>
        <p:txBody>
          <a:bodyPr lIns="64258" tIns="32128" rIns="64258" bIns="32128"/>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r" defTabSz="643255" eaLnBrk="1" hangingPunct="1">
              <a:spcBef>
                <a:spcPct val="0"/>
              </a:spcBef>
              <a:buClrTx/>
              <a:buSzTx/>
              <a:buFontTx/>
              <a:buNone/>
            </a:pPr>
            <a:fld id="{9A0DB2DC-4C9A-4742-B13C-FB6460FD3503}" type="slidenum">
              <a:rPr lang="zh-CN" altLang="en-US" sz="1000" dirty="0">
                <a:latin typeface="Times" pitchFamily="34" charset="0"/>
                <a:ea typeface="宋体" panose="02010600030101010101" pitchFamily="2" charset="-122"/>
              </a:rPr>
            </a:fld>
            <a:endParaRPr lang="zh-CN" altLang="en-US" sz="1000" dirty="0">
              <a:latin typeface="Times" pitchFamily="34" charset="0"/>
              <a:ea typeface="宋体" panose="02010600030101010101" pitchFamily="2" charset="-122"/>
            </a:endParaRPr>
          </a:p>
        </p:txBody>
      </p:sp>
      <p:sp>
        <p:nvSpPr>
          <p:cNvPr id="35845" name="Rectangle 1"/>
          <p:cNvSpPr/>
          <p:nvPr>
            <p:ph type="title" idx="4294967295"/>
          </p:nvPr>
        </p:nvSpPr>
        <p:spPr>
          <a:ln/>
        </p:spPr>
        <p:txBody>
          <a:bodyPr vert="horz" wrap="square" lIns="64258" tIns="32128" rIns="64258" bIns="32128" anchor="ctr" anchorCtr="0"/>
          <a:p>
            <a:pPr marL="25400" indent="0" defTabSz="914400" eaLnBrk="1" hangingPunct="1">
              <a:tabLst>
                <a:tab pos="1538605" algn="l"/>
              </a:tabLst>
            </a:pPr>
            <a:r>
              <a:rPr lang="en-US" altLang="zh-CN" dirty="0">
                <a:ea typeface="宋体" panose="02010600030101010101" pitchFamily="2" charset="-122"/>
              </a:rPr>
              <a:t>CF-Tree Rebuilding</a:t>
            </a:r>
            <a:endParaRPr lang="en-US" altLang="zh-CN" dirty="0">
              <a:ea typeface="宋体" panose="02010600030101010101" pitchFamily="2" charset="-122"/>
            </a:endParaRPr>
          </a:p>
        </p:txBody>
      </p:sp>
      <p:sp>
        <p:nvSpPr>
          <p:cNvPr id="35846" name="Rectangle 2"/>
          <p:cNvSpPr/>
          <p:nvPr>
            <p:ph type="body" idx="4294967295"/>
          </p:nvPr>
        </p:nvSpPr>
        <p:spPr>
          <a:ln/>
        </p:spPr>
        <p:txBody>
          <a:bodyPr vert="horz" wrap="square" lIns="64258" tIns="32128" rIns="64258" bIns="32128" anchor="t" anchorCtr="0"/>
          <a:p>
            <a:pPr marL="678180" indent="-527050" defTabSz="914400" eaLnBrk="1" hangingPunct="1">
              <a:lnSpc>
                <a:spcPct val="80000"/>
              </a:lnSpc>
              <a:tabLst>
                <a:tab pos="1092200" algn="l"/>
              </a:tabLst>
            </a:pPr>
            <a:r>
              <a:rPr lang="en-US" altLang="zh-CN" dirty="0">
                <a:ea typeface="宋体" panose="02010600030101010101" pitchFamily="2" charset="-122"/>
              </a:rPr>
              <a:t>If we run out of space, increase threshold T</a:t>
            </a:r>
            <a:endParaRPr lang="en-US" altLang="zh-CN" dirty="0">
              <a:ea typeface="宋体" panose="02010600030101010101" pitchFamily="2" charset="-122"/>
            </a:endParaRPr>
          </a:p>
          <a:p>
            <a:pPr marL="1263650" lvl="1" indent="-523875" defTabSz="914400" eaLnBrk="1" hangingPunct="1">
              <a:lnSpc>
                <a:spcPct val="80000"/>
              </a:lnSpc>
              <a:tabLst>
                <a:tab pos="1092200" algn="l"/>
              </a:tabLst>
            </a:pPr>
            <a:r>
              <a:rPr lang="en-US" altLang="zh-CN" i="1" dirty="0">
                <a:ea typeface="宋体" panose="02010600030101010101" pitchFamily="2" charset="-122"/>
              </a:rPr>
              <a:t>By increasing the threshold, CFs absorb more data</a:t>
            </a:r>
            <a:endParaRPr lang="en-US" altLang="zh-CN" i="1" dirty="0">
              <a:ea typeface="宋体" panose="02010600030101010101" pitchFamily="2" charset="-122"/>
            </a:endParaRPr>
          </a:p>
          <a:p>
            <a:pPr marL="678180" indent="-527050" defTabSz="914400" eaLnBrk="1" hangingPunct="1">
              <a:lnSpc>
                <a:spcPct val="80000"/>
              </a:lnSpc>
              <a:tabLst>
                <a:tab pos="1092200" algn="l"/>
              </a:tabLst>
            </a:pPr>
            <a:r>
              <a:rPr lang="en-US" altLang="zh-CN" dirty="0">
                <a:ea typeface="宋体" panose="02010600030101010101" pitchFamily="2" charset="-122"/>
              </a:rPr>
              <a:t>Rebuilding "pushes" CFs over</a:t>
            </a:r>
            <a:endParaRPr lang="en-US" altLang="zh-CN" dirty="0">
              <a:ea typeface="宋体" panose="02010600030101010101" pitchFamily="2" charset="-122"/>
            </a:endParaRPr>
          </a:p>
          <a:p>
            <a:pPr marL="1263650" lvl="1" indent="-523875" defTabSz="914400" eaLnBrk="1" hangingPunct="1">
              <a:lnSpc>
                <a:spcPct val="80000"/>
              </a:lnSpc>
              <a:tabLst>
                <a:tab pos="1092200" algn="l"/>
              </a:tabLst>
            </a:pPr>
            <a:r>
              <a:rPr lang="en-US" altLang="zh-CN" i="1" dirty="0">
                <a:ea typeface="宋体" panose="02010600030101010101" pitchFamily="2" charset="-122"/>
              </a:rPr>
              <a:t>The larger </a:t>
            </a:r>
            <a:r>
              <a:rPr lang="en-US" altLang="zh-CN" dirty="0">
                <a:ea typeface="宋体" panose="02010600030101010101" pitchFamily="2" charset="-122"/>
              </a:rPr>
              <a:t>T</a:t>
            </a:r>
            <a:r>
              <a:rPr lang="en-US" altLang="zh-CN" i="1" dirty="0">
                <a:ea typeface="宋体" panose="02010600030101010101" pitchFamily="2" charset="-122"/>
              </a:rPr>
              <a:t> allows different CFs to group together</a:t>
            </a:r>
            <a:endParaRPr lang="en-US" altLang="zh-CN" i="1" dirty="0">
              <a:ea typeface="宋体" panose="02010600030101010101" pitchFamily="2" charset="-122"/>
            </a:endParaRPr>
          </a:p>
          <a:p>
            <a:pPr marL="678180" indent="-527050" defTabSz="914400" eaLnBrk="1" hangingPunct="1">
              <a:lnSpc>
                <a:spcPct val="80000"/>
              </a:lnSpc>
              <a:tabLst>
                <a:tab pos="1092200" algn="l"/>
              </a:tabLst>
            </a:pPr>
            <a:r>
              <a:rPr lang="en-US" altLang="zh-CN" dirty="0">
                <a:ea typeface="宋体" panose="02010600030101010101" pitchFamily="2" charset="-122"/>
              </a:rPr>
              <a:t>Reducibility theorem</a:t>
            </a:r>
            <a:endParaRPr lang="en-US" altLang="zh-CN" dirty="0">
              <a:ea typeface="宋体" panose="02010600030101010101" pitchFamily="2" charset="-122"/>
            </a:endParaRPr>
          </a:p>
          <a:p>
            <a:pPr marL="1263650" lvl="1" indent="-523875" defTabSz="914400" eaLnBrk="1" hangingPunct="1">
              <a:lnSpc>
                <a:spcPct val="80000"/>
              </a:lnSpc>
              <a:tabLst>
                <a:tab pos="1092200" algn="l"/>
              </a:tabLst>
            </a:pPr>
            <a:r>
              <a:rPr lang="en-US" altLang="zh-CN" i="1" dirty="0">
                <a:ea typeface="宋体" panose="02010600030101010101" pitchFamily="2" charset="-122"/>
              </a:rPr>
              <a:t>Increasing </a:t>
            </a:r>
            <a:r>
              <a:rPr lang="en-US" altLang="zh-CN" dirty="0">
                <a:ea typeface="宋体" panose="02010600030101010101" pitchFamily="2" charset="-122"/>
              </a:rPr>
              <a:t>T</a:t>
            </a:r>
            <a:r>
              <a:rPr lang="en-US" altLang="zh-CN" i="1" dirty="0">
                <a:ea typeface="宋体" panose="02010600030101010101" pitchFamily="2" charset="-122"/>
              </a:rPr>
              <a:t> will result in a CF-tree smaller than the original</a:t>
            </a:r>
            <a:endParaRPr lang="en-US" altLang="zh-CN" i="1" dirty="0">
              <a:ea typeface="宋体" panose="02010600030101010101" pitchFamily="2" charset="-122"/>
            </a:endParaRPr>
          </a:p>
          <a:p>
            <a:pPr marL="1263650" lvl="1" indent="-523875" defTabSz="914400" eaLnBrk="1" hangingPunct="1">
              <a:lnSpc>
                <a:spcPct val="80000"/>
              </a:lnSpc>
              <a:tabLst>
                <a:tab pos="1092200" algn="l"/>
              </a:tabLst>
            </a:pPr>
            <a:r>
              <a:rPr lang="en-US" altLang="zh-CN" i="1" dirty="0">
                <a:ea typeface="宋体" panose="02010600030101010101" pitchFamily="2" charset="-122"/>
              </a:rPr>
              <a:t>Rebuilding needs at most </a:t>
            </a:r>
            <a:r>
              <a:rPr lang="en-US" altLang="zh-CN" dirty="0">
                <a:ea typeface="宋体" panose="02010600030101010101" pitchFamily="2" charset="-122"/>
              </a:rPr>
              <a:t>h</a:t>
            </a:r>
            <a:r>
              <a:rPr lang="en-US" altLang="zh-CN" i="1" dirty="0">
                <a:ea typeface="宋体" panose="02010600030101010101" pitchFamily="2" charset="-122"/>
              </a:rPr>
              <a:t> extra pages of memory</a:t>
            </a:r>
            <a:endParaRPr lang="en-US" altLang="zh-CN" i="1" dirty="0">
              <a:ea typeface="宋体" panose="02010600030101010101" pitchFamily="2" charset="-122"/>
            </a:endParaRPr>
          </a:p>
        </p:txBody>
      </p:sp>
    </p:spTree>
  </p:cSld>
  <p:clrMapOvr>
    <a:masterClrMapping/>
  </p:clrMapOvr>
  <p:transition>
    <p:zoom/>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0" name="灯片编号占位符 1"/>
          <p:cNvSpPr txBox="1">
            <a:spLocks noGrp="1"/>
          </p:cNvSpPr>
          <p:nvPr>
            <p:ph type="sldNum" sz="quarter" idx="10"/>
          </p:nvPr>
        </p:nvSpPr>
        <p:spPr>
          <a:ln/>
        </p:spPr>
        <p:txBody>
          <a:bodyPr anchor="b" anchorCtr="0"/>
          <a:p>
            <a:pPr marL="0" indent="0" algn="r" eaLnBrk="1" hangingPunct="1">
              <a:spcBef>
                <a:spcPct val="0"/>
              </a:spcBef>
              <a:buClrTx/>
              <a:buSzTx/>
              <a:buFontTx/>
              <a:buNone/>
            </a:pPr>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37891" name="标题 1"/>
          <p:cNvSpPr>
            <a:spLocks noGrp="1"/>
          </p:cNvSpPr>
          <p:nvPr>
            <p:ph type="title" idx="4294967295"/>
          </p:nvPr>
        </p:nvSpPr>
        <p:spPr>
          <a:ln/>
        </p:spPr>
        <p:txBody>
          <a:bodyPr vert="horz" wrap="square" lIns="64258" tIns="32128" rIns="64258" bIns="32128" anchor="ctr" anchorCtr="0"/>
          <a:p>
            <a:pPr eaLnBrk="1" hangingPunct="1"/>
            <a:r>
              <a:rPr lang="en-US" altLang="zh-CN" dirty="0">
                <a:ea typeface="宋体" panose="02010600030101010101" pitchFamily="2" charset="-122"/>
              </a:rPr>
              <a:t>Example of BIRCH</a:t>
            </a:r>
            <a:endParaRPr lang="zh-CN" altLang="en-US" dirty="0">
              <a:ea typeface="宋体" panose="02010600030101010101" pitchFamily="2" charset="-122"/>
            </a:endParaRPr>
          </a:p>
        </p:txBody>
      </p:sp>
      <p:sp>
        <p:nvSpPr>
          <p:cNvPr id="37892" name="日期占位符 3"/>
          <p:cNvSpPr txBox="1">
            <a:spLocks noGrp="1"/>
          </p:cNvSpPr>
          <p:nvPr/>
        </p:nvSpPr>
        <p:spPr>
          <a:xfrm>
            <a:off x="457200" y="6245225"/>
            <a:ext cx="2133600" cy="476250"/>
          </a:xfrm>
          <a:prstGeom prst="rect">
            <a:avLst/>
          </a:prstGeom>
          <a:noFill/>
          <a:ln w="9525">
            <a:noFill/>
          </a:ln>
        </p:spPr>
        <p:txBody>
          <a:bodyPr lIns="64258" tIns="32128" rIns="64258" bIns="32128"/>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defTabSz="643255" eaLnBrk="1" hangingPunct="1">
              <a:spcBef>
                <a:spcPct val="0"/>
              </a:spcBef>
              <a:buClrTx/>
              <a:buSzTx/>
              <a:buFontTx/>
              <a:buNone/>
            </a:pPr>
            <a:fld id="{BB962C8B-B14F-4D97-AF65-F5344CB8AC3E}" type="datetime4">
              <a:rPr lang="en-US" altLang="zh-CN" sz="1000" dirty="0">
                <a:latin typeface="Times" pitchFamily="34" charset="0"/>
                <a:ea typeface="宋体" panose="02010600030101010101" pitchFamily="2" charset="-122"/>
              </a:rPr>
            </a:fld>
            <a:endParaRPr lang="en-US" altLang="zh-CN" sz="1000" dirty="0">
              <a:latin typeface="Times" pitchFamily="34" charset="0"/>
              <a:ea typeface="宋体" panose="02010600030101010101" pitchFamily="2" charset="-122"/>
            </a:endParaRPr>
          </a:p>
        </p:txBody>
      </p:sp>
      <p:sp>
        <p:nvSpPr>
          <p:cNvPr id="37893" name="灯片编号占位符 4"/>
          <p:cNvSpPr txBox="1">
            <a:spLocks noGrp="1"/>
          </p:cNvSpPr>
          <p:nvPr/>
        </p:nvSpPr>
        <p:spPr>
          <a:xfrm>
            <a:off x="6553200" y="6245225"/>
            <a:ext cx="2133600" cy="476250"/>
          </a:xfrm>
          <a:prstGeom prst="rect">
            <a:avLst/>
          </a:prstGeom>
          <a:noFill/>
          <a:ln w="9525">
            <a:noFill/>
          </a:ln>
        </p:spPr>
        <p:txBody>
          <a:bodyPr lIns="64258" tIns="32128" rIns="64258" bIns="32128"/>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r" defTabSz="643255" eaLnBrk="1" hangingPunct="1">
              <a:spcBef>
                <a:spcPct val="0"/>
              </a:spcBef>
              <a:buClrTx/>
              <a:buSzTx/>
              <a:buFontTx/>
              <a:buNone/>
            </a:pPr>
            <a:fld id="{9A0DB2DC-4C9A-4742-B13C-FB6460FD3503}" type="slidenum">
              <a:rPr lang="zh-CN" altLang="en-US" sz="1000" dirty="0">
                <a:latin typeface="Times" pitchFamily="34" charset="0"/>
                <a:ea typeface="宋体" panose="02010600030101010101" pitchFamily="2" charset="-122"/>
              </a:rPr>
            </a:fld>
            <a:endParaRPr lang="zh-CN" altLang="en-US" sz="1000" dirty="0">
              <a:latin typeface="Times" pitchFamily="34" charset="0"/>
              <a:ea typeface="宋体" panose="02010600030101010101" pitchFamily="2" charset="-122"/>
            </a:endParaRPr>
          </a:p>
        </p:txBody>
      </p:sp>
      <p:grpSp>
        <p:nvGrpSpPr>
          <p:cNvPr id="37894" name="组合 206"/>
          <p:cNvGrpSpPr/>
          <p:nvPr/>
        </p:nvGrpSpPr>
        <p:grpSpPr>
          <a:xfrm>
            <a:off x="1089025" y="1874838"/>
            <a:ext cx="6911975" cy="4064000"/>
            <a:chOff x="2159000" y="3048000"/>
            <a:chExt cx="8464550" cy="5023741"/>
          </a:xfrm>
        </p:grpSpPr>
        <p:sp>
          <p:nvSpPr>
            <p:cNvPr id="37895" name="Oval 4"/>
            <p:cNvSpPr/>
            <p:nvPr/>
          </p:nvSpPr>
          <p:spPr>
            <a:xfrm>
              <a:off x="2393950" y="3425825"/>
              <a:ext cx="2743200" cy="2667000"/>
            </a:xfrm>
            <a:prstGeom prst="ellipse">
              <a:avLst/>
            </a:prstGeom>
            <a:noFill/>
            <a:ln w="38100" cap="flat" cmpd="sng">
              <a:solidFill>
                <a:srgbClr val="FF00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7896" name="Oval 5"/>
            <p:cNvSpPr/>
            <p:nvPr/>
          </p:nvSpPr>
          <p:spPr>
            <a:xfrm>
              <a:off x="5441950" y="3730625"/>
              <a:ext cx="1981200" cy="1447800"/>
            </a:xfrm>
            <a:prstGeom prst="ellipse">
              <a:avLst/>
            </a:prstGeom>
            <a:noFill/>
            <a:ln w="38100" cap="flat" cmpd="sng">
              <a:solidFill>
                <a:srgbClr val="FF00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7897" name="Oval 6"/>
            <p:cNvSpPr/>
            <p:nvPr/>
          </p:nvSpPr>
          <p:spPr>
            <a:xfrm>
              <a:off x="7880350" y="3349625"/>
              <a:ext cx="2743200" cy="1752600"/>
            </a:xfrm>
            <a:prstGeom prst="ellipse">
              <a:avLst/>
            </a:prstGeom>
            <a:noFill/>
            <a:ln w="38100" cap="flat" cmpd="sng">
              <a:solidFill>
                <a:srgbClr val="FF00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7898" name="Oval 7"/>
            <p:cNvSpPr/>
            <p:nvPr/>
          </p:nvSpPr>
          <p:spPr>
            <a:xfrm>
              <a:off x="2698750" y="4111625"/>
              <a:ext cx="685800" cy="685800"/>
            </a:xfrm>
            <a:prstGeom prst="ellipse">
              <a:avLst/>
            </a:prstGeom>
            <a:noFill/>
            <a:ln w="9525" cap="flat" cmpd="sng">
              <a:solidFill>
                <a:srgbClr val="FF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7899" name="Oval 8"/>
            <p:cNvSpPr/>
            <p:nvPr/>
          </p:nvSpPr>
          <p:spPr>
            <a:xfrm>
              <a:off x="3079750" y="4340225"/>
              <a:ext cx="76200" cy="762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7900" name="Oval 9"/>
            <p:cNvSpPr/>
            <p:nvPr/>
          </p:nvSpPr>
          <p:spPr>
            <a:xfrm>
              <a:off x="3079750" y="4492625"/>
              <a:ext cx="76200" cy="762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7901" name="Oval 10"/>
            <p:cNvSpPr/>
            <p:nvPr/>
          </p:nvSpPr>
          <p:spPr>
            <a:xfrm>
              <a:off x="2851150" y="4416425"/>
              <a:ext cx="76200" cy="762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7902" name="Oval 11"/>
            <p:cNvSpPr/>
            <p:nvPr/>
          </p:nvSpPr>
          <p:spPr>
            <a:xfrm>
              <a:off x="3003550" y="4645025"/>
              <a:ext cx="76200" cy="762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7903" name="Oval 12"/>
            <p:cNvSpPr/>
            <p:nvPr/>
          </p:nvSpPr>
          <p:spPr>
            <a:xfrm>
              <a:off x="2927350" y="4416425"/>
              <a:ext cx="76200" cy="762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7904" name="Oval 13"/>
            <p:cNvSpPr/>
            <p:nvPr/>
          </p:nvSpPr>
          <p:spPr>
            <a:xfrm>
              <a:off x="2927350" y="4187825"/>
              <a:ext cx="76200" cy="762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7905" name="Oval 14"/>
            <p:cNvSpPr/>
            <p:nvPr/>
          </p:nvSpPr>
          <p:spPr>
            <a:xfrm>
              <a:off x="4070350" y="4949825"/>
              <a:ext cx="685800" cy="685800"/>
            </a:xfrm>
            <a:prstGeom prst="ellipse">
              <a:avLst/>
            </a:prstGeom>
            <a:noFill/>
            <a:ln w="9525" cap="flat" cmpd="sng">
              <a:solidFill>
                <a:srgbClr val="FF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7906" name="Oval 15"/>
            <p:cNvSpPr/>
            <p:nvPr/>
          </p:nvSpPr>
          <p:spPr>
            <a:xfrm>
              <a:off x="4451350" y="5178425"/>
              <a:ext cx="76200" cy="762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7907" name="Oval 16"/>
            <p:cNvSpPr/>
            <p:nvPr/>
          </p:nvSpPr>
          <p:spPr>
            <a:xfrm>
              <a:off x="4451350" y="5330825"/>
              <a:ext cx="76200" cy="762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7908" name="Oval 17"/>
            <p:cNvSpPr/>
            <p:nvPr/>
          </p:nvSpPr>
          <p:spPr>
            <a:xfrm>
              <a:off x="4222750" y="5254625"/>
              <a:ext cx="76200" cy="762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7909" name="Oval 18"/>
            <p:cNvSpPr/>
            <p:nvPr/>
          </p:nvSpPr>
          <p:spPr>
            <a:xfrm>
              <a:off x="4375150" y="5483225"/>
              <a:ext cx="76200" cy="762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7910" name="Oval 19"/>
            <p:cNvSpPr/>
            <p:nvPr/>
          </p:nvSpPr>
          <p:spPr>
            <a:xfrm>
              <a:off x="4298950" y="5254625"/>
              <a:ext cx="76200" cy="762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7911" name="Oval 20"/>
            <p:cNvSpPr/>
            <p:nvPr/>
          </p:nvSpPr>
          <p:spPr>
            <a:xfrm>
              <a:off x="4298950" y="5026025"/>
              <a:ext cx="76200" cy="762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7912" name="Oval 21"/>
            <p:cNvSpPr/>
            <p:nvPr/>
          </p:nvSpPr>
          <p:spPr>
            <a:xfrm>
              <a:off x="4222750" y="4035425"/>
              <a:ext cx="685800" cy="685800"/>
            </a:xfrm>
            <a:prstGeom prst="ellipse">
              <a:avLst/>
            </a:prstGeom>
            <a:noFill/>
            <a:ln w="9525" cap="flat" cmpd="sng">
              <a:solidFill>
                <a:srgbClr val="FF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7913" name="Oval 22"/>
            <p:cNvSpPr/>
            <p:nvPr/>
          </p:nvSpPr>
          <p:spPr>
            <a:xfrm>
              <a:off x="4603750" y="4264025"/>
              <a:ext cx="76200" cy="762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7914" name="Oval 23"/>
            <p:cNvSpPr/>
            <p:nvPr/>
          </p:nvSpPr>
          <p:spPr>
            <a:xfrm>
              <a:off x="4603750" y="4416425"/>
              <a:ext cx="76200" cy="762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7915" name="Oval 24"/>
            <p:cNvSpPr/>
            <p:nvPr/>
          </p:nvSpPr>
          <p:spPr>
            <a:xfrm>
              <a:off x="4375150" y="4340225"/>
              <a:ext cx="76200" cy="762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7916" name="Oval 25"/>
            <p:cNvSpPr/>
            <p:nvPr/>
          </p:nvSpPr>
          <p:spPr>
            <a:xfrm>
              <a:off x="4527550" y="4568825"/>
              <a:ext cx="76200" cy="762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7917" name="Oval 26"/>
            <p:cNvSpPr/>
            <p:nvPr/>
          </p:nvSpPr>
          <p:spPr>
            <a:xfrm>
              <a:off x="4451350" y="4340225"/>
              <a:ext cx="76200" cy="762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7918" name="Oval 27"/>
            <p:cNvSpPr/>
            <p:nvPr/>
          </p:nvSpPr>
          <p:spPr>
            <a:xfrm>
              <a:off x="4451350" y="4111625"/>
              <a:ext cx="76200" cy="762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7919" name="Oval 28"/>
            <p:cNvSpPr/>
            <p:nvPr/>
          </p:nvSpPr>
          <p:spPr>
            <a:xfrm>
              <a:off x="5594350" y="4111625"/>
              <a:ext cx="685800" cy="685800"/>
            </a:xfrm>
            <a:prstGeom prst="ellipse">
              <a:avLst/>
            </a:prstGeom>
            <a:noFill/>
            <a:ln w="9525" cap="flat" cmpd="sng">
              <a:solidFill>
                <a:srgbClr val="FF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7920" name="Oval 29"/>
            <p:cNvSpPr/>
            <p:nvPr/>
          </p:nvSpPr>
          <p:spPr>
            <a:xfrm>
              <a:off x="5975350" y="4340225"/>
              <a:ext cx="76200" cy="762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7921" name="Oval 30"/>
            <p:cNvSpPr/>
            <p:nvPr/>
          </p:nvSpPr>
          <p:spPr>
            <a:xfrm>
              <a:off x="5975350" y="4492625"/>
              <a:ext cx="76200" cy="762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7922" name="Oval 31"/>
            <p:cNvSpPr/>
            <p:nvPr/>
          </p:nvSpPr>
          <p:spPr>
            <a:xfrm>
              <a:off x="5746750" y="4416425"/>
              <a:ext cx="76200" cy="762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7923" name="Oval 32"/>
            <p:cNvSpPr/>
            <p:nvPr/>
          </p:nvSpPr>
          <p:spPr>
            <a:xfrm>
              <a:off x="5899150" y="4645025"/>
              <a:ext cx="76200" cy="762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7924" name="Oval 33"/>
            <p:cNvSpPr/>
            <p:nvPr/>
          </p:nvSpPr>
          <p:spPr>
            <a:xfrm>
              <a:off x="5822950" y="4416425"/>
              <a:ext cx="76200" cy="762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7925" name="Oval 34"/>
            <p:cNvSpPr/>
            <p:nvPr/>
          </p:nvSpPr>
          <p:spPr>
            <a:xfrm>
              <a:off x="5822950" y="4187825"/>
              <a:ext cx="76200" cy="762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7926" name="Oval 35"/>
            <p:cNvSpPr/>
            <p:nvPr/>
          </p:nvSpPr>
          <p:spPr>
            <a:xfrm>
              <a:off x="6508750" y="4187825"/>
              <a:ext cx="685800" cy="685800"/>
            </a:xfrm>
            <a:prstGeom prst="ellipse">
              <a:avLst/>
            </a:prstGeom>
            <a:noFill/>
            <a:ln w="9525" cap="flat" cmpd="sng">
              <a:solidFill>
                <a:srgbClr val="FF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7927" name="Oval 36"/>
            <p:cNvSpPr/>
            <p:nvPr/>
          </p:nvSpPr>
          <p:spPr>
            <a:xfrm>
              <a:off x="6889750" y="4416425"/>
              <a:ext cx="76200" cy="762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7928" name="Oval 37"/>
            <p:cNvSpPr/>
            <p:nvPr/>
          </p:nvSpPr>
          <p:spPr>
            <a:xfrm>
              <a:off x="6889750" y="4568825"/>
              <a:ext cx="76200" cy="762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7929" name="Oval 38"/>
            <p:cNvSpPr/>
            <p:nvPr/>
          </p:nvSpPr>
          <p:spPr>
            <a:xfrm>
              <a:off x="6661150" y="4492625"/>
              <a:ext cx="76200" cy="762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7930" name="Oval 39"/>
            <p:cNvSpPr/>
            <p:nvPr/>
          </p:nvSpPr>
          <p:spPr>
            <a:xfrm>
              <a:off x="6813550" y="4721225"/>
              <a:ext cx="76200" cy="762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7931" name="Oval 40"/>
            <p:cNvSpPr/>
            <p:nvPr/>
          </p:nvSpPr>
          <p:spPr>
            <a:xfrm>
              <a:off x="6737350" y="4492625"/>
              <a:ext cx="76200" cy="762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7932" name="Oval 41"/>
            <p:cNvSpPr/>
            <p:nvPr/>
          </p:nvSpPr>
          <p:spPr>
            <a:xfrm>
              <a:off x="6737350" y="4264025"/>
              <a:ext cx="76200" cy="762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7933" name="Oval 42"/>
            <p:cNvSpPr/>
            <p:nvPr/>
          </p:nvSpPr>
          <p:spPr>
            <a:xfrm>
              <a:off x="8489950" y="3654425"/>
              <a:ext cx="685800" cy="685800"/>
            </a:xfrm>
            <a:prstGeom prst="ellipse">
              <a:avLst/>
            </a:prstGeom>
            <a:noFill/>
            <a:ln w="9525" cap="flat" cmpd="sng">
              <a:solidFill>
                <a:srgbClr val="FF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7934" name="Oval 43"/>
            <p:cNvSpPr/>
            <p:nvPr/>
          </p:nvSpPr>
          <p:spPr>
            <a:xfrm>
              <a:off x="8870950" y="3883025"/>
              <a:ext cx="76200" cy="762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7935" name="Oval 44"/>
            <p:cNvSpPr/>
            <p:nvPr/>
          </p:nvSpPr>
          <p:spPr>
            <a:xfrm>
              <a:off x="8870950" y="4035425"/>
              <a:ext cx="76200" cy="762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7936" name="Oval 45"/>
            <p:cNvSpPr/>
            <p:nvPr/>
          </p:nvSpPr>
          <p:spPr>
            <a:xfrm>
              <a:off x="8642350" y="3959225"/>
              <a:ext cx="76200" cy="762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7937" name="Oval 46"/>
            <p:cNvSpPr/>
            <p:nvPr/>
          </p:nvSpPr>
          <p:spPr>
            <a:xfrm>
              <a:off x="8794750" y="4187825"/>
              <a:ext cx="76200" cy="762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7938" name="Oval 47"/>
            <p:cNvSpPr/>
            <p:nvPr/>
          </p:nvSpPr>
          <p:spPr>
            <a:xfrm>
              <a:off x="8718550" y="3959225"/>
              <a:ext cx="76200" cy="762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7939" name="Oval 48"/>
            <p:cNvSpPr/>
            <p:nvPr/>
          </p:nvSpPr>
          <p:spPr>
            <a:xfrm>
              <a:off x="8718550" y="3730625"/>
              <a:ext cx="76200" cy="762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7940" name="Oval 49"/>
            <p:cNvSpPr/>
            <p:nvPr/>
          </p:nvSpPr>
          <p:spPr>
            <a:xfrm>
              <a:off x="9328150" y="4111625"/>
              <a:ext cx="685800" cy="685800"/>
            </a:xfrm>
            <a:prstGeom prst="ellipse">
              <a:avLst/>
            </a:prstGeom>
            <a:noFill/>
            <a:ln w="9525" cap="flat" cmpd="sng">
              <a:solidFill>
                <a:srgbClr val="FF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7941" name="Oval 50"/>
            <p:cNvSpPr/>
            <p:nvPr/>
          </p:nvSpPr>
          <p:spPr>
            <a:xfrm>
              <a:off x="9709150" y="4340225"/>
              <a:ext cx="76200" cy="762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7942" name="Oval 51"/>
            <p:cNvSpPr/>
            <p:nvPr/>
          </p:nvSpPr>
          <p:spPr>
            <a:xfrm>
              <a:off x="9709150" y="4492625"/>
              <a:ext cx="76200" cy="762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7943" name="Oval 52"/>
            <p:cNvSpPr/>
            <p:nvPr/>
          </p:nvSpPr>
          <p:spPr>
            <a:xfrm>
              <a:off x="9480550" y="4416425"/>
              <a:ext cx="76200" cy="762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7944" name="Oval 53"/>
            <p:cNvSpPr/>
            <p:nvPr/>
          </p:nvSpPr>
          <p:spPr>
            <a:xfrm>
              <a:off x="9632950" y="4645025"/>
              <a:ext cx="76200" cy="762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7945" name="Oval 54"/>
            <p:cNvSpPr/>
            <p:nvPr/>
          </p:nvSpPr>
          <p:spPr>
            <a:xfrm>
              <a:off x="9556750" y="4416425"/>
              <a:ext cx="76200" cy="762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7946" name="Oval 55"/>
            <p:cNvSpPr/>
            <p:nvPr/>
          </p:nvSpPr>
          <p:spPr>
            <a:xfrm>
              <a:off x="9556750" y="4187825"/>
              <a:ext cx="76200" cy="762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7947" name="Oval 56"/>
            <p:cNvSpPr/>
            <p:nvPr/>
          </p:nvSpPr>
          <p:spPr>
            <a:xfrm>
              <a:off x="3079750" y="3502025"/>
              <a:ext cx="685800" cy="533400"/>
            </a:xfrm>
            <a:prstGeom prst="ellipse">
              <a:avLst/>
            </a:prstGeom>
            <a:solidFill>
              <a:schemeClr val="accent1"/>
            </a:solidFill>
            <a:ln w="9525" cap="flat" cmpd="sng">
              <a:solidFill>
                <a:schemeClr val="tx1"/>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7948" name="Oval 57"/>
            <p:cNvSpPr/>
            <p:nvPr/>
          </p:nvSpPr>
          <p:spPr>
            <a:xfrm>
              <a:off x="6127750" y="5788025"/>
              <a:ext cx="228600" cy="2286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7949" name="Oval 66"/>
            <p:cNvSpPr/>
            <p:nvPr/>
          </p:nvSpPr>
          <p:spPr>
            <a:xfrm>
              <a:off x="6127750" y="6245225"/>
              <a:ext cx="228600" cy="2286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7950" name="Oval 67"/>
            <p:cNvSpPr/>
            <p:nvPr/>
          </p:nvSpPr>
          <p:spPr>
            <a:xfrm>
              <a:off x="5594350" y="6245225"/>
              <a:ext cx="228600" cy="2286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7951" name="Oval 68"/>
            <p:cNvSpPr/>
            <p:nvPr/>
          </p:nvSpPr>
          <p:spPr>
            <a:xfrm>
              <a:off x="6737350" y="6245225"/>
              <a:ext cx="228600" cy="2286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7952" name="Oval 69"/>
            <p:cNvSpPr/>
            <p:nvPr/>
          </p:nvSpPr>
          <p:spPr>
            <a:xfrm>
              <a:off x="4984750" y="7235825"/>
              <a:ext cx="228600" cy="2286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7953" name="Oval 70"/>
            <p:cNvSpPr/>
            <p:nvPr/>
          </p:nvSpPr>
          <p:spPr>
            <a:xfrm>
              <a:off x="5289550" y="7235825"/>
              <a:ext cx="228600" cy="2286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7954" name="Oval 71"/>
            <p:cNvSpPr/>
            <p:nvPr/>
          </p:nvSpPr>
          <p:spPr>
            <a:xfrm>
              <a:off x="5594350" y="7235825"/>
              <a:ext cx="228600" cy="2286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7955" name="Oval 72"/>
            <p:cNvSpPr/>
            <p:nvPr/>
          </p:nvSpPr>
          <p:spPr>
            <a:xfrm>
              <a:off x="6127750" y="7235825"/>
              <a:ext cx="228600" cy="2286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7956" name="Oval 73"/>
            <p:cNvSpPr/>
            <p:nvPr/>
          </p:nvSpPr>
          <p:spPr>
            <a:xfrm>
              <a:off x="6432550" y="7235825"/>
              <a:ext cx="228600" cy="2286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7957" name="Oval 74"/>
            <p:cNvSpPr/>
            <p:nvPr/>
          </p:nvSpPr>
          <p:spPr>
            <a:xfrm>
              <a:off x="7042150" y="7235825"/>
              <a:ext cx="228600" cy="2286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7958" name="Oval 75"/>
            <p:cNvSpPr/>
            <p:nvPr/>
          </p:nvSpPr>
          <p:spPr>
            <a:xfrm>
              <a:off x="7346950" y="7235825"/>
              <a:ext cx="228600" cy="2286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7959" name="Oval 76"/>
            <p:cNvSpPr/>
            <p:nvPr/>
          </p:nvSpPr>
          <p:spPr>
            <a:xfrm>
              <a:off x="4527550" y="7235825"/>
              <a:ext cx="228600" cy="228600"/>
            </a:xfrm>
            <a:prstGeom prst="ellipse">
              <a:avLst/>
            </a:prstGeom>
            <a:solidFill>
              <a:schemeClr val="accent1"/>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cxnSp>
          <p:nvCxnSpPr>
            <p:cNvPr id="37960" name="AutoShape 78"/>
            <p:cNvCxnSpPr>
              <a:stCxn id="37948" idx="4"/>
              <a:endCxn id="37950" idx="7"/>
            </p:cNvCxnSpPr>
            <p:nvPr/>
          </p:nvCxnSpPr>
          <p:spPr>
            <a:xfrm flipH="1">
              <a:off x="5789613" y="6016625"/>
              <a:ext cx="452437" cy="261938"/>
            </a:xfrm>
            <a:prstGeom prst="straightConnector1">
              <a:avLst/>
            </a:prstGeom>
            <a:ln w="9525" cap="flat" cmpd="sng">
              <a:solidFill>
                <a:schemeClr val="tx1"/>
              </a:solidFill>
              <a:prstDash val="solid"/>
              <a:headEnd type="none" w="med" len="med"/>
              <a:tailEnd type="none" w="med" len="med"/>
            </a:ln>
          </p:spPr>
        </p:cxnSp>
        <p:cxnSp>
          <p:nvCxnSpPr>
            <p:cNvPr id="37961" name="AutoShape 79"/>
            <p:cNvCxnSpPr>
              <a:stCxn id="37948" idx="4"/>
              <a:endCxn id="37949" idx="0"/>
            </p:cNvCxnSpPr>
            <p:nvPr/>
          </p:nvCxnSpPr>
          <p:spPr>
            <a:xfrm>
              <a:off x="6242050" y="6016625"/>
              <a:ext cx="0" cy="228600"/>
            </a:xfrm>
            <a:prstGeom prst="straightConnector1">
              <a:avLst/>
            </a:prstGeom>
            <a:ln w="9525" cap="flat" cmpd="sng">
              <a:solidFill>
                <a:schemeClr val="tx1"/>
              </a:solidFill>
              <a:prstDash val="solid"/>
              <a:headEnd type="none" w="med" len="med"/>
              <a:tailEnd type="none" w="med" len="med"/>
            </a:ln>
          </p:spPr>
        </p:cxnSp>
        <p:cxnSp>
          <p:nvCxnSpPr>
            <p:cNvPr id="37962" name="AutoShape 80"/>
            <p:cNvCxnSpPr>
              <a:stCxn id="37948" idx="4"/>
              <a:endCxn id="37951" idx="1"/>
            </p:cNvCxnSpPr>
            <p:nvPr/>
          </p:nvCxnSpPr>
          <p:spPr>
            <a:xfrm>
              <a:off x="6242050" y="6016625"/>
              <a:ext cx="528638" cy="261938"/>
            </a:xfrm>
            <a:prstGeom prst="straightConnector1">
              <a:avLst/>
            </a:prstGeom>
            <a:ln w="9525" cap="flat" cmpd="sng">
              <a:solidFill>
                <a:schemeClr val="tx1"/>
              </a:solidFill>
              <a:prstDash val="solid"/>
              <a:headEnd type="none" w="med" len="med"/>
              <a:tailEnd type="none" w="med" len="med"/>
            </a:ln>
          </p:spPr>
        </p:cxnSp>
        <p:cxnSp>
          <p:nvCxnSpPr>
            <p:cNvPr id="37963" name="AutoShape 81"/>
            <p:cNvCxnSpPr>
              <a:stCxn id="37950" idx="4"/>
              <a:endCxn id="37953" idx="0"/>
            </p:cNvCxnSpPr>
            <p:nvPr/>
          </p:nvCxnSpPr>
          <p:spPr>
            <a:xfrm flipH="1">
              <a:off x="5403850" y="6473825"/>
              <a:ext cx="304800" cy="762000"/>
            </a:xfrm>
            <a:prstGeom prst="straightConnector1">
              <a:avLst/>
            </a:prstGeom>
            <a:ln w="9525" cap="flat" cmpd="sng">
              <a:solidFill>
                <a:schemeClr val="tx1"/>
              </a:solidFill>
              <a:prstDash val="solid"/>
              <a:headEnd type="none" w="med" len="med"/>
              <a:tailEnd type="none" w="med" len="med"/>
            </a:ln>
          </p:spPr>
        </p:cxnSp>
        <p:cxnSp>
          <p:nvCxnSpPr>
            <p:cNvPr id="37964" name="AutoShape 82"/>
            <p:cNvCxnSpPr>
              <a:stCxn id="37950" idx="4"/>
              <a:endCxn id="37952" idx="7"/>
            </p:cNvCxnSpPr>
            <p:nvPr/>
          </p:nvCxnSpPr>
          <p:spPr>
            <a:xfrm flipH="1">
              <a:off x="5180013" y="6473825"/>
              <a:ext cx="528637" cy="795338"/>
            </a:xfrm>
            <a:prstGeom prst="straightConnector1">
              <a:avLst/>
            </a:prstGeom>
            <a:ln w="9525" cap="flat" cmpd="sng">
              <a:solidFill>
                <a:schemeClr val="tx1"/>
              </a:solidFill>
              <a:prstDash val="solid"/>
              <a:headEnd type="none" w="med" len="med"/>
              <a:tailEnd type="none" w="med" len="med"/>
            </a:ln>
          </p:spPr>
        </p:cxnSp>
        <p:cxnSp>
          <p:nvCxnSpPr>
            <p:cNvPr id="37965" name="AutoShape 83"/>
            <p:cNvCxnSpPr>
              <a:stCxn id="37950" idx="4"/>
              <a:endCxn id="37954" idx="0"/>
            </p:cNvCxnSpPr>
            <p:nvPr/>
          </p:nvCxnSpPr>
          <p:spPr>
            <a:xfrm>
              <a:off x="5708650" y="6473825"/>
              <a:ext cx="0" cy="762000"/>
            </a:xfrm>
            <a:prstGeom prst="straightConnector1">
              <a:avLst/>
            </a:prstGeom>
            <a:ln w="9525" cap="flat" cmpd="sng">
              <a:solidFill>
                <a:schemeClr val="tx1"/>
              </a:solidFill>
              <a:prstDash val="solid"/>
              <a:headEnd type="none" w="med" len="med"/>
              <a:tailEnd type="none" w="med" len="med"/>
            </a:ln>
          </p:spPr>
        </p:cxnSp>
        <p:cxnSp>
          <p:nvCxnSpPr>
            <p:cNvPr id="37966" name="AutoShape 84"/>
            <p:cNvCxnSpPr>
              <a:stCxn id="37949" idx="4"/>
              <a:endCxn id="37955" idx="0"/>
            </p:cNvCxnSpPr>
            <p:nvPr/>
          </p:nvCxnSpPr>
          <p:spPr>
            <a:xfrm>
              <a:off x="6242050" y="6473825"/>
              <a:ext cx="0" cy="762000"/>
            </a:xfrm>
            <a:prstGeom prst="straightConnector1">
              <a:avLst/>
            </a:prstGeom>
            <a:ln w="9525" cap="flat" cmpd="sng">
              <a:solidFill>
                <a:schemeClr val="tx1"/>
              </a:solidFill>
              <a:prstDash val="solid"/>
              <a:headEnd type="none" w="med" len="med"/>
              <a:tailEnd type="none" w="med" len="med"/>
            </a:ln>
          </p:spPr>
        </p:cxnSp>
        <p:cxnSp>
          <p:nvCxnSpPr>
            <p:cNvPr id="37967" name="AutoShape 85"/>
            <p:cNvCxnSpPr>
              <a:stCxn id="37949" idx="4"/>
              <a:endCxn id="37956" idx="0"/>
            </p:cNvCxnSpPr>
            <p:nvPr/>
          </p:nvCxnSpPr>
          <p:spPr>
            <a:xfrm>
              <a:off x="6242050" y="6473825"/>
              <a:ext cx="304800" cy="762000"/>
            </a:xfrm>
            <a:prstGeom prst="straightConnector1">
              <a:avLst/>
            </a:prstGeom>
            <a:ln w="9525" cap="flat" cmpd="sng">
              <a:solidFill>
                <a:schemeClr val="tx1"/>
              </a:solidFill>
              <a:prstDash val="solid"/>
              <a:headEnd type="none" w="med" len="med"/>
              <a:tailEnd type="none" w="med" len="med"/>
            </a:ln>
          </p:spPr>
        </p:cxnSp>
        <p:cxnSp>
          <p:nvCxnSpPr>
            <p:cNvPr id="37968" name="AutoShape 86"/>
            <p:cNvCxnSpPr>
              <a:stCxn id="37951" idx="4"/>
              <a:endCxn id="37957" idx="0"/>
            </p:cNvCxnSpPr>
            <p:nvPr/>
          </p:nvCxnSpPr>
          <p:spPr>
            <a:xfrm>
              <a:off x="6851650" y="6473825"/>
              <a:ext cx="304800" cy="762000"/>
            </a:xfrm>
            <a:prstGeom prst="straightConnector1">
              <a:avLst/>
            </a:prstGeom>
            <a:ln w="9525" cap="flat" cmpd="sng">
              <a:solidFill>
                <a:schemeClr val="tx1"/>
              </a:solidFill>
              <a:prstDash val="solid"/>
              <a:headEnd type="none" w="med" len="med"/>
              <a:tailEnd type="none" w="med" len="med"/>
            </a:ln>
          </p:spPr>
        </p:cxnSp>
        <p:cxnSp>
          <p:nvCxnSpPr>
            <p:cNvPr id="37969" name="AutoShape 87"/>
            <p:cNvCxnSpPr>
              <a:stCxn id="37951" idx="4"/>
              <a:endCxn id="37958" idx="0"/>
            </p:cNvCxnSpPr>
            <p:nvPr/>
          </p:nvCxnSpPr>
          <p:spPr>
            <a:xfrm>
              <a:off x="6851650" y="6473825"/>
              <a:ext cx="609600" cy="762000"/>
            </a:xfrm>
            <a:prstGeom prst="straightConnector1">
              <a:avLst/>
            </a:prstGeom>
            <a:ln w="9525" cap="flat" cmpd="sng">
              <a:solidFill>
                <a:schemeClr val="tx1"/>
              </a:solidFill>
              <a:prstDash val="solid"/>
              <a:headEnd type="none" w="med" len="med"/>
              <a:tailEnd type="none" w="med" len="med"/>
            </a:ln>
          </p:spPr>
        </p:cxnSp>
        <p:cxnSp>
          <p:nvCxnSpPr>
            <p:cNvPr id="37970" name="AutoShape 88"/>
            <p:cNvCxnSpPr>
              <a:stCxn id="37950" idx="4"/>
              <a:endCxn id="37959" idx="7"/>
            </p:cNvCxnSpPr>
            <p:nvPr/>
          </p:nvCxnSpPr>
          <p:spPr>
            <a:xfrm flipH="1">
              <a:off x="4722813" y="6473825"/>
              <a:ext cx="985837" cy="795338"/>
            </a:xfrm>
            <a:prstGeom prst="straightConnector1">
              <a:avLst/>
            </a:prstGeom>
            <a:ln w="9525" cap="flat" cmpd="sng">
              <a:solidFill>
                <a:schemeClr val="tx1"/>
              </a:solidFill>
              <a:prstDash val="sysDot"/>
              <a:headEnd type="none" w="med" len="med"/>
              <a:tailEnd type="none" w="med" len="med"/>
            </a:ln>
          </p:spPr>
        </p:cxnSp>
        <p:sp>
          <p:nvSpPr>
            <p:cNvPr id="37971" name="Text Box 89"/>
            <p:cNvSpPr txBox="1"/>
            <p:nvPr/>
          </p:nvSpPr>
          <p:spPr>
            <a:xfrm>
              <a:off x="6356350" y="5711825"/>
              <a:ext cx="742912" cy="454916"/>
            </a:xfrm>
            <a:prstGeom prst="rect">
              <a:avLst/>
            </a:prstGeom>
            <a:noFill/>
            <a:ln w="9525">
              <a:noFill/>
            </a:ln>
          </p:spPr>
          <p:txBody>
            <a:bodyPr wrap="none" lIns="64291" tIns="32146" rIns="64291" bIns="32146">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r>
                <a:rPr lang="en-US" altLang="zh-TW" sz="2000" i="1" dirty="0">
                  <a:solidFill>
                    <a:srgbClr val="000000"/>
                  </a:solidFill>
                  <a:latin typeface="Times" pitchFamily="34" charset="0"/>
                  <a:ea typeface="PMingLiU" pitchFamily="18" charset="-120"/>
                </a:rPr>
                <a:t>Root</a:t>
              </a:r>
              <a:endParaRPr lang="en-US" altLang="zh-TW" sz="2000" i="1" dirty="0">
                <a:solidFill>
                  <a:srgbClr val="000000"/>
                </a:solidFill>
                <a:latin typeface="Times" pitchFamily="34" charset="0"/>
                <a:ea typeface="PMingLiU" pitchFamily="18" charset="-120"/>
              </a:endParaRPr>
            </a:p>
          </p:txBody>
        </p:sp>
        <p:sp>
          <p:nvSpPr>
            <p:cNvPr id="37972" name="Text Box 90"/>
            <p:cNvSpPr txBox="1"/>
            <p:nvPr/>
          </p:nvSpPr>
          <p:spPr>
            <a:xfrm>
              <a:off x="3232150" y="6245225"/>
              <a:ext cx="691839" cy="454916"/>
            </a:xfrm>
            <a:prstGeom prst="rect">
              <a:avLst/>
            </a:prstGeom>
            <a:noFill/>
            <a:ln w="9525">
              <a:noFill/>
            </a:ln>
          </p:spPr>
          <p:txBody>
            <a:bodyPr wrap="none" lIns="64291" tIns="32146" rIns="64291" bIns="32146">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r>
                <a:rPr lang="en-US" altLang="zh-TW" sz="2000" i="1" dirty="0">
                  <a:solidFill>
                    <a:srgbClr val="000000"/>
                  </a:solidFill>
                  <a:latin typeface="Times" pitchFamily="34" charset="0"/>
                  <a:ea typeface="PMingLiU" pitchFamily="18" charset="-120"/>
                </a:rPr>
                <a:t>LN1</a:t>
              </a:r>
              <a:endParaRPr lang="en-US" altLang="zh-TW" sz="2000" i="1" dirty="0">
                <a:solidFill>
                  <a:srgbClr val="000000"/>
                </a:solidFill>
                <a:latin typeface="Times" pitchFamily="34" charset="0"/>
                <a:ea typeface="PMingLiU" pitchFamily="18" charset="-120"/>
              </a:endParaRPr>
            </a:p>
          </p:txBody>
        </p:sp>
        <p:sp>
          <p:nvSpPr>
            <p:cNvPr id="37973" name="Text Box 91"/>
            <p:cNvSpPr txBox="1"/>
            <p:nvPr/>
          </p:nvSpPr>
          <p:spPr>
            <a:xfrm>
              <a:off x="6203950" y="5178425"/>
              <a:ext cx="691839" cy="454916"/>
            </a:xfrm>
            <a:prstGeom prst="rect">
              <a:avLst/>
            </a:prstGeom>
            <a:noFill/>
            <a:ln w="9525">
              <a:noFill/>
            </a:ln>
          </p:spPr>
          <p:txBody>
            <a:bodyPr wrap="none" lIns="64291" tIns="32146" rIns="64291" bIns="32146">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r>
                <a:rPr lang="en-US" altLang="zh-TW" sz="2000" i="1" dirty="0">
                  <a:solidFill>
                    <a:srgbClr val="000000"/>
                  </a:solidFill>
                  <a:latin typeface="Times" pitchFamily="34" charset="0"/>
                  <a:ea typeface="PMingLiU" pitchFamily="18" charset="-120"/>
                </a:rPr>
                <a:t>LN2</a:t>
              </a:r>
              <a:endParaRPr lang="en-US" altLang="zh-TW" sz="2000" i="1" dirty="0">
                <a:solidFill>
                  <a:srgbClr val="000000"/>
                </a:solidFill>
                <a:latin typeface="Times" pitchFamily="34" charset="0"/>
                <a:ea typeface="PMingLiU" pitchFamily="18" charset="-120"/>
              </a:endParaRPr>
            </a:p>
          </p:txBody>
        </p:sp>
        <p:sp>
          <p:nvSpPr>
            <p:cNvPr id="37974" name="Text Box 92"/>
            <p:cNvSpPr txBox="1"/>
            <p:nvPr/>
          </p:nvSpPr>
          <p:spPr>
            <a:xfrm>
              <a:off x="9175750" y="5102225"/>
              <a:ext cx="691839" cy="454916"/>
            </a:xfrm>
            <a:prstGeom prst="rect">
              <a:avLst/>
            </a:prstGeom>
            <a:noFill/>
            <a:ln w="9525">
              <a:noFill/>
            </a:ln>
          </p:spPr>
          <p:txBody>
            <a:bodyPr wrap="none" lIns="64291" tIns="32146" rIns="64291" bIns="32146">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r>
                <a:rPr lang="en-US" altLang="zh-TW" sz="2000" i="1" dirty="0">
                  <a:solidFill>
                    <a:srgbClr val="000000"/>
                  </a:solidFill>
                  <a:latin typeface="Times" pitchFamily="34" charset="0"/>
                  <a:ea typeface="PMingLiU" pitchFamily="18" charset="-120"/>
                </a:rPr>
                <a:t>LN3</a:t>
              </a:r>
              <a:endParaRPr lang="en-US" altLang="zh-TW" sz="2000" i="1" dirty="0">
                <a:solidFill>
                  <a:srgbClr val="000000"/>
                </a:solidFill>
                <a:latin typeface="Times" pitchFamily="34" charset="0"/>
                <a:ea typeface="PMingLiU" pitchFamily="18" charset="-120"/>
              </a:endParaRPr>
            </a:p>
          </p:txBody>
        </p:sp>
        <p:sp>
          <p:nvSpPr>
            <p:cNvPr id="37975" name="Text Box 93"/>
            <p:cNvSpPr txBox="1"/>
            <p:nvPr/>
          </p:nvSpPr>
          <p:spPr>
            <a:xfrm>
              <a:off x="5060950" y="6092825"/>
              <a:ext cx="691839" cy="454916"/>
            </a:xfrm>
            <a:prstGeom prst="rect">
              <a:avLst/>
            </a:prstGeom>
            <a:noFill/>
            <a:ln w="9525">
              <a:noFill/>
            </a:ln>
          </p:spPr>
          <p:txBody>
            <a:bodyPr wrap="none" lIns="64291" tIns="32146" rIns="64291" bIns="32146">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r>
                <a:rPr lang="en-US" altLang="zh-TW" sz="2000" i="1" dirty="0">
                  <a:solidFill>
                    <a:srgbClr val="000000"/>
                  </a:solidFill>
                  <a:latin typeface="Times" pitchFamily="34" charset="0"/>
                  <a:ea typeface="PMingLiU" pitchFamily="18" charset="-120"/>
                </a:rPr>
                <a:t>LN1</a:t>
              </a:r>
              <a:endParaRPr lang="en-US" altLang="zh-TW" sz="2000" i="1" dirty="0">
                <a:solidFill>
                  <a:srgbClr val="000000"/>
                </a:solidFill>
                <a:latin typeface="Times" pitchFamily="34" charset="0"/>
                <a:ea typeface="PMingLiU" pitchFamily="18" charset="-120"/>
              </a:endParaRPr>
            </a:p>
          </p:txBody>
        </p:sp>
        <p:sp>
          <p:nvSpPr>
            <p:cNvPr id="37976" name="Text Box 94"/>
            <p:cNvSpPr txBox="1"/>
            <p:nvPr/>
          </p:nvSpPr>
          <p:spPr>
            <a:xfrm>
              <a:off x="6203950" y="6169025"/>
              <a:ext cx="691839" cy="454916"/>
            </a:xfrm>
            <a:prstGeom prst="rect">
              <a:avLst/>
            </a:prstGeom>
            <a:noFill/>
            <a:ln w="9525">
              <a:noFill/>
            </a:ln>
          </p:spPr>
          <p:txBody>
            <a:bodyPr wrap="none" lIns="64291" tIns="32146" rIns="64291" bIns="32146">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r>
                <a:rPr lang="en-US" altLang="zh-TW" sz="2000" i="1" dirty="0">
                  <a:solidFill>
                    <a:srgbClr val="000000"/>
                  </a:solidFill>
                  <a:latin typeface="Times" pitchFamily="34" charset="0"/>
                  <a:ea typeface="PMingLiU" pitchFamily="18" charset="-120"/>
                </a:rPr>
                <a:t>LN2</a:t>
              </a:r>
              <a:endParaRPr lang="en-US" altLang="zh-TW" sz="2000" i="1" dirty="0">
                <a:solidFill>
                  <a:srgbClr val="000000"/>
                </a:solidFill>
                <a:latin typeface="Times" pitchFamily="34" charset="0"/>
                <a:ea typeface="PMingLiU" pitchFamily="18" charset="-120"/>
              </a:endParaRPr>
            </a:p>
          </p:txBody>
        </p:sp>
        <p:sp>
          <p:nvSpPr>
            <p:cNvPr id="37977" name="Text Box 95"/>
            <p:cNvSpPr txBox="1"/>
            <p:nvPr/>
          </p:nvSpPr>
          <p:spPr>
            <a:xfrm>
              <a:off x="6965950" y="6169025"/>
              <a:ext cx="691839" cy="454916"/>
            </a:xfrm>
            <a:prstGeom prst="rect">
              <a:avLst/>
            </a:prstGeom>
            <a:noFill/>
            <a:ln w="9525">
              <a:noFill/>
            </a:ln>
          </p:spPr>
          <p:txBody>
            <a:bodyPr wrap="none" lIns="64291" tIns="32146" rIns="64291" bIns="32146">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r>
                <a:rPr lang="en-US" altLang="zh-TW" sz="2000" i="1" dirty="0">
                  <a:solidFill>
                    <a:srgbClr val="000000"/>
                  </a:solidFill>
                  <a:latin typeface="Times" pitchFamily="34" charset="0"/>
                  <a:ea typeface="PMingLiU" pitchFamily="18" charset="-120"/>
                </a:rPr>
                <a:t>LN3</a:t>
              </a:r>
              <a:endParaRPr lang="en-US" altLang="zh-TW" sz="2000" i="1" dirty="0">
                <a:solidFill>
                  <a:srgbClr val="000000"/>
                </a:solidFill>
                <a:latin typeface="Times" pitchFamily="34" charset="0"/>
                <a:ea typeface="PMingLiU" pitchFamily="18" charset="-120"/>
              </a:endParaRPr>
            </a:p>
          </p:txBody>
        </p:sp>
        <p:sp>
          <p:nvSpPr>
            <p:cNvPr id="37978" name="Text Box 96"/>
            <p:cNvSpPr txBox="1"/>
            <p:nvPr/>
          </p:nvSpPr>
          <p:spPr>
            <a:xfrm>
              <a:off x="2527300" y="3959225"/>
              <a:ext cx="570366" cy="454916"/>
            </a:xfrm>
            <a:prstGeom prst="rect">
              <a:avLst/>
            </a:prstGeom>
            <a:noFill/>
            <a:ln w="9525">
              <a:noFill/>
            </a:ln>
          </p:spPr>
          <p:txBody>
            <a:bodyPr wrap="none" lIns="64291" tIns="32146" rIns="64291" bIns="32146">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r>
                <a:rPr lang="en-US" altLang="zh-TW" sz="2000" i="1" dirty="0">
                  <a:solidFill>
                    <a:srgbClr val="000000"/>
                  </a:solidFill>
                  <a:latin typeface="Times" pitchFamily="34" charset="0"/>
                  <a:ea typeface="PMingLiU" pitchFamily="18" charset="-120"/>
                </a:rPr>
                <a:t>sc1</a:t>
              </a:r>
              <a:endParaRPr lang="en-US" altLang="zh-TW" sz="2000" i="1" dirty="0">
                <a:solidFill>
                  <a:srgbClr val="000000"/>
                </a:solidFill>
                <a:latin typeface="Times" pitchFamily="34" charset="0"/>
                <a:ea typeface="PMingLiU" pitchFamily="18" charset="-120"/>
              </a:endParaRPr>
            </a:p>
          </p:txBody>
        </p:sp>
        <p:sp>
          <p:nvSpPr>
            <p:cNvPr id="37979" name="Text Box 97"/>
            <p:cNvSpPr txBox="1"/>
            <p:nvPr/>
          </p:nvSpPr>
          <p:spPr>
            <a:xfrm>
              <a:off x="3536950" y="5178425"/>
              <a:ext cx="570366" cy="454916"/>
            </a:xfrm>
            <a:prstGeom prst="rect">
              <a:avLst/>
            </a:prstGeom>
            <a:noFill/>
            <a:ln w="9525">
              <a:noFill/>
            </a:ln>
          </p:spPr>
          <p:txBody>
            <a:bodyPr wrap="none" lIns="64291" tIns="32146" rIns="64291" bIns="32146">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r>
                <a:rPr lang="en-US" altLang="zh-TW" sz="2000" i="1" dirty="0">
                  <a:solidFill>
                    <a:srgbClr val="000000"/>
                  </a:solidFill>
                  <a:latin typeface="Times" pitchFamily="34" charset="0"/>
                  <a:ea typeface="PMingLiU" pitchFamily="18" charset="-120"/>
                </a:rPr>
                <a:t>sc2</a:t>
              </a:r>
              <a:endParaRPr lang="en-US" altLang="zh-TW" sz="2000" i="1" dirty="0">
                <a:solidFill>
                  <a:srgbClr val="000000"/>
                </a:solidFill>
                <a:latin typeface="Times" pitchFamily="34" charset="0"/>
                <a:ea typeface="PMingLiU" pitchFamily="18" charset="-120"/>
              </a:endParaRPr>
            </a:p>
          </p:txBody>
        </p:sp>
        <p:sp>
          <p:nvSpPr>
            <p:cNvPr id="37980" name="Text Box 98"/>
            <p:cNvSpPr txBox="1"/>
            <p:nvPr/>
          </p:nvSpPr>
          <p:spPr>
            <a:xfrm>
              <a:off x="4222750" y="3730625"/>
              <a:ext cx="570366" cy="454916"/>
            </a:xfrm>
            <a:prstGeom prst="rect">
              <a:avLst/>
            </a:prstGeom>
            <a:noFill/>
            <a:ln w="9525">
              <a:noFill/>
            </a:ln>
          </p:spPr>
          <p:txBody>
            <a:bodyPr wrap="none" lIns="64291" tIns="32146" rIns="64291" bIns="32146">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r>
                <a:rPr lang="en-US" altLang="zh-TW" sz="2000" i="1" dirty="0">
                  <a:solidFill>
                    <a:srgbClr val="000000"/>
                  </a:solidFill>
                  <a:latin typeface="Times" pitchFamily="34" charset="0"/>
                  <a:ea typeface="PMingLiU" pitchFamily="18" charset="-120"/>
                </a:rPr>
                <a:t>sc3</a:t>
              </a:r>
              <a:endParaRPr lang="en-US" altLang="zh-TW" sz="2000" i="1" dirty="0">
                <a:solidFill>
                  <a:srgbClr val="000000"/>
                </a:solidFill>
                <a:latin typeface="Times" pitchFamily="34" charset="0"/>
                <a:ea typeface="PMingLiU" pitchFamily="18" charset="-120"/>
              </a:endParaRPr>
            </a:p>
          </p:txBody>
        </p:sp>
        <p:sp>
          <p:nvSpPr>
            <p:cNvPr id="37981" name="Text Box 99"/>
            <p:cNvSpPr txBox="1"/>
            <p:nvPr/>
          </p:nvSpPr>
          <p:spPr>
            <a:xfrm>
              <a:off x="5822950" y="3883025"/>
              <a:ext cx="570366" cy="454916"/>
            </a:xfrm>
            <a:prstGeom prst="rect">
              <a:avLst/>
            </a:prstGeom>
            <a:noFill/>
            <a:ln w="9525">
              <a:noFill/>
            </a:ln>
          </p:spPr>
          <p:txBody>
            <a:bodyPr wrap="none" lIns="64291" tIns="32146" rIns="64291" bIns="32146">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r>
                <a:rPr lang="en-US" altLang="zh-TW" sz="2000" i="1" dirty="0">
                  <a:solidFill>
                    <a:srgbClr val="000000"/>
                  </a:solidFill>
                  <a:latin typeface="Times" pitchFamily="34" charset="0"/>
                  <a:ea typeface="PMingLiU" pitchFamily="18" charset="-120"/>
                </a:rPr>
                <a:t>sc4</a:t>
              </a:r>
              <a:endParaRPr lang="en-US" altLang="zh-TW" sz="2000" i="1" dirty="0">
                <a:solidFill>
                  <a:srgbClr val="000000"/>
                </a:solidFill>
                <a:latin typeface="Times" pitchFamily="34" charset="0"/>
                <a:ea typeface="PMingLiU" pitchFamily="18" charset="-120"/>
              </a:endParaRPr>
            </a:p>
          </p:txBody>
        </p:sp>
        <p:sp>
          <p:nvSpPr>
            <p:cNvPr id="37982" name="Text Box 100"/>
            <p:cNvSpPr txBox="1"/>
            <p:nvPr/>
          </p:nvSpPr>
          <p:spPr>
            <a:xfrm>
              <a:off x="6508750" y="4035425"/>
              <a:ext cx="570366" cy="454916"/>
            </a:xfrm>
            <a:prstGeom prst="rect">
              <a:avLst/>
            </a:prstGeom>
            <a:noFill/>
            <a:ln w="9525">
              <a:noFill/>
            </a:ln>
          </p:spPr>
          <p:txBody>
            <a:bodyPr wrap="none" lIns="64291" tIns="32146" rIns="64291" bIns="32146">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r>
                <a:rPr lang="en-US" altLang="zh-TW" sz="2000" i="1" dirty="0">
                  <a:solidFill>
                    <a:srgbClr val="000000"/>
                  </a:solidFill>
                  <a:latin typeface="Times" pitchFamily="34" charset="0"/>
                  <a:ea typeface="PMingLiU" pitchFamily="18" charset="-120"/>
                </a:rPr>
                <a:t>sc5</a:t>
              </a:r>
              <a:endParaRPr lang="en-US" altLang="zh-TW" sz="2000" i="1" dirty="0">
                <a:solidFill>
                  <a:srgbClr val="000000"/>
                </a:solidFill>
                <a:latin typeface="Times" pitchFamily="34" charset="0"/>
                <a:ea typeface="PMingLiU" pitchFamily="18" charset="-120"/>
              </a:endParaRPr>
            </a:p>
          </p:txBody>
        </p:sp>
        <p:sp>
          <p:nvSpPr>
            <p:cNvPr id="37983" name="Text Box 101"/>
            <p:cNvSpPr txBox="1"/>
            <p:nvPr/>
          </p:nvSpPr>
          <p:spPr>
            <a:xfrm>
              <a:off x="8108950" y="4035425"/>
              <a:ext cx="570366" cy="454916"/>
            </a:xfrm>
            <a:prstGeom prst="rect">
              <a:avLst/>
            </a:prstGeom>
            <a:noFill/>
            <a:ln w="9525">
              <a:noFill/>
            </a:ln>
          </p:spPr>
          <p:txBody>
            <a:bodyPr wrap="none" lIns="64291" tIns="32146" rIns="64291" bIns="32146">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r>
                <a:rPr lang="en-US" altLang="zh-TW" sz="2000" i="1" dirty="0">
                  <a:solidFill>
                    <a:srgbClr val="000000"/>
                  </a:solidFill>
                  <a:latin typeface="Times" pitchFamily="34" charset="0"/>
                  <a:ea typeface="PMingLiU" pitchFamily="18" charset="-120"/>
                </a:rPr>
                <a:t>sc6</a:t>
              </a:r>
              <a:endParaRPr lang="en-US" altLang="zh-TW" sz="2000" i="1" dirty="0">
                <a:solidFill>
                  <a:srgbClr val="000000"/>
                </a:solidFill>
                <a:latin typeface="Times" pitchFamily="34" charset="0"/>
                <a:ea typeface="PMingLiU" pitchFamily="18" charset="-120"/>
              </a:endParaRPr>
            </a:p>
          </p:txBody>
        </p:sp>
        <p:sp>
          <p:nvSpPr>
            <p:cNvPr id="37984" name="Text Box 102"/>
            <p:cNvSpPr txBox="1"/>
            <p:nvPr/>
          </p:nvSpPr>
          <p:spPr>
            <a:xfrm>
              <a:off x="9861550" y="3883025"/>
              <a:ext cx="570366" cy="454916"/>
            </a:xfrm>
            <a:prstGeom prst="rect">
              <a:avLst/>
            </a:prstGeom>
            <a:noFill/>
            <a:ln w="9525">
              <a:noFill/>
            </a:ln>
          </p:spPr>
          <p:txBody>
            <a:bodyPr wrap="none" lIns="64291" tIns="32146" rIns="64291" bIns="32146">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r>
                <a:rPr lang="en-US" altLang="zh-TW" sz="2000" i="1" dirty="0">
                  <a:solidFill>
                    <a:srgbClr val="000000"/>
                  </a:solidFill>
                  <a:latin typeface="Times" pitchFamily="34" charset="0"/>
                  <a:ea typeface="PMingLiU" pitchFamily="18" charset="-120"/>
                </a:rPr>
                <a:t>sc7</a:t>
              </a:r>
              <a:endParaRPr lang="en-US" altLang="zh-TW" sz="2000" i="1" dirty="0">
                <a:solidFill>
                  <a:srgbClr val="000000"/>
                </a:solidFill>
                <a:latin typeface="Times" pitchFamily="34" charset="0"/>
                <a:ea typeface="PMingLiU" pitchFamily="18" charset="-120"/>
              </a:endParaRPr>
            </a:p>
          </p:txBody>
        </p:sp>
        <p:sp>
          <p:nvSpPr>
            <p:cNvPr id="37985" name="Text Box 103"/>
            <p:cNvSpPr txBox="1"/>
            <p:nvPr/>
          </p:nvSpPr>
          <p:spPr>
            <a:xfrm>
              <a:off x="4679950" y="7540625"/>
              <a:ext cx="570366" cy="454916"/>
            </a:xfrm>
            <a:prstGeom prst="rect">
              <a:avLst/>
            </a:prstGeom>
            <a:noFill/>
            <a:ln w="9525">
              <a:noFill/>
            </a:ln>
          </p:spPr>
          <p:txBody>
            <a:bodyPr wrap="none" lIns="64291" tIns="32146" rIns="64291" bIns="32146">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r>
                <a:rPr lang="en-US" altLang="zh-TW" sz="2000" i="1" dirty="0">
                  <a:solidFill>
                    <a:srgbClr val="000000"/>
                  </a:solidFill>
                  <a:latin typeface="Times" pitchFamily="34" charset="0"/>
                  <a:ea typeface="PMingLiU" pitchFamily="18" charset="-120"/>
                </a:rPr>
                <a:t>sc1</a:t>
              </a:r>
              <a:endParaRPr lang="en-US" altLang="zh-TW" sz="2000" i="1" dirty="0">
                <a:solidFill>
                  <a:srgbClr val="000000"/>
                </a:solidFill>
                <a:latin typeface="Times" pitchFamily="34" charset="0"/>
                <a:ea typeface="PMingLiU" pitchFamily="18" charset="-120"/>
              </a:endParaRPr>
            </a:p>
          </p:txBody>
        </p:sp>
        <p:sp>
          <p:nvSpPr>
            <p:cNvPr id="37986" name="Text Box 104"/>
            <p:cNvSpPr txBox="1"/>
            <p:nvPr/>
          </p:nvSpPr>
          <p:spPr>
            <a:xfrm>
              <a:off x="5137150" y="7616825"/>
              <a:ext cx="570366" cy="454916"/>
            </a:xfrm>
            <a:prstGeom prst="rect">
              <a:avLst/>
            </a:prstGeom>
            <a:noFill/>
            <a:ln w="9525">
              <a:noFill/>
            </a:ln>
          </p:spPr>
          <p:txBody>
            <a:bodyPr wrap="none" lIns="64291" tIns="32146" rIns="64291" bIns="32146">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r>
                <a:rPr lang="en-US" altLang="zh-TW" sz="2000" i="1" dirty="0">
                  <a:solidFill>
                    <a:srgbClr val="000000"/>
                  </a:solidFill>
                  <a:latin typeface="Times" pitchFamily="34" charset="0"/>
                  <a:ea typeface="PMingLiU" pitchFamily="18" charset="-120"/>
                </a:rPr>
                <a:t>sc2</a:t>
              </a:r>
              <a:endParaRPr lang="en-US" altLang="zh-TW" sz="2000" i="1" dirty="0">
                <a:solidFill>
                  <a:srgbClr val="000000"/>
                </a:solidFill>
                <a:latin typeface="Times" pitchFamily="34" charset="0"/>
                <a:ea typeface="PMingLiU" pitchFamily="18" charset="-120"/>
              </a:endParaRPr>
            </a:p>
          </p:txBody>
        </p:sp>
        <p:sp>
          <p:nvSpPr>
            <p:cNvPr id="37987" name="Text Box 105"/>
            <p:cNvSpPr txBox="1"/>
            <p:nvPr/>
          </p:nvSpPr>
          <p:spPr>
            <a:xfrm>
              <a:off x="5594350" y="7464425"/>
              <a:ext cx="570366" cy="454916"/>
            </a:xfrm>
            <a:prstGeom prst="rect">
              <a:avLst/>
            </a:prstGeom>
            <a:noFill/>
            <a:ln w="9525">
              <a:noFill/>
            </a:ln>
          </p:spPr>
          <p:txBody>
            <a:bodyPr wrap="none" lIns="64291" tIns="32146" rIns="64291" bIns="32146">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r>
                <a:rPr lang="en-US" altLang="zh-TW" sz="2000" i="1" dirty="0">
                  <a:solidFill>
                    <a:srgbClr val="000000"/>
                  </a:solidFill>
                  <a:latin typeface="Times" pitchFamily="34" charset="0"/>
                  <a:ea typeface="PMingLiU" pitchFamily="18" charset="-120"/>
                </a:rPr>
                <a:t>sc3</a:t>
              </a:r>
              <a:endParaRPr lang="en-US" altLang="zh-TW" sz="2000" i="1" dirty="0">
                <a:solidFill>
                  <a:srgbClr val="000000"/>
                </a:solidFill>
                <a:latin typeface="Times" pitchFamily="34" charset="0"/>
                <a:ea typeface="PMingLiU" pitchFamily="18" charset="-120"/>
              </a:endParaRPr>
            </a:p>
          </p:txBody>
        </p:sp>
        <p:sp>
          <p:nvSpPr>
            <p:cNvPr id="37988" name="Text Box 106"/>
            <p:cNvSpPr txBox="1"/>
            <p:nvPr/>
          </p:nvSpPr>
          <p:spPr>
            <a:xfrm>
              <a:off x="5975350" y="7540625"/>
              <a:ext cx="570366" cy="454916"/>
            </a:xfrm>
            <a:prstGeom prst="rect">
              <a:avLst/>
            </a:prstGeom>
            <a:noFill/>
            <a:ln w="9525">
              <a:noFill/>
            </a:ln>
          </p:spPr>
          <p:txBody>
            <a:bodyPr wrap="none" lIns="64291" tIns="32146" rIns="64291" bIns="32146">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r>
                <a:rPr lang="en-US" altLang="zh-TW" sz="2000" i="1" dirty="0">
                  <a:solidFill>
                    <a:srgbClr val="000000"/>
                  </a:solidFill>
                  <a:latin typeface="Times" pitchFamily="34" charset="0"/>
                  <a:ea typeface="PMingLiU" pitchFamily="18" charset="-120"/>
                </a:rPr>
                <a:t>sc4</a:t>
              </a:r>
              <a:endParaRPr lang="en-US" altLang="zh-TW" sz="2000" i="1" dirty="0">
                <a:solidFill>
                  <a:srgbClr val="000000"/>
                </a:solidFill>
                <a:latin typeface="Times" pitchFamily="34" charset="0"/>
                <a:ea typeface="PMingLiU" pitchFamily="18" charset="-120"/>
              </a:endParaRPr>
            </a:p>
          </p:txBody>
        </p:sp>
        <p:sp>
          <p:nvSpPr>
            <p:cNvPr id="37989" name="Text Box 107"/>
            <p:cNvSpPr txBox="1"/>
            <p:nvPr/>
          </p:nvSpPr>
          <p:spPr>
            <a:xfrm>
              <a:off x="6356350" y="7388225"/>
              <a:ext cx="570366" cy="454916"/>
            </a:xfrm>
            <a:prstGeom prst="rect">
              <a:avLst/>
            </a:prstGeom>
            <a:noFill/>
            <a:ln w="9525">
              <a:noFill/>
            </a:ln>
          </p:spPr>
          <p:txBody>
            <a:bodyPr wrap="none" lIns="64291" tIns="32146" rIns="64291" bIns="32146">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r>
                <a:rPr lang="en-US" altLang="zh-TW" sz="2000" i="1" dirty="0">
                  <a:solidFill>
                    <a:srgbClr val="000000"/>
                  </a:solidFill>
                  <a:latin typeface="Times" pitchFamily="34" charset="0"/>
                  <a:ea typeface="PMingLiU" pitchFamily="18" charset="-120"/>
                </a:rPr>
                <a:t>sc5</a:t>
              </a:r>
              <a:endParaRPr lang="en-US" altLang="zh-TW" sz="2000" i="1" dirty="0">
                <a:solidFill>
                  <a:srgbClr val="000000"/>
                </a:solidFill>
                <a:latin typeface="Times" pitchFamily="34" charset="0"/>
                <a:ea typeface="PMingLiU" pitchFamily="18" charset="-120"/>
              </a:endParaRPr>
            </a:p>
          </p:txBody>
        </p:sp>
        <p:sp>
          <p:nvSpPr>
            <p:cNvPr id="37990" name="Text Box 108"/>
            <p:cNvSpPr txBox="1"/>
            <p:nvPr/>
          </p:nvSpPr>
          <p:spPr>
            <a:xfrm>
              <a:off x="6813550" y="7464425"/>
              <a:ext cx="570366" cy="454916"/>
            </a:xfrm>
            <a:prstGeom prst="rect">
              <a:avLst/>
            </a:prstGeom>
            <a:noFill/>
            <a:ln w="9525">
              <a:noFill/>
            </a:ln>
          </p:spPr>
          <p:txBody>
            <a:bodyPr wrap="none" lIns="64291" tIns="32146" rIns="64291" bIns="32146">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r>
                <a:rPr lang="en-US" altLang="zh-TW" sz="2000" i="1" dirty="0">
                  <a:solidFill>
                    <a:srgbClr val="000000"/>
                  </a:solidFill>
                  <a:latin typeface="Times" pitchFamily="34" charset="0"/>
                  <a:ea typeface="PMingLiU" pitchFamily="18" charset="-120"/>
                </a:rPr>
                <a:t>sc6</a:t>
              </a:r>
              <a:endParaRPr lang="en-US" altLang="zh-TW" sz="2000" i="1" dirty="0">
                <a:solidFill>
                  <a:srgbClr val="000000"/>
                </a:solidFill>
                <a:latin typeface="Times" pitchFamily="34" charset="0"/>
                <a:ea typeface="PMingLiU" pitchFamily="18" charset="-120"/>
              </a:endParaRPr>
            </a:p>
          </p:txBody>
        </p:sp>
        <p:sp>
          <p:nvSpPr>
            <p:cNvPr id="37991" name="Text Box 109"/>
            <p:cNvSpPr txBox="1"/>
            <p:nvPr/>
          </p:nvSpPr>
          <p:spPr>
            <a:xfrm>
              <a:off x="7499350" y="7464425"/>
              <a:ext cx="570366" cy="454916"/>
            </a:xfrm>
            <a:prstGeom prst="rect">
              <a:avLst/>
            </a:prstGeom>
            <a:noFill/>
            <a:ln w="9525">
              <a:noFill/>
            </a:ln>
          </p:spPr>
          <p:txBody>
            <a:bodyPr wrap="none" lIns="64291" tIns="32146" rIns="64291" bIns="32146">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r>
                <a:rPr lang="en-US" altLang="zh-TW" sz="2000" i="1" dirty="0">
                  <a:solidFill>
                    <a:srgbClr val="000000"/>
                  </a:solidFill>
                  <a:latin typeface="Times" pitchFamily="34" charset="0"/>
                  <a:ea typeface="PMingLiU" pitchFamily="18" charset="-120"/>
                </a:rPr>
                <a:t>sc7</a:t>
              </a:r>
              <a:endParaRPr lang="en-US" altLang="zh-TW" sz="2000" i="1" dirty="0">
                <a:solidFill>
                  <a:srgbClr val="000000"/>
                </a:solidFill>
                <a:latin typeface="Times" pitchFamily="34" charset="0"/>
                <a:ea typeface="PMingLiU" pitchFamily="18" charset="-120"/>
              </a:endParaRPr>
            </a:p>
          </p:txBody>
        </p:sp>
        <p:sp>
          <p:nvSpPr>
            <p:cNvPr id="37992" name="Text Box 110"/>
            <p:cNvSpPr txBox="1"/>
            <p:nvPr/>
          </p:nvSpPr>
          <p:spPr>
            <a:xfrm>
              <a:off x="4070350" y="7388225"/>
              <a:ext cx="570366" cy="454916"/>
            </a:xfrm>
            <a:prstGeom prst="rect">
              <a:avLst/>
            </a:prstGeom>
            <a:noFill/>
            <a:ln w="9525">
              <a:noFill/>
            </a:ln>
          </p:spPr>
          <p:txBody>
            <a:bodyPr wrap="none" lIns="64291" tIns="32146" rIns="64291" bIns="32146">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r>
                <a:rPr lang="en-US" altLang="zh-TW" sz="2000" i="1" dirty="0">
                  <a:solidFill>
                    <a:srgbClr val="000000"/>
                  </a:solidFill>
                  <a:latin typeface="Times" pitchFamily="34" charset="0"/>
                  <a:ea typeface="PMingLiU" pitchFamily="18" charset="-120"/>
                </a:rPr>
                <a:t>sc8</a:t>
              </a:r>
              <a:endParaRPr lang="en-US" altLang="zh-TW" sz="2000" i="1" dirty="0">
                <a:solidFill>
                  <a:srgbClr val="000000"/>
                </a:solidFill>
                <a:latin typeface="Times" pitchFamily="34" charset="0"/>
                <a:ea typeface="PMingLiU" pitchFamily="18" charset="-120"/>
              </a:endParaRPr>
            </a:p>
          </p:txBody>
        </p:sp>
        <p:sp>
          <p:nvSpPr>
            <p:cNvPr id="37993" name="Text Box 111"/>
            <p:cNvSpPr txBox="1"/>
            <p:nvPr/>
          </p:nvSpPr>
          <p:spPr>
            <a:xfrm>
              <a:off x="3155950" y="3578225"/>
              <a:ext cx="570366" cy="454916"/>
            </a:xfrm>
            <a:prstGeom prst="rect">
              <a:avLst/>
            </a:prstGeom>
            <a:noFill/>
            <a:ln w="9525">
              <a:noFill/>
            </a:ln>
          </p:spPr>
          <p:txBody>
            <a:bodyPr wrap="none" lIns="64291" tIns="32146" rIns="64291" bIns="32146">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r>
                <a:rPr lang="en-US" altLang="zh-TW" sz="2000" i="1" dirty="0">
                  <a:solidFill>
                    <a:srgbClr val="000000"/>
                  </a:solidFill>
                  <a:latin typeface="Times" pitchFamily="34" charset="0"/>
                  <a:ea typeface="PMingLiU" pitchFamily="18" charset="-120"/>
                </a:rPr>
                <a:t>sc8</a:t>
              </a:r>
              <a:endParaRPr lang="en-US" altLang="zh-TW" sz="2000" i="1" dirty="0">
                <a:solidFill>
                  <a:srgbClr val="000000"/>
                </a:solidFill>
                <a:latin typeface="Times" pitchFamily="34" charset="0"/>
                <a:ea typeface="PMingLiU" pitchFamily="18" charset="-120"/>
              </a:endParaRPr>
            </a:p>
          </p:txBody>
        </p:sp>
        <p:sp>
          <p:nvSpPr>
            <p:cNvPr id="37994" name="Text Box 112"/>
            <p:cNvSpPr txBox="1"/>
            <p:nvPr/>
          </p:nvSpPr>
          <p:spPr>
            <a:xfrm>
              <a:off x="2159000" y="3048000"/>
              <a:ext cx="2052878" cy="454916"/>
            </a:xfrm>
            <a:prstGeom prst="rect">
              <a:avLst/>
            </a:prstGeom>
            <a:noFill/>
            <a:ln w="9525">
              <a:noFill/>
            </a:ln>
          </p:spPr>
          <p:txBody>
            <a:bodyPr wrap="none" lIns="64291" tIns="32146" rIns="64291" bIns="32146">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r>
                <a:rPr lang="en-US" altLang="zh-TW" sz="2000" i="1" dirty="0">
                  <a:solidFill>
                    <a:srgbClr val="FFFF00"/>
                  </a:solidFill>
                  <a:latin typeface="Times" pitchFamily="34" charset="0"/>
                  <a:ea typeface="PMingLiU" pitchFamily="18" charset="-120"/>
                </a:rPr>
                <a:t>New subcluster</a:t>
              </a:r>
              <a:endParaRPr lang="en-US" altLang="zh-TW" sz="2000" i="1" dirty="0">
                <a:solidFill>
                  <a:srgbClr val="FFFF00"/>
                </a:solidFill>
                <a:latin typeface="Times" pitchFamily="34" charset="0"/>
                <a:ea typeface="PMingLiU" pitchFamily="18" charset="-120"/>
              </a:endParaRPr>
            </a:p>
          </p:txBody>
        </p:sp>
      </p:grpSp>
    </p:spTree>
  </p:cSld>
  <p:clrMapOvr>
    <a:masterClrMapping/>
  </p:clrMapOvr>
  <p:transition>
    <p:zoom/>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灯片编号占位符 1"/>
          <p:cNvSpPr txBox="1">
            <a:spLocks noGrp="1"/>
          </p:cNvSpPr>
          <p:nvPr>
            <p:ph type="sldNum" sz="quarter" idx="10"/>
          </p:nvPr>
        </p:nvSpPr>
        <p:spPr>
          <a:ln/>
        </p:spPr>
        <p:txBody>
          <a:bodyPr anchor="b" anchorCtr="0"/>
          <a:p>
            <a:pPr marL="0" indent="0" algn="r" eaLnBrk="1" hangingPunct="1">
              <a:spcBef>
                <a:spcPct val="0"/>
              </a:spcBef>
              <a:buClrTx/>
              <a:buSzTx/>
              <a:buFontTx/>
              <a:buNone/>
            </a:pPr>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38915" name="标题 1"/>
          <p:cNvSpPr>
            <a:spLocks noGrp="1"/>
          </p:cNvSpPr>
          <p:nvPr>
            <p:ph type="title" idx="4294967295"/>
          </p:nvPr>
        </p:nvSpPr>
        <p:spPr>
          <a:ln/>
        </p:spPr>
        <p:txBody>
          <a:bodyPr vert="horz" wrap="square" lIns="64258" tIns="32128" rIns="64258" bIns="32128" anchor="ctr" anchorCtr="0"/>
          <a:p>
            <a:pPr eaLnBrk="1" hangingPunct="1"/>
            <a:r>
              <a:rPr lang="en-US" altLang="zh-TW" dirty="0">
                <a:ea typeface="PMingLiU" pitchFamily="18" charset="-120"/>
              </a:rPr>
              <a:t>Insertion Operation in BIRCH</a:t>
            </a:r>
            <a:endParaRPr lang="zh-CN" altLang="en-US" dirty="0">
              <a:ea typeface="宋体" panose="02010600030101010101" pitchFamily="2" charset="-122"/>
            </a:endParaRPr>
          </a:p>
        </p:txBody>
      </p:sp>
      <p:sp>
        <p:nvSpPr>
          <p:cNvPr id="38916" name="日期占位符 3"/>
          <p:cNvSpPr txBox="1">
            <a:spLocks noGrp="1"/>
          </p:cNvSpPr>
          <p:nvPr/>
        </p:nvSpPr>
        <p:spPr>
          <a:xfrm>
            <a:off x="457200" y="6245225"/>
            <a:ext cx="2133600" cy="476250"/>
          </a:xfrm>
          <a:prstGeom prst="rect">
            <a:avLst/>
          </a:prstGeom>
          <a:noFill/>
          <a:ln w="9525">
            <a:noFill/>
          </a:ln>
        </p:spPr>
        <p:txBody>
          <a:bodyPr lIns="64258" tIns="32128" rIns="64258" bIns="32128"/>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defTabSz="643255" eaLnBrk="1" hangingPunct="1">
              <a:spcBef>
                <a:spcPct val="0"/>
              </a:spcBef>
              <a:buClrTx/>
              <a:buSzTx/>
              <a:buFontTx/>
              <a:buNone/>
            </a:pPr>
            <a:fld id="{BB962C8B-B14F-4D97-AF65-F5344CB8AC3E}" type="datetime4">
              <a:rPr lang="en-US" altLang="zh-CN" sz="1000" dirty="0">
                <a:latin typeface="Times" pitchFamily="34" charset="0"/>
                <a:ea typeface="宋体" panose="02010600030101010101" pitchFamily="2" charset="-122"/>
              </a:rPr>
            </a:fld>
            <a:endParaRPr lang="en-US" altLang="zh-CN" sz="1000" dirty="0">
              <a:latin typeface="Times" pitchFamily="34" charset="0"/>
              <a:ea typeface="宋体" panose="02010600030101010101" pitchFamily="2" charset="-122"/>
            </a:endParaRPr>
          </a:p>
        </p:txBody>
      </p:sp>
      <p:sp>
        <p:nvSpPr>
          <p:cNvPr id="38917" name="灯片编号占位符 4"/>
          <p:cNvSpPr txBox="1">
            <a:spLocks noGrp="1"/>
          </p:cNvSpPr>
          <p:nvPr/>
        </p:nvSpPr>
        <p:spPr>
          <a:xfrm>
            <a:off x="6553200" y="6245225"/>
            <a:ext cx="2133600" cy="476250"/>
          </a:xfrm>
          <a:prstGeom prst="rect">
            <a:avLst/>
          </a:prstGeom>
          <a:noFill/>
          <a:ln w="9525">
            <a:noFill/>
          </a:ln>
        </p:spPr>
        <p:txBody>
          <a:bodyPr lIns="64258" tIns="32128" rIns="64258" bIns="32128"/>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r" defTabSz="643255" eaLnBrk="1" hangingPunct="1">
              <a:spcBef>
                <a:spcPct val="0"/>
              </a:spcBef>
              <a:buClrTx/>
              <a:buSzTx/>
              <a:buFontTx/>
              <a:buNone/>
            </a:pPr>
            <a:fld id="{9A0DB2DC-4C9A-4742-B13C-FB6460FD3503}" type="slidenum">
              <a:rPr lang="zh-CN" altLang="en-US" sz="1000" dirty="0">
                <a:latin typeface="Times" pitchFamily="34" charset="0"/>
                <a:ea typeface="宋体" panose="02010600030101010101" pitchFamily="2" charset="-122"/>
              </a:rPr>
            </a:fld>
            <a:endParaRPr lang="zh-CN" altLang="en-US" sz="1000" dirty="0">
              <a:latin typeface="Times" pitchFamily="34" charset="0"/>
              <a:ea typeface="宋体" panose="02010600030101010101" pitchFamily="2" charset="-122"/>
            </a:endParaRPr>
          </a:p>
        </p:txBody>
      </p:sp>
      <p:sp>
        <p:nvSpPr>
          <p:cNvPr id="38918" name="矩形 5"/>
          <p:cNvSpPr/>
          <p:nvPr/>
        </p:nvSpPr>
        <p:spPr>
          <a:xfrm>
            <a:off x="500063" y="1554163"/>
            <a:ext cx="7983537" cy="368300"/>
          </a:xfrm>
          <a:prstGeom prst="rect">
            <a:avLst/>
          </a:prstGeom>
          <a:noFill/>
          <a:ln w="9525">
            <a:noFill/>
          </a:ln>
        </p:spPr>
        <p:txBody>
          <a:bodyPr lIns="64291" tIns="32146" rIns="64291" bIns="32146">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defTabSz="643255" eaLnBrk="1" hangingPunct="1">
              <a:spcBef>
                <a:spcPct val="0"/>
              </a:spcBef>
              <a:buClrTx/>
              <a:buSzTx/>
              <a:buFontTx/>
              <a:buNone/>
            </a:pPr>
            <a:r>
              <a:rPr lang="en-US" altLang="zh-TW" sz="2000" i="1" dirty="0">
                <a:solidFill>
                  <a:srgbClr val="000000"/>
                </a:solidFill>
                <a:latin typeface="Times" pitchFamily="34" charset="0"/>
                <a:ea typeface="PMingLiU" pitchFamily="18" charset="-120"/>
              </a:rPr>
              <a:t>If the branching factor of a leaf node can not exceed 3, then LN1 is split.</a:t>
            </a:r>
            <a:endParaRPr lang="en-US" altLang="zh-TW" sz="2000" i="1" dirty="0">
              <a:solidFill>
                <a:srgbClr val="000000"/>
              </a:solidFill>
              <a:latin typeface="Times" pitchFamily="34" charset="0"/>
              <a:ea typeface="PMingLiU" pitchFamily="18" charset="-120"/>
            </a:endParaRPr>
          </a:p>
        </p:txBody>
      </p:sp>
      <p:grpSp>
        <p:nvGrpSpPr>
          <p:cNvPr id="38919" name="组合 6"/>
          <p:cNvGrpSpPr/>
          <p:nvPr/>
        </p:nvGrpSpPr>
        <p:grpSpPr>
          <a:xfrm>
            <a:off x="1196975" y="2251075"/>
            <a:ext cx="6804025" cy="3803650"/>
            <a:chOff x="457200" y="1676400"/>
            <a:chExt cx="8153400" cy="4942820"/>
          </a:xfrm>
        </p:grpSpPr>
        <p:sp>
          <p:nvSpPr>
            <p:cNvPr id="38920" name="Oval 4"/>
            <p:cNvSpPr/>
            <p:nvPr/>
          </p:nvSpPr>
          <p:spPr>
            <a:xfrm>
              <a:off x="457200" y="1676400"/>
              <a:ext cx="1447800" cy="1828800"/>
            </a:xfrm>
            <a:prstGeom prst="ellipse">
              <a:avLst/>
            </a:prstGeom>
            <a:noFill/>
            <a:ln w="38100" cap="flat" cmpd="sng">
              <a:solidFill>
                <a:srgbClr val="FF00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8921" name="Oval 5"/>
            <p:cNvSpPr/>
            <p:nvPr/>
          </p:nvSpPr>
          <p:spPr>
            <a:xfrm>
              <a:off x="3429000" y="2209800"/>
              <a:ext cx="1981200" cy="1447800"/>
            </a:xfrm>
            <a:prstGeom prst="ellipse">
              <a:avLst/>
            </a:prstGeom>
            <a:noFill/>
            <a:ln w="38100" cap="flat" cmpd="sng">
              <a:solidFill>
                <a:srgbClr val="FF00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8922" name="Oval 6"/>
            <p:cNvSpPr/>
            <p:nvPr/>
          </p:nvSpPr>
          <p:spPr>
            <a:xfrm>
              <a:off x="5867400" y="1828800"/>
              <a:ext cx="2743200" cy="1752600"/>
            </a:xfrm>
            <a:prstGeom prst="ellipse">
              <a:avLst/>
            </a:prstGeom>
            <a:noFill/>
            <a:ln w="38100" cap="flat" cmpd="sng">
              <a:solidFill>
                <a:srgbClr val="FF00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8923" name="Oval 7"/>
            <p:cNvSpPr/>
            <p:nvPr/>
          </p:nvSpPr>
          <p:spPr>
            <a:xfrm>
              <a:off x="685800" y="2590800"/>
              <a:ext cx="685800" cy="685800"/>
            </a:xfrm>
            <a:prstGeom prst="ellipse">
              <a:avLst/>
            </a:prstGeom>
            <a:noFill/>
            <a:ln w="9525" cap="flat" cmpd="sng">
              <a:solidFill>
                <a:srgbClr val="FF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8924" name="Oval 8"/>
            <p:cNvSpPr/>
            <p:nvPr/>
          </p:nvSpPr>
          <p:spPr>
            <a:xfrm>
              <a:off x="1066800" y="2819400"/>
              <a:ext cx="76200" cy="762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8925" name="Oval 9"/>
            <p:cNvSpPr/>
            <p:nvPr/>
          </p:nvSpPr>
          <p:spPr>
            <a:xfrm>
              <a:off x="1066800" y="2971800"/>
              <a:ext cx="76200" cy="762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8926" name="Oval 10"/>
            <p:cNvSpPr/>
            <p:nvPr/>
          </p:nvSpPr>
          <p:spPr>
            <a:xfrm>
              <a:off x="838200" y="2895600"/>
              <a:ext cx="76200" cy="762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8927" name="Oval 11"/>
            <p:cNvSpPr/>
            <p:nvPr/>
          </p:nvSpPr>
          <p:spPr>
            <a:xfrm>
              <a:off x="990600" y="3124200"/>
              <a:ext cx="76200" cy="762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8928" name="Oval 12"/>
            <p:cNvSpPr/>
            <p:nvPr/>
          </p:nvSpPr>
          <p:spPr>
            <a:xfrm>
              <a:off x="914400" y="2895600"/>
              <a:ext cx="76200" cy="762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8929" name="Oval 13"/>
            <p:cNvSpPr/>
            <p:nvPr/>
          </p:nvSpPr>
          <p:spPr>
            <a:xfrm>
              <a:off x="914400" y="2667000"/>
              <a:ext cx="76200" cy="762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8930" name="Oval 14"/>
            <p:cNvSpPr/>
            <p:nvPr/>
          </p:nvSpPr>
          <p:spPr>
            <a:xfrm>
              <a:off x="2133600" y="3429000"/>
              <a:ext cx="685800" cy="685800"/>
            </a:xfrm>
            <a:prstGeom prst="ellipse">
              <a:avLst/>
            </a:prstGeom>
            <a:noFill/>
            <a:ln w="9525" cap="flat" cmpd="sng">
              <a:solidFill>
                <a:srgbClr val="FF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8931" name="Oval 15"/>
            <p:cNvSpPr/>
            <p:nvPr/>
          </p:nvSpPr>
          <p:spPr>
            <a:xfrm>
              <a:off x="2514600" y="3657600"/>
              <a:ext cx="76200" cy="762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8932" name="Oval 16"/>
            <p:cNvSpPr/>
            <p:nvPr/>
          </p:nvSpPr>
          <p:spPr>
            <a:xfrm>
              <a:off x="2514600" y="3810000"/>
              <a:ext cx="76200" cy="762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8933" name="Oval 17"/>
            <p:cNvSpPr/>
            <p:nvPr/>
          </p:nvSpPr>
          <p:spPr>
            <a:xfrm>
              <a:off x="2286000" y="3733800"/>
              <a:ext cx="76200" cy="762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8934" name="Oval 18"/>
            <p:cNvSpPr/>
            <p:nvPr/>
          </p:nvSpPr>
          <p:spPr>
            <a:xfrm>
              <a:off x="2438400" y="3962400"/>
              <a:ext cx="76200" cy="762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8935" name="Oval 19"/>
            <p:cNvSpPr/>
            <p:nvPr/>
          </p:nvSpPr>
          <p:spPr>
            <a:xfrm>
              <a:off x="2362200" y="3733800"/>
              <a:ext cx="76200" cy="762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8936" name="Oval 20"/>
            <p:cNvSpPr/>
            <p:nvPr/>
          </p:nvSpPr>
          <p:spPr>
            <a:xfrm>
              <a:off x="2362200" y="3505200"/>
              <a:ext cx="76200" cy="762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8937" name="Oval 21"/>
            <p:cNvSpPr/>
            <p:nvPr/>
          </p:nvSpPr>
          <p:spPr>
            <a:xfrm>
              <a:off x="2209800" y="2514600"/>
              <a:ext cx="685800" cy="685800"/>
            </a:xfrm>
            <a:prstGeom prst="ellipse">
              <a:avLst/>
            </a:prstGeom>
            <a:noFill/>
            <a:ln w="9525" cap="flat" cmpd="sng">
              <a:solidFill>
                <a:srgbClr val="FF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8938" name="Oval 22"/>
            <p:cNvSpPr/>
            <p:nvPr/>
          </p:nvSpPr>
          <p:spPr>
            <a:xfrm>
              <a:off x="2590800" y="2743200"/>
              <a:ext cx="76200" cy="762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8939" name="Oval 23"/>
            <p:cNvSpPr/>
            <p:nvPr/>
          </p:nvSpPr>
          <p:spPr>
            <a:xfrm>
              <a:off x="2590800" y="2895600"/>
              <a:ext cx="76200" cy="762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8940" name="Oval 24"/>
            <p:cNvSpPr/>
            <p:nvPr/>
          </p:nvSpPr>
          <p:spPr>
            <a:xfrm>
              <a:off x="2362200" y="2819400"/>
              <a:ext cx="76200" cy="762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8941" name="Oval 25"/>
            <p:cNvSpPr/>
            <p:nvPr/>
          </p:nvSpPr>
          <p:spPr>
            <a:xfrm>
              <a:off x="2514600" y="3048000"/>
              <a:ext cx="76200" cy="762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8942" name="Oval 26"/>
            <p:cNvSpPr/>
            <p:nvPr/>
          </p:nvSpPr>
          <p:spPr>
            <a:xfrm>
              <a:off x="2438400" y="2819400"/>
              <a:ext cx="76200" cy="762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8943" name="Oval 27"/>
            <p:cNvSpPr/>
            <p:nvPr/>
          </p:nvSpPr>
          <p:spPr>
            <a:xfrm>
              <a:off x="2438400" y="2590800"/>
              <a:ext cx="76200" cy="762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8944" name="Oval 28"/>
            <p:cNvSpPr/>
            <p:nvPr/>
          </p:nvSpPr>
          <p:spPr>
            <a:xfrm>
              <a:off x="3581400" y="2590800"/>
              <a:ext cx="685800" cy="685800"/>
            </a:xfrm>
            <a:prstGeom prst="ellipse">
              <a:avLst/>
            </a:prstGeom>
            <a:noFill/>
            <a:ln w="9525" cap="flat" cmpd="sng">
              <a:solidFill>
                <a:srgbClr val="FF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8945" name="Oval 29"/>
            <p:cNvSpPr/>
            <p:nvPr/>
          </p:nvSpPr>
          <p:spPr>
            <a:xfrm>
              <a:off x="3962400" y="2819400"/>
              <a:ext cx="76200" cy="762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8946" name="Oval 30"/>
            <p:cNvSpPr/>
            <p:nvPr/>
          </p:nvSpPr>
          <p:spPr>
            <a:xfrm>
              <a:off x="3962400" y="2971800"/>
              <a:ext cx="76200" cy="762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8947" name="Oval 31"/>
            <p:cNvSpPr/>
            <p:nvPr/>
          </p:nvSpPr>
          <p:spPr>
            <a:xfrm>
              <a:off x="3733800" y="2895600"/>
              <a:ext cx="76200" cy="762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8948" name="Oval 32"/>
            <p:cNvSpPr/>
            <p:nvPr/>
          </p:nvSpPr>
          <p:spPr>
            <a:xfrm>
              <a:off x="3886200" y="3124200"/>
              <a:ext cx="76200" cy="762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8949" name="Oval 33"/>
            <p:cNvSpPr/>
            <p:nvPr/>
          </p:nvSpPr>
          <p:spPr>
            <a:xfrm>
              <a:off x="3810000" y="2895600"/>
              <a:ext cx="76200" cy="762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8950" name="Oval 34"/>
            <p:cNvSpPr/>
            <p:nvPr/>
          </p:nvSpPr>
          <p:spPr>
            <a:xfrm>
              <a:off x="3810000" y="2667000"/>
              <a:ext cx="76200" cy="762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8951" name="Oval 35"/>
            <p:cNvSpPr/>
            <p:nvPr/>
          </p:nvSpPr>
          <p:spPr>
            <a:xfrm>
              <a:off x="4495800" y="2667000"/>
              <a:ext cx="685800" cy="685800"/>
            </a:xfrm>
            <a:prstGeom prst="ellipse">
              <a:avLst/>
            </a:prstGeom>
            <a:noFill/>
            <a:ln w="9525" cap="flat" cmpd="sng">
              <a:solidFill>
                <a:srgbClr val="FF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8952" name="Oval 36"/>
            <p:cNvSpPr/>
            <p:nvPr/>
          </p:nvSpPr>
          <p:spPr>
            <a:xfrm>
              <a:off x="4876800" y="2895600"/>
              <a:ext cx="76200" cy="762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8953" name="Oval 37"/>
            <p:cNvSpPr/>
            <p:nvPr/>
          </p:nvSpPr>
          <p:spPr>
            <a:xfrm>
              <a:off x="4876800" y="3048000"/>
              <a:ext cx="76200" cy="762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8954" name="Oval 38"/>
            <p:cNvSpPr/>
            <p:nvPr/>
          </p:nvSpPr>
          <p:spPr>
            <a:xfrm>
              <a:off x="4648200" y="2971800"/>
              <a:ext cx="76200" cy="762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8955" name="Oval 39"/>
            <p:cNvSpPr/>
            <p:nvPr/>
          </p:nvSpPr>
          <p:spPr>
            <a:xfrm>
              <a:off x="4800600" y="3200400"/>
              <a:ext cx="76200" cy="762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8956" name="Oval 40"/>
            <p:cNvSpPr/>
            <p:nvPr/>
          </p:nvSpPr>
          <p:spPr>
            <a:xfrm>
              <a:off x="4724400" y="2971800"/>
              <a:ext cx="76200" cy="762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8957" name="Oval 41"/>
            <p:cNvSpPr/>
            <p:nvPr/>
          </p:nvSpPr>
          <p:spPr>
            <a:xfrm>
              <a:off x="4724400" y="2743200"/>
              <a:ext cx="76200" cy="762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8958" name="Oval 42"/>
            <p:cNvSpPr/>
            <p:nvPr/>
          </p:nvSpPr>
          <p:spPr>
            <a:xfrm>
              <a:off x="6477000" y="2133600"/>
              <a:ext cx="685800" cy="685800"/>
            </a:xfrm>
            <a:prstGeom prst="ellipse">
              <a:avLst/>
            </a:prstGeom>
            <a:noFill/>
            <a:ln w="9525" cap="flat" cmpd="sng">
              <a:solidFill>
                <a:srgbClr val="FF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8959" name="Oval 43"/>
            <p:cNvSpPr/>
            <p:nvPr/>
          </p:nvSpPr>
          <p:spPr>
            <a:xfrm>
              <a:off x="6858000" y="2362200"/>
              <a:ext cx="76200" cy="762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8960" name="Oval 44"/>
            <p:cNvSpPr/>
            <p:nvPr/>
          </p:nvSpPr>
          <p:spPr>
            <a:xfrm>
              <a:off x="6858000" y="2514600"/>
              <a:ext cx="76200" cy="762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8961" name="Oval 45"/>
            <p:cNvSpPr/>
            <p:nvPr/>
          </p:nvSpPr>
          <p:spPr>
            <a:xfrm>
              <a:off x="6629400" y="2438400"/>
              <a:ext cx="76200" cy="762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8962" name="Oval 46"/>
            <p:cNvSpPr/>
            <p:nvPr/>
          </p:nvSpPr>
          <p:spPr>
            <a:xfrm>
              <a:off x="6781800" y="2667000"/>
              <a:ext cx="76200" cy="762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8963" name="Oval 47"/>
            <p:cNvSpPr/>
            <p:nvPr/>
          </p:nvSpPr>
          <p:spPr>
            <a:xfrm>
              <a:off x="6705600" y="2438400"/>
              <a:ext cx="76200" cy="762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8964" name="Oval 48"/>
            <p:cNvSpPr/>
            <p:nvPr/>
          </p:nvSpPr>
          <p:spPr>
            <a:xfrm>
              <a:off x="6705600" y="2209800"/>
              <a:ext cx="76200" cy="762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8965" name="Oval 49"/>
            <p:cNvSpPr/>
            <p:nvPr/>
          </p:nvSpPr>
          <p:spPr>
            <a:xfrm>
              <a:off x="7315200" y="2590800"/>
              <a:ext cx="685800" cy="685800"/>
            </a:xfrm>
            <a:prstGeom prst="ellipse">
              <a:avLst/>
            </a:prstGeom>
            <a:noFill/>
            <a:ln w="9525" cap="flat" cmpd="sng">
              <a:solidFill>
                <a:srgbClr val="FF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8966" name="Oval 50"/>
            <p:cNvSpPr/>
            <p:nvPr/>
          </p:nvSpPr>
          <p:spPr>
            <a:xfrm>
              <a:off x="7696200" y="2819400"/>
              <a:ext cx="76200" cy="762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8967" name="Oval 51"/>
            <p:cNvSpPr/>
            <p:nvPr/>
          </p:nvSpPr>
          <p:spPr>
            <a:xfrm>
              <a:off x="7696200" y="2971800"/>
              <a:ext cx="76200" cy="762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8968" name="Oval 52"/>
            <p:cNvSpPr/>
            <p:nvPr/>
          </p:nvSpPr>
          <p:spPr>
            <a:xfrm>
              <a:off x="7467600" y="2895600"/>
              <a:ext cx="76200" cy="762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8969" name="Oval 53"/>
            <p:cNvSpPr/>
            <p:nvPr/>
          </p:nvSpPr>
          <p:spPr>
            <a:xfrm>
              <a:off x="7620000" y="3124200"/>
              <a:ext cx="76200" cy="762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8970" name="Oval 54"/>
            <p:cNvSpPr/>
            <p:nvPr/>
          </p:nvSpPr>
          <p:spPr>
            <a:xfrm>
              <a:off x="7543800" y="2895600"/>
              <a:ext cx="76200" cy="762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8971" name="Oval 55"/>
            <p:cNvSpPr/>
            <p:nvPr/>
          </p:nvSpPr>
          <p:spPr>
            <a:xfrm>
              <a:off x="7543800" y="2667000"/>
              <a:ext cx="76200" cy="762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8972" name="Oval 56"/>
            <p:cNvSpPr/>
            <p:nvPr/>
          </p:nvSpPr>
          <p:spPr>
            <a:xfrm>
              <a:off x="1066800" y="1981200"/>
              <a:ext cx="685800" cy="533400"/>
            </a:xfrm>
            <a:prstGeom prst="ellipse">
              <a:avLst/>
            </a:prstGeom>
            <a:solidFill>
              <a:schemeClr val="accent1"/>
            </a:solidFill>
            <a:ln w="9525" cap="flat" cmpd="sng">
              <a:solidFill>
                <a:schemeClr val="tx1"/>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8973" name="Oval 57"/>
            <p:cNvSpPr/>
            <p:nvPr/>
          </p:nvSpPr>
          <p:spPr>
            <a:xfrm>
              <a:off x="4114800" y="4267200"/>
              <a:ext cx="228600" cy="2286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8974" name="Oval 58"/>
            <p:cNvSpPr/>
            <p:nvPr/>
          </p:nvSpPr>
          <p:spPr>
            <a:xfrm>
              <a:off x="4114800" y="4724400"/>
              <a:ext cx="228600" cy="2286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8975" name="Oval 59"/>
            <p:cNvSpPr/>
            <p:nvPr/>
          </p:nvSpPr>
          <p:spPr>
            <a:xfrm>
              <a:off x="2895600" y="4800600"/>
              <a:ext cx="228600" cy="2286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8976" name="Oval 60"/>
            <p:cNvSpPr/>
            <p:nvPr/>
          </p:nvSpPr>
          <p:spPr>
            <a:xfrm>
              <a:off x="4724400" y="4724400"/>
              <a:ext cx="228600" cy="2286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8977" name="Oval 61"/>
            <p:cNvSpPr/>
            <p:nvPr/>
          </p:nvSpPr>
          <p:spPr>
            <a:xfrm>
              <a:off x="2971800" y="5715000"/>
              <a:ext cx="228600" cy="2286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8978" name="Oval 62"/>
            <p:cNvSpPr/>
            <p:nvPr/>
          </p:nvSpPr>
          <p:spPr>
            <a:xfrm>
              <a:off x="3276600" y="5715000"/>
              <a:ext cx="228600" cy="2286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8979" name="Oval 63"/>
            <p:cNvSpPr/>
            <p:nvPr/>
          </p:nvSpPr>
          <p:spPr>
            <a:xfrm>
              <a:off x="3581400" y="5715000"/>
              <a:ext cx="228600" cy="2286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8980" name="Oval 64"/>
            <p:cNvSpPr/>
            <p:nvPr/>
          </p:nvSpPr>
          <p:spPr>
            <a:xfrm>
              <a:off x="4114800" y="5715000"/>
              <a:ext cx="228600" cy="2286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8981" name="Oval 65"/>
            <p:cNvSpPr/>
            <p:nvPr/>
          </p:nvSpPr>
          <p:spPr>
            <a:xfrm>
              <a:off x="4419600" y="5715000"/>
              <a:ext cx="228600" cy="2286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8982" name="Oval 66"/>
            <p:cNvSpPr/>
            <p:nvPr/>
          </p:nvSpPr>
          <p:spPr>
            <a:xfrm>
              <a:off x="5029200" y="5715000"/>
              <a:ext cx="228600" cy="2286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8983" name="Oval 67"/>
            <p:cNvSpPr/>
            <p:nvPr/>
          </p:nvSpPr>
          <p:spPr>
            <a:xfrm>
              <a:off x="5334000" y="5715000"/>
              <a:ext cx="228600" cy="2286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8984" name="Oval 68"/>
            <p:cNvSpPr/>
            <p:nvPr/>
          </p:nvSpPr>
          <p:spPr>
            <a:xfrm>
              <a:off x="2514600" y="5715000"/>
              <a:ext cx="228600" cy="228600"/>
            </a:xfrm>
            <a:prstGeom prst="ellipse">
              <a:avLst/>
            </a:prstGeom>
            <a:solidFill>
              <a:schemeClr val="accent1"/>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cxnSp>
          <p:nvCxnSpPr>
            <p:cNvPr id="38985" name="AutoShape 69"/>
            <p:cNvCxnSpPr>
              <a:stCxn id="38973" idx="4"/>
              <a:endCxn id="38975" idx="7"/>
            </p:cNvCxnSpPr>
            <p:nvPr/>
          </p:nvCxnSpPr>
          <p:spPr>
            <a:xfrm flipH="1">
              <a:off x="3090863" y="4495800"/>
              <a:ext cx="1138237" cy="338138"/>
            </a:xfrm>
            <a:prstGeom prst="straightConnector1">
              <a:avLst/>
            </a:prstGeom>
            <a:ln w="9525" cap="flat" cmpd="sng">
              <a:solidFill>
                <a:schemeClr val="tx1"/>
              </a:solidFill>
              <a:prstDash val="solid"/>
              <a:headEnd type="none" w="med" len="med"/>
              <a:tailEnd type="none" w="med" len="med"/>
            </a:ln>
          </p:spPr>
        </p:cxnSp>
        <p:cxnSp>
          <p:nvCxnSpPr>
            <p:cNvPr id="38986" name="AutoShape 70"/>
            <p:cNvCxnSpPr>
              <a:stCxn id="38973" idx="4"/>
              <a:endCxn id="38974" idx="0"/>
            </p:cNvCxnSpPr>
            <p:nvPr/>
          </p:nvCxnSpPr>
          <p:spPr>
            <a:xfrm>
              <a:off x="4229100" y="4495800"/>
              <a:ext cx="0" cy="228600"/>
            </a:xfrm>
            <a:prstGeom prst="straightConnector1">
              <a:avLst/>
            </a:prstGeom>
            <a:ln w="9525" cap="flat" cmpd="sng">
              <a:solidFill>
                <a:schemeClr val="tx1"/>
              </a:solidFill>
              <a:prstDash val="solid"/>
              <a:headEnd type="none" w="med" len="med"/>
              <a:tailEnd type="none" w="med" len="med"/>
            </a:ln>
          </p:spPr>
        </p:cxnSp>
        <p:cxnSp>
          <p:nvCxnSpPr>
            <p:cNvPr id="38987" name="AutoShape 71"/>
            <p:cNvCxnSpPr>
              <a:stCxn id="38973" idx="4"/>
              <a:endCxn id="38976" idx="1"/>
            </p:cNvCxnSpPr>
            <p:nvPr/>
          </p:nvCxnSpPr>
          <p:spPr>
            <a:xfrm>
              <a:off x="4229100" y="4495800"/>
              <a:ext cx="528638" cy="261938"/>
            </a:xfrm>
            <a:prstGeom prst="straightConnector1">
              <a:avLst/>
            </a:prstGeom>
            <a:ln w="9525" cap="flat" cmpd="sng">
              <a:solidFill>
                <a:schemeClr val="tx1"/>
              </a:solidFill>
              <a:prstDash val="solid"/>
              <a:headEnd type="none" w="med" len="med"/>
              <a:tailEnd type="none" w="med" len="med"/>
            </a:ln>
          </p:spPr>
        </p:cxnSp>
        <p:cxnSp>
          <p:nvCxnSpPr>
            <p:cNvPr id="38988" name="AutoShape 72"/>
            <p:cNvCxnSpPr>
              <a:stCxn id="39021" idx="4"/>
              <a:endCxn id="38978" idx="0"/>
            </p:cNvCxnSpPr>
            <p:nvPr/>
          </p:nvCxnSpPr>
          <p:spPr>
            <a:xfrm flipH="1">
              <a:off x="3390900" y="5029200"/>
              <a:ext cx="152400" cy="685800"/>
            </a:xfrm>
            <a:prstGeom prst="straightConnector1">
              <a:avLst/>
            </a:prstGeom>
            <a:ln w="9525" cap="flat" cmpd="sng">
              <a:solidFill>
                <a:schemeClr val="tx1"/>
              </a:solidFill>
              <a:prstDash val="solid"/>
              <a:headEnd type="none" w="med" len="med"/>
              <a:tailEnd type="none" w="med" len="med"/>
            </a:ln>
          </p:spPr>
        </p:cxnSp>
        <p:cxnSp>
          <p:nvCxnSpPr>
            <p:cNvPr id="38989" name="AutoShape 73"/>
            <p:cNvCxnSpPr>
              <a:stCxn id="38975" idx="4"/>
              <a:endCxn id="38977" idx="7"/>
            </p:cNvCxnSpPr>
            <p:nvPr/>
          </p:nvCxnSpPr>
          <p:spPr>
            <a:xfrm>
              <a:off x="3009900" y="5029200"/>
              <a:ext cx="157163" cy="719138"/>
            </a:xfrm>
            <a:prstGeom prst="straightConnector1">
              <a:avLst/>
            </a:prstGeom>
            <a:ln w="9525" cap="flat" cmpd="sng">
              <a:solidFill>
                <a:schemeClr val="tx1"/>
              </a:solidFill>
              <a:prstDash val="solid"/>
              <a:headEnd type="none" w="med" len="med"/>
              <a:tailEnd type="none" w="med" len="med"/>
            </a:ln>
          </p:spPr>
        </p:cxnSp>
        <p:cxnSp>
          <p:nvCxnSpPr>
            <p:cNvPr id="38990" name="AutoShape 74"/>
            <p:cNvCxnSpPr>
              <a:stCxn id="39021" idx="4"/>
              <a:endCxn id="38979" idx="0"/>
            </p:cNvCxnSpPr>
            <p:nvPr/>
          </p:nvCxnSpPr>
          <p:spPr>
            <a:xfrm>
              <a:off x="3543300" y="5029200"/>
              <a:ext cx="152400" cy="685800"/>
            </a:xfrm>
            <a:prstGeom prst="straightConnector1">
              <a:avLst/>
            </a:prstGeom>
            <a:ln w="9525" cap="flat" cmpd="sng">
              <a:solidFill>
                <a:schemeClr val="tx1"/>
              </a:solidFill>
              <a:prstDash val="solid"/>
              <a:headEnd type="none" w="med" len="med"/>
              <a:tailEnd type="none" w="med" len="med"/>
            </a:ln>
          </p:spPr>
        </p:cxnSp>
        <p:cxnSp>
          <p:nvCxnSpPr>
            <p:cNvPr id="38991" name="AutoShape 75"/>
            <p:cNvCxnSpPr>
              <a:stCxn id="38974" idx="4"/>
              <a:endCxn id="38980" idx="0"/>
            </p:cNvCxnSpPr>
            <p:nvPr/>
          </p:nvCxnSpPr>
          <p:spPr>
            <a:xfrm>
              <a:off x="4229100" y="4953000"/>
              <a:ext cx="0" cy="762000"/>
            </a:xfrm>
            <a:prstGeom prst="straightConnector1">
              <a:avLst/>
            </a:prstGeom>
            <a:ln w="9525" cap="flat" cmpd="sng">
              <a:solidFill>
                <a:schemeClr val="tx1"/>
              </a:solidFill>
              <a:prstDash val="solid"/>
              <a:headEnd type="none" w="med" len="med"/>
              <a:tailEnd type="none" w="med" len="med"/>
            </a:ln>
          </p:spPr>
        </p:cxnSp>
        <p:cxnSp>
          <p:nvCxnSpPr>
            <p:cNvPr id="38992" name="AutoShape 76"/>
            <p:cNvCxnSpPr>
              <a:stCxn id="38974" idx="4"/>
              <a:endCxn id="38981" idx="0"/>
            </p:cNvCxnSpPr>
            <p:nvPr/>
          </p:nvCxnSpPr>
          <p:spPr>
            <a:xfrm>
              <a:off x="4229100" y="4953000"/>
              <a:ext cx="304800" cy="762000"/>
            </a:xfrm>
            <a:prstGeom prst="straightConnector1">
              <a:avLst/>
            </a:prstGeom>
            <a:ln w="9525" cap="flat" cmpd="sng">
              <a:solidFill>
                <a:schemeClr val="tx1"/>
              </a:solidFill>
              <a:prstDash val="solid"/>
              <a:headEnd type="none" w="med" len="med"/>
              <a:tailEnd type="none" w="med" len="med"/>
            </a:ln>
          </p:spPr>
        </p:cxnSp>
        <p:cxnSp>
          <p:nvCxnSpPr>
            <p:cNvPr id="38993" name="AutoShape 77"/>
            <p:cNvCxnSpPr>
              <a:stCxn id="38976" idx="4"/>
              <a:endCxn id="38982" idx="0"/>
            </p:cNvCxnSpPr>
            <p:nvPr/>
          </p:nvCxnSpPr>
          <p:spPr>
            <a:xfrm>
              <a:off x="4838700" y="4953000"/>
              <a:ext cx="304800" cy="762000"/>
            </a:xfrm>
            <a:prstGeom prst="straightConnector1">
              <a:avLst/>
            </a:prstGeom>
            <a:ln w="9525" cap="flat" cmpd="sng">
              <a:solidFill>
                <a:schemeClr val="tx1"/>
              </a:solidFill>
              <a:prstDash val="solid"/>
              <a:headEnd type="none" w="med" len="med"/>
              <a:tailEnd type="none" w="med" len="med"/>
            </a:ln>
          </p:spPr>
        </p:cxnSp>
        <p:cxnSp>
          <p:nvCxnSpPr>
            <p:cNvPr id="38994" name="AutoShape 78"/>
            <p:cNvCxnSpPr>
              <a:stCxn id="38976" idx="4"/>
              <a:endCxn id="38983" idx="0"/>
            </p:cNvCxnSpPr>
            <p:nvPr/>
          </p:nvCxnSpPr>
          <p:spPr>
            <a:xfrm>
              <a:off x="4838700" y="4953000"/>
              <a:ext cx="609600" cy="762000"/>
            </a:xfrm>
            <a:prstGeom prst="straightConnector1">
              <a:avLst/>
            </a:prstGeom>
            <a:ln w="9525" cap="flat" cmpd="sng">
              <a:solidFill>
                <a:schemeClr val="tx1"/>
              </a:solidFill>
              <a:prstDash val="solid"/>
              <a:headEnd type="none" w="med" len="med"/>
              <a:tailEnd type="none" w="med" len="med"/>
            </a:ln>
          </p:spPr>
        </p:cxnSp>
        <p:cxnSp>
          <p:nvCxnSpPr>
            <p:cNvPr id="38995" name="AutoShape 79"/>
            <p:cNvCxnSpPr>
              <a:stCxn id="38975" idx="4"/>
              <a:endCxn id="38984" idx="7"/>
            </p:cNvCxnSpPr>
            <p:nvPr/>
          </p:nvCxnSpPr>
          <p:spPr>
            <a:xfrm flipH="1">
              <a:off x="2709863" y="5029200"/>
              <a:ext cx="300037" cy="719138"/>
            </a:xfrm>
            <a:prstGeom prst="straightConnector1">
              <a:avLst/>
            </a:prstGeom>
            <a:ln w="9525" cap="flat" cmpd="sng">
              <a:solidFill>
                <a:schemeClr val="tx1"/>
              </a:solidFill>
              <a:prstDash val="solid"/>
              <a:headEnd type="none" w="med" len="med"/>
              <a:tailEnd type="none" w="med" len="med"/>
            </a:ln>
          </p:spPr>
        </p:cxnSp>
        <p:sp>
          <p:nvSpPr>
            <p:cNvPr id="38996" name="Text Box 80"/>
            <p:cNvSpPr txBox="1"/>
            <p:nvPr/>
          </p:nvSpPr>
          <p:spPr>
            <a:xfrm>
              <a:off x="4305300" y="4191000"/>
              <a:ext cx="862737" cy="523220"/>
            </a:xfrm>
            <a:prstGeom prst="rect">
              <a:avLst/>
            </a:prstGeom>
            <a:noFill/>
            <a:ln w="9525">
              <a:noFill/>
            </a:ln>
          </p:spPr>
          <p:txBody>
            <a:bodyPr wrap="none" lIns="64291" tIns="32146" rIns="64291" bIns="32146">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r>
                <a:rPr lang="en-US" altLang="zh-TW" sz="2000" i="1" dirty="0">
                  <a:solidFill>
                    <a:srgbClr val="000000"/>
                  </a:solidFill>
                  <a:latin typeface="Times" pitchFamily="34" charset="0"/>
                  <a:ea typeface="PMingLiU" pitchFamily="18" charset="-120"/>
                </a:rPr>
                <a:t>Root</a:t>
              </a:r>
              <a:endParaRPr lang="en-US" altLang="zh-TW" sz="2000" i="1" dirty="0">
                <a:solidFill>
                  <a:srgbClr val="000000"/>
                </a:solidFill>
                <a:latin typeface="Times" pitchFamily="34" charset="0"/>
                <a:ea typeface="PMingLiU" pitchFamily="18" charset="-120"/>
              </a:endParaRPr>
            </a:p>
          </p:txBody>
        </p:sp>
        <p:sp>
          <p:nvSpPr>
            <p:cNvPr id="38997" name="Text Box 81"/>
            <p:cNvSpPr txBox="1"/>
            <p:nvPr/>
          </p:nvSpPr>
          <p:spPr>
            <a:xfrm>
              <a:off x="1703388" y="4343400"/>
              <a:ext cx="1003801" cy="523220"/>
            </a:xfrm>
            <a:prstGeom prst="rect">
              <a:avLst/>
            </a:prstGeom>
            <a:noFill/>
            <a:ln w="9525">
              <a:noFill/>
            </a:ln>
          </p:spPr>
          <p:txBody>
            <a:bodyPr wrap="none" lIns="64291" tIns="32146" rIns="64291" bIns="32146">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r>
                <a:rPr lang="en-US" altLang="zh-TW" sz="2000" i="1" dirty="0">
                  <a:solidFill>
                    <a:srgbClr val="000000"/>
                  </a:solidFill>
                  <a:latin typeface="Times" pitchFamily="34" charset="0"/>
                  <a:ea typeface="PMingLiU" pitchFamily="18" charset="-120"/>
                </a:rPr>
                <a:t>LN1”</a:t>
              </a:r>
              <a:endParaRPr lang="en-US" altLang="zh-TW" sz="2000" i="1" dirty="0">
                <a:solidFill>
                  <a:srgbClr val="000000"/>
                </a:solidFill>
                <a:latin typeface="Times" pitchFamily="34" charset="0"/>
                <a:ea typeface="PMingLiU" pitchFamily="18" charset="-120"/>
              </a:endParaRPr>
            </a:p>
          </p:txBody>
        </p:sp>
        <p:sp>
          <p:nvSpPr>
            <p:cNvPr id="38998" name="Text Box 82"/>
            <p:cNvSpPr txBox="1"/>
            <p:nvPr/>
          </p:nvSpPr>
          <p:spPr>
            <a:xfrm>
              <a:off x="4191000" y="3657600"/>
              <a:ext cx="803426" cy="523220"/>
            </a:xfrm>
            <a:prstGeom prst="rect">
              <a:avLst/>
            </a:prstGeom>
            <a:noFill/>
            <a:ln w="9525">
              <a:noFill/>
            </a:ln>
          </p:spPr>
          <p:txBody>
            <a:bodyPr wrap="none" lIns="64291" tIns="32146" rIns="64291" bIns="32146">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r>
                <a:rPr lang="en-US" altLang="zh-TW" sz="2000" i="1" dirty="0">
                  <a:solidFill>
                    <a:srgbClr val="000000"/>
                  </a:solidFill>
                  <a:latin typeface="Times" pitchFamily="34" charset="0"/>
                  <a:ea typeface="PMingLiU" pitchFamily="18" charset="-120"/>
                </a:rPr>
                <a:t>LN2</a:t>
              </a:r>
              <a:endParaRPr lang="en-US" altLang="zh-TW" sz="2000" i="1" dirty="0">
                <a:solidFill>
                  <a:srgbClr val="000000"/>
                </a:solidFill>
                <a:latin typeface="Times" pitchFamily="34" charset="0"/>
                <a:ea typeface="PMingLiU" pitchFamily="18" charset="-120"/>
              </a:endParaRPr>
            </a:p>
          </p:txBody>
        </p:sp>
        <p:sp>
          <p:nvSpPr>
            <p:cNvPr id="38999" name="Text Box 83"/>
            <p:cNvSpPr txBox="1"/>
            <p:nvPr/>
          </p:nvSpPr>
          <p:spPr>
            <a:xfrm>
              <a:off x="7162800" y="3581400"/>
              <a:ext cx="803426" cy="523220"/>
            </a:xfrm>
            <a:prstGeom prst="rect">
              <a:avLst/>
            </a:prstGeom>
            <a:noFill/>
            <a:ln w="9525">
              <a:noFill/>
            </a:ln>
          </p:spPr>
          <p:txBody>
            <a:bodyPr wrap="none" lIns="64291" tIns="32146" rIns="64291" bIns="32146">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r>
                <a:rPr lang="en-US" altLang="zh-TW" sz="2000" i="1" dirty="0">
                  <a:solidFill>
                    <a:srgbClr val="000000"/>
                  </a:solidFill>
                  <a:latin typeface="Times" pitchFamily="34" charset="0"/>
                  <a:ea typeface="PMingLiU" pitchFamily="18" charset="-120"/>
                </a:rPr>
                <a:t>LN3</a:t>
              </a:r>
              <a:endParaRPr lang="en-US" altLang="zh-TW" sz="2000" i="1" dirty="0">
                <a:solidFill>
                  <a:srgbClr val="000000"/>
                </a:solidFill>
                <a:latin typeface="Times" pitchFamily="34" charset="0"/>
                <a:ea typeface="PMingLiU" pitchFamily="18" charset="-120"/>
              </a:endParaRPr>
            </a:p>
          </p:txBody>
        </p:sp>
        <p:sp>
          <p:nvSpPr>
            <p:cNvPr id="39000" name="Text Box 84"/>
            <p:cNvSpPr txBox="1"/>
            <p:nvPr/>
          </p:nvSpPr>
          <p:spPr>
            <a:xfrm>
              <a:off x="2249488" y="4572000"/>
              <a:ext cx="923651" cy="523220"/>
            </a:xfrm>
            <a:prstGeom prst="rect">
              <a:avLst/>
            </a:prstGeom>
            <a:noFill/>
            <a:ln w="9525">
              <a:noFill/>
            </a:ln>
          </p:spPr>
          <p:txBody>
            <a:bodyPr wrap="none" lIns="64291" tIns="32146" rIns="64291" bIns="32146">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r>
                <a:rPr lang="en-US" altLang="zh-TW" sz="2000" i="1" dirty="0">
                  <a:solidFill>
                    <a:srgbClr val="000000"/>
                  </a:solidFill>
                  <a:latin typeface="Times" pitchFamily="34" charset="0"/>
                  <a:ea typeface="PMingLiU" pitchFamily="18" charset="-120"/>
                </a:rPr>
                <a:t>LN1’</a:t>
              </a:r>
              <a:endParaRPr lang="en-US" altLang="zh-TW" sz="2000" i="1" dirty="0">
                <a:solidFill>
                  <a:srgbClr val="000000"/>
                </a:solidFill>
                <a:latin typeface="Times" pitchFamily="34" charset="0"/>
                <a:ea typeface="PMingLiU" pitchFamily="18" charset="-120"/>
              </a:endParaRPr>
            </a:p>
          </p:txBody>
        </p:sp>
        <p:sp>
          <p:nvSpPr>
            <p:cNvPr id="39001" name="Text Box 85"/>
            <p:cNvSpPr txBox="1"/>
            <p:nvPr/>
          </p:nvSpPr>
          <p:spPr>
            <a:xfrm>
              <a:off x="4191000" y="4648200"/>
              <a:ext cx="803426" cy="523220"/>
            </a:xfrm>
            <a:prstGeom prst="rect">
              <a:avLst/>
            </a:prstGeom>
            <a:noFill/>
            <a:ln w="9525">
              <a:noFill/>
            </a:ln>
          </p:spPr>
          <p:txBody>
            <a:bodyPr wrap="none" lIns="64291" tIns="32146" rIns="64291" bIns="32146">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r>
                <a:rPr lang="en-US" altLang="zh-TW" sz="2000" i="1" dirty="0">
                  <a:solidFill>
                    <a:srgbClr val="000000"/>
                  </a:solidFill>
                  <a:latin typeface="Times" pitchFamily="34" charset="0"/>
                  <a:ea typeface="PMingLiU" pitchFamily="18" charset="-120"/>
                </a:rPr>
                <a:t>LN2</a:t>
              </a:r>
              <a:endParaRPr lang="en-US" altLang="zh-TW" sz="2000" i="1" dirty="0">
                <a:solidFill>
                  <a:srgbClr val="000000"/>
                </a:solidFill>
                <a:latin typeface="Times" pitchFamily="34" charset="0"/>
                <a:ea typeface="PMingLiU" pitchFamily="18" charset="-120"/>
              </a:endParaRPr>
            </a:p>
          </p:txBody>
        </p:sp>
        <p:sp>
          <p:nvSpPr>
            <p:cNvPr id="39002" name="Text Box 86"/>
            <p:cNvSpPr txBox="1"/>
            <p:nvPr/>
          </p:nvSpPr>
          <p:spPr>
            <a:xfrm>
              <a:off x="4953000" y="4648200"/>
              <a:ext cx="803426" cy="523220"/>
            </a:xfrm>
            <a:prstGeom prst="rect">
              <a:avLst/>
            </a:prstGeom>
            <a:noFill/>
            <a:ln w="9525">
              <a:noFill/>
            </a:ln>
          </p:spPr>
          <p:txBody>
            <a:bodyPr wrap="none" lIns="64291" tIns="32146" rIns="64291" bIns="32146">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r>
                <a:rPr lang="en-US" altLang="zh-TW" sz="2000" i="1" dirty="0">
                  <a:solidFill>
                    <a:srgbClr val="000000"/>
                  </a:solidFill>
                  <a:latin typeface="Times" pitchFamily="34" charset="0"/>
                  <a:ea typeface="PMingLiU" pitchFamily="18" charset="-120"/>
                </a:rPr>
                <a:t>LN3</a:t>
              </a:r>
              <a:endParaRPr lang="en-US" altLang="zh-TW" sz="2000" i="1" dirty="0">
                <a:solidFill>
                  <a:srgbClr val="000000"/>
                </a:solidFill>
                <a:latin typeface="Times" pitchFamily="34" charset="0"/>
                <a:ea typeface="PMingLiU" pitchFamily="18" charset="-120"/>
              </a:endParaRPr>
            </a:p>
          </p:txBody>
        </p:sp>
        <p:sp>
          <p:nvSpPr>
            <p:cNvPr id="39003" name="Text Box 87"/>
            <p:cNvSpPr txBox="1"/>
            <p:nvPr/>
          </p:nvSpPr>
          <p:spPr>
            <a:xfrm>
              <a:off x="514350" y="2438400"/>
              <a:ext cx="662362" cy="523220"/>
            </a:xfrm>
            <a:prstGeom prst="rect">
              <a:avLst/>
            </a:prstGeom>
            <a:noFill/>
            <a:ln w="9525">
              <a:noFill/>
            </a:ln>
          </p:spPr>
          <p:txBody>
            <a:bodyPr wrap="none" lIns="64291" tIns="32146" rIns="64291" bIns="32146">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r>
                <a:rPr lang="en-US" altLang="zh-TW" sz="2000" i="1" dirty="0">
                  <a:solidFill>
                    <a:srgbClr val="000000"/>
                  </a:solidFill>
                  <a:latin typeface="Times" pitchFamily="34" charset="0"/>
                  <a:ea typeface="PMingLiU" pitchFamily="18" charset="-120"/>
                </a:rPr>
                <a:t>sc1</a:t>
              </a:r>
              <a:endParaRPr lang="en-US" altLang="zh-TW" sz="2000" i="1" dirty="0">
                <a:solidFill>
                  <a:srgbClr val="000000"/>
                </a:solidFill>
                <a:latin typeface="Times" pitchFamily="34" charset="0"/>
                <a:ea typeface="PMingLiU" pitchFamily="18" charset="-120"/>
              </a:endParaRPr>
            </a:p>
          </p:txBody>
        </p:sp>
        <p:sp>
          <p:nvSpPr>
            <p:cNvPr id="39004" name="Text Box 88"/>
            <p:cNvSpPr txBox="1"/>
            <p:nvPr/>
          </p:nvSpPr>
          <p:spPr>
            <a:xfrm>
              <a:off x="2057400" y="3124200"/>
              <a:ext cx="662362" cy="523220"/>
            </a:xfrm>
            <a:prstGeom prst="rect">
              <a:avLst/>
            </a:prstGeom>
            <a:noFill/>
            <a:ln w="9525">
              <a:noFill/>
            </a:ln>
          </p:spPr>
          <p:txBody>
            <a:bodyPr wrap="none" lIns="64291" tIns="32146" rIns="64291" bIns="32146">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r>
                <a:rPr lang="en-US" altLang="zh-TW" sz="2000" i="1" dirty="0">
                  <a:solidFill>
                    <a:srgbClr val="000000"/>
                  </a:solidFill>
                  <a:latin typeface="Times" pitchFamily="34" charset="0"/>
                  <a:ea typeface="PMingLiU" pitchFamily="18" charset="-120"/>
                </a:rPr>
                <a:t>sc2</a:t>
              </a:r>
              <a:endParaRPr lang="en-US" altLang="zh-TW" sz="2000" i="1" dirty="0">
                <a:solidFill>
                  <a:srgbClr val="000000"/>
                </a:solidFill>
                <a:latin typeface="Times" pitchFamily="34" charset="0"/>
                <a:ea typeface="PMingLiU" pitchFamily="18" charset="-120"/>
              </a:endParaRPr>
            </a:p>
          </p:txBody>
        </p:sp>
        <p:sp>
          <p:nvSpPr>
            <p:cNvPr id="39005" name="Text Box 89"/>
            <p:cNvSpPr txBox="1"/>
            <p:nvPr/>
          </p:nvSpPr>
          <p:spPr>
            <a:xfrm>
              <a:off x="2209800" y="2209800"/>
              <a:ext cx="662362" cy="523220"/>
            </a:xfrm>
            <a:prstGeom prst="rect">
              <a:avLst/>
            </a:prstGeom>
            <a:noFill/>
            <a:ln w="9525">
              <a:noFill/>
            </a:ln>
          </p:spPr>
          <p:txBody>
            <a:bodyPr wrap="none" lIns="64291" tIns="32146" rIns="64291" bIns="32146">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r>
                <a:rPr lang="en-US" altLang="zh-TW" sz="2000" i="1" dirty="0">
                  <a:solidFill>
                    <a:srgbClr val="000000"/>
                  </a:solidFill>
                  <a:latin typeface="Times" pitchFamily="34" charset="0"/>
                  <a:ea typeface="PMingLiU" pitchFamily="18" charset="-120"/>
                </a:rPr>
                <a:t>sc3</a:t>
              </a:r>
              <a:endParaRPr lang="en-US" altLang="zh-TW" sz="2000" i="1" dirty="0">
                <a:solidFill>
                  <a:srgbClr val="000000"/>
                </a:solidFill>
                <a:latin typeface="Times" pitchFamily="34" charset="0"/>
                <a:ea typeface="PMingLiU" pitchFamily="18" charset="-120"/>
              </a:endParaRPr>
            </a:p>
          </p:txBody>
        </p:sp>
        <p:sp>
          <p:nvSpPr>
            <p:cNvPr id="39006" name="Text Box 90"/>
            <p:cNvSpPr txBox="1"/>
            <p:nvPr/>
          </p:nvSpPr>
          <p:spPr>
            <a:xfrm>
              <a:off x="3810000" y="2362200"/>
              <a:ext cx="662362" cy="523220"/>
            </a:xfrm>
            <a:prstGeom prst="rect">
              <a:avLst/>
            </a:prstGeom>
            <a:noFill/>
            <a:ln w="9525">
              <a:noFill/>
            </a:ln>
          </p:spPr>
          <p:txBody>
            <a:bodyPr wrap="none" lIns="64291" tIns="32146" rIns="64291" bIns="32146">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r>
                <a:rPr lang="en-US" altLang="zh-TW" sz="2000" i="1" dirty="0">
                  <a:solidFill>
                    <a:srgbClr val="000000"/>
                  </a:solidFill>
                  <a:latin typeface="Times" pitchFamily="34" charset="0"/>
                  <a:ea typeface="PMingLiU" pitchFamily="18" charset="-120"/>
                </a:rPr>
                <a:t>sc4</a:t>
              </a:r>
              <a:endParaRPr lang="en-US" altLang="zh-TW" sz="2000" i="1" dirty="0">
                <a:solidFill>
                  <a:srgbClr val="000000"/>
                </a:solidFill>
                <a:latin typeface="Times" pitchFamily="34" charset="0"/>
                <a:ea typeface="PMingLiU" pitchFamily="18" charset="-120"/>
              </a:endParaRPr>
            </a:p>
          </p:txBody>
        </p:sp>
        <p:sp>
          <p:nvSpPr>
            <p:cNvPr id="39007" name="Text Box 91"/>
            <p:cNvSpPr txBox="1"/>
            <p:nvPr/>
          </p:nvSpPr>
          <p:spPr>
            <a:xfrm>
              <a:off x="4495800" y="2514600"/>
              <a:ext cx="662362" cy="523220"/>
            </a:xfrm>
            <a:prstGeom prst="rect">
              <a:avLst/>
            </a:prstGeom>
            <a:noFill/>
            <a:ln w="9525">
              <a:noFill/>
            </a:ln>
          </p:spPr>
          <p:txBody>
            <a:bodyPr wrap="none" lIns="64291" tIns="32146" rIns="64291" bIns="32146">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r>
                <a:rPr lang="en-US" altLang="zh-TW" sz="2000" i="1" dirty="0">
                  <a:solidFill>
                    <a:srgbClr val="000000"/>
                  </a:solidFill>
                  <a:latin typeface="Times" pitchFamily="34" charset="0"/>
                  <a:ea typeface="PMingLiU" pitchFamily="18" charset="-120"/>
                </a:rPr>
                <a:t>sc5</a:t>
              </a:r>
              <a:endParaRPr lang="en-US" altLang="zh-TW" sz="2000" i="1" dirty="0">
                <a:solidFill>
                  <a:srgbClr val="000000"/>
                </a:solidFill>
                <a:latin typeface="Times" pitchFamily="34" charset="0"/>
                <a:ea typeface="PMingLiU" pitchFamily="18" charset="-120"/>
              </a:endParaRPr>
            </a:p>
          </p:txBody>
        </p:sp>
        <p:sp>
          <p:nvSpPr>
            <p:cNvPr id="39008" name="Text Box 92"/>
            <p:cNvSpPr txBox="1"/>
            <p:nvPr/>
          </p:nvSpPr>
          <p:spPr>
            <a:xfrm>
              <a:off x="6096000" y="2514600"/>
              <a:ext cx="662362" cy="523220"/>
            </a:xfrm>
            <a:prstGeom prst="rect">
              <a:avLst/>
            </a:prstGeom>
            <a:noFill/>
            <a:ln w="9525">
              <a:noFill/>
            </a:ln>
          </p:spPr>
          <p:txBody>
            <a:bodyPr wrap="none" lIns="64291" tIns="32146" rIns="64291" bIns="32146">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r>
                <a:rPr lang="en-US" altLang="zh-TW" sz="2000" i="1" dirty="0">
                  <a:solidFill>
                    <a:srgbClr val="000000"/>
                  </a:solidFill>
                  <a:latin typeface="Times" pitchFamily="34" charset="0"/>
                  <a:ea typeface="PMingLiU" pitchFamily="18" charset="-120"/>
                </a:rPr>
                <a:t>sc6</a:t>
              </a:r>
              <a:endParaRPr lang="en-US" altLang="zh-TW" sz="2000" i="1" dirty="0">
                <a:solidFill>
                  <a:srgbClr val="000000"/>
                </a:solidFill>
                <a:latin typeface="Times" pitchFamily="34" charset="0"/>
                <a:ea typeface="PMingLiU" pitchFamily="18" charset="-120"/>
              </a:endParaRPr>
            </a:p>
          </p:txBody>
        </p:sp>
        <p:sp>
          <p:nvSpPr>
            <p:cNvPr id="39009" name="Text Box 93"/>
            <p:cNvSpPr txBox="1"/>
            <p:nvPr/>
          </p:nvSpPr>
          <p:spPr>
            <a:xfrm>
              <a:off x="7848600" y="2362200"/>
              <a:ext cx="662362" cy="523220"/>
            </a:xfrm>
            <a:prstGeom prst="rect">
              <a:avLst/>
            </a:prstGeom>
            <a:noFill/>
            <a:ln w="9525">
              <a:noFill/>
            </a:ln>
          </p:spPr>
          <p:txBody>
            <a:bodyPr wrap="none" lIns="64291" tIns="32146" rIns="64291" bIns="32146">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r>
                <a:rPr lang="en-US" altLang="zh-TW" sz="2000" i="1" dirty="0">
                  <a:solidFill>
                    <a:srgbClr val="000000"/>
                  </a:solidFill>
                  <a:latin typeface="Times" pitchFamily="34" charset="0"/>
                  <a:ea typeface="PMingLiU" pitchFamily="18" charset="-120"/>
                </a:rPr>
                <a:t>sc7</a:t>
              </a:r>
              <a:endParaRPr lang="en-US" altLang="zh-TW" sz="2000" i="1" dirty="0">
                <a:solidFill>
                  <a:srgbClr val="000000"/>
                </a:solidFill>
                <a:latin typeface="Times" pitchFamily="34" charset="0"/>
                <a:ea typeface="PMingLiU" pitchFamily="18" charset="-120"/>
              </a:endParaRPr>
            </a:p>
          </p:txBody>
        </p:sp>
        <p:sp>
          <p:nvSpPr>
            <p:cNvPr id="39010" name="Text Box 94"/>
            <p:cNvSpPr txBox="1"/>
            <p:nvPr/>
          </p:nvSpPr>
          <p:spPr>
            <a:xfrm>
              <a:off x="2667000" y="6019800"/>
              <a:ext cx="662362" cy="523220"/>
            </a:xfrm>
            <a:prstGeom prst="rect">
              <a:avLst/>
            </a:prstGeom>
            <a:noFill/>
            <a:ln w="9525">
              <a:noFill/>
            </a:ln>
          </p:spPr>
          <p:txBody>
            <a:bodyPr wrap="none" lIns="64291" tIns="32146" rIns="64291" bIns="32146">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r>
                <a:rPr lang="en-US" altLang="zh-TW" sz="2000" i="1" dirty="0">
                  <a:solidFill>
                    <a:srgbClr val="000000"/>
                  </a:solidFill>
                  <a:latin typeface="Times" pitchFamily="34" charset="0"/>
                  <a:ea typeface="PMingLiU" pitchFamily="18" charset="-120"/>
                </a:rPr>
                <a:t>sc1</a:t>
              </a:r>
              <a:endParaRPr lang="en-US" altLang="zh-TW" sz="2000" i="1" dirty="0">
                <a:solidFill>
                  <a:srgbClr val="000000"/>
                </a:solidFill>
                <a:latin typeface="Times" pitchFamily="34" charset="0"/>
                <a:ea typeface="PMingLiU" pitchFamily="18" charset="-120"/>
              </a:endParaRPr>
            </a:p>
          </p:txBody>
        </p:sp>
        <p:sp>
          <p:nvSpPr>
            <p:cNvPr id="39011" name="Text Box 95"/>
            <p:cNvSpPr txBox="1"/>
            <p:nvPr/>
          </p:nvSpPr>
          <p:spPr>
            <a:xfrm>
              <a:off x="3124200" y="6096000"/>
              <a:ext cx="662362" cy="523220"/>
            </a:xfrm>
            <a:prstGeom prst="rect">
              <a:avLst/>
            </a:prstGeom>
            <a:noFill/>
            <a:ln w="9525">
              <a:noFill/>
            </a:ln>
          </p:spPr>
          <p:txBody>
            <a:bodyPr wrap="none" lIns="64291" tIns="32146" rIns="64291" bIns="32146">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r>
                <a:rPr lang="en-US" altLang="zh-TW" sz="2000" i="1" dirty="0">
                  <a:solidFill>
                    <a:srgbClr val="000000"/>
                  </a:solidFill>
                  <a:latin typeface="Times" pitchFamily="34" charset="0"/>
                  <a:ea typeface="PMingLiU" pitchFamily="18" charset="-120"/>
                </a:rPr>
                <a:t>sc2</a:t>
              </a:r>
              <a:endParaRPr lang="en-US" altLang="zh-TW" sz="2000" i="1" dirty="0">
                <a:solidFill>
                  <a:srgbClr val="000000"/>
                </a:solidFill>
                <a:latin typeface="Times" pitchFamily="34" charset="0"/>
                <a:ea typeface="PMingLiU" pitchFamily="18" charset="-120"/>
              </a:endParaRPr>
            </a:p>
          </p:txBody>
        </p:sp>
        <p:sp>
          <p:nvSpPr>
            <p:cNvPr id="39012" name="Text Box 96"/>
            <p:cNvSpPr txBox="1"/>
            <p:nvPr/>
          </p:nvSpPr>
          <p:spPr>
            <a:xfrm>
              <a:off x="3581400" y="5943600"/>
              <a:ext cx="662362" cy="523220"/>
            </a:xfrm>
            <a:prstGeom prst="rect">
              <a:avLst/>
            </a:prstGeom>
            <a:noFill/>
            <a:ln w="9525">
              <a:noFill/>
            </a:ln>
          </p:spPr>
          <p:txBody>
            <a:bodyPr wrap="none" lIns="64291" tIns="32146" rIns="64291" bIns="32146">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r>
                <a:rPr lang="en-US" altLang="zh-TW" sz="2000" i="1" dirty="0">
                  <a:solidFill>
                    <a:srgbClr val="000000"/>
                  </a:solidFill>
                  <a:latin typeface="Times" pitchFamily="34" charset="0"/>
                  <a:ea typeface="PMingLiU" pitchFamily="18" charset="-120"/>
                </a:rPr>
                <a:t>sc3</a:t>
              </a:r>
              <a:endParaRPr lang="en-US" altLang="zh-TW" sz="2000" i="1" dirty="0">
                <a:solidFill>
                  <a:srgbClr val="000000"/>
                </a:solidFill>
                <a:latin typeface="Times" pitchFamily="34" charset="0"/>
                <a:ea typeface="PMingLiU" pitchFamily="18" charset="-120"/>
              </a:endParaRPr>
            </a:p>
          </p:txBody>
        </p:sp>
        <p:sp>
          <p:nvSpPr>
            <p:cNvPr id="39013" name="Text Box 97"/>
            <p:cNvSpPr txBox="1"/>
            <p:nvPr/>
          </p:nvSpPr>
          <p:spPr>
            <a:xfrm>
              <a:off x="3962400" y="6019800"/>
              <a:ext cx="662362" cy="523220"/>
            </a:xfrm>
            <a:prstGeom prst="rect">
              <a:avLst/>
            </a:prstGeom>
            <a:noFill/>
            <a:ln w="9525">
              <a:noFill/>
            </a:ln>
          </p:spPr>
          <p:txBody>
            <a:bodyPr wrap="none" lIns="64291" tIns="32146" rIns="64291" bIns="32146">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r>
                <a:rPr lang="en-US" altLang="zh-TW" sz="2000" i="1" dirty="0">
                  <a:solidFill>
                    <a:srgbClr val="000000"/>
                  </a:solidFill>
                  <a:latin typeface="Times" pitchFamily="34" charset="0"/>
                  <a:ea typeface="PMingLiU" pitchFamily="18" charset="-120"/>
                </a:rPr>
                <a:t>sc4</a:t>
              </a:r>
              <a:endParaRPr lang="en-US" altLang="zh-TW" sz="2000" i="1" dirty="0">
                <a:solidFill>
                  <a:srgbClr val="000000"/>
                </a:solidFill>
                <a:latin typeface="Times" pitchFamily="34" charset="0"/>
                <a:ea typeface="PMingLiU" pitchFamily="18" charset="-120"/>
              </a:endParaRPr>
            </a:p>
          </p:txBody>
        </p:sp>
        <p:sp>
          <p:nvSpPr>
            <p:cNvPr id="39014" name="Text Box 98"/>
            <p:cNvSpPr txBox="1"/>
            <p:nvPr/>
          </p:nvSpPr>
          <p:spPr>
            <a:xfrm>
              <a:off x="4343400" y="5867400"/>
              <a:ext cx="662362" cy="523220"/>
            </a:xfrm>
            <a:prstGeom prst="rect">
              <a:avLst/>
            </a:prstGeom>
            <a:noFill/>
            <a:ln w="9525">
              <a:noFill/>
            </a:ln>
          </p:spPr>
          <p:txBody>
            <a:bodyPr wrap="none" lIns="64291" tIns="32146" rIns="64291" bIns="32146">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r>
                <a:rPr lang="en-US" altLang="zh-TW" sz="2000" i="1" dirty="0">
                  <a:solidFill>
                    <a:srgbClr val="000000"/>
                  </a:solidFill>
                  <a:latin typeface="Times" pitchFamily="34" charset="0"/>
                  <a:ea typeface="PMingLiU" pitchFamily="18" charset="-120"/>
                </a:rPr>
                <a:t>sc5</a:t>
              </a:r>
              <a:endParaRPr lang="en-US" altLang="zh-TW" sz="2000" i="1" dirty="0">
                <a:solidFill>
                  <a:srgbClr val="000000"/>
                </a:solidFill>
                <a:latin typeface="Times" pitchFamily="34" charset="0"/>
                <a:ea typeface="PMingLiU" pitchFamily="18" charset="-120"/>
              </a:endParaRPr>
            </a:p>
          </p:txBody>
        </p:sp>
        <p:sp>
          <p:nvSpPr>
            <p:cNvPr id="39015" name="Text Box 99"/>
            <p:cNvSpPr txBox="1"/>
            <p:nvPr/>
          </p:nvSpPr>
          <p:spPr>
            <a:xfrm>
              <a:off x="4800600" y="5943600"/>
              <a:ext cx="662362" cy="523220"/>
            </a:xfrm>
            <a:prstGeom prst="rect">
              <a:avLst/>
            </a:prstGeom>
            <a:noFill/>
            <a:ln w="9525">
              <a:noFill/>
            </a:ln>
          </p:spPr>
          <p:txBody>
            <a:bodyPr wrap="none" lIns="64291" tIns="32146" rIns="64291" bIns="32146">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r>
                <a:rPr lang="en-US" altLang="zh-TW" sz="2000" i="1" dirty="0">
                  <a:solidFill>
                    <a:srgbClr val="000000"/>
                  </a:solidFill>
                  <a:latin typeface="Times" pitchFamily="34" charset="0"/>
                  <a:ea typeface="PMingLiU" pitchFamily="18" charset="-120"/>
                </a:rPr>
                <a:t>sc6</a:t>
              </a:r>
              <a:endParaRPr lang="en-US" altLang="zh-TW" sz="2000" i="1" dirty="0">
                <a:solidFill>
                  <a:srgbClr val="000000"/>
                </a:solidFill>
                <a:latin typeface="Times" pitchFamily="34" charset="0"/>
                <a:ea typeface="PMingLiU" pitchFamily="18" charset="-120"/>
              </a:endParaRPr>
            </a:p>
          </p:txBody>
        </p:sp>
        <p:sp>
          <p:nvSpPr>
            <p:cNvPr id="39016" name="Text Box 100"/>
            <p:cNvSpPr txBox="1"/>
            <p:nvPr/>
          </p:nvSpPr>
          <p:spPr>
            <a:xfrm>
              <a:off x="5486400" y="5943600"/>
              <a:ext cx="662362" cy="523220"/>
            </a:xfrm>
            <a:prstGeom prst="rect">
              <a:avLst/>
            </a:prstGeom>
            <a:noFill/>
            <a:ln w="9525">
              <a:noFill/>
            </a:ln>
          </p:spPr>
          <p:txBody>
            <a:bodyPr wrap="none" lIns="64291" tIns="32146" rIns="64291" bIns="32146">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r>
                <a:rPr lang="en-US" altLang="zh-TW" sz="2000" i="1" dirty="0">
                  <a:solidFill>
                    <a:srgbClr val="000000"/>
                  </a:solidFill>
                  <a:latin typeface="Times" pitchFamily="34" charset="0"/>
                  <a:ea typeface="PMingLiU" pitchFamily="18" charset="-120"/>
                </a:rPr>
                <a:t>sc7</a:t>
              </a:r>
              <a:endParaRPr lang="en-US" altLang="zh-TW" sz="2000" i="1" dirty="0">
                <a:solidFill>
                  <a:srgbClr val="000000"/>
                </a:solidFill>
                <a:latin typeface="Times" pitchFamily="34" charset="0"/>
                <a:ea typeface="PMingLiU" pitchFamily="18" charset="-120"/>
              </a:endParaRPr>
            </a:p>
          </p:txBody>
        </p:sp>
        <p:sp>
          <p:nvSpPr>
            <p:cNvPr id="39017" name="Text Box 101"/>
            <p:cNvSpPr txBox="1"/>
            <p:nvPr/>
          </p:nvSpPr>
          <p:spPr>
            <a:xfrm>
              <a:off x="2057400" y="5867400"/>
              <a:ext cx="662362" cy="523220"/>
            </a:xfrm>
            <a:prstGeom prst="rect">
              <a:avLst/>
            </a:prstGeom>
            <a:noFill/>
            <a:ln w="9525">
              <a:noFill/>
            </a:ln>
          </p:spPr>
          <p:txBody>
            <a:bodyPr wrap="none" lIns="64291" tIns="32146" rIns="64291" bIns="32146">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r>
                <a:rPr lang="en-US" altLang="zh-TW" sz="2000" i="1" dirty="0">
                  <a:solidFill>
                    <a:srgbClr val="000000"/>
                  </a:solidFill>
                  <a:latin typeface="Times" pitchFamily="34" charset="0"/>
                  <a:ea typeface="PMingLiU" pitchFamily="18" charset="-120"/>
                </a:rPr>
                <a:t>sc8</a:t>
              </a:r>
              <a:endParaRPr lang="en-US" altLang="zh-TW" sz="2000" i="1" dirty="0">
                <a:solidFill>
                  <a:srgbClr val="000000"/>
                </a:solidFill>
                <a:latin typeface="Times" pitchFamily="34" charset="0"/>
                <a:ea typeface="PMingLiU" pitchFamily="18" charset="-120"/>
              </a:endParaRPr>
            </a:p>
          </p:txBody>
        </p:sp>
        <p:sp>
          <p:nvSpPr>
            <p:cNvPr id="39018" name="Text Box 102"/>
            <p:cNvSpPr txBox="1"/>
            <p:nvPr/>
          </p:nvSpPr>
          <p:spPr>
            <a:xfrm>
              <a:off x="1143000" y="2057400"/>
              <a:ext cx="662362" cy="523220"/>
            </a:xfrm>
            <a:prstGeom prst="rect">
              <a:avLst/>
            </a:prstGeom>
            <a:noFill/>
            <a:ln w="9525">
              <a:noFill/>
            </a:ln>
          </p:spPr>
          <p:txBody>
            <a:bodyPr wrap="none" lIns="64291" tIns="32146" rIns="64291" bIns="32146">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r>
                <a:rPr lang="en-US" altLang="zh-TW" sz="2000" i="1" dirty="0">
                  <a:solidFill>
                    <a:srgbClr val="000000"/>
                  </a:solidFill>
                  <a:latin typeface="Times" pitchFamily="34" charset="0"/>
                  <a:ea typeface="PMingLiU" pitchFamily="18" charset="-120"/>
                </a:rPr>
                <a:t>sc8</a:t>
              </a:r>
              <a:endParaRPr lang="en-US" altLang="zh-TW" sz="2000" i="1" dirty="0">
                <a:solidFill>
                  <a:srgbClr val="000000"/>
                </a:solidFill>
                <a:latin typeface="Times" pitchFamily="34" charset="0"/>
                <a:ea typeface="PMingLiU" pitchFamily="18" charset="-120"/>
              </a:endParaRPr>
            </a:p>
          </p:txBody>
        </p:sp>
        <p:sp>
          <p:nvSpPr>
            <p:cNvPr id="39019" name="Oval 104"/>
            <p:cNvSpPr/>
            <p:nvPr/>
          </p:nvSpPr>
          <p:spPr>
            <a:xfrm>
              <a:off x="1828800" y="2438400"/>
              <a:ext cx="1447800" cy="1828800"/>
            </a:xfrm>
            <a:prstGeom prst="ellipse">
              <a:avLst/>
            </a:prstGeom>
            <a:noFill/>
            <a:ln w="38100" cap="flat" cmpd="sng">
              <a:solidFill>
                <a:srgbClr val="FF00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9020" name="Text Box 105"/>
            <p:cNvSpPr txBox="1"/>
            <p:nvPr/>
          </p:nvSpPr>
          <p:spPr>
            <a:xfrm>
              <a:off x="495300" y="3657600"/>
              <a:ext cx="923651" cy="523220"/>
            </a:xfrm>
            <a:prstGeom prst="rect">
              <a:avLst/>
            </a:prstGeom>
            <a:noFill/>
            <a:ln w="9525">
              <a:noFill/>
            </a:ln>
          </p:spPr>
          <p:txBody>
            <a:bodyPr wrap="none" lIns="64291" tIns="32146" rIns="64291" bIns="32146">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r>
                <a:rPr lang="en-US" altLang="zh-TW" sz="2000" i="1" dirty="0">
                  <a:solidFill>
                    <a:srgbClr val="000000"/>
                  </a:solidFill>
                  <a:latin typeface="Times" pitchFamily="34" charset="0"/>
                  <a:ea typeface="PMingLiU" pitchFamily="18" charset="-120"/>
                </a:rPr>
                <a:t>LN1’</a:t>
              </a:r>
              <a:endParaRPr lang="en-US" altLang="zh-TW" sz="2000" i="1" dirty="0">
                <a:solidFill>
                  <a:srgbClr val="000000"/>
                </a:solidFill>
                <a:latin typeface="Times" pitchFamily="34" charset="0"/>
                <a:ea typeface="PMingLiU" pitchFamily="18" charset="-120"/>
              </a:endParaRPr>
            </a:p>
          </p:txBody>
        </p:sp>
        <p:sp>
          <p:nvSpPr>
            <p:cNvPr id="39021" name="Oval 106"/>
            <p:cNvSpPr/>
            <p:nvPr/>
          </p:nvSpPr>
          <p:spPr>
            <a:xfrm>
              <a:off x="3429000" y="4800600"/>
              <a:ext cx="228600" cy="2286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cxnSp>
          <p:nvCxnSpPr>
            <p:cNvPr id="39022" name="AutoShape 107"/>
            <p:cNvCxnSpPr>
              <a:stCxn id="38973" idx="4"/>
              <a:endCxn id="39021" idx="0"/>
            </p:cNvCxnSpPr>
            <p:nvPr/>
          </p:nvCxnSpPr>
          <p:spPr>
            <a:xfrm flipH="1">
              <a:off x="3543300" y="4495800"/>
              <a:ext cx="685800" cy="304800"/>
            </a:xfrm>
            <a:prstGeom prst="straightConnector1">
              <a:avLst/>
            </a:prstGeom>
            <a:ln w="9525" cap="flat" cmpd="sng">
              <a:solidFill>
                <a:schemeClr val="tx1"/>
              </a:solidFill>
              <a:prstDash val="solid"/>
              <a:headEnd type="none" w="med" len="med"/>
              <a:tailEnd type="none" w="med" len="med"/>
            </a:ln>
          </p:spPr>
        </p:cxnSp>
        <p:sp>
          <p:nvSpPr>
            <p:cNvPr id="39023" name="Text Box 108"/>
            <p:cNvSpPr txBox="1"/>
            <p:nvPr/>
          </p:nvSpPr>
          <p:spPr>
            <a:xfrm>
              <a:off x="3494088" y="4800600"/>
              <a:ext cx="1003801" cy="523220"/>
            </a:xfrm>
            <a:prstGeom prst="rect">
              <a:avLst/>
            </a:prstGeom>
            <a:noFill/>
            <a:ln w="9525">
              <a:noFill/>
            </a:ln>
          </p:spPr>
          <p:txBody>
            <a:bodyPr wrap="none" lIns="64291" tIns="32146" rIns="64291" bIns="32146">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r>
                <a:rPr lang="en-US" altLang="zh-TW" sz="2000" i="1" dirty="0">
                  <a:solidFill>
                    <a:srgbClr val="000000"/>
                  </a:solidFill>
                  <a:latin typeface="Times" pitchFamily="34" charset="0"/>
                  <a:ea typeface="PMingLiU" pitchFamily="18" charset="-120"/>
                </a:rPr>
                <a:t>LN1”</a:t>
              </a:r>
              <a:endParaRPr lang="en-US" altLang="zh-TW" sz="2000" i="1" dirty="0">
                <a:solidFill>
                  <a:srgbClr val="000000"/>
                </a:solidFill>
                <a:latin typeface="Times" pitchFamily="34" charset="0"/>
                <a:ea typeface="PMingLiU" pitchFamily="18" charset="-120"/>
              </a:endParaRPr>
            </a:p>
          </p:txBody>
        </p:sp>
      </p:grpSp>
    </p:spTree>
  </p:cSld>
  <p:clrMapOvr>
    <a:masterClrMapping/>
  </p:clrMapOvr>
  <p:transition>
    <p:zoom/>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灯片编号占位符 1"/>
          <p:cNvSpPr txBox="1">
            <a:spLocks noGrp="1"/>
          </p:cNvSpPr>
          <p:nvPr>
            <p:ph type="sldNum" sz="quarter" idx="10"/>
          </p:nvPr>
        </p:nvSpPr>
        <p:spPr>
          <a:ln/>
        </p:spPr>
        <p:txBody>
          <a:bodyPr anchor="b" anchorCtr="0"/>
          <a:p>
            <a:pPr marL="0" indent="0" algn="r" eaLnBrk="1" hangingPunct="1">
              <a:spcBef>
                <a:spcPct val="0"/>
              </a:spcBef>
              <a:buClrTx/>
              <a:buSzTx/>
              <a:buFontTx/>
              <a:buNone/>
            </a:pPr>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39939" name="日期占位符 3"/>
          <p:cNvSpPr txBox="1">
            <a:spLocks noGrp="1"/>
          </p:cNvSpPr>
          <p:nvPr/>
        </p:nvSpPr>
        <p:spPr>
          <a:xfrm>
            <a:off x="457200" y="6245225"/>
            <a:ext cx="2133600" cy="476250"/>
          </a:xfrm>
          <a:prstGeom prst="rect">
            <a:avLst/>
          </a:prstGeom>
          <a:noFill/>
          <a:ln w="9525">
            <a:noFill/>
          </a:ln>
        </p:spPr>
        <p:txBody>
          <a:bodyPr lIns="64258" tIns="32128" rIns="64258" bIns="32128"/>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defTabSz="643255" eaLnBrk="1" hangingPunct="1">
              <a:spcBef>
                <a:spcPct val="0"/>
              </a:spcBef>
              <a:buClrTx/>
              <a:buSzTx/>
              <a:buFontTx/>
              <a:buNone/>
            </a:pPr>
            <a:fld id="{BB962C8B-B14F-4D97-AF65-F5344CB8AC3E}" type="datetime4">
              <a:rPr lang="en-US" altLang="zh-CN" sz="1000" dirty="0">
                <a:latin typeface="Times" pitchFamily="34" charset="0"/>
                <a:ea typeface="宋体" panose="02010600030101010101" pitchFamily="2" charset="-122"/>
              </a:rPr>
            </a:fld>
            <a:endParaRPr lang="en-US" altLang="zh-CN" sz="1000" dirty="0">
              <a:latin typeface="Times" pitchFamily="34" charset="0"/>
              <a:ea typeface="宋体" panose="02010600030101010101" pitchFamily="2" charset="-122"/>
            </a:endParaRPr>
          </a:p>
        </p:txBody>
      </p:sp>
      <p:sp>
        <p:nvSpPr>
          <p:cNvPr id="39940" name="灯片编号占位符 4"/>
          <p:cNvSpPr txBox="1">
            <a:spLocks noGrp="1"/>
          </p:cNvSpPr>
          <p:nvPr/>
        </p:nvSpPr>
        <p:spPr>
          <a:xfrm>
            <a:off x="6553200" y="6245225"/>
            <a:ext cx="2133600" cy="476250"/>
          </a:xfrm>
          <a:prstGeom prst="rect">
            <a:avLst/>
          </a:prstGeom>
          <a:noFill/>
          <a:ln w="9525">
            <a:noFill/>
          </a:ln>
        </p:spPr>
        <p:txBody>
          <a:bodyPr lIns="64258" tIns="32128" rIns="64258" bIns="32128"/>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r" defTabSz="643255" eaLnBrk="1" hangingPunct="1">
              <a:spcBef>
                <a:spcPct val="0"/>
              </a:spcBef>
              <a:buClrTx/>
              <a:buSzTx/>
              <a:buFontTx/>
              <a:buNone/>
            </a:pPr>
            <a:fld id="{9A0DB2DC-4C9A-4742-B13C-FB6460FD3503}" type="slidenum">
              <a:rPr lang="zh-CN" altLang="en-US" sz="1000" dirty="0">
                <a:latin typeface="Times" pitchFamily="34" charset="0"/>
                <a:ea typeface="宋体" panose="02010600030101010101" pitchFamily="2" charset="-122"/>
              </a:rPr>
            </a:fld>
            <a:endParaRPr lang="zh-CN" altLang="en-US" sz="1000" dirty="0">
              <a:latin typeface="Times" pitchFamily="34" charset="0"/>
              <a:ea typeface="宋体" panose="02010600030101010101" pitchFamily="2" charset="-122"/>
            </a:endParaRPr>
          </a:p>
        </p:txBody>
      </p:sp>
      <p:sp>
        <p:nvSpPr>
          <p:cNvPr id="39941" name="矩形 5"/>
          <p:cNvSpPr/>
          <p:nvPr/>
        </p:nvSpPr>
        <p:spPr>
          <a:xfrm>
            <a:off x="608013" y="322263"/>
            <a:ext cx="7821612" cy="1103312"/>
          </a:xfrm>
          <a:prstGeom prst="rect">
            <a:avLst/>
          </a:prstGeom>
          <a:noFill/>
          <a:ln w="9525">
            <a:noFill/>
          </a:ln>
        </p:spPr>
        <p:txBody>
          <a:bodyPr lIns="64291" tIns="32146" rIns="64291" bIns="32146">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defTabSz="643255" eaLnBrk="1" hangingPunct="1">
              <a:spcBef>
                <a:spcPct val="0"/>
              </a:spcBef>
              <a:buClrTx/>
              <a:buSzTx/>
              <a:buFontTx/>
              <a:buNone/>
            </a:pPr>
            <a:r>
              <a:rPr lang="en-US" altLang="zh-TW" sz="2200" i="1" dirty="0">
                <a:solidFill>
                  <a:srgbClr val="000000"/>
                </a:solidFill>
                <a:latin typeface="Times" pitchFamily="34" charset="0"/>
                <a:ea typeface="PMingLiU" pitchFamily="18" charset="-120"/>
              </a:rPr>
              <a:t>If the branching factor of a non-leaf node can not</a:t>
            </a:r>
            <a:endParaRPr lang="en-US" altLang="zh-TW" sz="2200" i="1" dirty="0">
              <a:solidFill>
                <a:srgbClr val="000000"/>
              </a:solidFill>
              <a:latin typeface="Times" pitchFamily="34" charset="0"/>
              <a:ea typeface="PMingLiU" pitchFamily="18" charset="-120"/>
            </a:endParaRPr>
          </a:p>
          <a:p>
            <a:pPr marL="0" lvl="0" indent="0" defTabSz="643255" eaLnBrk="1" hangingPunct="1">
              <a:spcBef>
                <a:spcPct val="0"/>
              </a:spcBef>
              <a:buClrTx/>
              <a:buSzTx/>
              <a:buFontTx/>
              <a:buNone/>
            </a:pPr>
            <a:r>
              <a:rPr lang="en-US" altLang="zh-TW" sz="2200" i="1" dirty="0">
                <a:solidFill>
                  <a:srgbClr val="000000"/>
                </a:solidFill>
                <a:latin typeface="Times" pitchFamily="34" charset="0"/>
                <a:ea typeface="PMingLiU" pitchFamily="18" charset="-120"/>
              </a:rPr>
              <a:t>exceed 3, then the root is split and the height of</a:t>
            </a:r>
            <a:endParaRPr lang="en-US" altLang="zh-TW" sz="2200" i="1" dirty="0">
              <a:solidFill>
                <a:srgbClr val="000000"/>
              </a:solidFill>
              <a:latin typeface="Times" pitchFamily="34" charset="0"/>
              <a:ea typeface="PMingLiU" pitchFamily="18" charset="-120"/>
            </a:endParaRPr>
          </a:p>
          <a:p>
            <a:pPr marL="0" lvl="0" indent="0" defTabSz="643255" eaLnBrk="1" hangingPunct="1">
              <a:spcBef>
                <a:spcPct val="0"/>
              </a:spcBef>
              <a:buClrTx/>
              <a:buSzTx/>
              <a:buFontTx/>
              <a:buNone/>
            </a:pPr>
            <a:r>
              <a:rPr lang="en-US" altLang="zh-TW" sz="2200" i="1" dirty="0">
                <a:solidFill>
                  <a:srgbClr val="000000"/>
                </a:solidFill>
                <a:latin typeface="Times" pitchFamily="34" charset="0"/>
                <a:ea typeface="PMingLiU" pitchFamily="18" charset="-120"/>
              </a:rPr>
              <a:t>the CF Tree increases by one.</a:t>
            </a:r>
            <a:endParaRPr lang="en-US" altLang="zh-TW" sz="2200" i="1" dirty="0">
              <a:solidFill>
                <a:srgbClr val="000000"/>
              </a:solidFill>
              <a:latin typeface="Times" pitchFamily="34" charset="0"/>
              <a:ea typeface="PMingLiU" pitchFamily="18" charset="-120"/>
            </a:endParaRPr>
          </a:p>
        </p:txBody>
      </p:sp>
      <p:grpSp>
        <p:nvGrpSpPr>
          <p:cNvPr id="39942" name="组合 116"/>
          <p:cNvGrpSpPr/>
          <p:nvPr/>
        </p:nvGrpSpPr>
        <p:grpSpPr>
          <a:xfrm>
            <a:off x="822325" y="1874838"/>
            <a:ext cx="7446963" cy="4518025"/>
            <a:chOff x="0" y="1524000"/>
            <a:chExt cx="8839200" cy="5558096"/>
          </a:xfrm>
        </p:grpSpPr>
        <p:sp>
          <p:nvSpPr>
            <p:cNvPr id="39943" name="Oval 2051"/>
            <p:cNvSpPr/>
            <p:nvPr/>
          </p:nvSpPr>
          <p:spPr>
            <a:xfrm>
              <a:off x="457200" y="2071688"/>
              <a:ext cx="1447800" cy="1828800"/>
            </a:xfrm>
            <a:prstGeom prst="ellipse">
              <a:avLst/>
            </a:prstGeom>
            <a:noFill/>
            <a:ln w="38100" cap="flat" cmpd="sng">
              <a:solidFill>
                <a:srgbClr val="FF00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9944" name="Oval 2052"/>
            <p:cNvSpPr/>
            <p:nvPr/>
          </p:nvSpPr>
          <p:spPr>
            <a:xfrm>
              <a:off x="3429000" y="2605088"/>
              <a:ext cx="1981200" cy="1447800"/>
            </a:xfrm>
            <a:prstGeom prst="ellipse">
              <a:avLst/>
            </a:prstGeom>
            <a:noFill/>
            <a:ln w="38100" cap="flat" cmpd="sng">
              <a:solidFill>
                <a:srgbClr val="FF00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9945" name="Oval 2053"/>
            <p:cNvSpPr/>
            <p:nvPr/>
          </p:nvSpPr>
          <p:spPr>
            <a:xfrm>
              <a:off x="5867400" y="2224088"/>
              <a:ext cx="2743200" cy="1752600"/>
            </a:xfrm>
            <a:prstGeom prst="ellipse">
              <a:avLst/>
            </a:prstGeom>
            <a:noFill/>
            <a:ln w="38100" cap="flat" cmpd="sng">
              <a:solidFill>
                <a:srgbClr val="FF00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9946" name="Oval 2054"/>
            <p:cNvSpPr/>
            <p:nvPr/>
          </p:nvSpPr>
          <p:spPr>
            <a:xfrm>
              <a:off x="685800" y="2986088"/>
              <a:ext cx="685800" cy="685800"/>
            </a:xfrm>
            <a:prstGeom prst="ellipse">
              <a:avLst/>
            </a:prstGeom>
            <a:noFill/>
            <a:ln w="9525" cap="flat" cmpd="sng">
              <a:solidFill>
                <a:srgbClr val="FF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9947" name="Oval 2055"/>
            <p:cNvSpPr/>
            <p:nvPr/>
          </p:nvSpPr>
          <p:spPr>
            <a:xfrm>
              <a:off x="1066800" y="3214688"/>
              <a:ext cx="76200" cy="762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9948" name="Oval 2056"/>
            <p:cNvSpPr/>
            <p:nvPr/>
          </p:nvSpPr>
          <p:spPr>
            <a:xfrm>
              <a:off x="1066800" y="3367088"/>
              <a:ext cx="76200" cy="762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9949" name="Oval 2057"/>
            <p:cNvSpPr/>
            <p:nvPr/>
          </p:nvSpPr>
          <p:spPr>
            <a:xfrm>
              <a:off x="838200" y="3290888"/>
              <a:ext cx="76200" cy="762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9950" name="Oval 2058"/>
            <p:cNvSpPr/>
            <p:nvPr/>
          </p:nvSpPr>
          <p:spPr>
            <a:xfrm>
              <a:off x="990600" y="3519488"/>
              <a:ext cx="76200" cy="762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9951" name="Oval 2059"/>
            <p:cNvSpPr/>
            <p:nvPr/>
          </p:nvSpPr>
          <p:spPr>
            <a:xfrm>
              <a:off x="914400" y="3290888"/>
              <a:ext cx="76200" cy="762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9952" name="Oval 2060"/>
            <p:cNvSpPr/>
            <p:nvPr/>
          </p:nvSpPr>
          <p:spPr>
            <a:xfrm>
              <a:off x="914400" y="3062288"/>
              <a:ext cx="76200" cy="762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9953" name="Oval 2061"/>
            <p:cNvSpPr/>
            <p:nvPr/>
          </p:nvSpPr>
          <p:spPr>
            <a:xfrm>
              <a:off x="2133600" y="3824288"/>
              <a:ext cx="685800" cy="685800"/>
            </a:xfrm>
            <a:prstGeom prst="ellipse">
              <a:avLst/>
            </a:prstGeom>
            <a:noFill/>
            <a:ln w="9525" cap="flat" cmpd="sng">
              <a:solidFill>
                <a:srgbClr val="FF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9954" name="Oval 2062"/>
            <p:cNvSpPr/>
            <p:nvPr/>
          </p:nvSpPr>
          <p:spPr>
            <a:xfrm>
              <a:off x="2514600" y="4052888"/>
              <a:ext cx="76200" cy="762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9955" name="Oval 2063"/>
            <p:cNvSpPr/>
            <p:nvPr/>
          </p:nvSpPr>
          <p:spPr>
            <a:xfrm>
              <a:off x="2514600" y="4205288"/>
              <a:ext cx="76200" cy="762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9956" name="Oval 2064"/>
            <p:cNvSpPr/>
            <p:nvPr/>
          </p:nvSpPr>
          <p:spPr>
            <a:xfrm>
              <a:off x="2286000" y="4129088"/>
              <a:ext cx="76200" cy="762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9957" name="Oval 2065"/>
            <p:cNvSpPr/>
            <p:nvPr/>
          </p:nvSpPr>
          <p:spPr>
            <a:xfrm>
              <a:off x="2438400" y="4357688"/>
              <a:ext cx="76200" cy="762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9958" name="Oval 2066"/>
            <p:cNvSpPr/>
            <p:nvPr/>
          </p:nvSpPr>
          <p:spPr>
            <a:xfrm>
              <a:off x="2362200" y="4129088"/>
              <a:ext cx="76200" cy="762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9959" name="Oval 2067"/>
            <p:cNvSpPr/>
            <p:nvPr/>
          </p:nvSpPr>
          <p:spPr>
            <a:xfrm>
              <a:off x="2362200" y="3900488"/>
              <a:ext cx="76200" cy="762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9960" name="Oval 2068"/>
            <p:cNvSpPr/>
            <p:nvPr/>
          </p:nvSpPr>
          <p:spPr>
            <a:xfrm>
              <a:off x="2209800" y="2909888"/>
              <a:ext cx="685800" cy="685800"/>
            </a:xfrm>
            <a:prstGeom prst="ellipse">
              <a:avLst/>
            </a:prstGeom>
            <a:noFill/>
            <a:ln w="9525" cap="flat" cmpd="sng">
              <a:solidFill>
                <a:srgbClr val="FF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9961" name="Oval 2069"/>
            <p:cNvSpPr/>
            <p:nvPr/>
          </p:nvSpPr>
          <p:spPr>
            <a:xfrm>
              <a:off x="2590800" y="3138488"/>
              <a:ext cx="76200" cy="762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9962" name="Oval 2070"/>
            <p:cNvSpPr/>
            <p:nvPr/>
          </p:nvSpPr>
          <p:spPr>
            <a:xfrm>
              <a:off x="2590800" y="3290888"/>
              <a:ext cx="76200" cy="762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9963" name="Oval 2071"/>
            <p:cNvSpPr/>
            <p:nvPr/>
          </p:nvSpPr>
          <p:spPr>
            <a:xfrm>
              <a:off x="2362200" y="3214688"/>
              <a:ext cx="76200" cy="762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9964" name="Oval 2072"/>
            <p:cNvSpPr/>
            <p:nvPr/>
          </p:nvSpPr>
          <p:spPr>
            <a:xfrm>
              <a:off x="2514600" y="3443288"/>
              <a:ext cx="76200" cy="762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9965" name="Oval 2073"/>
            <p:cNvSpPr/>
            <p:nvPr/>
          </p:nvSpPr>
          <p:spPr>
            <a:xfrm>
              <a:off x="2438400" y="3214688"/>
              <a:ext cx="76200" cy="762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9966" name="Oval 2074"/>
            <p:cNvSpPr/>
            <p:nvPr/>
          </p:nvSpPr>
          <p:spPr>
            <a:xfrm>
              <a:off x="2438400" y="2986088"/>
              <a:ext cx="76200" cy="762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9967" name="Oval 2075"/>
            <p:cNvSpPr/>
            <p:nvPr/>
          </p:nvSpPr>
          <p:spPr>
            <a:xfrm>
              <a:off x="3581400" y="2986088"/>
              <a:ext cx="685800" cy="685800"/>
            </a:xfrm>
            <a:prstGeom prst="ellipse">
              <a:avLst/>
            </a:prstGeom>
            <a:noFill/>
            <a:ln w="9525" cap="flat" cmpd="sng">
              <a:solidFill>
                <a:srgbClr val="FF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9968" name="Oval 2076"/>
            <p:cNvSpPr/>
            <p:nvPr/>
          </p:nvSpPr>
          <p:spPr>
            <a:xfrm>
              <a:off x="3962400" y="3214688"/>
              <a:ext cx="76200" cy="762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9969" name="Oval 2077"/>
            <p:cNvSpPr/>
            <p:nvPr/>
          </p:nvSpPr>
          <p:spPr>
            <a:xfrm>
              <a:off x="3962400" y="3367088"/>
              <a:ext cx="76200" cy="762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9970" name="Oval 2078"/>
            <p:cNvSpPr/>
            <p:nvPr/>
          </p:nvSpPr>
          <p:spPr>
            <a:xfrm>
              <a:off x="3733800" y="3290888"/>
              <a:ext cx="76200" cy="762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9971" name="Oval 2079"/>
            <p:cNvSpPr/>
            <p:nvPr/>
          </p:nvSpPr>
          <p:spPr>
            <a:xfrm>
              <a:off x="3886200" y="3519488"/>
              <a:ext cx="76200" cy="762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9972" name="Oval 2080"/>
            <p:cNvSpPr/>
            <p:nvPr/>
          </p:nvSpPr>
          <p:spPr>
            <a:xfrm>
              <a:off x="3810000" y="3290888"/>
              <a:ext cx="76200" cy="762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9973" name="Oval 2081"/>
            <p:cNvSpPr/>
            <p:nvPr/>
          </p:nvSpPr>
          <p:spPr>
            <a:xfrm>
              <a:off x="3810000" y="3062288"/>
              <a:ext cx="76200" cy="762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9974" name="Oval 2082"/>
            <p:cNvSpPr/>
            <p:nvPr/>
          </p:nvSpPr>
          <p:spPr>
            <a:xfrm>
              <a:off x="4495800" y="3062288"/>
              <a:ext cx="685800" cy="685800"/>
            </a:xfrm>
            <a:prstGeom prst="ellipse">
              <a:avLst/>
            </a:prstGeom>
            <a:noFill/>
            <a:ln w="9525" cap="flat" cmpd="sng">
              <a:solidFill>
                <a:srgbClr val="FF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9975" name="Oval 2083"/>
            <p:cNvSpPr/>
            <p:nvPr/>
          </p:nvSpPr>
          <p:spPr>
            <a:xfrm>
              <a:off x="4876800" y="3290888"/>
              <a:ext cx="76200" cy="762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9976" name="Oval 2084"/>
            <p:cNvSpPr/>
            <p:nvPr/>
          </p:nvSpPr>
          <p:spPr>
            <a:xfrm>
              <a:off x="4876800" y="3443288"/>
              <a:ext cx="76200" cy="762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9977" name="Oval 2085"/>
            <p:cNvSpPr/>
            <p:nvPr/>
          </p:nvSpPr>
          <p:spPr>
            <a:xfrm>
              <a:off x="4648200" y="3367088"/>
              <a:ext cx="76200" cy="762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9978" name="Oval 2086"/>
            <p:cNvSpPr/>
            <p:nvPr/>
          </p:nvSpPr>
          <p:spPr>
            <a:xfrm>
              <a:off x="4800600" y="3595688"/>
              <a:ext cx="76200" cy="762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9979" name="Oval 2087"/>
            <p:cNvSpPr/>
            <p:nvPr/>
          </p:nvSpPr>
          <p:spPr>
            <a:xfrm>
              <a:off x="4724400" y="3367088"/>
              <a:ext cx="76200" cy="762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9980" name="Oval 2088"/>
            <p:cNvSpPr/>
            <p:nvPr/>
          </p:nvSpPr>
          <p:spPr>
            <a:xfrm>
              <a:off x="4724400" y="3138488"/>
              <a:ext cx="76200" cy="762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9981" name="Oval 2089"/>
            <p:cNvSpPr/>
            <p:nvPr/>
          </p:nvSpPr>
          <p:spPr>
            <a:xfrm>
              <a:off x="6477000" y="2528888"/>
              <a:ext cx="685800" cy="685800"/>
            </a:xfrm>
            <a:prstGeom prst="ellipse">
              <a:avLst/>
            </a:prstGeom>
            <a:noFill/>
            <a:ln w="9525" cap="flat" cmpd="sng">
              <a:solidFill>
                <a:srgbClr val="FF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9982" name="Oval 2090"/>
            <p:cNvSpPr/>
            <p:nvPr/>
          </p:nvSpPr>
          <p:spPr>
            <a:xfrm>
              <a:off x="6858000" y="2757488"/>
              <a:ext cx="76200" cy="762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9983" name="Oval 2091"/>
            <p:cNvSpPr/>
            <p:nvPr/>
          </p:nvSpPr>
          <p:spPr>
            <a:xfrm>
              <a:off x="6858000" y="2909888"/>
              <a:ext cx="76200" cy="762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9984" name="Oval 2092"/>
            <p:cNvSpPr/>
            <p:nvPr/>
          </p:nvSpPr>
          <p:spPr>
            <a:xfrm>
              <a:off x="6629400" y="2833688"/>
              <a:ext cx="76200" cy="762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9985" name="Oval 2093"/>
            <p:cNvSpPr/>
            <p:nvPr/>
          </p:nvSpPr>
          <p:spPr>
            <a:xfrm>
              <a:off x="6781800" y="3062288"/>
              <a:ext cx="76200" cy="762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9986" name="Oval 2094"/>
            <p:cNvSpPr/>
            <p:nvPr/>
          </p:nvSpPr>
          <p:spPr>
            <a:xfrm>
              <a:off x="6705600" y="2833688"/>
              <a:ext cx="76200" cy="762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9987" name="Oval 2095"/>
            <p:cNvSpPr/>
            <p:nvPr/>
          </p:nvSpPr>
          <p:spPr>
            <a:xfrm>
              <a:off x="6705600" y="2605088"/>
              <a:ext cx="76200" cy="762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9988" name="Oval 2096"/>
            <p:cNvSpPr/>
            <p:nvPr/>
          </p:nvSpPr>
          <p:spPr>
            <a:xfrm>
              <a:off x="7315200" y="2986088"/>
              <a:ext cx="685800" cy="685800"/>
            </a:xfrm>
            <a:prstGeom prst="ellipse">
              <a:avLst/>
            </a:prstGeom>
            <a:noFill/>
            <a:ln w="9525" cap="flat" cmpd="sng">
              <a:solidFill>
                <a:srgbClr val="FF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9989" name="Oval 2097"/>
            <p:cNvSpPr/>
            <p:nvPr/>
          </p:nvSpPr>
          <p:spPr>
            <a:xfrm>
              <a:off x="7696200" y="3214688"/>
              <a:ext cx="76200" cy="762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9990" name="Oval 2098"/>
            <p:cNvSpPr/>
            <p:nvPr/>
          </p:nvSpPr>
          <p:spPr>
            <a:xfrm>
              <a:off x="7696200" y="3367088"/>
              <a:ext cx="76200" cy="762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9991" name="Oval 2099"/>
            <p:cNvSpPr/>
            <p:nvPr/>
          </p:nvSpPr>
          <p:spPr>
            <a:xfrm>
              <a:off x="7467600" y="3290888"/>
              <a:ext cx="76200" cy="762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9992" name="Oval 2100"/>
            <p:cNvSpPr/>
            <p:nvPr/>
          </p:nvSpPr>
          <p:spPr>
            <a:xfrm>
              <a:off x="7620000" y="3519488"/>
              <a:ext cx="76200" cy="762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9993" name="Oval 2101"/>
            <p:cNvSpPr/>
            <p:nvPr/>
          </p:nvSpPr>
          <p:spPr>
            <a:xfrm>
              <a:off x="7543800" y="3290888"/>
              <a:ext cx="76200" cy="762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9994" name="Oval 2102"/>
            <p:cNvSpPr/>
            <p:nvPr/>
          </p:nvSpPr>
          <p:spPr>
            <a:xfrm>
              <a:off x="7543800" y="3062288"/>
              <a:ext cx="76200" cy="762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9995" name="Oval 2103"/>
            <p:cNvSpPr/>
            <p:nvPr/>
          </p:nvSpPr>
          <p:spPr>
            <a:xfrm>
              <a:off x="1066800" y="2376488"/>
              <a:ext cx="685800" cy="533400"/>
            </a:xfrm>
            <a:prstGeom prst="ellipse">
              <a:avLst/>
            </a:prstGeom>
            <a:solidFill>
              <a:schemeClr val="accent1"/>
            </a:solidFill>
            <a:ln w="9525" cap="flat" cmpd="sng">
              <a:solidFill>
                <a:schemeClr val="tx1"/>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9996" name="Oval 2104"/>
            <p:cNvSpPr/>
            <p:nvPr/>
          </p:nvSpPr>
          <p:spPr>
            <a:xfrm>
              <a:off x="3657600" y="5181600"/>
              <a:ext cx="228600" cy="2286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9997" name="Oval 2105"/>
            <p:cNvSpPr/>
            <p:nvPr/>
          </p:nvSpPr>
          <p:spPr>
            <a:xfrm>
              <a:off x="4191000" y="5791200"/>
              <a:ext cx="228600" cy="2286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9998" name="Oval 2106"/>
            <p:cNvSpPr/>
            <p:nvPr/>
          </p:nvSpPr>
          <p:spPr>
            <a:xfrm>
              <a:off x="2895600" y="5791200"/>
              <a:ext cx="228600" cy="2286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39999" name="Oval 2107"/>
            <p:cNvSpPr/>
            <p:nvPr/>
          </p:nvSpPr>
          <p:spPr>
            <a:xfrm>
              <a:off x="4800600" y="5791200"/>
              <a:ext cx="228600" cy="2286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40000" name="Oval 2108"/>
            <p:cNvSpPr/>
            <p:nvPr/>
          </p:nvSpPr>
          <p:spPr>
            <a:xfrm>
              <a:off x="2971800" y="6324600"/>
              <a:ext cx="228600" cy="2286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40001" name="Oval 2109"/>
            <p:cNvSpPr/>
            <p:nvPr/>
          </p:nvSpPr>
          <p:spPr>
            <a:xfrm>
              <a:off x="3276600" y="6324600"/>
              <a:ext cx="228600" cy="2286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40002" name="Oval 2110"/>
            <p:cNvSpPr/>
            <p:nvPr/>
          </p:nvSpPr>
          <p:spPr>
            <a:xfrm>
              <a:off x="3581400" y="6324600"/>
              <a:ext cx="228600" cy="2286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40003" name="Oval 2111"/>
            <p:cNvSpPr/>
            <p:nvPr/>
          </p:nvSpPr>
          <p:spPr>
            <a:xfrm>
              <a:off x="4114800" y="6324600"/>
              <a:ext cx="228600" cy="2286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40004" name="Oval 2112"/>
            <p:cNvSpPr/>
            <p:nvPr/>
          </p:nvSpPr>
          <p:spPr>
            <a:xfrm>
              <a:off x="4419600" y="6324600"/>
              <a:ext cx="228600" cy="2286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40005" name="Oval 2113"/>
            <p:cNvSpPr/>
            <p:nvPr/>
          </p:nvSpPr>
          <p:spPr>
            <a:xfrm>
              <a:off x="5029200" y="6324600"/>
              <a:ext cx="228600" cy="2286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40006" name="Oval 2114"/>
            <p:cNvSpPr/>
            <p:nvPr/>
          </p:nvSpPr>
          <p:spPr>
            <a:xfrm>
              <a:off x="5334000" y="6324600"/>
              <a:ext cx="228600" cy="2286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40007" name="Oval 2115"/>
            <p:cNvSpPr/>
            <p:nvPr/>
          </p:nvSpPr>
          <p:spPr>
            <a:xfrm>
              <a:off x="2514600" y="6324600"/>
              <a:ext cx="228600" cy="228600"/>
            </a:xfrm>
            <a:prstGeom prst="ellipse">
              <a:avLst/>
            </a:prstGeom>
            <a:solidFill>
              <a:schemeClr val="accent1"/>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cxnSp>
          <p:nvCxnSpPr>
            <p:cNvPr id="40008" name="AutoShape 2116"/>
            <p:cNvCxnSpPr>
              <a:stCxn id="39996" idx="4"/>
              <a:endCxn id="39998" idx="7"/>
            </p:cNvCxnSpPr>
            <p:nvPr/>
          </p:nvCxnSpPr>
          <p:spPr>
            <a:xfrm flipH="1">
              <a:off x="3090863" y="5410200"/>
              <a:ext cx="681037" cy="414338"/>
            </a:xfrm>
            <a:prstGeom prst="straightConnector1">
              <a:avLst/>
            </a:prstGeom>
            <a:ln w="9525" cap="flat" cmpd="sng">
              <a:solidFill>
                <a:schemeClr val="tx1"/>
              </a:solidFill>
              <a:prstDash val="solid"/>
              <a:headEnd type="none" w="med" len="med"/>
              <a:tailEnd type="none" w="med" len="med"/>
            </a:ln>
          </p:spPr>
        </p:cxnSp>
        <p:cxnSp>
          <p:nvCxnSpPr>
            <p:cNvPr id="40009" name="AutoShape 2117"/>
            <p:cNvCxnSpPr>
              <a:stCxn id="40049" idx="4"/>
              <a:endCxn id="39997" idx="0"/>
            </p:cNvCxnSpPr>
            <p:nvPr/>
          </p:nvCxnSpPr>
          <p:spPr>
            <a:xfrm flipH="1">
              <a:off x="4305300" y="5410200"/>
              <a:ext cx="76200" cy="381000"/>
            </a:xfrm>
            <a:prstGeom prst="straightConnector1">
              <a:avLst/>
            </a:prstGeom>
            <a:ln w="9525" cap="flat" cmpd="sng">
              <a:solidFill>
                <a:schemeClr val="tx1"/>
              </a:solidFill>
              <a:prstDash val="solid"/>
              <a:headEnd type="none" w="med" len="med"/>
              <a:tailEnd type="none" w="med" len="med"/>
            </a:ln>
          </p:spPr>
        </p:cxnSp>
        <p:cxnSp>
          <p:nvCxnSpPr>
            <p:cNvPr id="40010" name="AutoShape 2118"/>
            <p:cNvCxnSpPr>
              <a:stCxn id="40049" idx="4"/>
              <a:endCxn id="39999" idx="1"/>
            </p:cNvCxnSpPr>
            <p:nvPr/>
          </p:nvCxnSpPr>
          <p:spPr>
            <a:xfrm>
              <a:off x="4381500" y="5410200"/>
              <a:ext cx="452438" cy="414338"/>
            </a:xfrm>
            <a:prstGeom prst="straightConnector1">
              <a:avLst/>
            </a:prstGeom>
            <a:ln w="9525" cap="flat" cmpd="sng">
              <a:solidFill>
                <a:schemeClr val="tx1"/>
              </a:solidFill>
              <a:prstDash val="solid"/>
              <a:headEnd type="none" w="med" len="med"/>
              <a:tailEnd type="none" w="med" len="med"/>
            </a:ln>
          </p:spPr>
        </p:cxnSp>
        <p:cxnSp>
          <p:nvCxnSpPr>
            <p:cNvPr id="40011" name="AutoShape 2119"/>
            <p:cNvCxnSpPr>
              <a:stCxn id="40044" idx="4"/>
              <a:endCxn id="40001" idx="0"/>
            </p:cNvCxnSpPr>
            <p:nvPr/>
          </p:nvCxnSpPr>
          <p:spPr>
            <a:xfrm flipH="1">
              <a:off x="3390900" y="6019800"/>
              <a:ext cx="152400" cy="304800"/>
            </a:xfrm>
            <a:prstGeom prst="straightConnector1">
              <a:avLst/>
            </a:prstGeom>
            <a:ln w="9525" cap="flat" cmpd="sng">
              <a:solidFill>
                <a:schemeClr val="tx1"/>
              </a:solidFill>
              <a:prstDash val="solid"/>
              <a:headEnd type="none" w="med" len="med"/>
              <a:tailEnd type="none" w="med" len="med"/>
            </a:ln>
          </p:spPr>
        </p:cxnSp>
        <p:cxnSp>
          <p:nvCxnSpPr>
            <p:cNvPr id="40012" name="AutoShape 2120"/>
            <p:cNvCxnSpPr>
              <a:stCxn id="39998" idx="4"/>
              <a:endCxn id="40000" idx="7"/>
            </p:cNvCxnSpPr>
            <p:nvPr/>
          </p:nvCxnSpPr>
          <p:spPr>
            <a:xfrm>
              <a:off x="3009900" y="6019800"/>
              <a:ext cx="157163" cy="338138"/>
            </a:xfrm>
            <a:prstGeom prst="straightConnector1">
              <a:avLst/>
            </a:prstGeom>
            <a:ln w="9525" cap="flat" cmpd="sng">
              <a:solidFill>
                <a:schemeClr val="tx1"/>
              </a:solidFill>
              <a:prstDash val="solid"/>
              <a:headEnd type="none" w="med" len="med"/>
              <a:tailEnd type="none" w="med" len="med"/>
            </a:ln>
          </p:spPr>
        </p:cxnSp>
        <p:cxnSp>
          <p:nvCxnSpPr>
            <p:cNvPr id="40013" name="AutoShape 2121"/>
            <p:cNvCxnSpPr>
              <a:stCxn id="40044" idx="4"/>
              <a:endCxn id="40002" idx="0"/>
            </p:cNvCxnSpPr>
            <p:nvPr/>
          </p:nvCxnSpPr>
          <p:spPr>
            <a:xfrm>
              <a:off x="3543300" y="6019800"/>
              <a:ext cx="152400" cy="304800"/>
            </a:xfrm>
            <a:prstGeom prst="straightConnector1">
              <a:avLst/>
            </a:prstGeom>
            <a:ln w="9525" cap="flat" cmpd="sng">
              <a:solidFill>
                <a:schemeClr val="tx1"/>
              </a:solidFill>
              <a:prstDash val="solid"/>
              <a:headEnd type="none" w="med" len="med"/>
              <a:tailEnd type="none" w="med" len="med"/>
            </a:ln>
          </p:spPr>
        </p:cxnSp>
        <p:cxnSp>
          <p:nvCxnSpPr>
            <p:cNvPr id="40014" name="AutoShape 2122"/>
            <p:cNvCxnSpPr>
              <a:stCxn id="39997" idx="4"/>
              <a:endCxn id="40003" idx="0"/>
            </p:cNvCxnSpPr>
            <p:nvPr/>
          </p:nvCxnSpPr>
          <p:spPr>
            <a:xfrm flipH="1">
              <a:off x="4229100" y="6019800"/>
              <a:ext cx="76200" cy="304800"/>
            </a:xfrm>
            <a:prstGeom prst="straightConnector1">
              <a:avLst/>
            </a:prstGeom>
            <a:ln w="9525" cap="flat" cmpd="sng">
              <a:solidFill>
                <a:schemeClr val="tx1"/>
              </a:solidFill>
              <a:prstDash val="solid"/>
              <a:headEnd type="none" w="med" len="med"/>
              <a:tailEnd type="none" w="med" len="med"/>
            </a:ln>
          </p:spPr>
        </p:cxnSp>
        <p:cxnSp>
          <p:nvCxnSpPr>
            <p:cNvPr id="40015" name="AutoShape 2123"/>
            <p:cNvCxnSpPr>
              <a:stCxn id="39997" idx="4"/>
              <a:endCxn id="40004" idx="0"/>
            </p:cNvCxnSpPr>
            <p:nvPr/>
          </p:nvCxnSpPr>
          <p:spPr>
            <a:xfrm>
              <a:off x="4305300" y="6019800"/>
              <a:ext cx="228600" cy="304800"/>
            </a:xfrm>
            <a:prstGeom prst="straightConnector1">
              <a:avLst/>
            </a:prstGeom>
            <a:ln w="9525" cap="flat" cmpd="sng">
              <a:solidFill>
                <a:schemeClr val="tx1"/>
              </a:solidFill>
              <a:prstDash val="solid"/>
              <a:headEnd type="none" w="med" len="med"/>
              <a:tailEnd type="none" w="med" len="med"/>
            </a:ln>
          </p:spPr>
        </p:cxnSp>
        <p:cxnSp>
          <p:nvCxnSpPr>
            <p:cNvPr id="40016" name="AutoShape 2124"/>
            <p:cNvCxnSpPr>
              <a:stCxn id="39999" idx="4"/>
              <a:endCxn id="40005" idx="0"/>
            </p:cNvCxnSpPr>
            <p:nvPr/>
          </p:nvCxnSpPr>
          <p:spPr>
            <a:xfrm>
              <a:off x="4914900" y="6019800"/>
              <a:ext cx="228600" cy="304800"/>
            </a:xfrm>
            <a:prstGeom prst="straightConnector1">
              <a:avLst/>
            </a:prstGeom>
            <a:ln w="9525" cap="flat" cmpd="sng">
              <a:solidFill>
                <a:schemeClr val="tx1"/>
              </a:solidFill>
              <a:prstDash val="solid"/>
              <a:headEnd type="none" w="med" len="med"/>
              <a:tailEnd type="none" w="med" len="med"/>
            </a:ln>
          </p:spPr>
        </p:cxnSp>
        <p:cxnSp>
          <p:nvCxnSpPr>
            <p:cNvPr id="40017" name="AutoShape 2125"/>
            <p:cNvCxnSpPr>
              <a:stCxn id="39999" idx="4"/>
              <a:endCxn id="40006" idx="0"/>
            </p:cNvCxnSpPr>
            <p:nvPr/>
          </p:nvCxnSpPr>
          <p:spPr>
            <a:xfrm>
              <a:off x="4914900" y="6019800"/>
              <a:ext cx="533400" cy="304800"/>
            </a:xfrm>
            <a:prstGeom prst="straightConnector1">
              <a:avLst/>
            </a:prstGeom>
            <a:ln w="9525" cap="flat" cmpd="sng">
              <a:solidFill>
                <a:schemeClr val="tx1"/>
              </a:solidFill>
              <a:prstDash val="solid"/>
              <a:headEnd type="none" w="med" len="med"/>
              <a:tailEnd type="none" w="med" len="med"/>
            </a:ln>
          </p:spPr>
        </p:cxnSp>
        <p:cxnSp>
          <p:nvCxnSpPr>
            <p:cNvPr id="40018" name="AutoShape 2126"/>
            <p:cNvCxnSpPr>
              <a:stCxn id="39998" idx="4"/>
              <a:endCxn id="40007" idx="7"/>
            </p:cNvCxnSpPr>
            <p:nvPr/>
          </p:nvCxnSpPr>
          <p:spPr>
            <a:xfrm flipH="1">
              <a:off x="2709863" y="6019800"/>
              <a:ext cx="300037" cy="338138"/>
            </a:xfrm>
            <a:prstGeom prst="straightConnector1">
              <a:avLst/>
            </a:prstGeom>
            <a:ln w="9525" cap="flat" cmpd="sng">
              <a:solidFill>
                <a:schemeClr val="tx1"/>
              </a:solidFill>
              <a:prstDash val="solid"/>
              <a:headEnd type="none" w="med" len="med"/>
              <a:tailEnd type="none" w="med" len="med"/>
            </a:ln>
          </p:spPr>
        </p:cxnSp>
        <p:sp>
          <p:nvSpPr>
            <p:cNvPr id="40019" name="Text Box 2127"/>
            <p:cNvSpPr txBox="1"/>
            <p:nvPr/>
          </p:nvSpPr>
          <p:spPr>
            <a:xfrm>
              <a:off x="4257675" y="4624388"/>
              <a:ext cx="719982" cy="452696"/>
            </a:xfrm>
            <a:prstGeom prst="rect">
              <a:avLst/>
            </a:prstGeom>
            <a:noFill/>
            <a:ln w="9525">
              <a:noFill/>
            </a:ln>
          </p:spPr>
          <p:txBody>
            <a:bodyPr wrap="none" lIns="64291" tIns="32146" rIns="64291" bIns="32146">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r>
                <a:rPr lang="en-US" altLang="zh-TW" sz="2000" i="1" dirty="0">
                  <a:solidFill>
                    <a:srgbClr val="000000"/>
                  </a:solidFill>
                  <a:latin typeface="Times" pitchFamily="34" charset="0"/>
                  <a:ea typeface="PMingLiU" pitchFamily="18" charset="-120"/>
                </a:rPr>
                <a:t>Root</a:t>
              </a:r>
              <a:endParaRPr lang="en-US" altLang="zh-TW" sz="2000" i="1" dirty="0">
                <a:solidFill>
                  <a:srgbClr val="000000"/>
                </a:solidFill>
                <a:latin typeface="Times" pitchFamily="34" charset="0"/>
                <a:ea typeface="PMingLiU" pitchFamily="18" charset="-120"/>
              </a:endParaRPr>
            </a:p>
          </p:txBody>
        </p:sp>
        <p:sp>
          <p:nvSpPr>
            <p:cNvPr id="40020" name="Text Box 2128"/>
            <p:cNvSpPr txBox="1"/>
            <p:nvPr/>
          </p:nvSpPr>
          <p:spPr>
            <a:xfrm>
              <a:off x="1703388" y="4738688"/>
              <a:ext cx="837704" cy="452696"/>
            </a:xfrm>
            <a:prstGeom prst="rect">
              <a:avLst/>
            </a:prstGeom>
            <a:noFill/>
            <a:ln w="9525">
              <a:noFill/>
            </a:ln>
          </p:spPr>
          <p:txBody>
            <a:bodyPr wrap="none" lIns="64291" tIns="32146" rIns="64291" bIns="32146">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r>
                <a:rPr lang="en-US" altLang="zh-TW" sz="2000" i="1" dirty="0">
                  <a:solidFill>
                    <a:srgbClr val="000000"/>
                  </a:solidFill>
                  <a:latin typeface="Times" pitchFamily="34" charset="0"/>
                  <a:ea typeface="PMingLiU" pitchFamily="18" charset="-120"/>
                </a:rPr>
                <a:t>LN1”</a:t>
              </a:r>
              <a:endParaRPr lang="en-US" altLang="zh-TW" sz="2000" i="1" dirty="0">
                <a:solidFill>
                  <a:srgbClr val="000000"/>
                </a:solidFill>
                <a:latin typeface="Times" pitchFamily="34" charset="0"/>
                <a:ea typeface="PMingLiU" pitchFamily="18" charset="-120"/>
              </a:endParaRPr>
            </a:p>
          </p:txBody>
        </p:sp>
        <p:sp>
          <p:nvSpPr>
            <p:cNvPr id="40021" name="Text Box 2129"/>
            <p:cNvSpPr txBox="1"/>
            <p:nvPr/>
          </p:nvSpPr>
          <p:spPr>
            <a:xfrm>
              <a:off x="4191000" y="4052888"/>
              <a:ext cx="670485" cy="452696"/>
            </a:xfrm>
            <a:prstGeom prst="rect">
              <a:avLst/>
            </a:prstGeom>
            <a:noFill/>
            <a:ln w="9525">
              <a:noFill/>
            </a:ln>
          </p:spPr>
          <p:txBody>
            <a:bodyPr wrap="none" lIns="64291" tIns="32146" rIns="64291" bIns="32146">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r>
                <a:rPr lang="en-US" altLang="zh-TW" sz="2000" i="1" dirty="0">
                  <a:solidFill>
                    <a:srgbClr val="000000"/>
                  </a:solidFill>
                  <a:latin typeface="Times" pitchFamily="34" charset="0"/>
                  <a:ea typeface="PMingLiU" pitchFamily="18" charset="-120"/>
                </a:rPr>
                <a:t>LN2</a:t>
              </a:r>
              <a:endParaRPr lang="en-US" altLang="zh-TW" sz="2000" i="1" dirty="0">
                <a:solidFill>
                  <a:srgbClr val="000000"/>
                </a:solidFill>
                <a:latin typeface="Times" pitchFamily="34" charset="0"/>
                <a:ea typeface="PMingLiU" pitchFamily="18" charset="-120"/>
              </a:endParaRPr>
            </a:p>
          </p:txBody>
        </p:sp>
        <p:sp>
          <p:nvSpPr>
            <p:cNvPr id="40022" name="Text Box 2130"/>
            <p:cNvSpPr txBox="1"/>
            <p:nvPr/>
          </p:nvSpPr>
          <p:spPr>
            <a:xfrm>
              <a:off x="7162800" y="3976688"/>
              <a:ext cx="670485" cy="452696"/>
            </a:xfrm>
            <a:prstGeom prst="rect">
              <a:avLst/>
            </a:prstGeom>
            <a:noFill/>
            <a:ln w="9525">
              <a:noFill/>
            </a:ln>
          </p:spPr>
          <p:txBody>
            <a:bodyPr wrap="none" lIns="64291" tIns="32146" rIns="64291" bIns="32146">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r>
                <a:rPr lang="en-US" altLang="zh-TW" sz="2000" i="1" dirty="0">
                  <a:solidFill>
                    <a:srgbClr val="000000"/>
                  </a:solidFill>
                  <a:latin typeface="Times" pitchFamily="34" charset="0"/>
                  <a:ea typeface="PMingLiU" pitchFamily="18" charset="-120"/>
                </a:rPr>
                <a:t>LN3</a:t>
              </a:r>
              <a:endParaRPr lang="en-US" altLang="zh-TW" sz="2000" i="1" dirty="0">
                <a:solidFill>
                  <a:srgbClr val="000000"/>
                </a:solidFill>
                <a:latin typeface="Times" pitchFamily="34" charset="0"/>
                <a:ea typeface="PMingLiU" pitchFamily="18" charset="-120"/>
              </a:endParaRPr>
            </a:p>
          </p:txBody>
        </p:sp>
        <p:sp>
          <p:nvSpPr>
            <p:cNvPr id="40023" name="Text Box 2131"/>
            <p:cNvSpPr txBox="1"/>
            <p:nvPr/>
          </p:nvSpPr>
          <p:spPr>
            <a:xfrm>
              <a:off x="2362200" y="5562600"/>
              <a:ext cx="770817" cy="452696"/>
            </a:xfrm>
            <a:prstGeom prst="rect">
              <a:avLst/>
            </a:prstGeom>
            <a:noFill/>
            <a:ln w="9525">
              <a:noFill/>
            </a:ln>
          </p:spPr>
          <p:txBody>
            <a:bodyPr wrap="none" lIns="64291" tIns="32146" rIns="64291" bIns="32146">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r>
                <a:rPr lang="en-US" altLang="zh-TW" sz="2000" i="1" dirty="0">
                  <a:solidFill>
                    <a:srgbClr val="000000"/>
                  </a:solidFill>
                  <a:latin typeface="Times" pitchFamily="34" charset="0"/>
                  <a:ea typeface="PMingLiU" pitchFamily="18" charset="-120"/>
                </a:rPr>
                <a:t>LN1’</a:t>
              </a:r>
              <a:endParaRPr lang="en-US" altLang="zh-TW" sz="2000" i="1" dirty="0">
                <a:solidFill>
                  <a:srgbClr val="000000"/>
                </a:solidFill>
                <a:latin typeface="Times" pitchFamily="34" charset="0"/>
                <a:ea typeface="PMingLiU" pitchFamily="18" charset="-120"/>
              </a:endParaRPr>
            </a:p>
          </p:txBody>
        </p:sp>
        <p:sp>
          <p:nvSpPr>
            <p:cNvPr id="40024" name="Text Box 2132"/>
            <p:cNvSpPr txBox="1"/>
            <p:nvPr/>
          </p:nvSpPr>
          <p:spPr>
            <a:xfrm>
              <a:off x="4267200" y="5715000"/>
              <a:ext cx="670485" cy="452696"/>
            </a:xfrm>
            <a:prstGeom prst="rect">
              <a:avLst/>
            </a:prstGeom>
            <a:noFill/>
            <a:ln w="9525">
              <a:noFill/>
            </a:ln>
          </p:spPr>
          <p:txBody>
            <a:bodyPr wrap="none" lIns="64291" tIns="32146" rIns="64291" bIns="32146">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r>
                <a:rPr lang="en-US" altLang="zh-TW" sz="2000" i="1" dirty="0">
                  <a:solidFill>
                    <a:srgbClr val="000000"/>
                  </a:solidFill>
                  <a:latin typeface="Times" pitchFamily="34" charset="0"/>
                  <a:ea typeface="PMingLiU" pitchFamily="18" charset="-120"/>
                </a:rPr>
                <a:t>LN2</a:t>
              </a:r>
              <a:endParaRPr lang="en-US" altLang="zh-TW" sz="2000" i="1" dirty="0">
                <a:solidFill>
                  <a:srgbClr val="000000"/>
                </a:solidFill>
                <a:latin typeface="Times" pitchFamily="34" charset="0"/>
                <a:ea typeface="PMingLiU" pitchFamily="18" charset="-120"/>
              </a:endParaRPr>
            </a:p>
          </p:txBody>
        </p:sp>
        <p:sp>
          <p:nvSpPr>
            <p:cNvPr id="40025" name="Text Box 2133"/>
            <p:cNvSpPr txBox="1"/>
            <p:nvPr/>
          </p:nvSpPr>
          <p:spPr>
            <a:xfrm>
              <a:off x="5029200" y="5715000"/>
              <a:ext cx="670485" cy="452696"/>
            </a:xfrm>
            <a:prstGeom prst="rect">
              <a:avLst/>
            </a:prstGeom>
            <a:noFill/>
            <a:ln w="9525">
              <a:noFill/>
            </a:ln>
          </p:spPr>
          <p:txBody>
            <a:bodyPr wrap="none" lIns="64291" tIns="32146" rIns="64291" bIns="32146">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r>
                <a:rPr lang="en-US" altLang="zh-TW" sz="2000" i="1" dirty="0">
                  <a:solidFill>
                    <a:srgbClr val="000000"/>
                  </a:solidFill>
                  <a:latin typeface="Times" pitchFamily="34" charset="0"/>
                  <a:ea typeface="PMingLiU" pitchFamily="18" charset="-120"/>
                </a:rPr>
                <a:t>LN3</a:t>
              </a:r>
              <a:endParaRPr lang="en-US" altLang="zh-TW" sz="2000" i="1" dirty="0">
                <a:solidFill>
                  <a:srgbClr val="000000"/>
                </a:solidFill>
                <a:latin typeface="Times" pitchFamily="34" charset="0"/>
                <a:ea typeface="PMingLiU" pitchFamily="18" charset="-120"/>
              </a:endParaRPr>
            </a:p>
          </p:txBody>
        </p:sp>
        <p:sp>
          <p:nvSpPr>
            <p:cNvPr id="40026" name="Text Box 2134"/>
            <p:cNvSpPr txBox="1"/>
            <p:nvPr/>
          </p:nvSpPr>
          <p:spPr>
            <a:xfrm>
              <a:off x="514350" y="2833688"/>
              <a:ext cx="552762" cy="452696"/>
            </a:xfrm>
            <a:prstGeom prst="rect">
              <a:avLst/>
            </a:prstGeom>
            <a:noFill/>
            <a:ln w="9525">
              <a:noFill/>
            </a:ln>
          </p:spPr>
          <p:txBody>
            <a:bodyPr wrap="none" lIns="64291" tIns="32146" rIns="64291" bIns="32146">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r>
                <a:rPr lang="en-US" altLang="zh-TW" sz="2000" i="1" dirty="0">
                  <a:solidFill>
                    <a:srgbClr val="000000"/>
                  </a:solidFill>
                  <a:latin typeface="Times" pitchFamily="34" charset="0"/>
                  <a:ea typeface="PMingLiU" pitchFamily="18" charset="-120"/>
                </a:rPr>
                <a:t>sc1</a:t>
              </a:r>
              <a:endParaRPr lang="en-US" altLang="zh-TW" sz="2000" i="1" dirty="0">
                <a:solidFill>
                  <a:srgbClr val="000000"/>
                </a:solidFill>
                <a:latin typeface="Times" pitchFamily="34" charset="0"/>
                <a:ea typeface="PMingLiU" pitchFamily="18" charset="-120"/>
              </a:endParaRPr>
            </a:p>
          </p:txBody>
        </p:sp>
        <p:sp>
          <p:nvSpPr>
            <p:cNvPr id="40027" name="Text Box 2135"/>
            <p:cNvSpPr txBox="1"/>
            <p:nvPr/>
          </p:nvSpPr>
          <p:spPr>
            <a:xfrm>
              <a:off x="2057400" y="3519488"/>
              <a:ext cx="552762" cy="452696"/>
            </a:xfrm>
            <a:prstGeom prst="rect">
              <a:avLst/>
            </a:prstGeom>
            <a:noFill/>
            <a:ln w="9525">
              <a:noFill/>
            </a:ln>
          </p:spPr>
          <p:txBody>
            <a:bodyPr wrap="none" lIns="64291" tIns="32146" rIns="64291" bIns="32146">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r>
                <a:rPr lang="en-US" altLang="zh-TW" sz="2000" i="1" dirty="0">
                  <a:solidFill>
                    <a:srgbClr val="000000"/>
                  </a:solidFill>
                  <a:latin typeface="Times" pitchFamily="34" charset="0"/>
                  <a:ea typeface="PMingLiU" pitchFamily="18" charset="-120"/>
                </a:rPr>
                <a:t>sc2</a:t>
              </a:r>
              <a:endParaRPr lang="en-US" altLang="zh-TW" sz="2000" i="1" dirty="0">
                <a:solidFill>
                  <a:srgbClr val="000000"/>
                </a:solidFill>
                <a:latin typeface="Times" pitchFamily="34" charset="0"/>
                <a:ea typeface="PMingLiU" pitchFamily="18" charset="-120"/>
              </a:endParaRPr>
            </a:p>
          </p:txBody>
        </p:sp>
        <p:sp>
          <p:nvSpPr>
            <p:cNvPr id="40028" name="Text Box 2136"/>
            <p:cNvSpPr txBox="1"/>
            <p:nvPr/>
          </p:nvSpPr>
          <p:spPr>
            <a:xfrm>
              <a:off x="2209800" y="2605088"/>
              <a:ext cx="552762" cy="452696"/>
            </a:xfrm>
            <a:prstGeom prst="rect">
              <a:avLst/>
            </a:prstGeom>
            <a:noFill/>
            <a:ln w="9525">
              <a:noFill/>
            </a:ln>
          </p:spPr>
          <p:txBody>
            <a:bodyPr wrap="none" lIns="64291" tIns="32146" rIns="64291" bIns="32146">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r>
                <a:rPr lang="en-US" altLang="zh-TW" sz="2000" i="1" dirty="0">
                  <a:solidFill>
                    <a:srgbClr val="000000"/>
                  </a:solidFill>
                  <a:latin typeface="Times" pitchFamily="34" charset="0"/>
                  <a:ea typeface="PMingLiU" pitchFamily="18" charset="-120"/>
                </a:rPr>
                <a:t>sc3</a:t>
              </a:r>
              <a:endParaRPr lang="en-US" altLang="zh-TW" sz="2000" i="1" dirty="0">
                <a:solidFill>
                  <a:srgbClr val="000000"/>
                </a:solidFill>
                <a:latin typeface="Times" pitchFamily="34" charset="0"/>
                <a:ea typeface="PMingLiU" pitchFamily="18" charset="-120"/>
              </a:endParaRPr>
            </a:p>
          </p:txBody>
        </p:sp>
        <p:sp>
          <p:nvSpPr>
            <p:cNvPr id="40029" name="Text Box 2137"/>
            <p:cNvSpPr txBox="1"/>
            <p:nvPr/>
          </p:nvSpPr>
          <p:spPr>
            <a:xfrm>
              <a:off x="3810000" y="2757488"/>
              <a:ext cx="552762" cy="452696"/>
            </a:xfrm>
            <a:prstGeom prst="rect">
              <a:avLst/>
            </a:prstGeom>
            <a:noFill/>
            <a:ln w="9525">
              <a:noFill/>
            </a:ln>
          </p:spPr>
          <p:txBody>
            <a:bodyPr wrap="none" lIns="64291" tIns="32146" rIns="64291" bIns="32146">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r>
                <a:rPr lang="en-US" altLang="zh-TW" sz="2000" i="1" dirty="0">
                  <a:solidFill>
                    <a:srgbClr val="000000"/>
                  </a:solidFill>
                  <a:latin typeface="Times" pitchFamily="34" charset="0"/>
                  <a:ea typeface="PMingLiU" pitchFamily="18" charset="-120"/>
                </a:rPr>
                <a:t>sc4</a:t>
              </a:r>
              <a:endParaRPr lang="en-US" altLang="zh-TW" sz="2000" i="1" dirty="0">
                <a:solidFill>
                  <a:srgbClr val="000000"/>
                </a:solidFill>
                <a:latin typeface="Times" pitchFamily="34" charset="0"/>
                <a:ea typeface="PMingLiU" pitchFamily="18" charset="-120"/>
              </a:endParaRPr>
            </a:p>
          </p:txBody>
        </p:sp>
        <p:sp>
          <p:nvSpPr>
            <p:cNvPr id="40030" name="Text Box 2138"/>
            <p:cNvSpPr txBox="1"/>
            <p:nvPr/>
          </p:nvSpPr>
          <p:spPr>
            <a:xfrm>
              <a:off x="4495800" y="2909888"/>
              <a:ext cx="552762" cy="452696"/>
            </a:xfrm>
            <a:prstGeom prst="rect">
              <a:avLst/>
            </a:prstGeom>
            <a:noFill/>
            <a:ln w="9525">
              <a:noFill/>
            </a:ln>
          </p:spPr>
          <p:txBody>
            <a:bodyPr wrap="none" lIns="64291" tIns="32146" rIns="64291" bIns="32146">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r>
                <a:rPr lang="en-US" altLang="zh-TW" sz="2000" i="1" dirty="0">
                  <a:solidFill>
                    <a:srgbClr val="000000"/>
                  </a:solidFill>
                  <a:latin typeface="Times" pitchFamily="34" charset="0"/>
                  <a:ea typeface="PMingLiU" pitchFamily="18" charset="-120"/>
                </a:rPr>
                <a:t>sc5</a:t>
              </a:r>
              <a:endParaRPr lang="en-US" altLang="zh-TW" sz="2000" i="1" dirty="0">
                <a:solidFill>
                  <a:srgbClr val="000000"/>
                </a:solidFill>
                <a:latin typeface="Times" pitchFamily="34" charset="0"/>
                <a:ea typeface="PMingLiU" pitchFamily="18" charset="-120"/>
              </a:endParaRPr>
            </a:p>
          </p:txBody>
        </p:sp>
        <p:sp>
          <p:nvSpPr>
            <p:cNvPr id="40031" name="Text Box 2139"/>
            <p:cNvSpPr txBox="1"/>
            <p:nvPr/>
          </p:nvSpPr>
          <p:spPr>
            <a:xfrm>
              <a:off x="6096000" y="2909888"/>
              <a:ext cx="552762" cy="452696"/>
            </a:xfrm>
            <a:prstGeom prst="rect">
              <a:avLst/>
            </a:prstGeom>
            <a:noFill/>
            <a:ln w="9525">
              <a:noFill/>
            </a:ln>
          </p:spPr>
          <p:txBody>
            <a:bodyPr wrap="none" lIns="64291" tIns="32146" rIns="64291" bIns="32146">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r>
                <a:rPr lang="en-US" altLang="zh-TW" sz="2000" i="1" dirty="0">
                  <a:solidFill>
                    <a:srgbClr val="000000"/>
                  </a:solidFill>
                  <a:latin typeface="Times" pitchFamily="34" charset="0"/>
                  <a:ea typeface="PMingLiU" pitchFamily="18" charset="-120"/>
                </a:rPr>
                <a:t>sc6</a:t>
              </a:r>
              <a:endParaRPr lang="en-US" altLang="zh-TW" sz="2000" i="1" dirty="0">
                <a:solidFill>
                  <a:srgbClr val="000000"/>
                </a:solidFill>
                <a:latin typeface="Times" pitchFamily="34" charset="0"/>
                <a:ea typeface="PMingLiU" pitchFamily="18" charset="-120"/>
              </a:endParaRPr>
            </a:p>
          </p:txBody>
        </p:sp>
        <p:sp>
          <p:nvSpPr>
            <p:cNvPr id="40032" name="Text Box 2140"/>
            <p:cNvSpPr txBox="1"/>
            <p:nvPr/>
          </p:nvSpPr>
          <p:spPr>
            <a:xfrm>
              <a:off x="7848600" y="2757488"/>
              <a:ext cx="552762" cy="452696"/>
            </a:xfrm>
            <a:prstGeom prst="rect">
              <a:avLst/>
            </a:prstGeom>
            <a:noFill/>
            <a:ln w="9525">
              <a:noFill/>
            </a:ln>
          </p:spPr>
          <p:txBody>
            <a:bodyPr wrap="none" lIns="64291" tIns="32146" rIns="64291" bIns="32146">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r>
                <a:rPr lang="en-US" altLang="zh-TW" sz="2000" i="1" dirty="0">
                  <a:solidFill>
                    <a:srgbClr val="000000"/>
                  </a:solidFill>
                  <a:latin typeface="Times" pitchFamily="34" charset="0"/>
                  <a:ea typeface="PMingLiU" pitchFamily="18" charset="-120"/>
                </a:rPr>
                <a:t>sc7</a:t>
              </a:r>
              <a:endParaRPr lang="en-US" altLang="zh-TW" sz="2000" i="1" dirty="0">
                <a:solidFill>
                  <a:srgbClr val="000000"/>
                </a:solidFill>
                <a:latin typeface="Times" pitchFamily="34" charset="0"/>
                <a:ea typeface="PMingLiU" pitchFamily="18" charset="-120"/>
              </a:endParaRPr>
            </a:p>
          </p:txBody>
        </p:sp>
        <p:sp>
          <p:nvSpPr>
            <p:cNvPr id="40033" name="Text Box 2141"/>
            <p:cNvSpPr txBox="1"/>
            <p:nvPr/>
          </p:nvSpPr>
          <p:spPr>
            <a:xfrm>
              <a:off x="2667000" y="6629400"/>
              <a:ext cx="552762" cy="452696"/>
            </a:xfrm>
            <a:prstGeom prst="rect">
              <a:avLst/>
            </a:prstGeom>
            <a:noFill/>
            <a:ln w="9525">
              <a:noFill/>
            </a:ln>
          </p:spPr>
          <p:txBody>
            <a:bodyPr wrap="none" lIns="64291" tIns="32146" rIns="64291" bIns="32146">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r>
                <a:rPr lang="en-US" altLang="zh-TW" sz="2000" i="1" dirty="0">
                  <a:solidFill>
                    <a:srgbClr val="000000"/>
                  </a:solidFill>
                  <a:latin typeface="Times" pitchFamily="34" charset="0"/>
                  <a:ea typeface="PMingLiU" pitchFamily="18" charset="-120"/>
                </a:rPr>
                <a:t>sc1</a:t>
              </a:r>
              <a:endParaRPr lang="en-US" altLang="zh-TW" sz="2000" i="1" dirty="0">
                <a:solidFill>
                  <a:srgbClr val="000000"/>
                </a:solidFill>
                <a:latin typeface="Times" pitchFamily="34" charset="0"/>
                <a:ea typeface="PMingLiU" pitchFamily="18" charset="-120"/>
              </a:endParaRPr>
            </a:p>
          </p:txBody>
        </p:sp>
        <p:sp>
          <p:nvSpPr>
            <p:cNvPr id="40034" name="Text Box 2142"/>
            <p:cNvSpPr txBox="1"/>
            <p:nvPr/>
          </p:nvSpPr>
          <p:spPr>
            <a:xfrm>
              <a:off x="3124200" y="6491288"/>
              <a:ext cx="552762" cy="452696"/>
            </a:xfrm>
            <a:prstGeom prst="rect">
              <a:avLst/>
            </a:prstGeom>
            <a:noFill/>
            <a:ln w="9525">
              <a:noFill/>
            </a:ln>
          </p:spPr>
          <p:txBody>
            <a:bodyPr wrap="none" lIns="64291" tIns="32146" rIns="64291" bIns="32146">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r>
                <a:rPr lang="en-US" altLang="zh-TW" sz="2000" i="1" dirty="0">
                  <a:solidFill>
                    <a:srgbClr val="000000"/>
                  </a:solidFill>
                  <a:latin typeface="Times" pitchFamily="34" charset="0"/>
                  <a:ea typeface="PMingLiU" pitchFamily="18" charset="-120"/>
                </a:rPr>
                <a:t>sc2</a:t>
              </a:r>
              <a:endParaRPr lang="en-US" altLang="zh-TW" sz="2000" i="1" dirty="0">
                <a:solidFill>
                  <a:srgbClr val="000000"/>
                </a:solidFill>
                <a:latin typeface="Times" pitchFamily="34" charset="0"/>
                <a:ea typeface="PMingLiU" pitchFamily="18" charset="-120"/>
              </a:endParaRPr>
            </a:p>
          </p:txBody>
        </p:sp>
        <p:sp>
          <p:nvSpPr>
            <p:cNvPr id="40035" name="Text Box 2143"/>
            <p:cNvSpPr txBox="1"/>
            <p:nvPr/>
          </p:nvSpPr>
          <p:spPr>
            <a:xfrm>
              <a:off x="3581400" y="6553200"/>
              <a:ext cx="552762" cy="452696"/>
            </a:xfrm>
            <a:prstGeom prst="rect">
              <a:avLst/>
            </a:prstGeom>
            <a:noFill/>
            <a:ln w="9525">
              <a:noFill/>
            </a:ln>
          </p:spPr>
          <p:txBody>
            <a:bodyPr wrap="none" lIns="64291" tIns="32146" rIns="64291" bIns="32146">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r>
                <a:rPr lang="en-US" altLang="zh-TW" sz="2000" i="1" dirty="0">
                  <a:solidFill>
                    <a:srgbClr val="000000"/>
                  </a:solidFill>
                  <a:latin typeface="Times" pitchFamily="34" charset="0"/>
                  <a:ea typeface="PMingLiU" pitchFamily="18" charset="-120"/>
                </a:rPr>
                <a:t>sc3</a:t>
              </a:r>
              <a:endParaRPr lang="en-US" altLang="zh-TW" sz="2000" i="1" dirty="0">
                <a:solidFill>
                  <a:srgbClr val="000000"/>
                </a:solidFill>
                <a:latin typeface="Times" pitchFamily="34" charset="0"/>
                <a:ea typeface="PMingLiU" pitchFamily="18" charset="-120"/>
              </a:endParaRPr>
            </a:p>
          </p:txBody>
        </p:sp>
        <p:sp>
          <p:nvSpPr>
            <p:cNvPr id="40036" name="Text Box 2144"/>
            <p:cNvSpPr txBox="1"/>
            <p:nvPr/>
          </p:nvSpPr>
          <p:spPr>
            <a:xfrm>
              <a:off x="3962400" y="6629400"/>
              <a:ext cx="552762" cy="452696"/>
            </a:xfrm>
            <a:prstGeom prst="rect">
              <a:avLst/>
            </a:prstGeom>
            <a:noFill/>
            <a:ln w="9525">
              <a:noFill/>
            </a:ln>
          </p:spPr>
          <p:txBody>
            <a:bodyPr wrap="none" lIns="64291" tIns="32146" rIns="64291" bIns="32146">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r>
                <a:rPr lang="en-US" altLang="zh-TW" sz="2000" i="1" dirty="0">
                  <a:solidFill>
                    <a:srgbClr val="000000"/>
                  </a:solidFill>
                  <a:latin typeface="Times" pitchFamily="34" charset="0"/>
                  <a:ea typeface="PMingLiU" pitchFamily="18" charset="-120"/>
                </a:rPr>
                <a:t>sc4</a:t>
              </a:r>
              <a:endParaRPr lang="en-US" altLang="zh-TW" sz="2000" i="1" dirty="0">
                <a:solidFill>
                  <a:srgbClr val="000000"/>
                </a:solidFill>
                <a:latin typeface="Times" pitchFamily="34" charset="0"/>
                <a:ea typeface="PMingLiU" pitchFamily="18" charset="-120"/>
              </a:endParaRPr>
            </a:p>
          </p:txBody>
        </p:sp>
        <p:sp>
          <p:nvSpPr>
            <p:cNvPr id="40037" name="Text Box 2145"/>
            <p:cNvSpPr txBox="1"/>
            <p:nvPr/>
          </p:nvSpPr>
          <p:spPr>
            <a:xfrm>
              <a:off x="4343400" y="6477000"/>
              <a:ext cx="552762" cy="452696"/>
            </a:xfrm>
            <a:prstGeom prst="rect">
              <a:avLst/>
            </a:prstGeom>
            <a:noFill/>
            <a:ln w="9525">
              <a:noFill/>
            </a:ln>
          </p:spPr>
          <p:txBody>
            <a:bodyPr wrap="none" lIns="64291" tIns="32146" rIns="64291" bIns="32146">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r>
                <a:rPr lang="en-US" altLang="zh-TW" sz="2000" i="1" dirty="0">
                  <a:solidFill>
                    <a:srgbClr val="000000"/>
                  </a:solidFill>
                  <a:latin typeface="Times" pitchFamily="34" charset="0"/>
                  <a:ea typeface="PMingLiU" pitchFamily="18" charset="-120"/>
                </a:rPr>
                <a:t>sc5</a:t>
              </a:r>
              <a:endParaRPr lang="en-US" altLang="zh-TW" sz="2000" i="1" dirty="0">
                <a:solidFill>
                  <a:srgbClr val="000000"/>
                </a:solidFill>
                <a:latin typeface="Times" pitchFamily="34" charset="0"/>
                <a:ea typeface="PMingLiU" pitchFamily="18" charset="-120"/>
              </a:endParaRPr>
            </a:p>
          </p:txBody>
        </p:sp>
        <p:sp>
          <p:nvSpPr>
            <p:cNvPr id="40038" name="Text Box 2146"/>
            <p:cNvSpPr txBox="1"/>
            <p:nvPr/>
          </p:nvSpPr>
          <p:spPr>
            <a:xfrm>
              <a:off x="4800600" y="6553200"/>
              <a:ext cx="552762" cy="452696"/>
            </a:xfrm>
            <a:prstGeom prst="rect">
              <a:avLst/>
            </a:prstGeom>
            <a:noFill/>
            <a:ln w="9525">
              <a:noFill/>
            </a:ln>
          </p:spPr>
          <p:txBody>
            <a:bodyPr wrap="none" lIns="64291" tIns="32146" rIns="64291" bIns="32146">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r>
                <a:rPr lang="en-US" altLang="zh-TW" sz="2000" i="1" dirty="0">
                  <a:solidFill>
                    <a:srgbClr val="000000"/>
                  </a:solidFill>
                  <a:latin typeface="Times" pitchFamily="34" charset="0"/>
                  <a:ea typeface="PMingLiU" pitchFamily="18" charset="-120"/>
                </a:rPr>
                <a:t>sc6</a:t>
              </a:r>
              <a:endParaRPr lang="en-US" altLang="zh-TW" sz="2000" i="1" dirty="0">
                <a:solidFill>
                  <a:srgbClr val="000000"/>
                </a:solidFill>
                <a:latin typeface="Times" pitchFamily="34" charset="0"/>
                <a:ea typeface="PMingLiU" pitchFamily="18" charset="-120"/>
              </a:endParaRPr>
            </a:p>
          </p:txBody>
        </p:sp>
        <p:sp>
          <p:nvSpPr>
            <p:cNvPr id="40039" name="Text Box 2147"/>
            <p:cNvSpPr txBox="1"/>
            <p:nvPr/>
          </p:nvSpPr>
          <p:spPr>
            <a:xfrm>
              <a:off x="5486400" y="6553200"/>
              <a:ext cx="552762" cy="452696"/>
            </a:xfrm>
            <a:prstGeom prst="rect">
              <a:avLst/>
            </a:prstGeom>
            <a:noFill/>
            <a:ln w="9525">
              <a:noFill/>
            </a:ln>
          </p:spPr>
          <p:txBody>
            <a:bodyPr wrap="none" lIns="64291" tIns="32146" rIns="64291" bIns="32146">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r>
                <a:rPr lang="en-US" altLang="zh-TW" sz="2000" i="1" dirty="0">
                  <a:solidFill>
                    <a:srgbClr val="000000"/>
                  </a:solidFill>
                  <a:latin typeface="Times" pitchFamily="34" charset="0"/>
                  <a:ea typeface="PMingLiU" pitchFamily="18" charset="-120"/>
                </a:rPr>
                <a:t>sc7</a:t>
              </a:r>
              <a:endParaRPr lang="en-US" altLang="zh-TW" sz="2000" i="1" dirty="0">
                <a:solidFill>
                  <a:srgbClr val="000000"/>
                </a:solidFill>
                <a:latin typeface="Times" pitchFamily="34" charset="0"/>
                <a:ea typeface="PMingLiU" pitchFamily="18" charset="-120"/>
              </a:endParaRPr>
            </a:p>
          </p:txBody>
        </p:sp>
        <p:sp>
          <p:nvSpPr>
            <p:cNvPr id="40040" name="Text Box 2148"/>
            <p:cNvSpPr txBox="1"/>
            <p:nvPr/>
          </p:nvSpPr>
          <p:spPr>
            <a:xfrm>
              <a:off x="2057400" y="6477000"/>
              <a:ext cx="552762" cy="452696"/>
            </a:xfrm>
            <a:prstGeom prst="rect">
              <a:avLst/>
            </a:prstGeom>
            <a:noFill/>
            <a:ln w="9525">
              <a:noFill/>
            </a:ln>
          </p:spPr>
          <p:txBody>
            <a:bodyPr wrap="none" lIns="64291" tIns="32146" rIns="64291" bIns="32146">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r>
                <a:rPr lang="en-US" altLang="zh-TW" sz="2000" i="1" dirty="0">
                  <a:solidFill>
                    <a:srgbClr val="000000"/>
                  </a:solidFill>
                  <a:latin typeface="Times" pitchFamily="34" charset="0"/>
                  <a:ea typeface="PMingLiU" pitchFamily="18" charset="-120"/>
                </a:rPr>
                <a:t>sc8</a:t>
              </a:r>
              <a:endParaRPr lang="en-US" altLang="zh-TW" sz="2000" i="1" dirty="0">
                <a:solidFill>
                  <a:srgbClr val="000000"/>
                </a:solidFill>
                <a:latin typeface="Times" pitchFamily="34" charset="0"/>
                <a:ea typeface="PMingLiU" pitchFamily="18" charset="-120"/>
              </a:endParaRPr>
            </a:p>
          </p:txBody>
        </p:sp>
        <p:sp>
          <p:nvSpPr>
            <p:cNvPr id="40041" name="Text Box 2149"/>
            <p:cNvSpPr txBox="1"/>
            <p:nvPr/>
          </p:nvSpPr>
          <p:spPr>
            <a:xfrm>
              <a:off x="1143000" y="2452688"/>
              <a:ext cx="552762" cy="452696"/>
            </a:xfrm>
            <a:prstGeom prst="rect">
              <a:avLst/>
            </a:prstGeom>
            <a:noFill/>
            <a:ln w="9525">
              <a:noFill/>
            </a:ln>
          </p:spPr>
          <p:txBody>
            <a:bodyPr wrap="none" lIns="64291" tIns="32146" rIns="64291" bIns="32146">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r>
                <a:rPr lang="en-US" altLang="zh-TW" sz="2000" i="1" dirty="0">
                  <a:solidFill>
                    <a:srgbClr val="000000"/>
                  </a:solidFill>
                  <a:latin typeface="Times" pitchFamily="34" charset="0"/>
                  <a:ea typeface="PMingLiU" pitchFamily="18" charset="-120"/>
                </a:rPr>
                <a:t>sc8</a:t>
              </a:r>
              <a:endParaRPr lang="en-US" altLang="zh-TW" sz="2000" i="1" dirty="0">
                <a:solidFill>
                  <a:srgbClr val="000000"/>
                </a:solidFill>
                <a:latin typeface="Times" pitchFamily="34" charset="0"/>
                <a:ea typeface="PMingLiU" pitchFamily="18" charset="-120"/>
              </a:endParaRPr>
            </a:p>
          </p:txBody>
        </p:sp>
        <p:sp>
          <p:nvSpPr>
            <p:cNvPr id="40042" name="Oval 2150"/>
            <p:cNvSpPr/>
            <p:nvPr/>
          </p:nvSpPr>
          <p:spPr>
            <a:xfrm>
              <a:off x="1828800" y="2833688"/>
              <a:ext cx="1447800" cy="1828800"/>
            </a:xfrm>
            <a:prstGeom prst="ellipse">
              <a:avLst/>
            </a:prstGeom>
            <a:noFill/>
            <a:ln w="38100" cap="flat" cmpd="sng">
              <a:solidFill>
                <a:srgbClr val="FF00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40043" name="Text Box 2151"/>
            <p:cNvSpPr txBox="1"/>
            <p:nvPr/>
          </p:nvSpPr>
          <p:spPr>
            <a:xfrm>
              <a:off x="495300" y="4052888"/>
              <a:ext cx="770817" cy="452696"/>
            </a:xfrm>
            <a:prstGeom prst="rect">
              <a:avLst/>
            </a:prstGeom>
            <a:noFill/>
            <a:ln w="9525">
              <a:noFill/>
            </a:ln>
          </p:spPr>
          <p:txBody>
            <a:bodyPr wrap="none" lIns="64291" tIns="32146" rIns="64291" bIns="32146">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r>
                <a:rPr lang="en-US" altLang="zh-TW" sz="2000" i="1" dirty="0">
                  <a:solidFill>
                    <a:srgbClr val="000000"/>
                  </a:solidFill>
                  <a:latin typeface="Times" pitchFamily="34" charset="0"/>
                  <a:ea typeface="PMingLiU" pitchFamily="18" charset="-120"/>
                </a:rPr>
                <a:t>LN1’</a:t>
              </a:r>
              <a:endParaRPr lang="en-US" altLang="zh-TW" sz="2000" i="1" dirty="0">
                <a:solidFill>
                  <a:srgbClr val="000000"/>
                </a:solidFill>
                <a:latin typeface="Times" pitchFamily="34" charset="0"/>
                <a:ea typeface="PMingLiU" pitchFamily="18" charset="-120"/>
              </a:endParaRPr>
            </a:p>
          </p:txBody>
        </p:sp>
        <p:sp>
          <p:nvSpPr>
            <p:cNvPr id="40044" name="Oval 2152"/>
            <p:cNvSpPr/>
            <p:nvPr/>
          </p:nvSpPr>
          <p:spPr>
            <a:xfrm>
              <a:off x="3429000" y="5791200"/>
              <a:ext cx="228600" cy="2286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cxnSp>
          <p:nvCxnSpPr>
            <p:cNvPr id="40045" name="AutoShape 2153"/>
            <p:cNvCxnSpPr>
              <a:stCxn id="39996" idx="4"/>
              <a:endCxn id="40044" idx="0"/>
            </p:cNvCxnSpPr>
            <p:nvPr/>
          </p:nvCxnSpPr>
          <p:spPr>
            <a:xfrm flipH="1">
              <a:off x="3543300" y="5410200"/>
              <a:ext cx="228600" cy="381000"/>
            </a:xfrm>
            <a:prstGeom prst="straightConnector1">
              <a:avLst/>
            </a:prstGeom>
            <a:ln w="9525" cap="flat" cmpd="sng">
              <a:solidFill>
                <a:schemeClr val="tx1"/>
              </a:solidFill>
              <a:prstDash val="solid"/>
              <a:headEnd type="none" w="med" len="med"/>
              <a:tailEnd type="none" w="med" len="med"/>
            </a:ln>
          </p:spPr>
        </p:cxnSp>
        <p:sp>
          <p:nvSpPr>
            <p:cNvPr id="40046" name="Text Box 2154"/>
            <p:cNvSpPr txBox="1"/>
            <p:nvPr/>
          </p:nvSpPr>
          <p:spPr>
            <a:xfrm>
              <a:off x="3494088" y="5791200"/>
              <a:ext cx="837704" cy="452696"/>
            </a:xfrm>
            <a:prstGeom prst="rect">
              <a:avLst/>
            </a:prstGeom>
            <a:noFill/>
            <a:ln w="9525">
              <a:noFill/>
            </a:ln>
          </p:spPr>
          <p:txBody>
            <a:bodyPr wrap="none" lIns="64291" tIns="32146" rIns="64291" bIns="32146">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r>
                <a:rPr lang="en-US" altLang="zh-TW" sz="2000" i="1" dirty="0">
                  <a:solidFill>
                    <a:srgbClr val="000000"/>
                  </a:solidFill>
                  <a:latin typeface="Times" pitchFamily="34" charset="0"/>
                  <a:ea typeface="PMingLiU" pitchFamily="18" charset="-120"/>
                </a:rPr>
                <a:t>LN1”</a:t>
              </a:r>
              <a:endParaRPr lang="en-US" altLang="zh-TW" sz="2000" i="1" dirty="0">
                <a:solidFill>
                  <a:srgbClr val="000000"/>
                </a:solidFill>
                <a:latin typeface="Times" pitchFamily="34" charset="0"/>
                <a:ea typeface="PMingLiU" pitchFamily="18" charset="-120"/>
              </a:endParaRPr>
            </a:p>
          </p:txBody>
        </p:sp>
        <p:sp>
          <p:nvSpPr>
            <p:cNvPr id="40047" name="Oval 2156"/>
            <p:cNvSpPr/>
            <p:nvPr/>
          </p:nvSpPr>
          <p:spPr>
            <a:xfrm>
              <a:off x="0" y="1828800"/>
              <a:ext cx="3429000" cy="3352800"/>
            </a:xfrm>
            <a:prstGeom prst="ellipse">
              <a:avLst/>
            </a:prstGeom>
            <a:noFill/>
            <a:ln w="38100" cap="flat" cmpd="sng">
              <a:solidFill>
                <a:srgbClr val="FF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40048" name="Oval 2157"/>
            <p:cNvSpPr/>
            <p:nvPr/>
          </p:nvSpPr>
          <p:spPr>
            <a:xfrm>
              <a:off x="3429000" y="1524000"/>
              <a:ext cx="5410200" cy="3352800"/>
            </a:xfrm>
            <a:prstGeom prst="ellipse">
              <a:avLst/>
            </a:prstGeom>
            <a:noFill/>
            <a:ln w="38100" cap="flat" cmpd="sng">
              <a:solidFill>
                <a:srgbClr val="FF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40049" name="Oval 2158"/>
            <p:cNvSpPr/>
            <p:nvPr/>
          </p:nvSpPr>
          <p:spPr>
            <a:xfrm>
              <a:off x="4267200" y="5181600"/>
              <a:ext cx="228600" cy="2286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sp>
          <p:nvSpPr>
            <p:cNvPr id="40050" name="Text Box 2159"/>
            <p:cNvSpPr txBox="1"/>
            <p:nvPr/>
          </p:nvSpPr>
          <p:spPr>
            <a:xfrm>
              <a:off x="2927350" y="5105400"/>
              <a:ext cx="869811" cy="452696"/>
            </a:xfrm>
            <a:prstGeom prst="rect">
              <a:avLst/>
            </a:prstGeom>
            <a:noFill/>
            <a:ln w="9525">
              <a:noFill/>
            </a:ln>
          </p:spPr>
          <p:txBody>
            <a:bodyPr wrap="none" lIns="64291" tIns="32146" rIns="64291" bIns="32146">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r>
                <a:rPr lang="en-US" altLang="zh-TW" sz="2000" i="1" dirty="0">
                  <a:solidFill>
                    <a:srgbClr val="000000"/>
                  </a:solidFill>
                  <a:latin typeface="Times" pitchFamily="34" charset="0"/>
                  <a:ea typeface="PMingLiU" pitchFamily="18" charset="-120"/>
                </a:rPr>
                <a:t>NLN1</a:t>
              </a:r>
              <a:endParaRPr lang="en-US" altLang="zh-TW" sz="2000" i="1" dirty="0">
                <a:solidFill>
                  <a:srgbClr val="000000"/>
                </a:solidFill>
                <a:latin typeface="Times" pitchFamily="34" charset="0"/>
                <a:ea typeface="PMingLiU" pitchFamily="18" charset="-120"/>
              </a:endParaRPr>
            </a:p>
          </p:txBody>
        </p:sp>
        <p:sp>
          <p:nvSpPr>
            <p:cNvPr id="40051" name="Text Box 2160"/>
            <p:cNvSpPr txBox="1"/>
            <p:nvPr/>
          </p:nvSpPr>
          <p:spPr>
            <a:xfrm>
              <a:off x="4648200" y="5105400"/>
              <a:ext cx="869811" cy="452696"/>
            </a:xfrm>
            <a:prstGeom prst="rect">
              <a:avLst/>
            </a:prstGeom>
            <a:noFill/>
            <a:ln w="9525">
              <a:noFill/>
            </a:ln>
          </p:spPr>
          <p:txBody>
            <a:bodyPr wrap="none" lIns="64291" tIns="32146" rIns="64291" bIns="32146">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r>
                <a:rPr lang="en-US" altLang="zh-TW" sz="2000" i="1" dirty="0">
                  <a:solidFill>
                    <a:srgbClr val="000000"/>
                  </a:solidFill>
                  <a:latin typeface="Times" pitchFamily="34" charset="0"/>
                  <a:ea typeface="PMingLiU" pitchFamily="18" charset="-120"/>
                </a:rPr>
                <a:t>NLN2</a:t>
              </a:r>
              <a:endParaRPr lang="en-US" altLang="zh-TW" sz="2000" i="1" dirty="0">
                <a:solidFill>
                  <a:srgbClr val="000000"/>
                </a:solidFill>
                <a:latin typeface="Times" pitchFamily="34" charset="0"/>
                <a:ea typeface="PMingLiU" pitchFamily="18" charset="-120"/>
              </a:endParaRPr>
            </a:p>
          </p:txBody>
        </p:sp>
        <p:sp>
          <p:nvSpPr>
            <p:cNvPr id="40052" name="Oval 2161"/>
            <p:cNvSpPr/>
            <p:nvPr/>
          </p:nvSpPr>
          <p:spPr>
            <a:xfrm>
              <a:off x="3962400" y="4648200"/>
              <a:ext cx="228600" cy="228600"/>
            </a:xfrm>
            <a:prstGeom prst="ellipse">
              <a:avLst/>
            </a:prstGeom>
            <a:solidFill>
              <a:srgbClr val="00FF00"/>
            </a:solidFill>
            <a:ln w="9525" cap="flat" cmpd="sng">
              <a:solidFill>
                <a:srgbClr val="00FF00"/>
              </a:solidFill>
              <a:prstDash val="solid"/>
              <a:headEnd type="none" w="med" len="med"/>
              <a:tailEnd type="none" w="med" len="med"/>
            </a:ln>
          </p:spPr>
          <p:txBody>
            <a:bodyPr wrap="none" lIns="64291" tIns="32146" rIns="64291" bIns="32146"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defTabSz="643255" eaLnBrk="1" hangingPunct="1">
                <a:spcBef>
                  <a:spcPct val="0"/>
                </a:spcBef>
                <a:buClrTx/>
                <a:buSzTx/>
                <a:buFontTx/>
                <a:buNone/>
              </a:pPr>
              <a:endParaRPr lang="zh-CN" altLang="en-US" sz="2000" i="1" dirty="0">
                <a:solidFill>
                  <a:srgbClr val="000000"/>
                </a:solidFill>
                <a:latin typeface="Times" pitchFamily="34" charset="0"/>
                <a:ea typeface="宋体" panose="02010600030101010101" pitchFamily="2" charset="-122"/>
              </a:endParaRPr>
            </a:p>
          </p:txBody>
        </p:sp>
        <p:cxnSp>
          <p:nvCxnSpPr>
            <p:cNvPr id="40053" name="AutoShape 2162"/>
            <p:cNvCxnSpPr>
              <a:stCxn id="39996" idx="7"/>
              <a:endCxn id="40052" idx="4"/>
            </p:cNvCxnSpPr>
            <p:nvPr/>
          </p:nvCxnSpPr>
          <p:spPr>
            <a:xfrm flipV="1">
              <a:off x="3852863" y="4876800"/>
              <a:ext cx="223837" cy="338138"/>
            </a:xfrm>
            <a:prstGeom prst="straightConnector1">
              <a:avLst/>
            </a:prstGeom>
            <a:ln w="9525" cap="flat" cmpd="sng">
              <a:solidFill>
                <a:schemeClr val="tx1"/>
              </a:solidFill>
              <a:prstDash val="solid"/>
              <a:headEnd type="none" w="med" len="med"/>
              <a:tailEnd type="none" w="med" len="med"/>
            </a:ln>
          </p:spPr>
        </p:cxnSp>
        <p:cxnSp>
          <p:nvCxnSpPr>
            <p:cNvPr id="40054" name="AutoShape 2163"/>
            <p:cNvCxnSpPr>
              <a:stCxn id="40052" idx="4"/>
              <a:endCxn id="40049" idx="1"/>
            </p:cNvCxnSpPr>
            <p:nvPr/>
          </p:nvCxnSpPr>
          <p:spPr>
            <a:xfrm>
              <a:off x="4076700" y="4876800"/>
              <a:ext cx="223838" cy="338138"/>
            </a:xfrm>
            <a:prstGeom prst="straightConnector1">
              <a:avLst/>
            </a:prstGeom>
            <a:ln w="9525" cap="flat" cmpd="sng">
              <a:solidFill>
                <a:schemeClr val="tx1"/>
              </a:solidFill>
              <a:prstDash val="solid"/>
              <a:headEnd type="none" w="med" len="med"/>
              <a:tailEnd type="none" w="med" len="med"/>
            </a:ln>
          </p:spPr>
        </p:cxnSp>
      </p:grpSp>
    </p:spTree>
  </p:cSld>
  <p:clrMapOvr>
    <a:masterClrMapping/>
  </p:clrMapOvr>
  <p:transition>
    <p:zoom/>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6" name="灯片编号占位符 1"/>
          <p:cNvSpPr txBox="1">
            <a:spLocks noGrp="1"/>
          </p:cNvSpPr>
          <p:nvPr>
            <p:ph type="sldNum" sz="quarter" idx="10"/>
          </p:nvPr>
        </p:nvSpPr>
        <p:spPr>
          <a:ln/>
        </p:spPr>
        <p:txBody>
          <a:bodyPr anchor="b" anchorCtr="0"/>
          <a:p>
            <a:pPr marL="0" indent="0" algn="r" eaLnBrk="1" hangingPunct="1">
              <a:spcBef>
                <a:spcPct val="0"/>
              </a:spcBef>
              <a:buClrTx/>
              <a:buSzTx/>
              <a:buFontTx/>
              <a:buNone/>
            </a:pPr>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41987" name="日期占位符 3"/>
          <p:cNvSpPr txBox="1">
            <a:spLocks noGrp="1"/>
          </p:cNvSpPr>
          <p:nvPr/>
        </p:nvSpPr>
        <p:spPr>
          <a:xfrm>
            <a:off x="457200" y="6245225"/>
            <a:ext cx="2133600" cy="476250"/>
          </a:xfrm>
          <a:prstGeom prst="rect">
            <a:avLst/>
          </a:prstGeom>
          <a:noFill/>
          <a:ln w="9525">
            <a:noFill/>
          </a:ln>
        </p:spPr>
        <p:txBody>
          <a:bodyPr lIns="64258" tIns="32128" rIns="64258" bIns="32128"/>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defTabSz="643255" eaLnBrk="1" hangingPunct="1">
              <a:spcBef>
                <a:spcPct val="0"/>
              </a:spcBef>
              <a:buClrTx/>
              <a:buSzTx/>
              <a:buFontTx/>
              <a:buNone/>
            </a:pPr>
            <a:fld id="{BB962C8B-B14F-4D97-AF65-F5344CB8AC3E}" type="datetime4">
              <a:rPr lang="en-US" altLang="zh-CN" sz="1000" dirty="0">
                <a:latin typeface="Times" pitchFamily="34" charset="0"/>
                <a:ea typeface="宋体" panose="02010600030101010101" pitchFamily="2" charset="-122"/>
              </a:rPr>
            </a:fld>
            <a:endParaRPr lang="en-US" altLang="zh-CN" sz="1000" dirty="0">
              <a:latin typeface="Times" pitchFamily="34" charset="0"/>
              <a:ea typeface="宋体" panose="02010600030101010101" pitchFamily="2" charset="-122"/>
            </a:endParaRPr>
          </a:p>
        </p:txBody>
      </p:sp>
      <p:sp>
        <p:nvSpPr>
          <p:cNvPr id="41988" name="灯片编号占位符 4"/>
          <p:cNvSpPr txBox="1">
            <a:spLocks noGrp="1"/>
          </p:cNvSpPr>
          <p:nvPr/>
        </p:nvSpPr>
        <p:spPr>
          <a:xfrm>
            <a:off x="6553200" y="6245225"/>
            <a:ext cx="2133600" cy="476250"/>
          </a:xfrm>
          <a:prstGeom prst="rect">
            <a:avLst/>
          </a:prstGeom>
          <a:noFill/>
          <a:ln w="9525">
            <a:noFill/>
          </a:ln>
        </p:spPr>
        <p:txBody>
          <a:bodyPr lIns="64258" tIns="32128" rIns="64258" bIns="32128"/>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r" defTabSz="643255" eaLnBrk="1" hangingPunct="1">
              <a:spcBef>
                <a:spcPct val="0"/>
              </a:spcBef>
              <a:buClrTx/>
              <a:buSzTx/>
              <a:buFontTx/>
              <a:buNone/>
            </a:pPr>
            <a:fld id="{9A0DB2DC-4C9A-4742-B13C-FB6460FD3503}" type="slidenum">
              <a:rPr lang="zh-CN" altLang="en-US" sz="1000" dirty="0">
                <a:latin typeface="Times" pitchFamily="34" charset="0"/>
                <a:ea typeface="宋体" panose="02010600030101010101" pitchFamily="2" charset="-122"/>
              </a:rPr>
            </a:fld>
            <a:endParaRPr lang="zh-CN" altLang="en-US" sz="1000" dirty="0">
              <a:latin typeface="Times" pitchFamily="34" charset="0"/>
              <a:ea typeface="宋体" panose="02010600030101010101" pitchFamily="2" charset="-122"/>
            </a:endParaRPr>
          </a:p>
        </p:txBody>
      </p:sp>
      <p:sp>
        <p:nvSpPr>
          <p:cNvPr id="41989" name="Rectangle 2"/>
          <p:cNvSpPr/>
          <p:nvPr>
            <p:ph type="title" idx="4294967295"/>
          </p:nvPr>
        </p:nvSpPr>
        <p:spPr>
          <a:ln/>
        </p:spPr>
        <p:txBody>
          <a:bodyPr vert="horz" wrap="square" lIns="64258" tIns="32128" rIns="64258" bIns="32128" anchor="ctr" anchorCtr="0"/>
          <a:p>
            <a:pPr marL="25400" indent="0" eaLnBrk="1" hangingPunct="1"/>
            <a:r>
              <a:rPr lang="en-US" altLang="zh-CN" dirty="0">
                <a:ea typeface="宋体" panose="02010600030101010101" pitchFamily="2" charset="-122"/>
              </a:rPr>
              <a:t>BIRCH Overview</a:t>
            </a:r>
            <a:endParaRPr lang="zh-CN" altLang="en-US" dirty="0">
              <a:ea typeface="宋体" panose="02010600030101010101" pitchFamily="2" charset="-122"/>
            </a:endParaRPr>
          </a:p>
        </p:txBody>
      </p:sp>
      <p:pic>
        <p:nvPicPr>
          <p:cNvPr id="41990" name="Picture 7"/>
          <p:cNvPicPr>
            <a:picLocks noChangeAspect="1"/>
          </p:cNvPicPr>
          <p:nvPr/>
        </p:nvPicPr>
        <p:blipFill>
          <a:blip r:embed="rId1"/>
          <a:stretch>
            <a:fillRect/>
          </a:stretch>
        </p:blipFill>
        <p:spPr>
          <a:xfrm>
            <a:off x="2322513" y="1660525"/>
            <a:ext cx="4821237" cy="4748213"/>
          </a:xfrm>
          <a:prstGeom prst="rect">
            <a:avLst/>
          </a:prstGeom>
          <a:noFill/>
          <a:ln w="9525">
            <a:noFill/>
          </a:ln>
        </p:spPr>
      </p:pic>
    </p:spTree>
  </p:cSld>
  <p:clrMapOvr>
    <a:masterClrMapping/>
  </p:clrMapOvr>
  <p:transition>
    <p:zoom/>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4" name="Rectangle 16"/>
          <p:cNvSpPr txBox="1">
            <a:spLocks noGrp="1"/>
          </p:cNvSpPr>
          <p:nvPr>
            <p:ph type="sldNum" sz="quarter" idx="4"/>
          </p:nvPr>
        </p:nvSpPr>
        <p:spPr>
          <a:ln/>
        </p:spPr>
        <p:txBody>
          <a:bodyPr anchor="b" anchorCtr="0"/>
          <a:p>
            <a:pPr marL="0" indent="0" algn="r" eaLnBrk="1" hangingPunct="1">
              <a:spcBef>
                <a:spcPct val="0"/>
              </a:spcBef>
              <a:buClrTx/>
              <a:buSzTx/>
              <a:buFontTx/>
              <a:buNone/>
            </a:pPr>
            <a:fld id="{9A0DB2DC-4C9A-4742-B13C-FB6460FD3503}" type="slidenum">
              <a:rPr lang="zh-CN" altLang="en-US" dirty="0">
                <a:latin typeface="+mn-lt"/>
                <a:ea typeface="宋体" panose="02010600030101010101" pitchFamily="2" charset="-122"/>
                <a:cs typeface="+mn-cs"/>
              </a:rPr>
            </a:fld>
            <a:endParaRPr lang="zh-CN" altLang="en-US" dirty="0">
              <a:latin typeface="+mn-lt"/>
              <a:ea typeface="宋体" panose="02010600030101010101" pitchFamily="2" charset="-122"/>
              <a:cs typeface="+mn-cs"/>
            </a:endParaRPr>
          </a:p>
        </p:txBody>
      </p:sp>
      <p:sp>
        <p:nvSpPr>
          <p:cNvPr id="44035" name="Rectangle 2"/>
          <p:cNvSpPr>
            <a:spLocks noGrp="1"/>
          </p:cNvSpPr>
          <p:nvPr>
            <p:ph type="ctrTitle"/>
          </p:nvPr>
        </p:nvSpPr>
        <p:spPr>
          <a:ln/>
        </p:spPr>
        <p:txBody>
          <a:bodyPr vert="horz" wrap="square" lIns="91440" tIns="45720" rIns="91440" bIns="45720" anchor="b" anchorCtr="0"/>
          <a:p>
            <a:pPr eaLnBrk="1" hangingPunct="1">
              <a:buClrTx/>
              <a:buSzTx/>
              <a:buFontTx/>
            </a:pPr>
            <a:r>
              <a:rPr lang="en-US" altLang="zh-CN" sz="3200" dirty="0">
                <a:latin typeface="+mj-lt"/>
                <a:ea typeface="宋体" panose="02010600030101010101" pitchFamily="2" charset="-122"/>
                <a:cs typeface="+mj-cs"/>
              </a:rPr>
              <a:t>LinkClus: Efficient Clustering via Heterogeneous Semantic Links</a:t>
            </a:r>
            <a:endParaRPr lang="en-US" altLang="zh-CN" sz="3200" dirty="0">
              <a:latin typeface="+mj-lt"/>
              <a:ea typeface="宋体" panose="02010600030101010101" pitchFamily="2" charset="-122"/>
              <a:cs typeface="+mj-cs"/>
            </a:endParaRPr>
          </a:p>
        </p:txBody>
      </p:sp>
      <p:sp>
        <p:nvSpPr>
          <p:cNvPr id="44036" name="Rectangle 3"/>
          <p:cNvSpPr>
            <a:spLocks noGrp="1"/>
          </p:cNvSpPr>
          <p:nvPr>
            <p:ph type="subTitle" idx="1"/>
          </p:nvPr>
        </p:nvSpPr>
        <p:spPr>
          <a:xfrm>
            <a:off x="1371600" y="4038600"/>
            <a:ext cx="6400800" cy="1600200"/>
          </a:xfrm>
          <a:ln/>
        </p:spPr>
        <p:txBody>
          <a:bodyPr vert="horz" wrap="square" lIns="91440" tIns="45720" rIns="91440" bIns="45720" anchor="t" anchorCtr="0"/>
          <a:p>
            <a:pPr eaLnBrk="1" hangingPunct="1">
              <a:lnSpc>
                <a:spcPct val="80000"/>
              </a:lnSpc>
              <a:buSzPct val="60000"/>
            </a:pPr>
            <a:r>
              <a:rPr lang="en-US" altLang="zh-CN" sz="2000" dirty="0">
                <a:latin typeface="+mn-lt"/>
                <a:ea typeface="宋体" panose="02010600030101010101" pitchFamily="2" charset="-122"/>
                <a:cs typeface="+mn-cs"/>
              </a:rPr>
              <a:t>Xiaoxin Yin, Jiawei Han</a:t>
            </a:r>
            <a:endParaRPr lang="en-US" altLang="zh-CN" sz="2000" dirty="0">
              <a:latin typeface="+mn-lt"/>
              <a:ea typeface="宋体" panose="02010600030101010101" pitchFamily="2" charset="-122"/>
              <a:cs typeface="+mn-cs"/>
            </a:endParaRPr>
          </a:p>
          <a:p>
            <a:pPr eaLnBrk="1" hangingPunct="1">
              <a:lnSpc>
                <a:spcPct val="80000"/>
              </a:lnSpc>
              <a:buSzPct val="60000"/>
            </a:pPr>
            <a:r>
              <a:rPr lang="en-US" altLang="zh-CN" sz="2000" dirty="0">
                <a:latin typeface="+mn-lt"/>
                <a:ea typeface="宋体" panose="02010600030101010101" pitchFamily="2" charset="-122"/>
                <a:cs typeface="+mn-cs"/>
              </a:rPr>
              <a:t>Univ. of Illinois at Urbana-Champaign</a:t>
            </a:r>
            <a:endParaRPr lang="en-US" altLang="zh-CN" sz="2000" dirty="0">
              <a:latin typeface="+mn-lt"/>
              <a:ea typeface="宋体" panose="02010600030101010101" pitchFamily="2" charset="-122"/>
              <a:cs typeface="+mn-cs"/>
            </a:endParaRPr>
          </a:p>
          <a:p>
            <a:pPr eaLnBrk="1" hangingPunct="1">
              <a:lnSpc>
                <a:spcPct val="80000"/>
              </a:lnSpc>
              <a:buSzPct val="60000"/>
            </a:pPr>
            <a:r>
              <a:rPr lang="en-US" altLang="zh-CN" sz="2000" dirty="0">
                <a:latin typeface="+mn-lt"/>
                <a:ea typeface="宋体" panose="02010600030101010101" pitchFamily="2" charset="-122"/>
                <a:cs typeface="+mn-cs"/>
              </a:rPr>
              <a:t>Philip S. Yu</a:t>
            </a:r>
            <a:endParaRPr lang="en-US" altLang="zh-CN" sz="2000" dirty="0">
              <a:latin typeface="+mn-lt"/>
              <a:ea typeface="宋体" panose="02010600030101010101" pitchFamily="2" charset="-122"/>
              <a:cs typeface="+mn-cs"/>
            </a:endParaRPr>
          </a:p>
          <a:p>
            <a:pPr eaLnBrk="1" hangingPunct="1">
              <a:lnSpc>
                <a:spcPct val="80000"/>
              </a:lnSpc>
              <a:buSzPct val="60000"/>
            </a:pPr>
            <a:r>
              <a:rPr lang="en-US" altLang="zh-CN" sz="2000" dirty="0">
                <a:latin typeface="+mn-lt"/>
                <a:ea typeface="宋体" panose="02010600030101010101" pitchFamily="2" charset="-122"/>
                <a:cs typeface="+mn-cs"/>
              </a:rPr>
              <a:t>IBM T.J. Watson Research Center</a:t>
            </a:r>
            <a:endParaRPr lang="en-US" altLang="zh-CN" sz="2000" dirty="0">
              <a:latin typeface="+mn-lt"/>
              <a:ea typeface="宋体" panose="02010600030101010101" pitchFamily="2" charset="-122"/>
              <a:cs typeface="+mn-cs"/>
            </a:endParaRPr>
          </a:p>
        </p:txBody>
      </p:sp>
    </p:spTree>
  </p:cSld>
  <p:clrMapOvr>
    <a:masterClrMapping/>
  </p:clrMapOvr>
  <p:transition>
    <p:zoom/>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8" name="灯片编号占位符 3"/>
          <p:cNvSpPr txBox="1">
            <a:spLocks noGrp="1"/>
          </p:cNvSpPr>
          <p:nvPr>
            <p:ph type="sldNum" sz="quarter" idx="10"/>
          </p:nvPr>
        </p:nvSpPr>
        <p:spPr>
          <a:ln/>
        </p:spPr>
        <p:txBody>
          <a:bodyPr anchor="b" anchorCtr="0"/>
          <a:p>
            <a:pPr marL="0" indent="0" algn="r" eaLnBrk="1" hangingPunct="1">
              <a:spcBef>
                <a:spcPct val="0"/>
              </a:spcBef>
              <a:buClrTx/>
              <a:buSzTx/>
              <a:buFontTx/>
              <a:buNone/>
            </a:pPr>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45059" name="Rectangle 2"/>
          <p:cNvSpPr>
            <a:spLocks noGrp="1"/>
          </p:cNvSpPr>
          <p:nvPr>
            <p:ph type="title"/>
          </p:nvPr>
        </p:nvSpPr>
        <p:spPr>
          <a:ln/>
        </p:spPr>
        <p:txBody>
          <a:bodyPr vert="horz" wrap="square" lIns="91440" tIns="45720" rIns="91440" bIns="45720" anchor="b" anchorCtr="0"/>
          <a:p>
            <a:pPr eaLnBrk="1" hangingPunct="1"/>
            <a:r>
              <a:rPr lang="en-US" altLang="zh-CN" dirty="0">
                <a:ea typeface="宋体" panose="02010600030101010101" pitchFamily="2" charset="-122"/>
              </a:rPr>
              <a:t>A Motivating Example</a:t>
            </a:r>
            <a:endParaRPr lang="en-US" altLang="zh-CN" dirty="0">
              <a:ea typeface="宋体" panose="02010600030101010101" pitchFamily="2" charset="-122"/>
            </a:endParaRPr>
          </a:p>
        </p:txBody>
      </p:sp>
      <p:sp>
        <p:nvSpPr>
          <p:cNvPr id="1933315" name="Rectangle 3"/>
          <p:cNvSpPr>
            <a:spLocks noGrp="1"/>
          </p:cNvSpPr>
          <p:nvPr>
            <p:ph idx="1"/>
          </p:nvPr>
        </p:nvSpPr>
        <p:spPr>
          <a:xfrm>
            <a:off x="381000" y="5254625"/>
            <a:ext cx="8382000" cy="1222375"/>
          </a:xfrm>
          <a:ln/>
        </p:spPr>
        <p:txBody>
          <a:bodyPr vert="horz" wrap="square" lIns="91440" tIns="45720" rIns="91440" bIns="45720" anchor="t" anchorCtr="0"/>
          <a:p>
            <a:pPr eaLnBrk="1" hangingPunct="1">
              <a:lnSpc>
                <a:spcPct val="90000"/>
              </a:lnSpc>
              <a:buNone/>
            </a:pPr>
            <a:r>
              <a:rPr lang="en-US" altLang="zh-CN" sz="2400" dirty="0">
                <a:ea typeface="宋体" panose="02010600030101010101" pitchFamily="2" charset="-122"/>
              </a:rPr>
              <a:t>Questions:</a:t>
            </a:r>
            <a:endParaRPr lang="en-US" altLang="zh-CN" sz="2400" dirty="0">
              <a:ea typeface="宋体" panose="02010600030101010101" pitchFamily="2" charset="-122"/>
            </a:endParaRPr>
          </a:p>
          <a:p>
            <a:pPr eaLnBrk="1" hangingPunct="1">
              <a:lnSpc>
                <a:spcPct val="90000"/>
              </a:lnSpc>
              <a:buNone/>
            </a:pPr>
            <a:r>
              <a:rPr lang="en-US" altLang="zh-CN" sz="2000" dirty="0">
                <a:ea typeface="宋体" panose="02010600030101010101" pitchFamily="2" charset="-122"/>
              </a:rPr>
              <a:t>Q1: How to cluster each type of objects?</a:t>
            </a:r>
            <a:endParaRPr lang="en-US" altLang="zh-CN" sz="2000" dirty="0">
              <a:ea typeface="宋体" panose="02010600030101010101" pitchFamily="2" charset="-122"/>
            </a:endParaRPr>
          </a:p>
          <a:p>
            <a:pPr eaLnBrk="1" hangingPunct="1">
              <a:lnSpc>
                <a:spcPct val="90000"/>
              </a:lnSpc>
              <a:buNone/>
            </a:pPr>
            <a:r>
              <a:rPr lang="en-US" altLang="zh-CN" sz="2000" dirty="0">
                <a:ea typeface="宋体" panose="02010600030101010101" pitchFamily="2" charset="-122"/>
              </a:rPr>
              <a:t>Q2: How to define similarity between each type of objects?</a:t>
            </a:r>
            <a:endParaRPr lang="en-US" altLang="zh-CN" sz="2000" dirty="0">
              <a:ea typeface="宋体" panose="02010600030101010101" pitchFamily="2" charset="-122"/>
            </a:endParaRPr>
          </a:p>
        </p:txBody>
      </p:sp>
      <p:sp>
        <p:nvSpPr>
          <p:cNvPr id="45061" name="Rectangle 4"/>
          <p:cNvSpPr/>
          <p:nvPr/>
        </p:nvSpPr>
        <p:spPr>
          <a:xfrm>
            <a:off x="1752600" y="1371600"/>
            <a:ext cx="914400" cy="304800"/>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r>
              <a:rPr lang="en-US" altLang="zh-CN" sz="2200" dirty="0">
                <a:latin typeface="Times New Roman" panose="02020603050405020304" pitchFamily="18" charset="0"/>
                <a:ea typeface="宋体" panose="02010600030101010101" pitchFamily="2" charset="-122"/>
              </a:rPr>
              <a:t>Tom</a:t>
            </a:r>
            <a:endParaRPr lang="en-US" altLang="zh-CN" sz="2200" baseline="-25000" dirty="0">
              <a:latin typeface="Times New Roman" panose="02020603050405020304" pitchFamily="18" charset="0"/>
              <a:ea typeface="宋体" panose="02010600030101010101" pitchFamily="2" charset="-122"/>
            </a:endParaRPr>
          </a:p>
        </p:txBody>
      </p:sp>
      <p:sp>
        <p:nvSpPr>
          <p:cNvPr id="45062" name="Rectangle 5"/>
          <p:cNvSpPr/>
          <p:nvPr/>
        </p:nvSpPr>
        <p:spPr>
          <a:xfrm>
            <a:off x="3810000" y="1371600"/>
            <a:ext cx="1066800" cy="304800"/>
          </a:xfrm>
          <a:prstGeom prst="rect">
            <a:avLst/>
          </a:prstGeom>
          <a:solidFill>
            <a:srgbClr val="FFFFFF"/>
          </a:solidFill>
          <a:ln w="9525" cap="flat" cmpd="sng">
            <a:solidFill>
              <a:schemeClr val="tx1"/>
            </a:solidFill>
            <a:prstDash val="solid"/>
            <a:miter/>
            <a:headEnd type="none" w="med" len="med"/>
            <a:tailEnd type="none" w="med" len="med"/>
          </a:ln>
        </p:spPr>
        <p:txBody>
          <a:bodyPr wrap="none" lIns="45720" tIns="0" rIns="45720" bIns="0"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r>
              <a:rPr lang="en-US" altLang="zh-CN" sz="2000" dirty="0">
                <a:latin typeface="Times New Roman" panose="02020603050405020304" pitchFamily="18" charset="0"/>
                <a:ea typeface="宋体" panose="02010600030101010101" pitchFamily="2" charset="-122"/>
              </a:rPr>
              <a:t>sigmod03</a:t>
            </a:r>
            <a:endParaRPr lang="en-US" altLang="zh-CN" sz="2000" dirty="0">
              <a:latin typeface="Times New Roman" panose="02020603050405020304" pitchFamily="18" charset="0"/>
              <a:ea typeface="宋体" panose="02010600030101010101" pitchFamily="2" charset="-122"/>
            </a:endParaRPr>
          </a:p>
        </p:txBody>
      </p:sp>
      <p:sp>
        <p:nvSpPr>
          <p:cNvPr id="45063" name="Rectangle 6"/>
          <p:cNvSpPr/>
          <p:nvPr/>
        </p:nvSpPr>
        <p:spPr>
          <a:xfrm>
            <a:off x="1752600" y="2133600"/>
            <a:ext cx="914400" cy="304800"/>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r>
              <a:rPr lang="en-US" altLang="zh-CN" sz="2200" dirty="0">
                <a:latin typeface="Times New Roman" panose="02020603050405020304" pitchFamily="18" charset="0"/>
                <a:ea typeface="宋体" panose="02010600030101010101" pitchFamily="2" charset="-122"/>
              </a:rPr>
              <a:t>Mike</a:t>
            </a:r>
            <a:endParaRPr lang="en-US" altLang="zh-CN" sz="2200" dirty="0">
              <a:latin typeface="Times New Roman" panose="02020603050405020304" pitchFamily="18" charset="0"/>
              <a:ea typeface="宋体" panose="02010600030101010101" pitchFamily="2" charset="-122"/>
            </a:endParaRPr>
          </a:p>
        </p:txBody>
      </p:sp>
      <p:sp>
        <p:nvSpPr>
          <p:cNvPr id="45064" name="Rectangle 7"/>
          <p:cNvSpPr/>
          <p:nvPr/>
        </p:nvSpPr>
        <p:spPr>
          <a:xfrm>
            <a:off x="1752600" y="2971800"/>
            <a:ext cx="914400" cy="304800"/>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r>
              <a:rPr lang="en-US" altLang="zh-CN" sz="2200" dirty="0">
                <a:latin typeface="Times New Roman" panose="02020603050405020304" pitchFamily="18" charset="0"/>
                <a:ea typeface="宋体" panose="02010600030101010101" pitchFamily="2" charset="-122"/>
              </a:rPr>
              <a:t>Cathy</a:t>
            </a:r>
            <a:endParaRPr lang="en-US" altLang="zh-CN" sz="2200" dirty="0">
              <a:latin typeface="Times New Roman" panose="02020603050405020304" pitchFamily="18" charset="0"/>
              <a:ea typeface="宋体" panose="02010600030101010101" pitchFamily="2" charset="-122"/>
            </a:endParaRPr>
          </a:p>
        </p:txBody>
      </p:sp>
      <p:sp>
        <p:nvSpPr>
          <p:cNvPr id="45065" name="Rectangle 8"/>
          <p:cNvSpPr/>
          <p:nvPr/>
        </p:nvSpPr>
        <p:spPr>
          <a:xfrm>
            <a:off x="1752600" y="3733800"/>
            <a:ext cx="914400" cy="304800"/>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r>
              <a:rPr lang="en-US" altLang="zh-CN" sz="2200" dirty="0">
                <a:latin typeface="Times New Roman" panose="02020603050405020304" pitchFamily="18" charset="0"/>
                <a:ea typeface="宋体" panose="02010600030101010101" pitchFamily="2" charset="-122"/>
              </a:rPr>
              <a:t>John</a:t>
            </a:r>
            <a:endParaRPr lang="en-US" altLang="zh-CN" sz="2200" dirty="0">
              <a:latin typeface="Times New Roman" panose="02020603050405020304" pitchFamily="18" charset="0"/>
              <a:ea typeface="宋体" panose="02010600030101010101" pitchFamily="2" charset="-122"/>
            </a:endParaRPr>
          </a:p>
        </p:txBody>
      </p:sp>
      <p:sp>
        <p:nvSpPr>
          <p:cNvPr id="45066" name="Rectangle 9"/>
          <p:cNvSpPr/>
          <p:nvPr/>
        </p:nvSpPr>
        <p:spPr>
          <a:xfrm>
            <a:off x="3810000" y="1828800"/>
            <a:ext cx="1066800" cy="304800"/>
          </a:xfrm>
          <a:prstGeom prst="rect">
            <a:avLst/>
          </a:prstGeom>
          <a:solidFill>
            <a:srgbClr val="FFFFFF"/>
          </a:solidFill>
          <a:ln w="9525" cap="flat" cmpd="sng">
            <a:solidFill>
              <a:schemeClr val="tx1"/>
            </a:solidFill>
            <a:prstDash val="solid"/>
            <a:miter/>
            <a:headEnd type="none" w="med" len="med"/>
            <a:tailEnd type="none" w="med" len="med"/>
          </a:ln>
        </p:spPr>
        <p:txBody>
          <a:bodyPr wrap="none" lIns="45720" tIns="0" rIns="45720" bIns="0"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r>
              <a:rPr lang="en-US" altLang="zh-CN" sz="2000" dirty="0">
                <a:latin typeface="Times New Roman" panose="02020603050405020304" pitchFamily="18" charset="0"/>
                <a:ea typeface="宋体" panose="02010600030101010101" pitchFamily="2" charset="-122"/>
              </a:rPr>
              <a:t>sigmod04</a:t>
            </a:r>
            <a:endParaRPr lang="en-US" altLang="zh-CN" sz="2000" dirty="0">
              <a:latin typeface="Times New Roman" panose="02020603050405020304" pitchFamily="18" charset="0"/>
              <a:ea typeface="宋体" panose="02010600030101010101" pitchFamily="2" charset="-122"/>
            </a:endParaRPr>
          </a:p>
        </p:txBody>
      </p:sp>
      <p:sp>
        <p:nvSpPr>
          <p:cNvPr id="45067" name="Rectangle 10"/>
          <p:cNvSpPr/>
          <p:nvPr/>
        </p:nvSpPr>
        <p:spPr>
          <a:xfrm>
            <a:off x="3810000" y="2286000"/>
            <a:ext cx="1066800" cy="304800"/>
          </a:xfrm>
          <a:prstGeom prst="rect">
            <a:avLst/>
          </a:prstGeom>
          <a:solidFill>
            <a:srgbClr val="FFFFFF"/>
          </a:solidFill>
          <a:ln w="9525" cap="flat" cmpd="sng">
            <a:solidFill>
              <a:schemeClr val="tx1"/>
            </a:solidFill>
            <a:prstDash val="solid"/>
            <a:miter/>
            <a:headEnd type="none" w="med" len="med"/>
            <a:tailEnd type="none" w="med" len="med"/>
          </a:ln>
        </p:spPr>
        <p:txBody>
          <a:bodyPr wrap="none" lIns="45720" tIns="0" rIns="45720" bIns="0"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r>
              <a:rPr lang="en-US" altLang="zh-CN" sz="2000" dirty="0">
                <a:latin typeface="Times New Roman" panose="02020603050405020304" pitchFamily="18" charset="0"/>
                <a:ea typeface="宋体" panose="02010600030101010101" pitchFamily="2" charset="-122"/>
              </a:rPr>
              <a:t>sigmod05</a:t>
            </a:r>
            <a:endParaRPr lang="en-US" altLang="zh-CN" sz="2000" dirty="0">
              <a:latin typeface="Times New Roman" panose="02020603050405020304" pitchFamily="18" charset="0"/>
              <a:ea typeface="宋体" panose="02010600030101010101" pitchFamily="2" charset="-122"/>
            </a:endParaRPr>
          </a:p>
        </p:txBody>
      </p:sp>
      <p:sp>
        <p:nvSpPr>
          <p:cNvPr id="45068" name="Rectangle 11"/>
          <p:cNvSpPr/>
          <p:nvPr/>
        </p:nvSpPr>
        <p:spPr>
          <a:xfrm>
            <a:off x="3810000" y="2743200"/>
            <a:ext cx="1066800" cy="304800"/>
          </a:xfrm>
          <a:prstGeom prst="rect">
            <a:avLst/>
          </a:prstGeom>
          <a:solidFill>
            <a:srgbClr val="FFFFFF"/>
          </a:solidFill>
          <a:ln w="9525" cap="flat" cmpd="sng">
            <a:solidFill>
              <a:schemeClr val="tx1"/>
            </a:solidFill>
            <a:prstDash val="solid"/>
            <a:miter/>
            <a:headEnd type="none" w="med" len="med"/>
            <a:tailEnd type="none" w="med" len="med"/>
          </a:ln>
        </p:spPr>
        <p:txBody>
          <a:bodyPr wrap="none" lIns="45720" tIns="0" rIns="45720" bIns="0"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r>
              <a:rPr lang="en-US" altLang="zh-CN" sz="2000" dirty="0">
                <a:latin typeface="Times New Roman" panose="02020603050405020304" pitchFamily="18" charset="0"/>
                <a:ea typeface="宋体" panose="02010600030101010101" pitchFamily="2" charset="-122"/>
              </a:rPr>
              <a:t>vldb03</a:t>
            </a:r>
            <a:endParaRPr lang="en-US" altLang="zh-CN" sz="2000" dirty="0">
              <a:latin typeface="Times New Roman" panose="02020603050405020304" pitchFamily="18" charset="0"/>
              <a:ea typeface="宋体" panose="02010600030101010101" pitchFamily="2" charset="-122"/>
            </a:endParaRPr>
          </a:p>
        </p:txBody>
      </p:sp>
      <p:sp>
        <p:nvSpPr>
          <p:cNvPr id="45069" name="Rectangle 12"/>
          <p:cNvSpPr/>
          <p:nvPr/>
        </p:nvSpPr>
        <p:spPr>
          <a:xfrm>
            <a:off x="3810000" y="3200400"/>
            <a:ext cx="1066800" cy="304800"/>
          </a:xfrm>
          <a:prstGeom prst="rect">
            <a:avLst/>
          </a:prstGeom>
          <a:solidFill>
            <a:srgbClr val="FFFFFF"/>
          </a:solidFill>
          <a:ln w="9525" cap="flat" cmpd="sng">
            <a:solidFill>
              <a:schemeClr val="tx1"/>
            </a:solidFill>
            <a:prstDash val="solid"/>
            <a:miter/>
            <a:headEnd type="none" w="med" len="med"/>
            <a:tailEnd type="none" w="med" len="med"/>
          </a:ln>
        </p:spPr>
        <p:txBody>
          <a:bodyPr wrap="none" lIns="45720" tIns="0" rIns="45720" bIns="0"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r>
              <a:rPr lang="en-US" altLang="zh-CN" sz="2000" dirty="0">
                <a:latin typeface="Times New Roman" panose="02020603050405020304" pitchFamily="18" charset="0"/>
                <a:ea typeface="宋体" panose="02010600030101010101" pitchFamily="2" charset="-122"/>
              </a:rPr>
              <a:t>vldb04</a:t>
            </a:r>
            <a:endParaRPr lang="en-US" altLang="zh-CN" sz="2000" dirty="0">
              <a:latin typeface="Times New Roman" panose="02020603050405020304" pitchFamily="18" charset="0"/>
              <a:ea typeface="宋体" panose="02010600030101010101" pitchFamily="2" charset="-122"/>
            </a:endParaRPr>
          </a:p>
        </p:txBody>
      </p:sp>
      <p:sp>
        <p:nvSpPr>
          <p:cNvPr id="45070" name="Rectangle 13"/>
          <p:cNvSpPr/>
          <p:nvPr/>
        </p:nvSpPr>
        <p:spPr>
          <a:xfrm>
            <a:off x="3810000" y="3657600"/>
            <a:ext cx="1066800" cy="304800"/>
          </a:xfrm>
          <a:prstGeom prst="rect">
            <a:avLst/>
          </a:prstGeom>
          <a:solidFill>
            <a:srgbClr val="FFFFFF"/>
          </a:solidFill>
          <a:ln w="9525" cap="flat" cmpd="sng">
            <a:solidFill>
              <a:schemeClr val="tx1"/>
            </a:solidFill>
            <a:prstDash val="solid"/>
            <a:miter/>
            <a:headEnd type="none" w="med" len="med"/>
            <a:tailEnd type="none" w="med" len="med"/>
          </a:ln>
        </p:spPr>
        <p:txBody>
          <a:bodyPr wrap="none" lIns="45720" tIns="0" rIns="45720" bIns="0"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r>
              <a:rPr lang="en-US" altLang="zh-CN" sz="2000" dirty="0">
                <a:latin typeface="Times New Roman" panose="02020603050405020304" pitchFamily="18" charset="0"/>
                <a:ea typeface="宋体" panose="02010600030101010101" pitchFamily="2" charset="-122"/>
              </a:rPr>
              <a:t>vldb05</a:t>
            </a:r>
            <a:endParaRPr lang="en-US" altLang="zh-CN" sz="2000" dirty="0">
              <a:latin typeface="Times New Roman" panose="02020603050405020304" pitchFamily="18" charset="0"/>
              <a:ea typeface="宋体" panose="02010600030101010101" pitchFamily="2" charset="-122"/>
            </a:endParaRPr>
          </a:p>
        </p:txBody>
      </p:sp>
      <p:sp>
        <p:nvSpPr>
          <p:cNvPr id="45071" name="Rectangle 14"/>
          <p:cNvSpPr/>
          <p:nvPr/>
        </p:nvSpPr>
        <p:spPr>
          <a:xfrm>
            <a:off x="6019800" y="1828800"/>
            <a:ext cx="914400" cy="304800"/>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r>
              <a:rPr lang="en-US" altLang="zh-CN" sz="2200" dirty="0">
                <a:latin typeface="Times New Roman" panose="02020603050405020304" pitchFamily="18" charset="0"/>
                <a:ea typeface="宋体" panose="02010600030101010101" pitchFamily="2" charset="-122"/>
              </a:rPr>
              <a:t>sigmod</a:t>
            </a:r>
            <a:endParaRPr lang="en-US" altLang="zh-CN" sz="2200" dirty="0">
              <a:latin typeface="Times New Roman" panose="02020603050405020304" pitchFamily="18" charset="0"/>
              <a:ea typeface="宋体" panose="02010600030101010101" pitchFamily="2" charset="-122"/>
            </a:endParaRPr>
          </a:p>
        </p:txBody>
      </p:sp>
      <p:sp>
        <p:nvSpPr>
          <p:cNvPr id="45072" name="Rectangle 15"/>
          <p:cNvSpPr/>
          <p:nvPr/>
        </p:nvSpPr>
        <p:spPr>
          <a:xfrm>
            <a:off x="6019800" y="3200400"/>
            <a:ext cx="914400" cy="304800"/>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r>
              <a:rPr lang="en-US" altLang="zh-CN" sz="2200" dirty="0">
                <a:latin typeface="Times New Roman" panose="02020603050405020304" pitchFamily="18" charset="0"/>
                <a:ea typeface="宋体" panose="02010600030101010101" pitchFamily="2" charset="-122"/>
              </a:rPr>
              <a:t>vldb</a:t>
            </a:r>
            <a:endParaRPr lang="en-US" altLang="zh-CN" sz="2200" dirty="0">
              <a:latin typeface="Times New Roman" panose="02020603050405020304" pitchFamily="18" charset="0"/>
              <a:ea typeface="宋体" panose="02010600030101010101" pitchFamily="2" charset="-122"/>
            </a:endParaRPr>
          </a:p>
        </p:txBody>
      </p:sp>
      <p:cxnSp>
        <p:nvCxnSpPr>
          <p:cNvPr id="45073" name="AutoShape 16"/>
          <p:cNvCxnSpPr>
            <a:stCxn id="45061" idx="3"/>
            <a:endCxn id="45062" idx="1"/>
          </p:cNvCxnSpPr>
          <p:nvPr/>
        </p:nvCxnSpPr>
        <p:spPr>
          <a:xfrm>
            <a:off x="2667000" y="1524000"/>
            <a:ext cx="1143000" cy="0"/>
          </a:xfrm>
          <a:prstGeom prst="straightConnector1">
            <a:avLst/>
          </a:prstGeom>
          <a:ln w="9525" cap="flat" cmpd="sng">
            <a:solidFill>
              <a:schemeClr val="tx1"/>
            </a:solidFill>
            <a:prstDash val="solid"/>
            <a:headEnd type="none" w="med" len="med"/>
            <a:tailEnd type="none" w="med" len="med"/>
          </a:ln>
        </p:spPr>
      </p:cxnSp>
      <p:cxnSp>
        <p:nvCxnSpPr>
          <p:cNvPr id="45074" name="AutoShape 17"/>
          <p:cNvCxnSpPr>
            <a:stCxn id="45061" idx="3"/>
            <a:endCxn id="45067" idx="1"/>
          </p:cNvCxnSpPr>
          <p:nvPr/>
        </p:nvCxnSpPr>
        <p:spPr>
          <a:xfrm>
            <a:off x="2667000" y="1524000"/>
            <a:ext cx="1143000" cy="914400"/>
          </a:xfrm>
          <a:prstGeom prst="straightConnector1">
            <a:avLst/>
          </a:prstGeom>
          <a:ln w="9525" cap="flat" cmpd="sng">
            <a:solidFill>
              <a:schemeClr val="tx1"/>
            </a:solidFill>
            <a:prstDash val="solid"/>
            <a:headEnd type="none" w="med" len="med"/>
            <a:tailEnd type="none" w="med" len="med"/>
          </a:ln>
        </p:spPr>
      </p:cxnSp>
      <p:cxnSp>
        <p:nvCxnSpPr>
          <p:cNvPr id="45075" name="AutoShape 18"/>
          <p:cNvCxnSpPr>
            <a:stCxn id="45065" idx="3"/>
            <a:endCxn id="45069" idx="1"/>
          </p:cNvCxnSpPr>
          <p:nvPr/>
        </p:nvCxnSpPr>
        <p:spPr>
          <a:xfrm flipV="1">
            <a:off x="2667000" y="3352800"/>
            <a:ext cx="1143000" cy="533400"/>
          </a:xfrm>
          <a:prstGeom prst="straightConnector1">
            <a:avLst/>
          </a:prstGeom>
          <a:ln w="9525" cap="flat" cmpd="sng">
            <a:solidFill>
              <a:schemeClr val="tx1"/>
            </a:solidFill>
            <a:prstDash val="solid"/>
            <a:headEnd type="none" w="med" len="med"/>
            <a:tailEnd type="none" w="med" len="med"/>
          </a:ln>
        </p:spPr>
      </p:cxnSp>
      <p:cxnSp>
        <p:nvCxnSpPr>
          <p:cNvPr id="45076" name="AutoShape 19"/>
          <p:cNvCxnSpPr>
            <a:stCxn id="45065" idx="3"/>
            <a:endCxn id="45070" idx="1"/>
          </p:cNvCxnSpPr>
          <p:nvPr/>
        </p:nvCxnSpPr>
        <p:spPr>
          <a:xfrm flipV="1">
            <a:off x="2667000" y="3810000"/>
            <a:ext cx="1143000" cy="76200"/>
          </a:xfrm>
          <a:prstGeom prst="straightConnector1">
            <a:avLst/>
          </a:prstGeom>
          <a:ln w="9525" cap="flat" cmpd="sng">
            <a:solidFill>
              <a:schemeClr val="tx1"/>
            </a:solidFill>
            <a:prstDash val="solid"/>
            <a:headEnd type="none" w="med" len="med"/>
            <a:tailEnd type="none" w="med" len="med"/>
          </a:ln>
        </p:spPr>
      </p:cxnSp>
      <p:cxnSp>
        <p:nvCxnSpPr>
          <p:cNvPr id="45077" name="AutoShape 20"/>
          <p:cNvCxnSpPr>
            <a:stCxn id="45063" idx="3"/>
            <a:endCxn id="45066" idx="1"/>
          </p:cNvCxnSpPr>
          <p:nvPr/>
        </p:nvCxnSpPr>
        <p:spPr>
          <a:xfrm flipV="1">
            <a:off x="2667000" y="1981200"/>
            <a:ext cx="1143000" cy="304800"/>
          </a:xfrm>
          <a:prstGeom prst="straightConnector1">
            <a:avLst/>
          </a:prstGeom>
          <a:ln w="9525" cap="flat" cmpd="sng">
            <a:solidFill>
              <a:schemeClr val="tx1"/>
            </a:solidFill>
            <a:prstDash val="solid"/>
            <a:headEnd type="none" w="med" len="med"/>
            <a:tailEnd type="none" w="med" len="med"/>
          </a:ln>
        </p:spPr>
      </p:cxnSp>
      <p:cxnSp>
        <p:nvCxnSpPr>
          <p:cNvPr id="45078" name="AutoShape 21"/>
          <p:cNvCxnSpPr>
            <a:stCxn id="45063" idx="3"/>
            <a:endCxn id="45068" idx="1"/>
          </p:cNvCxnSpPr>
          <p:nvPr/>
        </p:nvCxnSpPr>
        <p:spPr>
          <a:xfrm>
            <a:off x="2667000" y="2286000"/>
            <a:ext cx="1143000" cy="609600"/>
          </a:xfrm>
          <a:prstGeom prst="straightConnector1">
            <a:avLst/>
          </a:prstGeom>
          <a:ln w="9525" cap="flat" cmpd="sng">
            <a:solidFill>
              <a:schemeClr val="tx1"/>
            </a:solidFill>
            <a:prstDash val="solid"/>
            <a:headEnd type="none" w="med" len="med"/>
            <a:tailEnd type="none" w="med" len="med"/>
          </a:ln>
        </p:spPr>
      </p:cxnSp>
      <p:cxnSp>
        <p:nvCxnSpPr>
          <p:cNvPr id="45079" name="AutoShape 22"/>
          <p:cNvCxnSpPr>
            <a:stCxn id="45064" idx="3"/>
            <a:endCxn id="45067" idx="1"/>
          </p:cNvCxnSpPr>
          <p:nvPr/>
        </p:nvCxnSpPr>
        <p:spPr>
          <a:xfrm flipV="1">
            <a:off x="2667000" y="2438400"/>
            <a:ext cx="1143000" cy="685800"/>
          </a:xfrm>
          <a:prstGeom prst="straightConnector1">
            <a:avLst/>
          </a:prstGeom>
          <a:ln w="9525" cap="flat" cmpd="sng">
            <a:solidFill>
              <a:schemeClr val="tx1"/>
            </a:solidFill>
            <a:prstDash val="solid"/>
            <a:headEnd type="none" w="med" len="med"/>
            <a:tailEnd type="none" w="med" len="med"/>
          </a:ln>
        </p:spPr>
      </p:cxnSp>
      <p:cxnSp>
        <p:nvCxnSpPr>
          <p:cNvPr id="45080" name="AutoShape 23"/>
          <p:cNvCxnSpPr>
            <a:stCxn id="45064" idx="3"/>
            <a:endCxn id="45069" idx="1"/>
          </p:cNvCxnSpPr>
          <p:nvPr/>
        </p:nvCxnSpPr>
        <p:spPr>
          <a:xfrm>
            <a:off x="2667000" y="3124200"/>
            <a:ext cx="1143000" cy="228600"/>
          </a:xfrm>
          <a:prstGeom prst="straightConnector1">
            <a:avLst/>
          </a:prstGeom>
          <a:ln w="9525" cap="flat" cmpd="sng">
            <a:solidFill>
              <a:schemeClr val="tx1"/>
            </a:solidFill>
            <a:prstDash val="solid"/>
            <a:headEnd type="none" w="med" len="med"/>
            <a:tailEnd type="none" w="med" len="med"/>
          </a:ln>
        </p:spPr>
      </p:cxnSp>
      <p:cxnSp>
        <p:nvCxnSpPr>
          <p:cNvPr id="45081" name="AutoShape 24"/>
          <p:cNvCxnSpPr>
            <a:stCxn id="45065" idx="3"/>
            <a:endCxn id="45067" idx="1"/>
          </p:cNvCxnSpPr>
          <p:nvPr/>
        </p:nvCxnSpPr>
        <p:spPr>
          <a:xfrm flipV="1">
            <a:off x="2667000" y="2438400"/>
            <a:ext cx="1143000" cy="1447800"/>
          </a:xfrm>
          <a:prstGeom prst="straightConnector1">
            <a:avLst/>
          </a:prstGeom>
          <a:ln w="9525" cap="flat" cmpd="sng">
            <a:solidFill>
              <a:schemeClr val="tx1"/>
            </a:solidFill>
            <a:prstDash val="solid"/>
            <a:headEnd type="none" w="med" len="med"/>
            <a:tailEnd type="none" w="med" len="med"/>
          </a:ln>
        </p:spPr>
      </p:cxnSp>
      <p:cxnSp>
        <p:nvCxnSpPr>
          <p:cNvPr id="45082" name="AutoShape 25"/>
          <p:cNvCxnSpPr>
            <a:stCxn id="45062" idx="3"/>
            <a:endCxn id="45071" idx="1"/>
          </p:cNvCxnSpPr>
          <p:nvPr/>
        </p:nvCxnSpPr>
        <p:spPr>
          <a:xfrm>
            <a:off x="4876800" y="1524000"/>
            <a:ext cx="1143000" cy="457200"/>
          </a:xfrm>
          <a:prstGeom prst="straightConnector1">
            <a:avLst/>
          </a:prstGeom>
          <a:ln w="9525" cap="flat" cmpd="sng">
            <a:solidFill>
              <a:schemeClr val="tx1"/>
            </a:solidFill>
            <a:prstDash val="solid"/>
            <a:headEnd type="none" w="med" len="med"/>
            <a:tailEnd type="none" w="med" len="med"/>
          </a:ln>
        </p:spPr>
      </p:cxnSp>
      <p:cxnSp>
        <p:nvCxnSpPr>
          <p:cNvPr id="45083" name="AutoShape 26"/>
          <p:cNvCxnSpPr>
            <a:stCxn id="45066" idx="3"/>
            <a:endCxn id="45071" idx="1"/>
          </p:cNvCxnSpPr>
          <p:nvPr/>
        </p:nvCxnSpPr>
        <p:spPr>
          <a:xfrm>
            <a:off x="4876800" y="1981200"/>
            <a:ext cx="1143000" cy="0"/>
          </a:xfrm>
          <a:prstGeom prst="straightConnector1">
            <a:avLst/>
          </a:prstGeom>
          <a:ln w="9525" cap="flat" cmpd="sng">
            <a:solidFill>
              <a:schemeClr val="tx1"/>
            </a:solidFill>
            <a:prstDash val="solid"/>
            <a:headEnd type="none" w="med" len="med"/>
            <a:tailEnd type="none" w="med" len="med"/>
          </a:ln>
        </p:spPr>
      </p:cxnSp>
      <p:cxnSp>
        <p:nvCxnSpPr>
          <p:cNvPr id="45084" name="AutoShape 27"/>
          <p:cNvCxnSpPr>
            <a:stCxn id="45067" idx="3"/>
            <a:endCxn id="45071" idx="1"/>
          </p:cNvCxnSpPr>
          <p:nvPr/>
        </p:nvCxnSpPr>
        <p:spPr>
          <a:xfrm flipV="1">
            <a:off x="4876800" y="1981200"/>
            <a:ext cx="1143000" cy="457200"/>
          </a:xfrm>
          <a:prstGeom prst="straightConnector1">
            <a:avLst/>
          </a:prstGeom>
          <a:ln w="9525" cap="flat" cmpd="sng">
            <a:solidFill>
              <a:schemeClr val="tx1"/>
            </a:solidFill>
            <a:prstDash val="solid"/>
            <a:headEnd type="none" w="med" len="med"/>
            <a:tailEnd type="none" w="med" len="med"/>
          </a:ln>
        </p:spPr>
      </p:cxnSp>
      <p:cxnSp>
        <p:nvCxnSpPr>
          <p:cNvPr id="45085" name="AutoShape 28"/>
          <p:cNvCxnSpPr>
            <a:stCxn id="45068" idx="3"/>
            <a:endCxn id="45072" idx="1"/>
          </p:cNvCxnSpPr>
          <p:nvPr/>
        </p:nvCxnSpPr>
        <p:spPr>
          <a:xfrm>
            <a:off x="4876800" y="2895600"/>
            <a:ext cx="1143000" cy="457200"/>
          </a:xfrm>
          <a:prstGeom prst="straightConnector1">
            <a:avLst/>
          </a:prstGeom>
          <a:ln w="9525" cap="flat" cmpd="sng">
            <a:solidFill>
              <a:schemeClr val="tx1"/>
            </a:solidFill>
            <a:prstDash val="solid"/>
            <a:headEnd type="none" w="med" len="med"/>
            <a:tailEnd type="none" w="med" len="med"/>
          </a:ln>
        </p:spPr>
      </p:cxnSp>
      <p:cxnSp>
        <p:nvCxnSpPr>
          <p:cNvPr id="45086" name="AutoShape 29"/>
          <p:cNvCxnSpPr>
            <a:stCxn id="45069" idx="3"/>
            <a:endCxn id="45072" idx="1"/>
          </p:cNvCxnSpPr>
          <p:nvPr/>
        </p:nvCxnSpPr>
        <p:spPr>
          <a:xfrm>
            <a:off x="4876800" y="3352800"/>
            <a:ext cx="1143000" cy="0"/>
          </a:xfrm>
          <a:prstGeom prst="straightConnector1">
            <a:avLst/>
          </a:prstGeom>
          <a:ln w="9525" cap="flat" cmpd="sng">
            <a:solidFill>
              <a:schemeClr val="tx1"/>
            </a:solidFill>
            <a:prstDash val="solid"/>
            <a:headEnd type="none" w="med" len="med"/>
            <a:tailEnd type="none" w="med" len="med"/>
          </a:ln>
        </p:spPr>
      </p:cxnSp>
      <p:cxnSp>
        <p:nvCxnSpPr>
          <p:cNvPr id="45087" name="AutoShape 30"/>
          <p:cNvCxnSpPr>
            <a:stCxn id="45070" idx="3"/>
            <a:endCxn id="45072" idx="1"/>
          </p:cNvCxnSpPr>
          <p:nvPr/>
        </p:nvCxnSpPr>
        <p:spPr>
          <a:xfrm flipV="1">
            <a:off x="4876800" y="3352800"/>
            <a:ext cx="1143000" cy="457200"/>
          </a:xfrm>
          <a:prstGeom prst="straightConnector1">
            <a:avLst/>
          </a:prstGeom>
          <a:ln w="9525" cap="flat" cmpd="sng">
            <a:solidFill>
              <a:schemeClr val="tx1"/>
            </a:solidFill>
            <a:prstDash val="solid"/>
            <a:headEnd type="none" w="med" len="med"/>
            <a:tailEnd type="none" w="med" len="med"/>
          </a:ln>
        </p:spPr>
      </p:cxnSp>
      <p:sp>
        <p:nvSpPr>
          <p:cNvPr id="45088" name="Rectangle 31"/>
          <p:cNvSpPr/>
          <p:nvPr/>
        </p:nvSpPr>
        <p:spPr>
          <a:xfrm>
            <a:off x="1752600" y="4572000"/>
            <a:ext cx="914400" cy="304800"/>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r>
              <a:rPr lang="en-US" altLang="zh-CN" sz="2200" dirty="0">
                <a:latin typeface="Times New Roman" panose="02020603050405020304" pitchFamily="18" charset="0"/>
                <a:ea typeface="宋体" panose="02010600030101010101" pitchFamily="2" charset="-122"/>
              </a:rPr>
              <a:t>Mary</a:t>
            </a:r>
            <a:endParaRPr lang="en-US" altLang="zh-CN" sz="2200" dirty="0">
              <a:latin typeface="Times New Roman" panose="02020603050405020304" pitchFamily="18" charset="0"/>
              <a:ea typeface="宋体" panose="02010600030101010101" pitchFamily="2" charset="-122"/>
            </a:endParaRPr>
          </a:p>
        </p:txBody>
      </p:sp>
      <p:sp>
        <p:nvSpPr>
          <p:cNvPr id="45089" name="Rectangle 32"/>
          <p:cNvSpPr/>
          <p:nvPr/>
        </p:nvSpPr>
        <p:spPr>
          <a:xfrm>
            <a:off x="3810000" y="4114800"/>
            <a:ext cx="1066800" cy="304800"/>
          </a:xfrm>
          <a:prstGeom prst="rect">
            <a:avLst/>
          </a:prstGeom>
          <a:solidFill>
            <a:srgbClr val="FFFFFF"/>
          </a:solidFill>
          <a:ln w="9525" cap="flat" cmpd="sng">
            <a:solidFill>
              <a:schemeClr val="tx1"/>
            </a:solidFill>
            <a:prstDash val="solid"/>
            <a:miter/>
            <a:headEnd type="none" w="med" len="med"/>
            <a:tailEnd type="none" w="med" len="med"/>
          </a:ln>
        </p:spPr>
        <p:txBody>
          <a:bodyPr wrap="none" lIns="45720" tIns="0" rIns="45720" bIns="0"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r>
              <a:rPr lang="en-US" altLang="zh-CN" sz="2000" dirty="0">
                <a:latin typeface="Times New Roman" panose="02020603050405020304" pitchFamily="18" charset="0"/>
                <a:ea typeface="宋体" panose="02010600030101010101" pitchFamily="2" charset="-122"/>
              </a:rPr>
              <a:t>aaai04</a:t>
            </a:r>
            <a:endParaRPr lang="en-US" altLang="zh-CN" sz="2000" dirty="0">
              <a:latin typeface="Times New Roman" panose="02020603050405020304" pitchFamily="18" charset="0"/>
              <a:ea typeface="宋体" panose="02010600030101010101" pitchFamily="2" charset="-122"/>
            </a:endParaRPr>
          </a:p>
        </p:txBody>
      </p:sp>
      <p:cxnSp>
        <p:nvCxnSpPr>
          <p:cNvPr id="45090" name="AutoShape 33"/>
          <p:cNvCxnSpPr>
            <a:stCxn id="45088" idx="3"/>
            <a:endCxn id="45089" idx="1"/>
          </p:cNvCxnSpPr>
          <p:nvPr/>
        </p:nvCxnSpPr>
        <p:spPr>
          <a:xfrm flipV="1">
            <a:off x="2667000" y="4267200"/>
            <a:ext cx="1143000" cy="457200"/>
          </a:xfrm>
          <a:prstGeom prst="straightConnector1">
            <a:avLst/>
          </a:prstGeom>
          <a:ln w="9525" cap="flat" cmpd="sng">
            <a:solidFill>
              <a:schemeClr val="tx1"/>
            </a:solidFill>
            <a:prstDash val="solid"/>
            <a:headEnd type="none" w="med" len="med"/>
            <a:tailEnd type="none" w="med" len="med"/>
          </a:ln>
        </p:spPr>
      </p:cxnSp>
      <p:sp>
        <p:nvSpPr>
          <p:cNvPr id="45091" name="Rectangle 34"/>
          <p:cNvSpPr/>
          <p:nvPr/>
        </p:nvSpPr>
        <p:spPr>
          <a:xfrm>
            <a:off x="3810000" y="4572000"/>
            <a:ext cx="1066800" cy="304800"/>
          </a:xfrm>
          <a:prstGeom prst="rect">
            <a:avLst/>
          </a:prstGeom>
          <a:solidFill>
            <a:srgbClr val="FFFFFF"/>
          </a:solidFill>
          <a:ln w="9525" cap="flat" cmpd="sng">
            <a:solidFill>
              <a:schemeClr val="tx1"/>
            </a:solidFill>
            <a:prstDash val="solid"/>
            <a:miter/>
            <a:headEnd type="none" w="med" len="med"/>
            <a:tailEnd type="none" w="med" len="med"/>
          </a:ln>
        </p:spPr>
        <p:txBody>
          <a:bodyPr wrap="none" lIns="45720" tIns="0" rIns="45720" bIns="0"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r>
              <a:rPr lang="en-US" altLang="zh-CN" sz="2000" dirty="0">
                <a:latin typeface="Times New Roman" panose="02020603050405020304" pitchFamily="18" charset="0"/>
                <a:ea typeface="宋体" panose="02010600030101010101" pitchFamily="2" charset="-122"/>
              </a:rPr>
              <a:t>aaai05</a:t>
            </a:r>
            <a:endParaRPr lang="en-US" altLang="zh-CN" sz="2000" dirty="0">
              <a:latin typeface="Times New Roman" panose="02020603050405020304" pitchFamily="18" charset="0"/>
              <a:ea typeface="宋体" panose="02010600030101010101" pitchFamily="2" charset="-122"/>
            </a:endParaRPr>
          </a:p>
        </p:txBody>
      </p:sp>
      <p:sp>
        <p:nvSpPr>
          <p:cNvPr id="45092" name="Rectangle 35"/>
          <p:cNvSpPr/>
          <p:nvPr/>
        </p:nvSpPr>
        <p:spPr>
          <a:xfrm>
            <a:off x="6019800" y="4343400"/>
            <a:ext cx="914400" cy="304800"/>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r>
              <a:rPr lang="en-US" altLang="zh-CN" sz="2200" dirty="0">
                <a:latin typeface="Times New Roman" panose="02020603050405020304" pitchFamily="18" charset="0"/>
                <a:ea typeface="宋体" panose="02010600030101010101" pitchFamily="2" charset="-122"/>
              </a:rPr>
              <a:t>aaai</a:t>
            </a:r>
            <a:endParaRPr lang="en-US" altLang="zh-CN" sz="2200" dirty="0">
              <a:latin typeface="Times New Roman" panose="02020603050405020304" pitchFamily="18" charset="0"/>
              <a:ea typeface="宋体" panose="02010600030101010101" pitchFamily="2" charset="-122"/>
            </a:endParaRPr>
          </a:p>
        </p:txBody>
      </p:sp>
      <p:cxnSp>
        <p:nvCxnSpPr>
          <p:cNvPr id="45093" name="AutoShape 36"/>
          <p:cNvCxnSpPr>
            <a:stCxn id="45089" idx="3"/>
            <a:endCxn id="45092" idx="1"/>
          </p:cNvCxnSpPr>
          <p:nvPr/>
        </p:nvCxnSpPr>
        <p:spPr>
          <a:xfrm>
            <a:off x="4876800" y="4267200"/>
            <a:ext cx="1143000" cy="228600"/>
          </a:xfrm>
          <a:prstGeom prst="straightConnector1">
            <a:avLst/>
          </a:prstGeom>
          <a:ln w="9525" cap="flat" cmpd="sng">
            <a:solidFill>
              <a:schemeClr val="tx1"/>
            </a:solidFill>
            <a:prstDash val="solid"/>
            <a:headEnd type="none" w="med" len="med"/>
            <a:tailEnd type="none" w="med" len="med"/>
          </a:ln>
        </p:spPr>
      </p:cxnSp>
      <p:cxnSp>
        <p:nvCxnSpPr>
          <p:cNvPr id="45094" name="AutoShape 37"/>
          <p:cNvCxnSpPr>
            <a:stCxn id="45091" idx="3"/>
            <a:endCxn id="45092" idx="1"/>
          </p:cNvCxnSpPr>
          <p:nvPr/>
        </p:nvCxnSpPr>
        <p:spPr>
          <a:xfrm flipV="1">
            <a:off x="4876800" y="4495800"/>
            <a:ext cx="1143000" cy="228600"/>
          </a:xfrm>
          <a:prstGeom prst="straightConnector1">
            <a:avLst/>
          </a:prstGeom>
          <a:ln w="9525" cap="flat" cmpd="sng">
            <a:solidFill>
              <a:schemeClr val="tx1"/>
            </a:solidFill>
            <a:prstDash val="solid"/>
            <a:headEnd type="none" w="med" len="med"/>
            <a:tailEnd type="none" w="med" len="med"/>
          </a:ln>
        </p:spPr>
      </p:cxnSp>
      <p:cxnSp>
        <p:nvCxnSpPr>
          <p:cNvPr id="45095" name="AutoShape 38"/>
          <p:cNvCxnSpPr>
            <a:stCxn id="45088" idx="3"/>
            <a:endCxn id="45091" idx="1"/>
          </p:cNvCxnSpPr>
          <p:nvPr/>
        </p:nvCxnSpPr>
        <p:spPr>
          <a:xfrm>
            <a:off x="2667000" y="4724400"/>
            <a:ext cx="1143000" cy="0"/>
          </a:xfrm>
          <a:prstGeom prst="straightConnector1">
            <a:avLst/>
          </a:prstGeom>
          <a:ln w="9525" cap="flat" cmpd="sng">
            <a:solidFill>
              <a:schemeClr val="tx1"/>
            </a:solidFill>
            <a:prstDash val="solid"/>
            <a:headEnd type="none" w="med" len="med"/>
            <a:tailEnd type="none" w="med" len="med"/>
          </a:ln>
        </p:spPr>
      </p:cxnSp>
      <p:cxnSp>
        <p:nvCxnSpPr>
          <p:cNvPr id="45096" name="AutoShape 39"/>
          <p:cNvCxnSpPr>
            <a:stCxn id="45088" idx="3"/>
            <a:endCxn id="45070" idx="1"/>
          </p:cNvCxnSpPr>
          <p:nvPr/>
        </p:nvCxnSpPr>
        <p:spPr>
          <a:xfrm flipV="1">
            <a:off x="2667000" y="3810000"/>
            <a:ext cx="1143000" cy="914400"/>
          </a:xfrm>
          <a:prstGeom prst="straightConnector1">
            <a:avLst/>
          </a:prstGeom>
          <a:ln w="9525" cap="flat" cmpd="sng">
            <a:solidFill>
              <a:schemeClr val="tx1"/>
            </a:solidFill>
            <a:prstDash val="solid"/>
            <a:headEnd type="none" w="med" len="med"/>
            <a:tailEnd type="none" w="med" len="med"/>
          </a:ln>
        </p:spPr>
      </p:cxnSp>
      <p:sp>
        <p:nvSpPr>
          <p:cNvPr id="45097" name="Text Box 40"/>
          <p:cNvSpPr txBox="1"/>
          <p:nvPr/>
        </p:nvSpPr>
        <p:spPr>
          <a:xfrm>
            <a:off x="1676400" y="914400"/>
            <a:ext cx="1371600" cy="3968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eaLnBrk="1" hangingPunct="1">
              <a:spcBef>
                <a:spcPct val="50000"/>
              </a:spcBef>
              <a:buClrTx/>
              <a:buSzTx/>
              <a:buFontTx/>
              <a:buNone/>
            </a:pPr>
            <a:r>
              <a:rPr lang="en-US" altLang="zh-CN" sz="2000" b="1" i="1" dirty="0">
                <a:latin typeface="Arial" panose="020B0604020202020204" pitchFamily="34" charset="0"/>
                <a:ea typeface="宋体" panose="02010600030101010101" pitchFamily="2" charset="-122"/>
              </a:rPr>
              <a:t>Authors</a:t>
            </a:r>
            <a:endParaRPr lang="en-US" altLang="zh-CN" sz="2000" b="1" i="1" dirty="0">
              <a:latin typeface="Arial" panose="020B0604020202020204" pitchFamily="34" charset="0"/>
              <a:ea typeface="宋体" panose="02010600030101010101" pitchFamily="2" charset="-122"/>
            </a:endParaRPr>
          </a:p>
        </p:txBody>
      </p:sp>
      <p:sp>
        <p:nvSpPr>
          <p:cNvPr id="45098" name="Text Box 41"/>
          <p:cNvSpPr txBox="1"/>
          <p:nvPr/>
        </p:nvSpPr>
        <p:spPr>
          <a:xfrm>
            <a:off x="3505200" y="914400"/>
            <a:ext cx="1752600" cy="3968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eaLnBrk="1" hangingPunct="1">
              <a:spcBef>
                <a:spcPct val="50000"/>
              </a:spcBef>
              <a:buClrTx/>
              <a:buSzTx/>
              <a:buFontTx/>
              <a:buNone/>
            </a:pPr>
            <a:r>
              <a:rPr lang="en-US" altLang="zh-CN" sz="2000" b="1" i="1" dirty="0">
                <a:latin typeface="Arial" panose="020B0604020202020204" pitchFamily="34" charset="0"/>
                <a:ea typeface="宋体" panose="02010600030101010101" pitchFamily="2" charset="-122"/>
              </a:rPr>
              <a:t>Proceedings</a:t>
            </a:r>
            <a:endParaRPr lang="en-US" altLang="zh-CN" sz="2000" b="1" i="1" dirty="0">
              <a:latin typeface="Arial" panose="020B0604020202020204" pitchFamily="34" charset="0"/>
              <a:ea typeface="宋体" panose="02010600030101010101" pitchFamily="2" charset="-122"/>
            </a:endParaRPr>
          </a:p>
        </p:txBody>
      </p:sp>
      <p:sp>
        <p:nvSpPr>
          <p:cNvPr id="45099" name="Text Box 42"/>
          <p:cNvSpPr txBox="1"/>
          <p:nvPr/>
        </p:nvSpPr>
        <p:spPr>
          <a:xfrm>
            <a:off x="5638800" y="914400"/>
            <a:ext cx="1752600" cy="3968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eaLnBrk="1" hangingPunct="1">
              <a:spcBef>
                <a:spcPct val="50000"/>
              </a:spcBef>
              <a:buClrTx/>
              <a:buSzTx/>
              <a:buFontTx/>
              <a:buNone/>
            </a:pPr>
            <a:r>
              <a:rPr lang="en-US" altLang="zh-CN" sz="2000" b="1" i="1" dirty="0">
                <a:latin typeface="Arial" panose="020B0604020202020204" pitchFamily="34" charset="0"/>
                <a:ea typeface="宋体" panose="02010600030101010101" pitchFamily="2" charset="-122"/>
              </a:rPr>
              <a:t>Conferences</a:t>
            </a:r>
            <a:endParaRPr lang="en-US" altLang="zh-CN" sz="2000" b="1" i="1" dirty="0">
              <a:latin typeface="Arial" panose="020B0604020202020204" pitchFamily="34" charset="0"/>
              <a:ea typeface="宋体" panose="02010600030101010101" pitchFamily="2" charset="-122"/>
            </a:endParaRPr>
          </a:p>
        </p:txBody>
      </p:sp>
      <p:cxnSp>
        <p:nvCxnSpPr>
          <p:cNvPr id="45100" name="AutoShape 43"/>
          <p:cNvCxnSpPr>
            <a:stCxn id="45061" idx="3"/>
            <a:endCxn id="45068" idx="1"/>
          </p:cNvCxnSpPr>
          <p:nvPr/>
        </p:nvCxnSpPr>
        <p:spPr>
          <a:xfrm>
            <a:off x="2667000" y="1524000"/>
            <a:ext cx="1143000" cy="1371600"/>
          </a:xfrm>
          <a:prstGeom prst="straightConnector1">
            <a:avLst/>
          </a:prstGeom>
          <a:ln w="9525" cap="flat" cmpd="sng">
            <a:solidFill>
              <a:schemeClr val="tx1"/>
            </a:solidFill>
            <a:prstDash val="solid"/>
            <a:headEnd type="none" w="med" len="med"/>
            <a:tailEnd type="none" w="med" len="med"/>
          </a:ln>
        </p:spPr>
      </p:cxn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33315">
                                            <p:txEl>
                                              <p:charRg st="11" end="5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33315">
                                            <p:txEl>
                                              <p:charRg st="52" end="1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33315"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2" name="灯片编号占位符 3"/>
          <p:cNvSpPr txBox="1">
            <a:spLocks noGrp="1"/>
          </p:cNvSpPr>
          <p:nvPr>
            <p:ph type="sldNum" sz="quarter" idx="10"/>
          </p:nvPr>
        </p:nvSpPr>
        <p:spPr>
          <a:ln/>
        </p:spPr>
        <p:txBody>
          <a:bodyPr anchor="b" anchorCtr="0"/>
          <a:p>
            <a:pPr marL="0" indent="0" algn="r" eaLnBrk="1" hangingPunct="1">
              <a:spcBef>
                <a:spcPct val="0"/>
              </a:spcBef>
              <a:buClrTx/>
              <a:buSzTx/>
              <a:buFontTx/>
              <a:buNone/>
            </a:pPr>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46083" name="Rectangle 2"/>
          <p:cNvSpPr>
            <a:spLocks noGrp="1"/>
          </p:cNvSpPr>
          <p:nvPr>
            <p:ph type="title"/>
          </p:nvPr>
        </p:nvSpPr>
        <p:spPr>
          <a:ln/>
        </p:spPr>
        <p:txBody>
          <a:bodyPr vert="horz" wrap="square" lIns="91440" tIns="45720" rIns="91440" bIns="45720" anchor="b" anchorCtr="0"/>
          <a:p>
            <a:pPr eaLnBrk="1" hangingPunct="1"/>
            <a:r>
              <a:rPr lang="en-US" altLang="zh-CN" dirty="0">
                <a:ea typeface="宋体" panose="02010600030101010101" pitchFamily="2" charset="-122"/>
              </a:rPr>
              <a:t>Link-based Similarities</a:t>
            </a:r>
            <a:endParaRPr lang="en-US" altLang="zh-CN" dirty="0">
              <a:ea typeface="宋体" panose="02010600030101010101" pitchFamily="2" charset="-122"/>
            </a:endParaRPr>
          </a:p>
        </p:txBody>
      </p:sp>
      <p:sp>
        <p:nvSpPr>
          <p:cNvPr id="46084" name="Rectangle 3"/>
          <p:cNvSpPr>
            <a:spLocks noGrp="1"/>
          </p:cNvSpPr>
          <p:nvPr>
            <p:ph idx="1"/>
          </p:nvPr>
        </p:nvSpPr>
        <p:spPr>
          <a:xfrm>
            <a:off x="381000" y="1155700"/>
            <a:ext cx="8382000" cy="1006475"/>
          </a:xfrm>
          <a:ln/>
        </p:spPr>
        <p:txBody>
          <a:bodyPr vert="horz" wrap="square" lIns="91440" tIns="45720" rIns="91440" bIns="45720" anchor="t" anchorCtr="0"/>
          <a:p>
            <a:pPr eaLnBrk="1" hangingPunct="1"/>
            <a:r>
              <a:rPr lang="en-US" altLang="zh-CN" dirty="0">
                <a:ea typeface="宋体" panose="02010600030101010101" pitchFamily="2" charset="-122"/>
              </a:rPr>
              <a:t>Two objects are similar if they are linked with similar objects</a:t>
            </a:r>
            <a:endParaRPr lang="en-US" altLang="zh-CN" dirty="0">
              <a:ea typeface="宋体" panose="02010600030101010101" pitchFamily="2" charset="-122"/>
            </a:endParaRPr>
          </a:p>
        </p:txBody>
      </p:sp>
      <p:sp>
        <p:nvSpPr>
          <p:cNvPr id="1934340" name="Rectangle 4"/>
          <p:cNvSpPr/>
          <p:nvPr/>
        </p:nvSpPr>
        <p:spPr>
          <a:xfrm>
            <a:off x="381000" y="2362200"/>
            <a:ext cx="914400" cy="304800"/>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r>
              <a:rPr lang="en-US" altLang="zh-CN" sz="2200" dirty="0">
                <a:latin typeface="Times New Roman" panose="02020603050405020304" pitchFamily="18" charset="0"/>
                <a:ea typeface="宋体" panose="02010600030101010101" pitchFamily="2" charset="-122"/>
              </a:rPr>
              <a:t>Tom</a:t>
            </a:r>
            <a:endParaRPr lang="en-US" altLang="zh-CN" sz="2200" baseline="-25000" dirty="0">
              <a:latin typeface="Times New Roman" panose="02020603050405020304" pitchFamily="18" charset="0"/>
              <a:ea typeface="宋体" panose="02010600030101010101" pitchFamily="2" charset="-122"/>
            </a:endParaRPr>
          </a:p>
        </p:txBody>
      </p:sp>
      <p:sp>
        <p:nvSpPr>
          <p:cNvPr id="1934341" name="Rectangle 5"/>
          <p:cNvSpPr/>
          <p:nvPr/>
        </p:nvSpPr>
        <p:spPr>
          <a:xfrm>
            <a:off x="1752600" y="2209800"/>
            <a:ext cx="1066800" cy="304800"/>
          </a:xfrm>
          <a:prstGeom prst="rect">
            <a:avLst/>
          </a:prstGeom>
          <a:solidFill>
            <a:srgbClr val="FFFFFF"/>
          </a:solidFill>
          <a:ln w="9525" cap="flat" cmpd="sng">
            <a:solidFill>
              <a:schemeClr val="tx1"/>
            </a:solidFill>
            <a:prstDash val="solid"/>
            <a:miter/>
            <a:headEnd type="none" w="med" len="med"/>
            <a:tailEnd type="none" w="med" len="med"/>
          </a:ln>
        </p:spPr>
        <p:txBody>
          <a:bodyPr wrap="none" lIns="45720" tIns="0" rIns="45720" bIns="0"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r>
              <a:rPr lang="en-US" altLang="zh-CN" sz="2000" dirty="0">
                <a:latin typeface="Times New Roman" panose="02020603050405020304" pitchFamily="18" charset="0"/>
                <a:ea typeface="宋体" panose="02010600030101010101" pitchFamily="2" charset="-122"/>
              </a:rPr>
              <a:t>sigmod03</a:t>
            </a:r>
            <a:endParaRPr lang="en-US" altLang="zh-CN" sz="2000" dirty="0">
              <a:latin typeface="Times New Roman" panose="02020603050405020304" pitchFamily="18" charset="0"/>
              <a:ea typeface="宋体" panose="02010600030101010101" pitchFamily="2" charset="-122"/>
            </a:endParaRPr>
          </a:p>
        </p:txBody>
      </p:sp>
      <p:sp>
        <p:nvSpPr>
          <p:cNvPr id="1934342" name="Rectangle 6"/>
          <p:cNvSpPr/>
          <p:nvPr/>
        </p:nvSpPr>
        <p:spPr>
          <a:xfrm>
            <a:off x="1752600" y="2667000"/>
            <a:ext cx="1066800" cy="304800"/>
          </a:xfrm>
          <a:prstGeom prst="rect">
            <a:avLst/>
          </a:prstGeom>
          <a:solidFill>
            <a:srgbClr val="FFFFFF"/>
          </a:solidFill>
          <a:ln w="9525" cap="flat" cmpd="sng">
            <a:solidFill>
              <a:schemeClr val="tx1"/>
            </a:solidFill>
            <a:prstDash val="solid"/>
            <a:miter/>
            <a:headEnd type="none" w="med" len="med"/>
            <a:tailEnd type="none" w="med" len="med"/>
          </a:ln>
        </p:spPr>
        <p:txBody>
          <a:bodyPr wrap="none" lIns="45720" tIns="0" rIns="45720" bIns="0"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r>
              <a:rPr lang="en-US" altLang="zh-CN" sz="2000" dirty="0">
                <a:latin typeface="Times New Roman" panose="02020603050405020304" pitchFamily="18" charset="0"/>
                <a:ea typeface="宋体" panose="02010600030101010101" pitchFamily="2" charset="-122"/>
              </a:rPr>
              <a:t>sigmod04</a:t>
            </a:r>
            <a:endParaRPr lang="en-US" altLang="zh-CN" sz="2000" dirty="0">
              <a:latin typeface="Times New Roman" panose="02020603050405020304" pitchFamily="18" charset="0"/>
              <a:ea typeface="宋体" panose="02010600030101010101" pitchFamily="2" charset="-122"/>
            </a:endParaRPr>
          </a:p>
        </p:txBody>
      </p:sp>
      <p:sp>
        <p:nvSpPr>
          <p:cNvPr id="1934343" name="Rectangle 7"/>
          <p:cNvSpPr/>
          <p:nvPr/>
        </p:nvSpPr>
        <p:spPr>
          <a:xfrm>
            <a:off x="1752600" y="3124200"/>
            <a:ext cx="1066800" cy="304800"/>
          </a:xfrm>
          <a:prstGeom prst="rect">
            <a:avLst/>
          </a:prstGeom>
          <a:solidFill>
            <a:srgbClr val="FFFFFF"/>
          </a:solidFill>
          <a:ln w="9525" cap="flat" cmpd="sng">
            <a:solidFill>
              <a:schemeClr val="tx1"/>
            </a:solidFill>
            <a:prstDash val="solid"/>
            <a:miter/>
            <a:headEnd type="none" w="med" len="med"/>
            <a:tailEnd type="none" w="med" len="med"/>
          </a:ln>
        </p:spPr>
        <p:txBody>
          <a:bodyPr wrap="none" lIns="45720" tIns="0" rIns="45720" bIns="0"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r>
              <a:rPr lang="en-US" altLang="zh-CN" sz="2000" dirty="0">
                <a:latin typeface="Times New Roman" panose="02020603050405020304" pitchFamily="18" charset="0"/>
                <a:ea typeface="宋体" panose="02010600030101010101" pitchFamily="2" charset="-122"/>
              </a:rPr>
              <a:t>sigmod05</a:t>
            </a:r>
            <a:endParaRPr lang="en-US" altLang="zh-CN" sz="2000" dirty="0">
              <a:latin typeface="Times New Roman" panose="02020603050405020304" pitchFamily="18" charset="0"/>
              <a:ea typeface="宋体" panose="02010600030101010101" pitchFamily="2" charset="-122"/>
            </a:endParaRPr>
          </a:p>
        </p:txBody>
      </p:sp>
      <p:sp>
        <p:nvSpPr>
          <p:cNvPr id="1934344" name="Rectangle 8"/>
          <p:cNvSpPr/>
          <p:nvPr/>
        </p:nvSpPr>
        <p:spPr>
          <a:xfrm>
            <a:off x="3276600" y="2667000"/>
            <a:ext cx="914400" cy="304800"/>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r>
              <a:rPr lang="en-US" altLang="zh-CN" sz="2200" dirty="0">
                <a:latin typeface="Times New Roman" panose="02020603050405020304" pitchFamily="18" charset="0"/>
                <a:ea typeface="宋体" panose="02010600030101010101" pitchFamily="2" charset="-122"/>
              </a:rPr>
              <a:t>sigmod</a:t>
            </a:r>
            <a:endParaRPr lang="en-US" altLang="zh-CN" sz="2200" dirty="0">
              <a:latin typeface="Times New Roman" panose="02020603050405020304" pitchFamily="18" charset="0"/>
              <a:ea typeface="宋体" panose="02010600030101010101" pitchFamily="2" charset="-122"/>
            </a:endParaRPr>
          </a:p>
        </p:txBody>
      </p:sp>
      <p:cxnSp>
        <p:nvCxnSpPr>
          <p:cNvPr id="1934345" name="AutoShape 9"/>
          <p:cNvCxnSpPr>
            <a:stCxn id="1934340" idx="3"/>
            <a:endCxn id="1934341" idx="1"/>
          </p:cNvCxnSpPr>
          <p:nvPr/>
        </p:nvCxnSpPr>
        <p:spPr>
          <a:xfrm flipV="1">
            <a:off x="1295400" y="2362200"/>
            <a:ext cx="457200" cy="152400"/>
          </a:xfrm>
          <a:prstGeom prst="straightConnector1">
            <a:avLst/>
          </a:prstGeom>
          <a:ln w="9525" cap="flat" cmpd="sng">
            <a:solidFill>
              <a:schemeClr val="tx1"/>
            </a:solidFill>
            <a:prstDash val="solid"/>
            <a:headEnd type="none" w="med" len="med"/>
            <a:tailEnd type="none" w="med" len="med"/>
          </a:ln>
        </p:spPr>
      </p:cxnSp>
      <p:cxnSp>
        <p:nvCxnSpPr>
          <p:cNvPr id="1934346" name="AutoShape 10"/>
          <p:cNvCxnSpPr>
            <a:stCxn id="1934340" idx="3"/>
            <a:endCxn id="1934343" idx="1"/>
          </p:cNvCxnSpPr>
          <p:nvPr/>
        </p:nvCxnSpPr>
        <p:spPr>
          <a:xfrm>
            <a:off x="1295400" y="2514600"/>
            <a:ext cx="457200" cy="762000"/>
          </a:xfrm>
          <a:prstGeom prst="straightConnector1">
            <a:avLst/>
          </a:prstGeom>
          <a:ln w="9525" cap="flat" cmpd="sng">
            <a:solidFill>
              <a:schemeClr val="tx1"/>
            </a:solidFill>
            <a:prstDash val="solid"/>
            <a:headEnd type="none" w="med" len="med"/>
            <a:tailEnd type="none" w="med" len="med"/>
          </a:ln>
        </p:spPr>
      </p:cxnSp>
      <p:cxnSp>
        <p:nvCxnSpPr>
          <p:cNvPr id="1934347" name="AutoShape 11"/>
          <p:cNvCxnSpPr>
            <a:stCxn id="1934341" idx="3"/>
            <a:endCxn id="1934344" idx="1"/>
          </p:cNvCxnSpPr>
          <p:nvPr/>
        </p:nvCxnSpPr>
        <p:spPr>
          <a:xfrm>
            <a:off x="2819400" y="2362200"/>
            <a:ext cx="457200" cy="457200"/>
          </a:xfrm>
          <a:prstGeom prst="straightConnector1">
            <a:avLst/>
          </a:prstGeom>
          <a:ln w="9525" cap="flat" cmpd="sng">
            <a:solidFill>
              <a:schemeClr val="tx1"/>
            </a:solidFill>
            <a:prstDash val="solid"/>
            <a:headEnd type="none" w="med" len="med"/>
            <a:tailEnd type="none" w="med" len="med"/>
          </a:ln>
        </p:spPr>
      </p:cxnSp>
      <p:cxnSp>
        <p:nvCxnSpPr>
          <p:cNvPr id="1934348" name="AutoShape 12"/>
          <p:cNvCxnSpPr>
            <a:stCxn id="1934342" idx="3"/>
            <a:endCxn id="1934344" idx="1"/>
          </p:cNvCxnSpPr>
          <p:nvPr/>
        </p:nvCxnSpPr>
        <p:spPr>
          <a:xfrm>
            <a:off x="2819400" y="2819400"/>
            <a:ext cx="457200" cy="0"/>
          </a:xfrm>
          <a:prstGeom prst="straightConnector1">
            <a:avLst/>
          </a:prstGeom>
          <a:ln w="9525" cap="flat" cmpd="sng">
            <a:solidFill>
              <a:schemeClr val="tx1"/>
            </a:solidFill>
            <a:prstDash val="solid"/>
            <a:headEnd type="none" w="med" len="med"/>
            <a:tailEnd type="none" w="med" len="med"/>
          </a:ln>
        </p:spPr>
      </p:cxnSp>
      <p:cxnSp>
        <p:nvCxnSpPr>
          <p:cNvPr id="1934349" name="AutoShape 13"/>
          <p:cNvCxnSpPr>
            <a:stCxn id="1934343" idx="3"/>
            <a:endCxn id="1934344" idx="1"/>
          </p:cNvCxnSpPr>
          <p:nvPr/>
        </p:nvCxnSpPr>
        <p:spPr>
          <a:xfrm flipV="1">
            <a:off x="2819400" y="2819400"/>
            <a:ext cx="457200" cy="457200"/>
          </a:xfrm>
          <a:prstGeom prst="straightConnector1">
            <a:avLst/>
          </a:prstGeom>
          <a:ln w="9525" cap="flat" cmpd="sng">
            <a:solidFill>
              <a:schemeClr val="tx1"/>
            </a:solidFill>
            <a:prstDash val="solid"/>
            <a:headEnd type="none" w="med" len="med"/>
            <a:tailEnd type="none" w="med" len="med"/>
          </a:ln>
        </p:spPr>
      </p:cxnSp>
      <p:sp>
        <p:nvSpPr>
          <p:cNvPr id="1934350" name="Rectangle 14"/>
          <p:cNvSpPr/>
          <p:nvPr/>
        </p:nvSpPr>
        <p:spPr>
          <a:xfrm>
            <a:off x="1600200" y="2057400"/>
            <a:ext cx="1371600" cy="1524000"/>
          </a:xfrm>
          <a:prstGeom prst="rect">
            <a:avLst/>
          </a:prstGeom>
          <a:noFill/>
          <a:ln w="15875" cap="flat" cmpd="sng">
            <a:solidFill>
              <a:schemeClr val="tx1"/>
            </a:solidFill>
            <a:prstDash val="lgDash"/>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endParaRPr lang="zh-CN" altLang="en-US" sz="2400" dirty="0">
              <a:ea typeface="宋体" panose="02010600030101010101" pitchFamily="2" charset="-122"/>
            </a:endParaRPr>
          </a:p>
        </p:txBody>
      </p:sp>
      <p:grpSp>
        <p:nvGrpSpPr>
          <p:cNvPr id="2" name="Group 15"/>
          <p:cNvGrpSpPr/>
          <p:nvPr/>
        </p:nvGrpSpPr>
        <p:grpSpPr>
          <a:xfrm>
            <a:off x="381000" y="4114800"/>
            <a:ext cx="1371600" cy="2362200"/>
            <a:chOff x="240" y="2592"/>
            <a:chExt cx="864" cy="1488"/>
          </a:xfrm>
        </p:grpSpPr>
        <p:sp>
          <p:nvSpPr>
            <p:cNvPr id="46120" name="Rectangle 16"/>
            <p:cNvSpPr/>
            <p:nvPr/>
          </p:nvSpPr>
          <p:spPr>
            <a:xfrm>
              <a:off x="240" y="2592"/>
              <a:ext cx="576" cy="192"/>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r>
                <a:rPr lang="en-US" altLang="zh-CN" sz="2200" dirty="0">
                  <a:latin typeface="Times New Roman" panose="02020603050405020304" pitchFamily="18" charset="0"/>
                  <a:ea typeface="宋体" panose="02010600030101010101" pitchFamily="2" charset="-122"/>
                </a:rPr>
                <a:t>Tom</a:t>
              </a:r>
              <a:endParaRPr lang="en-US" altLang="zh-CN" sz="2200" baseline="-25000" dirty="0">
                <a:latin typeface="Times New Roman" panose="02020603050405020304" pitchFamily="18" charset="0"/>
                <a:ea typeface="宋体" panose="02010600030101010101" pitchFamily="2" charset="-122"/>
              </a:endParaRPr>
            </a:p>
          </p:txBody>
        </p:sp>
        <p:sp>
          <p:nvSpPr>
            <p:cNvPr id="46121" name="Rectangle 17"/>
            <p:cNvSpPr/>
            <p:nvPr/>
          </p:nvSpPr>
          <p:spPr>
            <a:xfrm>
              <a:off x="240" y="2976"/>
              <a:ext cx="576" cy="192"/>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r>
                <a:rPr lang="en-US" altLang="zh-CN" sz="2200" dirty="0">
                  <a:latin typeface="Times New Roman" panose="02020603050405020304" pitchFamily="18" charset="0"/>
                  <a:ea typeface="宋体" panose="02010600030101010101" pitchFamily="2" charset="-122"/>
                </a:rPr>
                <a:t>Mike</a:t>
              </a:r>
              <a:endParaRPr lang="en-US" altLang="zh-CN" sz="2200" dirty="0">
                <a:latin typeface="Times New Roman" panose="02020603050405020304" pitchFamily="18" charset="0"/>
                <a:ea typeface="宋体" panose="02010600030101010101" pitchFamily="2" charset="-122"/>
              </a:endParaRPr>
            </a:p>
          </p:txBody>
        </p:sp>
        <p:sp>
          <p:nvSpPr>
            <p:cNvPr id="46122" name="Rectangle 18"/>
            <p:cNvSpPr/>
            <p:nvPr/>
          </p:nvSpPr>
          <p:spPr>
            <a:xfrm>
              <a:off x="240" y="3504"/>
              <a:ext cx="576" cy="192"/>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r>
                <a:rPr lang="en-US" altLang="zh-CN" sz="2200" dirty="0">
                  <a:latin typeface="Times New Roman" panose="02020603050405020304" pitchFamily="18" charset="0"/>
                  <a:ea typeface="宋体" panose="02010600030101010101" pitchFamily="2" charset="-122"/>
                </a:rPr>
                <a:t>Cathy</a:t>
              </a:r>
              <a:endParaRPr lang="en-US" altLang="zh-CN" sz="2200" dirty="0">
                <a:latin typeface="Times New Roman" panose="02020603050405020304" pitchFamily="18" charset="0"/>
                <a:ea typeface="宋体" panose="02010600030101010101" pitchFamily="2" charset="-122"/>
              </a:endParaRPr>
            </a:p>
          </p:txBody>
        </p:sp>
        <p:sp>
          <p:nvSpPr>
            <p:cNvPr id="46123" name="Rectangle 19"/>
            <p:cNvSpPr/>
            <p:nvPr/>
          </p:nvSpPr>
          <p:spPr>
            <a:xfrm>
              <a:off x="240" y="3888"/>
              <a:ext cx="576" cy="192"/>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r>
                <a:rPr lang="en-US" altLang="zh-CN" sz="2200" dirty="0">
                  <a:latin typeface="Times New Roman" panose="02020603050405020304" pitchFamily="18" charset="0"/>
                  <a:ea typeface="宋体" panose="02010600030101010101" pitchFamily="2" charset="-122"/>
                </a:rPr>
                <a:t>John</a:t>
              </a:r>
              <a:endParaRPr lang="en-US" altLang="zh-CN" sz="2200" dirty="0">
                <a:latin typeface="Times New Roman" panose="02020603050405020304" pitchFamily="18" charset="0"/>
                <a:ea typeface="宋体" panose="02010600030101010101" pitchFamily="2" charset="-122"/>
              </a:endParaRPr>
            </a:p>
          </p:txBody>
        </p:sp>
        <p:cxnSp>
          <p:nvCxnSpPr>
            <p:cNvPr id="46124" name="AutoShape 20"/>
            <p:cNvCxnSpPr>
              <a:stCxn id="46120" idx="3"/>
              <a:endCxn id="46112" idx="1"/>
            </p:cNvCxnSpPr>
            <p:nvPr/>
          </p:nvCxnSpPr>
          <p:spPr>
            <a:xfrm>
              <a:off x="816" y="2688"/>
              <a:ext cx="288" cy="0"/>
            </a:xfrm>
            <a:prstGeom prst="straightConnector1">
              <a:avLst/>
            </a:prstGeom>
            <a:ln w="9525" cap="flat" cmpd="sng">
              <a:solidFill>
                <a:schemeClr val="tx1"/>
              </a:solidFill>
              <a:prstDash val="solid"/>
              <a:headEnd type="none" w="med" len="med"/>
              <a:tailEnd type="none" w="med" len="med"/>
            </a:ln>
          </p:spPr>
        </p:cxnSp>
        <p:cxnSp>
          <p:nvCxnSpPr>
            <p:cNvPr id="46125" name="AutoShape 21"/>
            <p:cNvCxnSpPr>
              <a:stCxn id="46120" idx="3"/>
              <a:endCxn id="46114" idx="1"/>
            </p:cNvCxnSpPr>
            <p:nvPr/>
          </p:nvCxnSpPr>
          <p:spPr>
            <a:xfrm>
              <a:off x="816" y="2688"/>
              <a:ext cx="288" cy="480"/>
            </a:xfrm>
            <a:prstGeom prst="straightConnector1">
              <a:avLst/>
            </a:prstGeom>
            <a:ln w="9525" cap="flat" cmpd="sng">
              <a:solidFill>
                <a:schemeClr val="tx1"/>
              </a:solidFill>
              <a:prstDash val="solid"/>
              <a:headEnd type="none" w="med" len="med"/>
              <a:tailEnd type="none" w="med" len="med"/>
            </a:ln>
          </p:spPr>
        </p:cxnSp>
        <p:cxnSp>
          <p:nvCxnSpPr>
            <p:cNvPr id="46126" name="AutoShape 22"/>
            <p:cNvCxnSpPr>
              <a:stCxn id="46123" idx="3"/>
              <a:endCxn id="46116" idx="1"/>
            </p:cNvCxnSpPr>
            <p:nvPr/>
          </p:nvCxnSpPr>
          <p:spPr>
            <a:xfrm flipV="1">
              <a:off x="816" y="3744"/>
              <a:ext cx="288" cy="240"/>
            </a:xfrm>
            <a:prstGeom prst="straightConnector1">
              <a:avLst/>
            </a:prstGeom>
            <a:ln w="9525" cap="flat" cmpd="sng">
              <a:solidFill>
                <a:schemeClr val="tx1"/>
              </a:solidFill>
              <a:prstDash val="solid"/>
              <a:headEnd type="none" w="med" len="med"/>
              <a:tailEnd type="none" w="med" len="med"/>
            </a:ln>
          </p:spPr>
        </p:cxnSp>
        <p:cxnSp>
          <p:nvCxnSpPr>
            <p:cNvPr id="46127" name="AutoShape 23"/>
            <p:cNvCxnSpPr>
              <a:stCxn id="46123" idx="3"/>
              <a:endCxn id="46117" idx="1"/>
            </p:cNvCxnSpPr>
            <p:nvPr/>
          </p:nvCxnSpPr>
          <p:spPr>
            <a:xfrm>
              <a:off x="816" y="3984"/>
              <a:ext cx="288" cy="0"/>
            </a:xfrm>
            <a:prstGeom prst="straightConnector1">
              <a:avLst/>
            </a:prstGeom>
            <a:ln w="9525" cap="flat" cmpd="sng">
              <a:solidFill>
                <a:schemeClr val="tx1"/>
              </a:solidFill>
              <a:prstDash val="solid"/>
              <a:headEnd type="none" w="med" len="med"/>
              <a:tailEnd type="none" w="med" len="med"/>
            </a:ln>
          </p:spPr>
        </p:cxnSp>
        <p:cxnSp>
          <p:nvCxnSpPr>
            <p:cNvPr id="46128" name="AutoShape 24"/>
            <p:cNvCxnSpPr>
              <a:stCxn id="46121" idx="3"/>
              <a:endCxn id="46113" idx="1"/>
            </p:cNvCxnSpPr>
            <p:nvPr/>
          </p:nvCxnSpPr>
          <p:spPr>
            <a:xfrm flipV="1">
              <a:off x="816" y="2928"/>
              <a:ext cx="288" cy="144"/>
            </a:xfrm>
            <a:prstGeom prst="straightConnector1">
              <a:avLst/>
            </a:prstGeom>
            <a:ln w="9525" cap="flat" cmpd="sng">
              <a:solidFill>
                <a:schemeClr val="tx1"/>
              </a:solidFill>
              <a:prstDash val="solid"/>
              <a:headEnd type="none" w="med" len="med"/>
              <a:tailEnd type="none" w="med" len="med"/>
            </a:ln>
          </p:spPr>
        </p:cxnSp>
        <p:cxnSp>
          <p:nvCxnSpPr>
            <p:cNvPr id="46129" name="AutoShape 25"/>
            <p:cNvCxnSpPr>
              <a:stCxn id="46121" idx="3"/>
              <a:endCxn id="46115" idx="1"/>
            </p:cNvCxnSpPr>
            <p:nvPr/>
          </p:nvCxnSpPr>
          <p:spPr>
            <a:xfrm>
              <a:off x="816" y="3072"/>
              <a:ext cx="288" cy="432"/>
            </a:xfrm>
            <a:prstGeom prst="straightConnector1">
              <a:avLst/>
            </a:prstGeom>
            <a:ln w="9525" cap="flat" cmpd="sng">
              <a:solidFill>
                <a:schemeClr val="tx1"/>
              </a:solidFill>
              <a:prstDash val="solid"/>
              <a:headEnd type="none" w="med" len="med"/>
              <a:tailEnd type="none" w="med" len="med"/>
            </a:ln>
          </p:spPr>
        </p:cxnSp>
        <p:cxnSp>
          <p:nvCxnSpPr>
            <p:cNvPr id="46130" name="AutoShape 26"/>
            <p:cNvCxnSpPr>
              <a:stCxn id="46122" idx="3"/>
              <a:endCxn id="46114" idx="1"/>
            </p:cNvCxnSpPr>
            <p:nvPr/>
          </p:nvCxnSpPr>
          <p:spPr>
            <a:xfrm flipV="1">
              <a:off x="816" y="3168"/>
              <a:ext cx="288" cy="432"/>
            </a:xfrm>
            <a:prstGeom prst="straightConnector1">
              <a:avLst/>
            </a:prstGeom>
            <a:ln w="9525" cap="flat" cmpd="sng">
              <a:solidFill>
                <a:schemeClr val="tx1"/>
              </a:solidFill>
              <a:prstDash val="solid"/>
              <a:headEnd type="none" w="med" len="med"/>
              <a:tailEnd type="none" w="med" len="med"/>
            </a:ln>
          </p:spPr>
        </p:cxnSp>
        <p:cxnSp>
          <p:nvCxnSpPr>
            <p:cNvPr id="46131" name="AutoShape 27"/>
            <p:cNvCxnSpPr>
              <a:stCxn id="46122" idx="3"/>
              <a:endCxn id="46116" idx="1"/>
            </p:cNvCxnSpPr>
            <p:nvPr/>
          </p:nvCxnSpPr>
          <p:spPr>
            <a:xfrm>
              <a:off x="816" y="3600"/>
              <a:ext cx="288" cy="144"/>
            </a:xfrm>
            <a:prstGeom prst="straightConnector1">
              <a:avLst/>
            </a:prstGeom>
            <a:ln w="9525" cap="flat" cmpd="sng">
              <a:solidFill>
                <a:schemeClr val="tx1"/>
              </a:solidFill>
              <a:prstDash val="solid"/>
              <a:headEnd type="none" w="med" len="med"/>
              <a:tailEnd type="none" w="med" len="med"/>
            </a:ln>
          </p:spPr>
        </p:cxnSp>
        <p:cxnSp>
          <p:nvCxnSpPr>
            <p:cNvPr id="46132" name="AutoShape 28"/>
            <p:cNvCxnSpPr>
              <a:stCxn id="46123" idx="3"/>
              <a:endCxn id="46114" idx="1"/>
            </p:cNvCxnSpPr>
            <p:nvPr/>
          </p:nvCxnSpPr>
          <p:spPr>
            <a:xfrm flipV="1">
              <a:off x="816" y="3168"/>
              <a:ext cx="288" cy="816"/>
            </a:xfrm>
            <a:prstGeom prst="straightConnector1">
              <a:avLst/>
            </a:prstGeom>
            <a:ln w="9525" cap="flat" cmpd="sng">
              <a:solidFill>
                <a:schemeClr val="tx1"/>
              </a:solidFill>
              <a:prstDash val="solid"/>
              <a:headEnd type="none" w="med" len="med"/>
              <a:tailEnd type="none" w="med" len="med"/>
            </a:ln>
          </p:spPr>
        </p:cxnSp>
        <p:cxnSp>
          <p:nvCxnSpPr>
            <p:cNvPr id="46133" name="AutoShape 29"/>
            <p:cNvCxnSpPr>
              <a:stCxn id="46120" idx="3"/>
              <a:endCxn id="46115" idx="1"/>
            </p:cNvCxnSpPr>
            <p:nvPr/>
          </p:nvCxnSpPr>
          <p:spPr>
            <a:xfrm>
              <a:off x="816" y="2688"/>
              <a:ext cx="288" cy="816"/>
            </a:xfrm>
            <a:prstGeom prst="straightConnector1">
              <a:avLst/>
            </a:prstGeom>
            <a:ln w="9525" cap="flat" cmpd="sng">
              <a:solidFill>
                <a:schemeClr val="tx1"/>
              </a:solidFill>
              <a:prstDash val="solid"/>
              <a:headEnd type="none" w="med" len="med"/>
              <a:tailEnd type="none" w="med" len="med"/>
            </a:ln>
          </p:spPr>
        </p:cxnSp>
      </p:grpSp>
      <p:grpSp>
        <p:nvGrpSpPr>
          <p:cNvPr id="3" name="Group 30"/>
          <p:cNvGrpSpPr/>
          <p:nvPr/>
        </p:nvGrpSpPr>
        <p:grpSpPr>
          <a:xfrm>
            <a:off x="1676400" y="4038600"/>
            <a:ext cx="1219200" cy="2514600"/>
            <a:chOff x="1056" y="2544"/>
            <a:chExt cx="768" cy="1584"/>
          </a:xfrm>
        </p:grpSpPr>
        <p:sp>
          <p:nvSpPr>
            <p:cNvPr id="46112" name="Rectangle 31"/>
            <p:cNvSpPr/>
            <p:nvPr/>
          </p:nvSpPr>
          <p:spPr>
            <a:xfrm>
              <a:off x="1104" y="2592"/>
              <a:ext cx="672" cy="192"/>
            </a:xfrm>
            <a:prstGeom prst="rect">
              <a:avLst/>
            </a:prstGeom>
            <a:solidFill>
              <a:srgbClr val="FFFFFF"/>
            </a:solidFill>
            <a:ln w="9525" cap="flat" cmpd="sng">
              <a:solidFill>
                <a:schemeClr val="tx1"/>
              </a:solidFill>
              <a:prstDash val="solid"/>
              <a:miter/>
              <a:headEnd type="none" w="med" len="med"/>
              <a:tailEnd type="none" w="med" len="med"/>
            </a:ln>
          </p:spPr>
          <p:txBody>
            <a:bodyPr wrap="none" lIns="45720" tIns="0" rIns="45720" bIns="0"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r>
                <a:rPr lang="en-US" altLang="zh-CN" sz="2000" dirty="0">
                  <a:latin typeface="Times New Roman" panose="02020603050405020304" pitchFamily="18" charset="0"/>
                  <a:ea typeface="宋体" panose="02010600030101010101" pitchFamily="2" charset="-122"/>
                </a:rPr>
                <a:t>sigmod03</a:t>
              </a:r>
              <a:endParaRPr lang="en-US" altLang="zh-CN" sz="2000" dirty="0">
                <a:latin typeface="Times New Roman" panose="02020603050405020304" pitchFamily="18" charset="0"/>
                <a:ea typeface="宋体" panose="02010600030101010101" pitchFamily="2" charset="-122"/>
              </a:endParaRPr>
            </a:p>
          </p:txBody>
        </p:sp>
        <p:sp>
          <p:nvSpPr>
            <p:cNvPr id="46113" name="Rectangle 32"/>
            <p:cNvSpPr/>
            <p:nvPr/>
          </p:nvSpPr>
          <p:spPr>
            <a:xfrm>
              <a:off x="1104" y="2832"/>
              <a:ext cx="672" cy="192"/>
            </a:xfrm>
            <a:prstGeom prst="rect">
              <a:avLst/>
            </a:prstGeom>
            <a:solidFill>
              <a:srgbClr val="FFFFFF"/>
            </a:solidFill>
            <a:ln w="9525" cap="flat" cmpd="sng">
              <a:solidFill>
                <a:schemeClr val="tx1"/>
              </a:solidFill>
              <a:prstDash val="solid"/>
              <a:miter/>
              <a:headEnd type="none" w="med" len="med"/>
              <a:tailEnd type="none" w="med" len="med"/>
            </a:ln>
          </p:spPr>
          <p:txBody>
            <a:bodyPr wrap="none" lIns="45720" tIns="0" rIns="45720" bIns="0"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r>
                <a:rPr lang="en-US" altLang="zh-CN" sz="2000" dirty="0">
                  <a:latin typeface="Times New Roman" panose="02020603050405020304" pitchFamily="18" charset="0"/>
                  <a:ea typeface="宋体" panose="02010600030101010101" pitchFamily="2" charset="-122"/>
                </a:rPr>
                <a:t>sigmod04</a:t>
              </a:r>
              <a:endParaRPr lang="en-US" altLang="zh-CN" sz="2000" dirty="0">
                <a:latin typeface="Times New Roman" panose="02020603050405020304" pitchFamily="18" charset="0"/>
                <a:ea typeface="宋体" panose="02010600030101010101" pitchFamily="2" charset="-122"/>
              </a:endParaRPr>
            </a:p>
          </p:txBody>
        </p:sp>
        <p:sp>
          <p:nvSpPr>
            <p:cNvPr id="46114" name="Rectangle 33"/>
            <p:cNvSpPr/>
            <p:nvPr/>
          </p:nvSpPr>
          <p:spPr>
            <a:xfrm>
              <a:off x="1104" y="3072"/>
              <a:ext cx="672" cy="192"/>
            </a:xfrm>
            <a:prstGeom prst="rect">
              <a:avLst/>
            </a:prstGeom>
            <a:solidFill>
              <a:srgbClr val="FFFFFF"/>
            </a:solidFill>
            <a:ln w="9525" cap="flat" cmpd="sng">
              <a:solidFill>
                <a:schemeClr val="tx1"/>
              </a:solidFill>
              <a:prstDash val="solid"/>
              <a:miter/>
              <a:headEnd type="none" w="med" len="med"/>
              <a:tailEnd type="none" w="med" len="med"/>
            </a:ln>
          </p:spPr>
          <p:txBody>
            <a:bodyPr wrap="none" lIns="45720" tIns="0" rIns="45720" bIns="0"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r>
                <a:rPr lang="en-US" altLang="zh-CN" sz="2000" dirty="0">
                  <a:latin typeface="Times New Roman" panose="02020603050405020304" pitchFamily="18" charset="0"/>
                  <a:ea typeface="宋体" panose="02010600030101010101" pitchFamily="2" charset="-122"/>
                </a:rPr>
                <a:t>sigmod05</a:t>
              </a:r>
              <a:endParaRPr lang="en-US" altLang="zh-CN" sz="2000" dirty="0">
                <a:latin typeface="Times New Roman" panose="02020603050405020304" pitchFamily="18" charset="0"/>
                <a:ea typeface="宋体" panose="02010600030101010101" pitchFamily="2" charset="-122"/>
              </a:endParaRPr>
            </a:p>
          </p:txBody>
        </p:sp>
        <p:sp>
          <p:nvSpPr>
            <p:cNvPr id="46115" name="Rectangle 34"/>
            <p:cNvSpPr/>
            <p:nvPr/>
          </p:nvSpPr>
          <p:spPr>
            <a:xfrm>
              <a:off x="1104" y="3408"/>
              <a:ext cx="672" cy="192"/>
            </a:xfrm>
            <a:prstGeom prst="rect">
              <a:avLst/>
            </a:prstGeom>
            <a:solidFill>
              <a:srgbClr val="FFFFFF"/>
            </a:solidFill>
            <a:ln w="9525" cap="flat" cmpd="sng">
              <a:solidFill>
                <a:schemeClr val="tx1"/>
              </a:solidFill>
              <a:prstDash val="solid"/>
              <a:miter/>
              <a:headEnd type="none" w="med" len="med"/>
              <a:tailEnd type="none" w="med" len="med"/>
            </a:ln>
          </p:spPr>
          <p:txBody>
            <a:bodyPr wrap="none" lIns="45720" tIns="0" rIns="45720" bIns="0"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r>
                <a:rPr lang="en-US" altLang="zh-CN" sz="2000" dirty="0">
                  <a:latin typeface="Times New Roman" panose="02020603050405020304" pitchFamily="18" charset="0"/>
                  <a:ea typeface="宋体" panose="02010600030101010101" pitchFamily="2" charset="-122"/>
                </a:rPr>
                <a:t>vldb03</a:t>
              </a:r>
              <a:endParaRPr lang="en-US" altLang="zh-CN" sz="2000" dirty="0">
                <a:latin typeface="Times New Roman" panose="02020603050405020304" pitchFamily="18" charset="0"/>
                <a:ea typeface="宋体" panose="02010600030101010101" pitchFamily="2" charset="-122"/>
              </a:endParaRPr>
            </a:p>
          </p:txBody>
        </p:sp>
        <p:sp>
          <p:nvSpPr>
            <p:cNvPr id="46116" name="Rectangle 35"/>
            <p:cNvSpPr/>
            <p:nvPr/>
          </p:nvSpPr>
          <p:spPr>
            <a:xfrm>
              <a:off x="1104" y="3648"/>
              <a:ext cx="672" cy="192"/>
            </a:xfrm>
            <a:prstGeom prst="rect">
              <a:avLst/>
            </a:prstGeom>
            <a:solidFill>
              <a:srgbClr val="FFFFFF"/>
            </a:solidFill>
            <a:ln w="9525" cap="flat" cmpd="sng">
              <a:solidFill>
                <a:schemeClr val="tx1"/>
              </a:solidFill>
              <a:prstDash val="solid"/>
              <a:miter/>
              <a:headEnd type="none" w="med" len="med"/>
              <a:tailEnd type="none" w="med" len="med"/>
            </a:ln>
          </p:spPr>
          <p:txBody>
            <a:bodyPr wrap="none" lIns="45720" tIns="0" rIns="45720" bIns="0"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r>
                <a:rPr lang="en-US" altLang="zh-CN" sz="2000" dirty="0">
                  <a:latin typeface="Times New Roman" panose="02020603050405020304" pitchFamily="18" charset="0"/>
                  <a:ea typeface="宋体" panose="02010600030101010101" pitchFamily="2" charset="-122"/>
                </a:rPr>
                <a:t>vldb04</a:t>
              </a:r>
              <a:endParaRPr lang="en-US" altLang="zh-CN" sz="2000" dirty="0">
                <a:latin typeface="Times New Roman" panose="02020603050405020304" pitchFamily="18" charset="0"/>
                <a:ea typeface="宋体" panose="02010600030101010101" pitchFamily="2" charset="-122"/>
              </a:endParaRPr>
            </a:p>
          </p:txBody>
        </p:sp>
        <p:sp>
          <p:nvSpPr>
            <p:cNvPr id="46117" name="Rectangle 36"/>
            <p:cNvSpPr/>
            <p:nvPr/>
          </p:nvSpPr>
          <p:spPr>
            <a:xfrm>
              <a:off x="1104" y="3888"/>
              <a:ext cx="672" cy="192"/>
            </a:xfrm>
            <a:prstGeom prst="rect">
              <a:avLst/>
            </a:prstGeom>
            <a:solidFill>
              <a:srgbClr val="FFFFFF"/>
            </a:solidFill>
            <a:ln w="9525" cap="flat" cmpd="sng">
              <a:solidFill>
                <a:schemeClr val="tx1"/>
              </a:solidFill>
              <a:prstDash val="solid"/>
              <a:miter/>
              <a:headEnd type="none" w="med" len="med"/>
              <a:tailEnd type="none" w="med" len="med"/>
            </a:ln>
          </p:spPr>
          <p:txBody>
            <a:bodyPr wrap="none" lIns="45720" tIns="0" rIns="45720" bIns="0"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r>
                <a:rPr lang="en-US" altLang="zh-CN" sz="2000" dirty="0">
                  <a:latin typeface="Times New Roman" panose="02020603050405020304" pitchFamily="18" charset="0"/>
                  <a:ea typeface="宋体" panose="02010600030101010101" pitchFamily="2" charset="-122"/>
                </a:rPr>
                <a:t>vldb05</a:t>
              </a:r>
              <a:endParaRPr lang="en-US" altLang="zh-CN" sz="2000" dirty="0">
                <a:latin typeface="Times New Roman" panose="02020603050405020304" pitchFamily="18" charset="0"/>
                <a:ea typeface="宋体" panose="02010600030101010101" pitchFamily="2" charset="-122"/>
              </a:endParaRPr>
            </a:p>
          </p:txBody>
        </p:sp>
        <p:sp>
          <p:nvSpPr>
            <p:cNvPr id="46118" name="Rectangle 37"/>
            <p:cNvSpPr/>
            <p:nvPr/>
          </p:nvSpPr>
          <p:spPr>
            <a:xfrm>
              <a:off x="1056" y="2544"/>
              <a:ext cx="768" cy="768"/>
            </a:xfrm>
            <a:prstGeom prst="rect">
              <a:avLst/>
            </a:prstGeom>
            <a:noFill/>
            <a:ln w="15875" cap="flat" cmpd="sng">
              <a:solidFill>
                <a:schemeClr val="tx1"/>
              </a:solidFill>
              <a:prstDash val="lgDash"/>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endParaRPr lang="zh-CN" altLang="en-US" sz="2400" dirty="0">
                <a:ea typeface="宋体" panose="02010600030101010101" pitchFamily="2" charset="-122"/>
              </a:endParaRPr>
            </a:p>
          </p:txBody>
        </p:sp>
        <p:sp>
          <p:nvSpPr>
            <p:cNvPr id="46119" name="Rectangle 38"/>
            <p:cNvSpPr/>
            <p:nvPr/>
          </p:nvSpPr>
          <p:spPr>
            <a:xfrm>
              <a:off x="1056" y="3360"/>
              <a:ext cx="768" cy="768"/>
            </a:xfrm>
            <a:prstGeom prst="rect">
              <a:avLst/>
            </a:prstGeom>
            <a:noFill/>
            <a:ln w="15875" cap="flat" cmpd="sng">
              <a:solidFill>
                <a:schemeClr val="tx1"/>
              </a:solidFill>
              <a:prstDash val="lgDash"/>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endParaRPr lang="zh-CN" altLang="en-US" sz="2400" dirty="0">
                <a:ea typeface="宋体" panose="02010600030101010101" pitchFamily="2" charset="-122"/>
              </a:endParaRPr>
            </a:p>
          </p:txBody>
        </p:sp>
      </p:grpSp>
      <p:grpSp>
        <p:nvGrpSpPr>
          <p:cNvPr id="4" name="Group 39"/>
          <p:cNvGrpSpPr/>
          <p:nvPr/>
        </p:nvGrpSpPr>
        <p:grpSpPr>
          <a:xfrm>
            <a:off x="2819400" y="4267200"/>
            <a:ext cx="1371600" cy="2057400"/>
            <a:chOff x="1776" y="2688"/>
            <a:chExt cx="864" cy="1296"/>
          </a:xfrm>
        </p:grpSpPr>
        <p:sp>
          <p:nvSpPr>
            <p:cNvPr id="46104" name="Rectangle 40"/>
            <p:cNvSpPr/>
            <p:nvPr/>
          </p:nvSpPr>
          <p:spPr>
            <a:xfrm>
              <a:off x="2064" y="2832"/>
              <a:ext cx="576" cy="192"/>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r>
                <a:rPr lang="en-US" altLang="zh-CN" sz="2200" dirty="0">
                  <a:latin typeface="Times New Roman" panose="02020603050405020304" pitchFamily="18" charset="0"/>
                  <a:ea typeface="宋体" panose="02010600030101010101" pitchFamily="2" charset="-122"/>
                </a:rPr>
                <a:t>sigmod</a:t>
              </a:r>
              <a:endParaRPr lang="en-US" altLang="zh-CN" sz="2200" dirty="0">
                <a:latin typeface="Times New Roman" panose="02020603050405020304" pitchFamily="18" charset="0"/>
                <a:ea typeface="宋体" panose="02010600030101010101" pitchFamily="2" charset="-122"/>
              </a:endParaRPr>
            </a:p>
          </p:txBody>
        </p:sp>
        <p:sp>
          <p:nvSpPr>
            <p:cNvPr id="46105" name="Rectangle 41"/>
            <p:cNvSpPr/>
            <p:nvPr/>
          </p:nvSpPr>
          <p:spPr>
            <a:xfrm>
              <a:off x="2064" y="3648"/>
              <a:ext cx="576" cy="192"/>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r>
                <a:rPr lang="en-US" altLang="zh-CN" sz="2200" dirty="0">
                  <a:latin typeface="Times New Roman" panose="02020603050405020304" pitchFamily="18" charset="0"/>
                  <a:ea typeface="宋体" panose="02010600030101010101" pitchFamily="2" charset="-122"/>
                </a:rPr>
                <a:t>vldb</a:t>
              </a:r>
              <a:endParaRPr lang="en-US" altLang="zh-CN" sz="2200" dirty="0">
                <a:latin typeface="Times New Roman" panose="02020603050405020304" pitchFamily="18" charset="0"/>
                <a:ea typeface="宋体" panose="02010600030101010101" pitchFamily="2" charset="-122"/>
              </a:endParaRPr>
            </a:p>
          </p:txBody>
        </p:sp>
        <p:cxnSp>
          <p:nvCxnSpPr>
            <p:cNvPr id="46106" name="AutoShape 42"/>
            <p:cNvCxnSpPr>
              <a:stCxn id="46112" idx="3"/>
              <a:endCxn id="46104" idx="1"/>
            </p:cNvCxnSpPr>
            <p:nvPr/>
          </p:nvCxnSpPr>
          <p:spPr>
            <a:xfrm>
              <a:off x="1776" y="2688"/>
              <a:ext cx="288" cy="240"/>
            </a:xfrm>
            <a:prstGeom prst="straightConnector1">
              <a:avLst/>
            </a:prstGeom>
            <a:ln w="9525" cap="flat" cmpd="sng">
              <a:solidFill>
                <a:schemeClr val="tx1"/>
              </a:solidFill>
              <a:prstDash val="solid"/>
              <a:headEnd type="none" w="med" len="med"/>
              <a:tailEnd type="none" w="med" len="med"/>
            </a:ln>
          </p:spPr>
        </p:cxnSp>
        <p:cxnSp>
          <p:nvCxnSpPr>
            <p:cNvPr id="46107" name="AutoShape 43"/>
            <p:cNvCxnSpPr>
              <a:stCxn id="46113" idx="3"/>
              <a:endCxn id="46104" idx="1"/>
            </p:cNvCxnSpPr>
            <p:nvPr/>
          </p:nvCxnSpPr>
          <p:spPr>
            <a:xfrm>
              <a:off x="1776" y="2928"/>
              <a:ext cx="288" cy="0"/>
            </a:xfrm>
            <a:prstGeom prst="straightConnector1">
              <a:avLst/>
            </a:prstGeom>
            <a:ln w="9525" cap="flat" cmpd="sng">
              <a:solidFill>
                <a:schemeClr val="tx1"/>
              </a:solidFill>
              <a:prstDash val="solid"/>
              <a:headEnd type="none" w="med" len="med"/>
              <a:tailEnd type="none" w="med" len="med"/>
            </a:ln>
          </p:spPr>
        </p:cxnSp>
        <p:cxnSp>
          <p:nvCxnSpPr>
            <p:cNvPr id="46108" name="AutoShape 44"/>
            <p:cNvCxnSpPr>
              <a:stCxn id="46114" idx="3"/>
              <a:endCxn id="46104" idx="1"/>
            </p:cNvCxnSpPr>
            <p:nvPr/>
          </p:nvCxnSpPr>
          <p:spPr>
            <a:xfrm flipV="1">
              <a:off x="1776" y="2928"/>
              <a:ext cx="288" cy="240"/>
            </a:xfrm>
            <a:prstGeom prst="straightConnector1">
              <a:avLst/>
            </a:prstGeom>
            <a:ln w="9525" cap="flat" cmpd="sng">
              <a:solidFill>
                <a:schemeClr val="tx1"/>
              </a:solidFill>
              <a:prstDash val="solid"/>
              <a:headEnd type="none" w="med" len="med"/>
              <a:tailEnd type="none" w="med" len="med"/>
            </a:ln>
          </p:spPr>
        </p:cxnSp>
        <p:cxnSp>
          <p:nvCxnSpPr>
            <p:cNvPr id="46109" name="AutoShape 45"/>
            <p:cNvCxnSpPr>
              <a:stCxn id="46115" idx="3"/>
              <a:endCxn id="46105" idx="1"/>
            </p:cNvCxnSpPr>
            <p:nvPr/>
          </p:nvCxnSpPr>
          <p:spPr>
            <a:xfrm>
              <a:off x="1776" y="3504"/>
              <a:ext cx="288" cy="240"/>
            </a:xfrm>
            <a:prstGeom prst="straightConnector1">
              <a:avLst/>
            </a:prstGeom>
            <a:ln w="9525" cap="flat" cmpd="sng">
              <a:solidFill>
                <a:schemeClr val="tx1"/>
              </a:solidFill>
              <a:prstDash val="solid"/>
              <a:headEnd type="none" w="med" len="med"/>
              <a:tailEnd type="none" w="med" len="med"/>
            </a:ln>
          </p:spPr>
        </p:cxnSp>
        <p:cxnSp>
          <p:nvCxnSpPr>
            <p:cNvPr id="46110" name="AutoShape 46"/>
            <p:cNvCxnSpPr>
              <a:stCxn id="46116" idx="3"/>
              <a:endCxn id="46105" idx="1"/>
            </p:cNvCxnSpPr>
            <p:nvPr/>
          </p:nvCxnSpPr>
          <p:spPr>
            <a:xfrm>
              <a:off x="1776" y="3744"/>
              <a:ext cx="288" cy="0"/>
            </a:xfrm>
            <a:prstGeom prst="straightConnector1">
              <a:avLst/>
            </a:prstGeom>
            <a:ln w="9525" cap="flat" cmpd="sng">
              <a:solidFill>
                <a:schemeClr val="tx1"/>
              </a:solidFill>
              <a:prstDash val="solid"/>
              <a:headEnd type="none" w="med" len="med"/>
              <a:tailEnd type="none" w="med" len="med"/>
            </a:ln>
          </p:spPr>
        </p:cxnSp>
        <p:cxnSp>
          <p:nvCxnSpPr>
            <p:cNvPr id="46111" name="AutoShape 47"/>
            <p:cNvCxnSpPr>
              <a:stCxn id="46117" idx="3"/>
              <a:endCxn id="46105" idx="1"/>
            </p:cNvCxnSpPr>
            <p:nvPr/>
          </p:nvCxnSpPr>
          <p:spPr>
            <a:xfrm flipV="1">
              <a:off x="1776" y="3744"/>
              <a:ext cx="288" cy="240"/>
            </a:xfrm>
            <a:prstGeom prst="straightConnector1">
              <a:avLst/>
            </a:prstGeom>
            <a:ln w="9525" cap="flat" cmpd="sng">
              <a:solidFill>
                <a:schemeClr val="tx1"/>
              </a:solidFill>
              <a:prstDash val="solid"/>
              <a:headEnd type="none" w="med" len="med"/>
              <a:tailEnd type="none" w="med" len="med"/>
            </a:ln>
          </p:spPr>
        </p:cxnSp>
      </p:grpSp>
      <p:sp>
        <p:nvSpPr>
          <p:cNvPr id="1934384" name="Text Box 48"/>
          <p:cNvSpPr txBox="1"/>
          <p:nvPr/>
        </p:nvSpPr>
        <p:spPr>
          <a:xfrm>
            <a:off x="4724400" y="1981200"/>
            <a:ext cx="4267200" cy="2465388"/>
          </a:xfrm>
          <a:prstGeom prst="rect">
            <a:avLst/>
          </a:prstGeom>
          <a:noFill/>
          <a:ln w="1587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eaLnBrk="1" hangingPunct="1">
              <a:spcBef>
                <a:spcPct val="50000"/>
              </a:spcBef>
              <a:buClrTx/>
              <a:buSzTx/>
              <a:buFontTx/>
              <a:buNone/>
            </a:pPr>
            <a:r>
              <a:rPr lang="en-US" altLang="zh-CN" sz="2400" dirty="0">
                <a:latin typeface="Arial" panose="020B0604020202020204" pitchFamily="34" charset="0"/>
                <a:ea typeface="宋体" panose="02010600030101010101" pitchFamily="2" charset="-122"/>
              </a:rPr>
              <a:t>Jeh &amp; Widom, 2002 - </a:t>
            </a:r>
            <a:r>
              <a:rPr lang="en-US" altLang="zh-CN" sz="2400" i="1" dirty="0">
                <a:latin typeface="Times New Roman" panose="02020603050405020304" pitchFamily="18" charset="0"/>
                <a:ea typeface="宋体" panose="02010600030101010101" pitchFamily="2" charset="-122"/>
              </a:rPr>
              <a:t>SimRank</a:t>
            </a:r>
            <a:endParaRPr lang="en-US" altLang="zh-CN" sz="2400" i="1" dirty="0">
              <a:latin typeface="Times New Roman" panose="02020603050405020304" pitchFamily="18" charset="0"/>
              <a:ea typeface="宋体" panose="02010600030101010101" pitchFamily="2" charset="-122"/>
            </a:endParaRPr>
          </a:p>
          <a:p>
            <a:pPr marL="0" lvl="0" indent="0" eaLnBrk="1" hangingPunct="1">
              <a:spcBef>
                <a:spcPct val="50000"/>
              </a:spcBef>
              <a:buClrTx/>
              <a:buSzTx/>
              <a:buFontTx/>
              <a:buNone/>
            </a:pPr>
            <a:r>
              <a:rPr lang="en-US" altLang="zh-CN" sz="2400" dirty="0">
                <a:latin typeface="Arial" panose="020B0604020202020204" pitchFamily="34" charset="0"/>
                <a:ea typeface="宋体" panose="02010600030101010101" pitchFamily="2" charset="-122"/>
              </a:rPr>
              <a:t>The similarity between two objects </a:t>
            </a:r>
            <a:r>
              <a:rPr lang="en-US" altLang="zh-CN" sz="2400" i="1" dirty="0">
                <a:latin typeface="Times New Roman" panose="02020603050405020304" pitchFamily="18" charset="0"/>
                <a:ea typeface="宋体" panose="02010600030101010101" pitchFamily="2" charset="-122"/>
              </a:rPr>
              <a:t>x</a:t>
            </a:r>
            <a:r>
              <a:rPr lang="en-US" altLang="zh-CN" sz="2400" dirty="0">
                <a:latin typeface="Arial" panose="020B0604020202020204" pitchFamily="34" charset="0"/>
                <a:ea typeface="宋体" panose="02010600030101010101" pitchFamily="2" charset="-122"/>
              </a:rPr>
              <a:t> and </a:t>
            </a:r>
            <a:r>
              <a:rPr lang="en-US" altLang="zh-CN" sz="2400" i="1" dirty="0">
                <a:latin typeface="Times New Roman" panose="02020603050405020304" pitchFamily="18" charset="0"/>
                <a:ea typeface="宋体" panose="02010600030101010101" pitchFamily="2" charset="-122"/>
              </a:rPr>
              <a:t>y</a:t>
            </a:r>
            <a:r>
              <a:rPr lang="en-US" altLang="zh-CN" sz="2400" dirty="0">
                <a:latin typeface="Arial" panose="020B0604020202020204" pitchFamily="34" charset="0"/>
                <a:ea typeface="宋体" panose="02010600030101010101" pitchFamily="2" charset="-122"/>
              </a:rPr>
              <a:t> is defined as the average similarity between objects linked with </a:t>
            </a:r>
            <a:r>
              <a:rPr lang="en-US" altLang="zh-CN" sz="2400" i="1" dirty="0">
                <a:latin typeface="Times New Roman" panose="02020603050405020304" pitchFamily="18" charset="0"/>
                <a:ea typeface="宋体" panose="02010600030101010101" pitchFamily="2" charset="-122"/>
              </a:rPr>
              <a:t>x</a:t>
            </a:r>
            <a:r>
              <a:rPr lang="en-US" altLang="zh-CN" sz="2400" dirty="0">
                <a:latin typeface="Arial" panose="020B0604020202020204" pitchFamily="34" charset="0"/>
                <a:ea typeface="宋体" panose="02010600030101010101" pitchFamily="2" charset="-122"/>
              </a:rPr>
              <a:t> and those with </a:t>
            </a:r>
            <a:r>
              <a:rPr lang="en-US" altLang="zh-CN" sz="2400" i="1" dirty="0">
                <a:latin typeface="Times New Roman" panose="02020603050405020304" pitchFamily="18" charset="0"/>
                <a:ea typeface="宋体" panose="02010600030101010101" pitchFamily="2" charset="-122"/>
              </a:rPr>
              <a:t>y</a:t>
            </a:r>
            <a:r>
              <a:rPr lang="en-US" altLang="zh-CN" sz="2400" dirty="0">
                <a:latin typeface="Arial" panose="020B0604020202020204" pitchFamily="34" charset="0"/>
                <a:ea typeface="宋体" panose="02010600030101010101" pitchFamily="2" charset="-122"/>
              </a:rPr>
              <a:t>.</a:t>
            </a:r>
            <a:endParaRPr lang="en-US" altLang="zh-CN" sz="2400" dirty="0">
              <a:latin typeface="Arial" panose="020B0604020202020204" pitchFamily="34" charset="0"/>
              <a:ea typeface="宋体" panose="02010600030101010101" pitchFamily="2" charset="-122"/>
            </a:endParaRPr>
          </a:p>
        </p:txBody>
      </p:sp>
      <p:sp>
        <p:nvSpPr>
          <p:cNvPr id="1934385" name="Text Box 49"/>
          <p:cNvSpPr txBox="1"/>
          <p:nvPr/>
        </p:nvSpPr>
        <p:spPr>
          <a:xfrm>
            <a:off x="4724400" y="4545013"/>
            <a:ext cx="4038600" cy="2100262"/>
          </a:xfrm>
          <a:prstGeom prst="rect">
            <a:avLst/>
          </a:prstGeom>
          <a:noFill/>
          <a:ln w="1587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eaLnBrk="1" hangingPunct="1">
              <a:spcBef>
                <a:spcPct val="50000"/>
              </a:spcBef>
              <a:buClrTx/>
              <a:buSzTx/>
              <a:buFontTx/>
              <a:buNone/>
            </a:pPr>
            <a:r>
              <a:rPr lang="en-US" altLang="zh-CN" sz="2400" dirty="0">
                <a:latin typeface="Arial" panose="020B0604020202020204" pitchFamily="34" charset="0"/>
                <a:ea typeface="宋体" panose="02010600030101010101" pitchFamily="2" charset="-122"/>
              </a:rPr>
              <a:t>Very expensive to compute:</a:t>
            </a:r>
            <a:endParaRPr lang="en-US" altLang="zh-CN" sz="2400" dirty="0">
              <a:latin typeface="Arial" panose="020B0604020202020204" pitchFamily="34" charset="0"/>
              <a:ea typeface="宋体" panose="02010600030101010101" pitchFamily="2" charset="-122"/>
            </a:endParaRPr>
          </a:p>
          <a:p>
            <a:pPr marL="0" lvl="0" indent="0" eaLnBrk="1" hangingPunct="1">
              <a:spcBef>
                <a:spcPct val="50000"/>
              </a:spcBef>
              <a:buClrTx/>
              <a:buSzTx/>
              <a:buFontTx/>
              <a:buNone/>
            </a:pPr>
            <a:r>
              <a:rPr lang="en-US" altLang="zh-CN" sz="2400" dirty="0">
                <a:latin typeface="Arial" panose="020B0604020202020204" pitchFamily="34" charset="0"/>
                <a:ea typeface="宋体" panose="02010600030101010101" pitchFamily="2" charset="-122"/>
              </a:rPr>
              <a:t>For a dataset of </a:t>
            </a:r>
            <a:r>
              <a:rPr lang="en-US" altLang="zh-CN" sz="2400" i="1" dirty="0">
                <a:latin typeface="Arial" panose="020B0604020202020204" pitchFamily="34" charset="0"/>
                <a:ea typeface="宋体" panose="02010600030101010101" pitchFamily="2" charset="-122"/>
              </a:rPr>
              <a:t>N</a:t>
            </a:r>
            <a:r>
              <a:rPr lang="en-US" altLang="zh-CN" sz="2400" dirty="0">
                <a:latin typeface="Arial" panose="020B0604020202020204" pitchFamily="34" charset="0"/>
                <a:ea typeface="宋体" panose="02010600030101010101" pitchFamily="2" charset="-122"/>
              </a:rPr>
              <a:t> objects and </a:t>
            </a:r>
            <a:r>
              <a:rPr lang="en-US" altLang="zh-CN" sz="2400" i="1" dirty="0">
                <a:latin typeface="Arial" panose="020B0604020202020204" pitchFamily="34" charset="0"/>
                <a:ea typeface="宋体" panose="02010600030101010101" pitchFamily="2" charset="-122"/>
              </a:rPr>
              <a:t>M</a:t>
            </a:r>
            <a:r>
              <a:rPr lang="en-US" altLang="zh-CN" sz="2400" dirty="0">
                <a:latin typeface="Arial" panose="020B0604020202020204" pitchFamily="34" charset="0"/>
                <a:ea typeface="宋体" panose="02010600030101010101" pitchFamily="2" charset="-122"/>
              </a:rPr>
              <a:t> links, it takes </a:t>
            </a:r>
            <a:r>
              <a:rPr lang="en-US" altLang="zh-CN" sz="2400" i="1" dirty="0">
                <a:latin typeface="Times New Roman" panose="02020603050405020304" pitchFamily="18" charset="0"/>
                <a:ea typeface="宋体" panose="02010600030101010101" pitchFamily="2" charset="-122"/>
              </a:rPr>
              <a:t>O</a:t>
            </a:r>
            <a:r>
              <a:rPr lang="en-US" altLang="zh-CN" sz="2400" dirty="0">
                <a:latin typeface="Times New Roman" panose="02020603050405020304" pitchFamily="18" charset="0"/>
                <a:ea typeface="宋体" panose="02010600030101010101" pitchFamily="2" charset="-122"/>
              </a:rPr>
              <a:t>(</a:t>
            </a:r>
            <a:r>
              <a:rPr lang="en-US" altLang="zh-CN" sz="2400" i="1" dirty="0">
                <a:latin typeface="Times New Roman" panose="02020603050405020304" pitchFamily="18" charset="0"/>
                <a:ea typeface="宋体" panose="02010600030101010101" pitchFamily="2" charset="-122"/>
              </a:rPr>
              <a:t>N</a:t>
            </a:r>
            <a:r>
              <a:rPr lang="en-US" altLang="zh-CN" sz="2400" baseline="30000" dirty="0">
                <a:latin typeface="Times New Roman" panose="02020603050405020304" pitchFamily="18" charset="0"/>
                <a:ea typeface="宋体" panose="02010600030101010101" pitchFamily="2" charset="-122"/>
              </a:rPr>
              <a:t>2</a:t>
            </a:r>
            <a:r>
              <a:rPr lang="en-US" altLang="zh-CN" sz="2400" dirty="0">
                <a:latin typeface="Times New Roman" panose="02020603050405020304" pitchFamily="18" charset="0"/>
                <a:ea typeface="宋体" panose="02010600030101010101" pitchFamily="2" charset="-122"/>
              </a:rPr>
              <a:t>)</a:t>
            </a:r>
            <a:r>
              <a:rPr lang="en-US" altLang="zh-CN" sz="2400" dirty="0">
                <a:latin typeface="Arial" panose="020B0604020202020204" pitchFamily="34" charset="0"/>
                <a:ea typeface="宋体" panose="02010600030101010101" pitchFamily="2" charset="-122"/>
              </a:rPr>
              <a:t> space and </a:t>
            </a:r>
            <a:r>
              <a:rPr lang="en-US" altLang="zh-CN" sz="2400" i="1" dirty="0">
                <a:latin typeface="Times New Roman" panose="02020603050405020304" pitchFamily="18" charset="0"/>
                <a:ea typeface="宋体" panose="02010600030101010101" pitchFamily="2" charset="-122"/>
              </a:rPr>
              <a:t>O</a:t>
            </a:r>
            <a:r>
              <a:rPr lang="en-US" altLang="zh-CN" sz="2400" dirty="0">
                <a:latin typeface="Times New Roman" panose="02020603050405020304" pitchFamily="18" charset="0"/>
                <a:ea typeface="宋体" panose="02010600030101010101" pitchFamily="2" charset="-122"/>
              </a:rPr>
              <a:t>(</a:t>
            </a:r>
            <a:r>
              <a:rPr lang="en-US" altLang="zh-CN" sz="2400" i="1" dirty="0">
                <a:latin typeface="Times New Roman" panose="02020603050405020304" pitchFamily="18" charset="0"/>
                <a:ea typeface="宋体" panose="02010600030101010101" pitchFamily="2" charset="-122"/>
              </a:rPr>
              <a:t>M</a:t>
            </a:r>
            <a:r>
              <a:rPr lang="en-US" altLang="zh-CN" sz="2400" baseline="30000" dirty="0">
                <a:latin typeface="Times New Roman" panose="02020603050405020304" pitchFamily="18" charset="0"/>
                <a:ea typeface="宋体" panose="02010600030101010101" pitchFamily="2" charset="-122"/>
              </a:rPr>
              <a:t>2</a:t>
            </a:r>
            <a:r>
              <a:rPr lang="en-US" altLang="zh-CN" sz="2400" dirty="0">
                <a:latin typeface="Times New Roman" panose="02020603050405020304" pitchFamily="18" charset="0"/>
                <a:ea typeface="宋体" panose="02010600030101010101" pitchFamily="2" charset="-122"/>
              </a:rPr>
              <a:t>) </a:t>
            </a:r>
            <a:r>
              <a:rPr lang="en-US" altLang="zh-CN" sz="2400" dirty="0">
                <a:latin typeface="Arial" panose="020B0604020202020204" pitchFamily="34" charset="0"/>
                <a:ea typeface="宋体" panose="02010600030101010101" pitchFamily="2" charset="-122"/>
              </a:rPr>
              <a:t>time to compute all similarities.</a:t>
            </a:r>
            <a:endParaRPr lang="en-US" altLang="zh-CN" sz="2400" dirty="0">
              <a:latin typeface="Arial" panose="020B0604020202020204" pitchFamily="34" charset="0"/>
              <a:ea typeface="宋体" panose="02010600030101010101" pitchFamily="2" charset="-122"/>
            </a:endParaRPr>
          </a:p>
        </p:txBody>
      </p:sp>
      <p:sp>
        <p:nvSpPr>
          <p:cNvPr id="1934386" name="Rectangle 50"/>
          <p:cNvSpPr/>
          <p:nvPr/>
        </p:nvSpPr>
        <p:spPr>
          <a:xfrm>
            <a:off x="381000" y="2971800"/>
            <a:ext cx="914400" cy="304800"/>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r>
              <a:rPr lang="en-US" altLang="zh-CN" sz="2200" dirty="0">
                <a:latin typeface="Times New Roman" panose="02020603050405020304" pitchFamily="18" charset="0"/>
                <a:ea typeface="宋体" panose="02010600030101010101" pitchFamily="2" charset="-122"/>
              </a:rPr>
              <a:t>Mary</a:t>
            </a:r>
            <a:endParaRPr lang="en-US" altLang="zh-CN" sz="2200" baseline="-25000" dirty="0">
              <a:latin typeface="Times New Roman" panose="02020603050405020304" pitchFamily="18" charset="0"/>
              <a:ea typeface="宋体" panose="02010600030101010101" pitchFamily="2" charset="-122"/>
            </a:endParaRPr>
          </a:p>
        </p:txBody>
      </p:sp>
      <p:cxnSp>
        <p:nvCxnSpPr>
          <p:cNvPr id="1934387" name="AutoShape 51"/>
          <p:cNvCxnSpPr>
            <a:stCxn id="1934386" idx="3"/>
            <a:endCxn id="1934342" idx="1"/>
          </p:cNvCxnSpPr>
          <p:nvPr/>
        </p:nvCxnSpPr>
        <p:spPr>
          <a:xfrm flipV="1">
            <a:off x="1295400" y="2819400"/>
            <a:ext cx="457200" cy="304800"/>
          </a:xfrm>
          <a:prstGeom prst="straightConnector1">
            <a:avLst/>
          </a:prstGeom>
          <a:ln w="9525" cap="flat" cmpd="sng">
            <a:solidFill>
              <a:schemeClr val="tx1"/>
            </a:solidFill>
            <a:prstDash val="solid"/>
            <a:headEnd type="none" w="med" len="med"/>
            <a:tailEnd type="none" w="med" len="med"/>
          </a:ln>
        </p:spPr>
      </p:cxnSp>
      <p:cxnSp>
        <p:nvCxnSpPr>
          <p:cNvPr id="1934388" name="AutoShape 52"/>
          <p:cNvCxnSpPr>
            <a:stCxn id="1934386" idx="3"/>
            <a:endCxn id="1934343" idx="1"/>
          </p:cNvCxnSpPr>
          <p:nvPr/>
        </p:nvCxnSpPr>
        <p:spPr>
          <a:xfrm>
            <a:off x="1295400" y="3124200"/>
            <a:ext cx="457200" cy="152400"/>
          </a:xfrm>
          <a:prstGeom prst="straightConnector1">
            <a:avLst/>
          </a:prstGeom>
          <a:ln w="9525" cap="flat" cmpd="sng">
            <a:solidFill>
              <a:schemeClr val="tx1"/>
            </a:solidFill>
            <a:prstDash val="solid"/>
            <a:headEnd type="none" w="med" len="med"/>
            <a:tailEnd type="none" w="med" len="med"/>
          </a:ln>
        </p:spPr>
      </p:cxn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3434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3434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3434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1934344"/>
                                        </p:tgtEl>
                                        <p:attrNameLst>
                                          <p:attrName>style.visibility</p:attrName>
                                        </p:attrNameLst>
                                      </p:cBhvr>
                                      <p:to>
                                        <p:strVal val="visible"/>
                                      </p:to>
                                    </p:set>
                                    <p:animEffect transition="in" filter="blinds(horizontal)">
                                      <p:cBhvr>
                                        <p:cTn id="15" dur="500"/>
                                        <p:tgtEl>
                                          <p:spTgt spid="1934344"/>
                                        </p:tgtEl>
                                      </p:cBhvr>
                                    </p:animEffect>
                                  </p:childTnLst>
                                </p:cTn>
                              </p:par>
                              <p:par>
                                <p:cTn id="16" presetID="3" presetClass="entr" presetSubtype="10" fill="hold" nodeType="withEffect">
                                  <p:stCondLst>
                                    <p:cond delay="0"/>
                                  </p:stCondLst>
                                  <p:childTnLst>
                                    <p:set>
                                      <p:cBhvr>
                                        <p:cTn id="17" dur="1" fill="hold">
                                          <p:stCondLst>
                                            <p:cond delay="0"/>
                                          </p:stCondLst>
                                        </p:cTn>
                                        <p:tgtEl>
                                          <p:spTgt spid="1934347"/>
                                        </p:tgtEl>
                                        <p:attrNameLst>
                                          <p:attrName>style.visibility</p:attrName>
                                        </p:attrNameLst>
                                      </p:cBhvr>
                                      <p:to>
                                        <p:strVal val="visible"/>
                                      </p:to>
                                    </p:set>
                                    <p:animEffect transition="in" filter="blinds(horizontal)">
                                      <p:cBhvr>
                                        <p:cTn id="18" dur="500"/>
                                        <p:tgtEl>
                                          <p:spTgt spid="1934347"/>
                                        </p:tgtEl>
                                      </p:cBhvr>
                                    </p:animEffect>
                                  </p:childTnLst>
                                </p:cTn>
                              </p:par>
                              <p:par>
                                <p:cTn id="19" presetID="3" presetClass="entr" presetSubtype="10" fill="hold" nodeType="withEffect">
                                  <p:stCondLst>
                                    <p:cond delay="0"/>
                                  </p:stCondLst>
                                  <p:childTnLst>
                                    <p:set>
                                      <p:cBhvr>
                                        <p:cTn id="20" dur="1" fill="hold">
                                          <p:stCondLst>
                                            <p:cond delay="0"/>
                                          </p:stCondLst>
                                        </p:cTn>
                                        <p:tgtEl>
                                          <p:spTgt spid="1934348"/>
                                        </p:tgtEl>
                                        <p:attrNameLst>
                                          <p:attrName>style.visibility</p:attrName>
                                        </p:attrNameLst>
                                      </p:cBhvr>
                                      <p:to>
                                        <p:strVal val="visible"/>
                                      </p:to>
                                    </p:set>
                                    <p:animEffect transition="in" filter="blinds(horizontal)">
                                      <p:cBhvr>
                                        <p:cTn id="21" dur="500"/>
                                        <p:tgtEl>
                                          <p:spTgt spid="1934348"/>
                                        </p:tgtEl>
                                      </p:cBhvr>
                                    </p:animEffect>
                                  </p:childTnLst>
                                </p:cTn>
                              </p:par>
                              <p:par>
                                <p:cTn id="22" presetID="3" presetClass="entr" presetSubtype="10" fill="hold" nodeType="withEffect">
                                  <p:stCondLst>
                                    <p:cond delay="0"/>
                                  </p:stCondLst>
                                  <p:childTnLst>
                                    <p:set>
                                      <p:cBhvr>
                                        <p:cTn id="23" dur="1" fill="hold">
                                          <p:stCondLst>
                                            <p:cond delay="0"/>
                                          </p:stCondLst>
                                        </p:cTn>
                                        <p:tgtEl>
                                          <p:spTgt spid="1934349"/>
                                        </p:tgtEl>
                                        <p:attrNameLst>
                                          <p:attrName>style.visibility</p:attrName>
                                        </p:attrNameLst>
                                      </p:cBhvr>
                                      <p:to>
                                        <p:strVal val="visible"/>
                                      </p:to>
                                    </p:set>
                                    <p:animEffect transition="in" filter="blinds(horizontal)">
                                      <p:cBhvr>
                                        <p:cTn id="24" dur="500"/>
                                        <p:tgtEl>
                                          <p:spTgt spid="1934349"/>
                                        </p:tgtEl>
                                      </p:cBhvr>
                                    </p:animEffect>
                                  </p:childTnLst>
                                </p:cTn>
                              </p:par>
                              <p:par>
                                <p:cTn id="25" presetID="3" presetClass="entr" presetSubtype="10" fill="hold" grpId="0" nodeType="withEffect">
                                  <p:stCondLst>
                                    <p:cond delay="0"/>
                                  </p:stCondLst>
                                  <p:childTnLst>
                                    <p:set>
                                      <p:cBhvr>
                                        <p:cTn id="26" dur="1" fill="hold">
                                          <p:stCondLst>
                                            <p:cond delay="0"/>
                                          </p:stCondLst>
                                        </p:cTn>
                                        <p:tgtEl>
                                          <p:spTgt spid="1934340"/>
                                        </p:tgtEl>
                                        <p:attrNameLst>
                                          <p:attrName>style.visibility</p:attrName>
                                        </p:attrNameLst>
                                      </p:cBhvr>
                                      <p:to>
                                        <p:strVal val="visible"/>
                                      </p:to>
                                    </p:set>
                                    <p:animEffect transition="in" filter="blinds(horizontal)">
                                      <p:cBhvr>
                                        <p:cTn id="27" dur="500"/>
                                        <p:tgtEl>
                                          <p:spTgt spid="1934340"/>
                                        </p:tgtEl>
                                      </p:cBhvr>
                                    </p:animEffect>
                                  </p:childTnLst>
                                </p:cTn>
                              </p:par>
                              <p:par>
                                <p:cTn id="28" presetID="3" presetClass="entr" presetSubtype="10" fill="hold" nodeType="withEffect">
                                  <p:stCondLst>
                                    <p:cond delay="0"/>
                                  </p:stCondLst>
                                  <p:childTnLst>
                                    <p:set>
                                      <p:cBhvr>
                                        <p:cTn id="29" dur="1" fill="hold">
                                          <p:stCondLst>
                                            <p:cond delay="0"/>
                                          </p:stCondLst>
                                        </p:cTn>
                                        <p:tgtEl>
                                          <p:spTgt spid="1934345"/>
                                        </p:tgtEl>
                                        <p:attrNameLst>
                                          <p:attrName>style.visibility</p:attrName>
                                        </p:attrNameLst>
                                      </p:cBhvr>
                                      <p:to>
                                        <p:strVal val="visible"/>
                                      </p:to>
                                    </p:set>
                                    <p:animEffect transition="in" filter="blinds(horizontal)">
                                      <p:cBhvr>
                                        <p:cTn id="30" dur="500"/>
                                        <p:tgtEl>
                                          <p:spTgt spid="1934345"/>
                                        </p:tgtEl>
                                      </p:cBhvr>
                                    </p:animEffect>
                                  </p:childTnLst>
                                </p:cTn>
                              </p:par>
                              <p:par>
                                <p:cTn id="31" presetID="3" presetClass="entr" presetSubtype="10" fill="hold" nodeType="withEffect">
                                  <p:stCondLst>
                                    <p:cond delay="0"/>
                                  </p:stCondLst>
                                  <p:childTnLst>
                                    <p:set>
                                      <p:cBhvr>
                                        <p:cTn id="32" dur="1" fill="hold">
                                          <p:stCondLst>
                                            <p:cond delay="0"/>
                                          </p:stCondLst>
                                        </p:cTn>
                                        <p:tgtEl>
                                          <p:spTgt spid="1934346"/>
                                        </p:tgtEl>
                                        <p:attrNameLst>
                                          <p:attrName>style.visibility</p:attrName>
                                        </p:attrNameLst>
                                      </p:cBhvr>
                                      <p:to>
                                        <p:strVal val="visible"/>
                                      </p:to>
                                    </p:set>
                                    <p:animEffect transition="in" filter="blinds(horizontal)">
                                      <p:cBhvr>
                                        <p:cTn id="33" dur="500"/>
                                        <p:tgtEl>
                                          <p:spTgt spid="1934346"/>
                                        </p:tgtEl>
                                      </p:cBhvr>
                                    </p:animEffect>
                                  </p:childTnLst>
                                </p:cTn>
                              </p:par>
                              <p:par>
                                <p:cTn id="34" presetID="3" presetClass="entr" presetSubtype="10" fill="hold" nodeType="withEffect">
                                  <p:stCondLst>
                                    <p:cond delay="0"/>
                                  </p:stCondLst>
                                  <p:childTnLst>
                                    <p:set>
                                      <p:cBhvr>
                                        <p:cTn id="35" dur="1" fill="hold">
                                          <p:stCondLst>
                                            <p:cond delay="0"/>
                                          </p:stCondLst>
                                        </p:cTn>
                                        <p:tgtEl>
                                          <p:spTgt spid="1934386"/>
                                        </p:tgtEl>
                                        <p:attrNameLst>
                                          <p:attrName>style.visibility</p:attrName>
                                        </p:attrNameLst>
                                      </p:cBhvr>
                                      <p:to>
                                        <p:strVal val="visible"/>
                                      </p:to>
                                    </p:set>
                                    <p:animEffect transition="in" filter="blinds(horizontal)">
                                      <p:cBhvr>
                                        <p:cTn id="36" dur="500"/>
                                        <p:tgtEl>
                                          <p:spTgt spid="1934386"/>
                                        </p:tgtEl>
                                      </p:cBhvr>
                                    </p:animEffect>
                                  </p:childTnLst>
                                </p:cTn>
                              </p:par>
                              <p:par>
                                <p:cTn id="37" presetID="3" presetClass="entr" presetSubtype="10" fill="hold" nodeType="withEffect">
                                  <p:stCondLst>
                                    <p:cond delay="0"/>
                                  </p:stCondLst>
                                  <p:childTnLst>
                                    <p:set>
                                      <p:cBhvr>
                                        <p:cTn id="38" dur="1" fill="hold">
                                          <p:stCondLst>
                                            <p:cond delay="0"/>
                                          </p:stCondLst>
                                        </p:cTn>
                                        <p:tgtEl>
                                          <p:spTgt spid="1934387"/>
                                        </p:tgtEl>
                                        <p:attrNameLst>
                                          <p:attrName>style.visibility</p:attrName>
                                        </p:attrNameLst>
                                      </p:cBhvr>
                                      <p:to>
                                        <p:strVal val="visible"/>
                                      </p:to>
                                    </p:set>
                                    <p:animEffect transition="in" filter="blinds(horizontal)">
                                      <p:cBhvr>
                                        <p:cTn id="39" dur="500"/>
                                        <p:tgtEl>
                                          <p:spTgt spid="1934387"/>
                                        </p:tgtEl>
                                      </p:cBhvr>
                                    </p:animEffect>
                                  </p:childTnLst>
                                </p:cTn>
                              </p:par>
                              <p:par>
                                <p:cTn id="40" presetID="3" presetClass="entr" presetSubtype="10" fill="hold" nodeType="withEffect">
                                  <p:stCondLst>
                                    <p:cond delay="0"/>
                                  </p:stCondLst>
                                  <p:childTnLst>
                                    <p:set>
                                      <p:cBhvr>
                                        <p:cTn id="41" dur="1" fill="hold">
                                          <p:stCondLst>
                                            <p:cond delay="0"/>
                                          </p:stCondLst>
                                        </p:cTn>
                                        <p:tgtEl>
                                          <p:spTgt spid="1934388"/>
                                        </p:tgtEl>
                                        <p:attrNameLst>
                                          <p:attrName>style.visibility</p:attrName>
                                        </p:attrNameLst>
                                      </p:cBhvr>
                                      <p:to>
                                        <p:strVal val="visible"/>
                                      </p:to>
                                    </p:set>
                                    <p:animEffect transition="in" filter="blinds(horizontal)">
                                      <p:cBhvr>
                                        <p:cTn id="42" dur="500"/>
                                        <p:tgtEl>
                                          <p:spTgt spid="1934388"/>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1934350"/>
                                        </p:tgtEl>
                                        <p:attrNameLst>
                                          <p:attrName>style.visibility</p:attrName>
                                        </p:attrNameLst>
                                      </p:cBhvr>
                                      <p:to>
                                        <p:strVal val="visible"/>
                                      </p:to>
                                    </p:set>
                                    <p:animEffect transition="in" filter="blinds(horizontal)">
                                      <p:cBhvr>
                                        <p:cTn id="47" dur="500"/>
                                        <p:tgtEl>
                                          <p:spTgt spid="1934350"/>
                                        </p:tgtEl>
                                      </p:cBhvr>
                                    </p:animEffec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nodeType="clickEffect">
                                  <p:stCondLst>
                                    <p:cond delay="0"/>
                                  </p:stCondLst>
                                  <p:childTnLst>
                                    <p:set>
                                      <p:cBhvr>
                                        <p:cTn id="51" dur="1" fill="hold">
                                          <p:stCondLst>
                                            <p:cond delay="0"/>
                                          </p:stCondLst>
                                        </p:cTn>
                                        <p:tgtEl>
                                          <p:spTgt spid="3"/>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3" presetClass="entr" presetSubtype="10" fill="hold" nodeType="clickEffect">
                                  <p:stCondLst>
                                    <p:cond delay="0"/>
                                  </p:stCondLst>
                                  <p:childTnLst>
                                    <p:set>
                                      <p:cBhvr>
                                        <p:cTn id="55" dur="1" fill="hold">
                                          <p:stCondLst>
                                            <p:cond delay="0"/>
                                          </p:stCondLst>
                                        </p:cTn>
                                        <p:tgtEl>
                                          <p:spTgt spid="2"/>
                                        </p:tgtEl>
                                        <p:attrNameLst>
                                          <p:attrName>style.visibility</p:attrName>
                                        </p:attrNameLst>
                                      </p:cBhvr>
                                      <p:to>
                                        <p:strVal val="visible"/>
                                      </p:to>
                                    </p:set>
                                    <p:animEffect transition="in" filter="blinds(horizontal)">
                                      <p:cBhvr>
                                        <p:cTn id="56" dur="500"/>
                                        <p:tgtEl>
                                          <p:spTgt spid="2"/>
                                        </p:tgtEl>
                                      </p:cBhvr>
                                    </p:animEffect>
                                  </p:childTnLst>
                                </p:cTn>
                              </p:par>
                            </p:childTnLst>
                          </p:cTn>
                        </p:par>
                      </p:childTnLst>
                    </p:cTn>
                  </p:par>
                  <p:par>
                    <p:cTn id="57" fill="hold">
                      <p:stCondLst>
                        <p:cond delay="indefinite"/>
                      </p:stCondLst>
                      <p:childTnLst>
                        <p:par>
                          <p:cTn id="58" fill="hold">
                            <p:stCondLst>
                              <p:cond delay="0"/>
                            </p:stCondLst>
                            <p:childTnLst>
                              <p:par>
                                <p:cTn id="59" presetID="3" presetClass="entr" presetSubtype="10" fill="hold" nodeType="clickEffect">
                                  <p:stCondLst>
                                    <p:cond delay="0"/>
                                  </p:stCondLst>
                                  <p:childTnLst>
                                    <p:set>
                                      <p:cBhvr>
                                        <p:cTn id="60" dur="1" fill="hold">
                                          <p:stCondLst>
                                            <p:cond delay="0"/>
                                          </p:stCondLst>
                                        </p:cTn>
                                        <p:tgtEl>
                                          <p:spTgt spid="4"/>
                                        </p:tgtEl>
                                        <p:attrNameLst>
                                          <p:attrName>style.visibility</p:attrName>
                                        </p:attrNameLst>
                                      </p:cBhvr>
                                      <p:to>
                                        <p:strVal val="visible"/>
                                      </p:to>
                                    </p:set>
                                    <p:animEffect transition="in" filter="blinds(horizontal)">
                                      <p:cBhvr>
                                        <p:cTn id="61" dur="500"/>
                                        <p:tgtEl>
                                          <p:spTgt spid="4"/>
                                        </p:tgtEl>
                                      </p:cBhvr>
                                    </p:animEffect>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grpId="0" nodeType="clickEffect">
                                  <p:stCondLst>
                                    <p:cond delay="0"/>
                                  </p:stCondLst>
                                  <p:childTnLst>
                                    <p:set>
                                      <p:cBhvr>
                                        <p:cTn id="65" dur="1" fill="hold">
                                          <p:stCondLst>
                                            <p:cond delay="0"/>
                                          </p:stCondLst>
                                        </p:cTn>
                                        <p:tgtEl>
                                          <p:spTgt spid="1934384"/>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1" presetClass="entr" presetSubtype="0" fill="hold" grpId="0" nodeType="clickEffect">
                                  <p:stCondLst>
                                    <p:cond delay="0"/>
                                  </p:stCondLst>
                                  <p:childTnLst>
                                    <p:set>
                                      <p:cBhvr>
                                        <p:cTn id="69" dur="1" fill="hold">
                                          <p:stCondLst>
                                            <p:cond delay="0"/>
                                          </p:stCondLst>
                                        </p:cTn>
                                        <p:tgtEl>
                                          <p:spTgt spid="193438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34340" grpId="0" animBg="1"/>
      <p:bldP spid="1934341" grpId="0" animBg="1"/>
      <p:bldP spid="1934342" grpId="0" animBg="1"/>
      <p:bldP spid="1934343" grpId="0" animBg="1"/>
      <p:bldP spid="1934344" grpId="0" animBg="1"/>
      <p:bldP spid="1934350" grpId="0" animBg="1"/>
      <p:bldP spid="1934384" grpId="0"/>
      <p:bldP spid="1934385"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30" name="灯片编号占位符 3"/>
          <p:cNvSpPr txBox="1">
            <a:spLocks noGrp="1"/>
          </p:cNvSpPr>
          <p:nvPr>
            <p:ph type="sldNum" sz="quarter" idx="10"/>
          </p:nvPr>
        </p:nvSpPr>
        <p:spPr>
          <a:ln/>
        </p:spPr>
        <p:txBody>
          <a:bodyPr anchor="b" anchorCtr="0"/>
          <a:p>
            <a:pPr marL="0" indent="0" algn="r" eaLnBrk="1" hangingPunct="1">
              <a:spcBef>
                <a:spcPct val="0"/>
              </a:spcBef>
              <a:buClrTx/>
              <a:buSzTx/>
              <a:buFontTx/>
              <a:buNone/>
            </a:pPr>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48131" name="Rectangle 2"/>
          <p:cNvSpPr>
            <a:spLocks noGrp="1"/>
          </p:cNvSpPr>
          <p:nvPr>
            <p:ph type="title"/>
          </p:nvPr>
        </p:nvSpPr>
        <p:spPr>
          <a:xfrm>
            <a:off x="609600" y="441325"/>
            <a:ext cx="7793038" cy="549275"/>
          </a:xfrm>
          <a:ln/>
        </p:spPr>
        <p:txBody>
          <a:bodyPr vert="horz" wrap="square" lIns="91440" tIns="45720" rIns="91440" bIns="45720" anchor="b" anchorCtr="0"/>
          <a:p>
            <a:pPr eaLnBrk="1" hangingPunct="1"/>
            <a:r>
              <a:rPr lang="en-US" altLang="zh-CN" sz="3200" dirty="0">
                <a:ea typeface="宋体" panose="02010600030101010101" pitchFamily="2" charset="-122"/>
              </a:rPr>
              <a:t>Observation 1: Hierarchical Structures</a:t>
            </a:r>
            <a:endParaRPr lang="en-US" altLang="zh-CN" sz="3200" dirty="0">
              <a:ea typeface="宋体" panose="02010600030101010101" pitchFamily="2" charset="-122"/>
            </a:endParaRPr>
          </a:p>
        </p:txBody>
      </p:sp>
      <p:sp>
        <p:nvSpPr>
          <p:cNvPr id="48132" name="Rectangle 3"/>
          <p:cNvSpPr>
            <a:spLocks noGrp="1"/>
          </p:cNvSpPr>
          <p:nvPr>
            <p:ph idx="1"/>
          </p:nvPr>
        </p:nvSpPr>
        <p:spPr>
          <a:xfrm>
            <a:off x="152400" y="1143000"/>
            <a:ext cx="8763000" cy="1219200"/>
          </a:xfrm>
          <a:ln/>
        </p:spPr>
        <p:txBody>
          <a:bodyPr vert="horz" wrap="square" lIns="91440" tIns="45720" rIns="91440" bIns="45720" anchor="t" anchorCtr="0"/>
          <a:p>
            <a:pPr eaLnBrk="1" hangingPunct="1"/>
            <a:r>
              <a:rPr lang="en-US" altLang="zh-CN" dirty="0">
                <a:ea typeface="宋体" panose="02010600030101010101" pitchFamily="2" charset="-122"/>
              </a:rPr>
              <a:t>Hierarchical structures often exist naturally among objects (e.g., taxonomy of animals)</a:t>
            </a:r>
            <a:endParaRPr lang="en-US" altLang="zh-CN" dirty="0">
              <a:ea typeface="宋体" panose="02010600030101010101" pitchFamily="2" charset="-122"/>
            </a:endParaRPr>
          </a:p>
        </p:txBody>
      </p:sp>
      <p:grpSp>
        <p:nvGrpSpPr>
          <p:cNvPr id="2" name="Group 4"/>
          <p:cNvGrpSpPr/>
          <p:nvPr/>
        </p:nvGrpSpPr>
        <p:grpSpPr>
          <a:xfrm>
            <a:off x="68263" y="2286000"/>
            <a:ext cx="4427537" cy="3886200"/>
            <a:chOff x="43" y="1440"/>
            <a:chExt cx="2789" cy="2448"/>
          </a:xfrm>
        </p:grpSpPr>
        <p:sp>
          <p:nvSpPr>
            <p:cNvPr id="48142" name="Oval 5"/>
            <p:cNvSpPr/>
            <p:nvPr/>
          </p:nvSpPr>
          <p:spPr>
            <a:xfrm>
              <a:off x="1192" y="2016"/>
              <a:ext cx="488" cy="288"/>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r>
                <a:rPr lang="en-US" altLang="zh-CN" sz="2000" dirty="0">
                  <a:latin typeface="Times New Roman" panose="02020603050405020304" pitchFamily="18" charset="0"/>
                  <a:ea typeface="宋体" panose="02010600030101010101" pitchFamily="2" charset="-122"/>
                </a:rPr>
                <a:t>All</a:t>
              </a:r>
              <a:endParaRPr lang="en-US" altLang="zh-CN" sz="2000" dirty="0">
                <a:latin typeface="Times New Roman" panose="02020603050405020304" pitchFamily="18" charset="0"/>
                <a:ea typeface="宋体" panose="02010600030101010101" pitchFamily="2" charset="-122"/>
              </a:endParaRPr>
            </a:p>
          </p:txBody>
        </p:sp>
        <p:sp>
          <p:nvSpPr>
            <p:cNvPr id="48143" name="Oval 6"/>
            <p:cNvSpPr/>
            <p:nvPr/>
          </p:nvSpPr>
          <p:spPr>
            <a:xfrm>
              <a:off x="804" y="2592"/>
              <a:ext cx="732" cy="288"/>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r>
                <a:rPr lang="en-US" altLang="zh-CN" sz="2000" dirty="0">
                  <a:latin typeface="Times New Roman" panose="02020603050405020304" pitchFamily="18" charset="0"/>
                  <a:ea typeface="宋体" panose="02010600030101010101" pitchFamily="2" charset="-122"/>
                </a:rPr>
                <a:t>electronics</a:t>
              </a:r>
              <a:endParaRPr lang="en-US" altLang="zh-CN" sz="2000" dirty="0">
                <a:latin typeface="Times New Roman" panose="02020603050405020304" pitchFamily="18" charset="0"/>
                <a:ea typeface="宋体" panose="02010600030101010101" pitchFamily="2" charset="-122"/>
              </a:endParaRPr>
            </a:p>
          </p:txBody>
        </p:sp>
        <p:sp>
          <p:nvSpPr>
            <p:cNvPr id="48144" name="Oval 7"/>
            <p:cNvSpPr/>
            <p:nvPr/>
          </p:nvSpPr>
          <p:spPr>
            <a:xfrm>
              <a:off x="134" y="2592"/>
              <a:ext cx="586" cy="288"/>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r>
                <a:rPr lang="en-US" altLang="zh-CN" sz="2000" dirty="0">
                  <a:latin typeface="Times New Roman" panose="02020603050405020304" pitchFamily="18" charset="0"/>
                  <a:ea typeface="宋体" panose="02010600030101010101" pitchFamily="2" charset="-122"/>
                </a:rPr>
                <a:t>grocery</a:t>
              </a:r>
              <a:endParaRPr lang="en-US" altLang="zh-CN" sz="2000" dirty="0">
                <a:latin typeface="Times New Roman" panose="02020603050405020304" pitchFamily="18" charset="0"/>
                <a:ea typeface="宋体" panose="02010600030101010101" pitchFamily="2" charset="-122"/>
              </a:endParaRPr>
            </a:p>
          </p:txBody>
        </p:sp>
        <p:sp>
          <p:nvSpPr>
            <p:cNvPr id="48145" name="Oval 8"/>
            <p:cNvSpPr/>
            <p:nvPr/>
          </p:nvSpPr>
          <p:spPr>
            <a:xfrm>
              <a:off x="2007" y="2592"/>
              <a:ext cx="537" cy="288"/>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r>
                <a:rPr lang="en-US" altLang="zh-CN" sz="2000" dirty="0">
                  <a:latin typeface="Times New Roman" panose="02020603050405020304" pitchFamily="18" charset="0"/>
                  <a:ea typeface="宋体" panose="02010600030101010101" pitchFamily="2" charset="-122"/>
                </a:rPr>
                <a:t>apparel</a:t>
              </a:r>
              <a:endParaRPr lang="en-US" altLang="zh-CN" sz="2000" dirty="0">
                <a:latin typeface="Times New Roman" panose="02020603050405020304" pitchFamily="18" charset="0"/>
                <a:ea typeface="宋体" panose="02010600030101010101" pitchFamily="2" charset="-122"/>
              </a:endParaRPr>
            </a:p>
          </p:txBody>
        </p:sp>
        <p:sp>
          <p:nvSpPr>
            <p:cNvPr id="48146" name="Oval 9"/>
            <p:cNvSpPr/>
            <p:nvPr/>
          </p:nvSpPr>
          <p:spPr>
            <a:xfrm>
              <a:off x="1631" y="2688"/>
              <a:ext cx="49"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endParaRPr lang="zh-CN" altLang="en-US" sz="2400" dirty="0">
                <a:ea typeface="宋体" panose="02010600030101010101" pitchFamily="2" charset="-122"/>
              </a:endParaRPr>
            </a:p>
          </p:txBody>
        </p:sp>
        <p:sp>
          <p:nvSpPr>
            <p:cNvPr id="48147" name="Oval 10"/>
            <p:cNvSpPr/>
            <p:nvPr/>
          </p:nvSpPr>
          <p:spPr>
            <a:xfrm>
              <a:off x="1727" y="2688"/>
              <a:ext cx="49"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endParaRPr lang="zh-CN" altLang="en-US" sz="2400" dirty="0">
                <a:ea typeface="宋体" panose="02010600030101010101" pitchFamily="2" charset="-122"/>
              </a:endParaRPr>
            </a:p>
          </p:txBody>
        </p:sp>
        <p:sp>
          <p:nvSpPr>
            <p:cNvPr id="48148" name="Oval 11"/>
            <p:cNvSpPr/>
            <p:nvPr/>
          </p:nvSpPr>
          <p:spPr>
            <a:xfrm>
              <a:off x="1823" y="2688"/>
              <a:ext cx="49"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endParaRPr lang="zh-CN" altLang="en-US" sz="2400" dirty="0">
                <a:ea typeface="宋体" panose="02010600030101010101" pitchFamily="2" charset="-122"/>
              </a:endParaRPr>
            </a:p>
          </p:txBody>
        </p:sp>
        <p:sp>
          <p:nvSpPr>
            <p:cNvPr id="48149" name="Oval 12"/>
            <p:cNvSpPr/>
            <p:nvPr/>
          </p:nvSpPr>
          <p:spPr>
            <a:xfrm>
              <a:off x="808" y="3600"/>
              <a:ext cx="488" cy="288"/>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r>
                <a:rPr lang="en-US" altLang="zh-CN" sz="2000" dirty="0">
                  <a:latin typeface="Times New Roman" panose="02020603050405020304" pitchFamily="18" charset="0"/>
                  <a:ea typeface="宋体" panose="02010600030101010101" pitchFamily="2" charset="-122"/>
                </a:rPr>
                <a:t>DVD</a:t>
              </a:r>
              <a:endParaRPr lang="en-US" altLang="zh-CN" sz="2000" dirty="0">
                <a:latin typeface="Times New Roman" panose="02020603050405020304" pitchFamily="18" charset="0"/>
                <a:ea typeface="宋体" panose="02010600030101010101" pitchFamily="2" charset="-122"/>
              </a:endParaRPr>
            </a:p>
          </p:txBody>
        </p:sp>
        <p:sp>
          <p:nvSpPr>
            <p:cNvPr id="48150" name="Oval 13"/>
            <p:cNvSpPr/>
            <p:nvPr/>
          </p:nvSpPr>
          <p:spPr>
            <a:xfrm>
              <a:off x="1624" y="3600"/>
              <a:ext cx="488" cy="288"/>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r>
                <a:rPr lang="en-US" altLang="zh-CN" sz="2000" dirty="0">
                  <a:latin typeface="Times New Roman" panose="02020603050405020304" pitchFamily="18" charset="0"/>
                  <a:ea typeface="宋体" panose="02010600030101010101" pitchFamily="2" charset="-122"/>
                </a:rPr>
                <a:t>camera</a:t>
              </a:r>
              <a:endParaRPr lang="en-US" altLang="zh-CN" sz="2000" dirty="0">
                <a:latin typeface="Times New Roman" panose="02020603050405020304" pitchFamily="18" charset="0"/>
                <a:ea typeface="宋体" panose="02010600030101010101" pitchFamily="2" charset="-122"/>
              </a:endParaRPr>
            </a:p>
          </p:txBody>
        </p:sp>
        <p:sp>
          <p:nvSpPr>
            <p:cNvPr id="48151" name="Oval 14"/>
            <p:cNvSpPr/>
            <p:nvPr/>
          </p:nvSpPr>
          <p:spPr>
            <a:xfrm>
              <a:off x="1343" y="3696"/>
              <a:ext cx="49"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endParaRPr lang="zh-CN" altLang="en-US" sz="2400" dirty="0">
                <a:ea typeface="宋体" panose="02010600030101010101" pitchFamily="2" charset="-122"/>
              </a:endParaRPr>
            </a:p>
          </p:txBody>
        </p:sp>
        <p:sp>
          <p:nvSpPr>
            <p:cNvPr id="48152" name="Oval 15"/>
            <p:cNvSpPr/>
            <p:nvPr/>
          </p:nvSpPr>
          <p:spPr>
            <a:xfrm>
              <a:off x="1439" y="3696"/>
              <a:ext cx="49"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endParaRPr lang="zh-CN" altLang="en-US" sz="2400" dirty="0">
                <a:ea typeface="宋体" panose="02010600030101010101" pitchFamily="2" charset="-122"/>
              </a:endParaRPr>
            </a:p>
          </p:txBody>
        </p:sp>
        <p:sp>
          <p:nvSpPr>
            <p:cNvPr id="48153" name="Oval 16"/>
            <p:cNvSpPr/>
            <p:nvPr/>
          </p:nvSpPr>
          <p:spPr>
            <a:xfrm>
              <a:off x="1535" y="3696"/>
              <a:ext cx="49"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endParaRPr lang="zh-CN" altLang="en-US" sz="2400" dirty="0">
                <a:ea typeface="宋体" panose="02010600030101010101" pitchFamily="2" charset="-122"/>
              </a:endParaRPr>
            </a:p>
          </p:txBody>
        </p:sp>
        <p:sp>
          <p:nvSpPr>
            <p:cNvPr id="48154" name="Oval 17"/>
            <p:cNvSpPr/>
            <p:nvPr/>
          </p:nvSpPr>
          <p:spPr>
            <a:xfrm>
              <a:off x="280" y="3600"/>
              <a:ext cx="488" cy="288"/>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r>
                <a:rPr lang="en-US" altLang="zh-CN" sz="2000" dirty="0">
                  <a:latin typeface="Times New Roman" panose="02020603050405020304" pitchFamily="18" charset="0"/>
                  <a:ea typeface="宋体" panose="02010600030101010101" pitchFamily="2" charset="-122"/>
                </a:rPr>
                <a:t>TV</a:t>
              </a:r>
              <a:endParaRPr lang="en-US" altLang="zh-CN" sz="2000" dirty="0">
                <a:latin typeface="Times New Roman" panose="02020603050405020304" pitchFamily="18" charset="0"/>
                <a:ea typeface="宋体" panose="02010600030101010101" pitchFamily="2" charset="-122"/>
              </a:endParaRPr>
            </a:p>
          </p:txBody>
        </p:sp>
        <p:cxnSp>
          <p:nvCxnSpPr>
            <p:cNvPr id="48155" name="AutoShape 18"/>
            <p:cNvCxnSpPr>
              <a:stCxn id="48142" idx="4"/>
              <a:endCxn id="48144" idx="0"/>
            </p:cNvCxnSpPr>
            <p:nvPr/>
          </p:nvCxnSpPr>
          <p:spPr>
            <a:xfrm flipH="1">
              <a:off x="427" y="2304"/>
              <a:ext cx="1009" cy="288"/>
            </a:xfrm>
            <a:prstGeom prst="straightConnector1">
              <a:avLst/>
            </a:prstGeom>
            <a:ln w="9525" cap="flat" cmpd="sng">
              <a:solidFill>
                <a:schemeClr val="tx1"/>
              </a:solidFill>
              <a:prstDash val="solid"/>
              <a:headEnd type="none" w="med" len="med"/>
              <a:tailEnd type="triangle" w="med" len="med"/>
            </a:ln>
          </p:spPr>
        </p:cxnSp>
        <p:cxnSp>
          <p:nvCxnSpPr>
            <p:cNvPr id="48156" name="AutoShape 19"/>
            <p:cNvCxnSpPr>
              <a:stCxn id="48142" idx="4"/>
              <a:endCxn id="48143" idx="0"/>
            </p:cNvCxnSpPr>
            <p:nvPr/>
          </p:nvCxnSpPr>
          <p:spPr>
            <a:xfrm flipH="1">
              <a:off x="1170" y="2304"/>
              <a:ext cx="266" cy="288"/>
            </a:xfrm>
            <a:prstGeom prst="straightConnector1">
              <a:avLst/>
            </a:prstGeom>
            <a:ln w="9525" cap="flat" cmpd="sng">
              <a:solidFill>
                <a:schemeClr val="tx1"/>
              </a:solidFill>
              <a:prstDash val="solid"/>
              <a:headEnd type="none" w="med" len="med"/>
              <a:tailEnd type="triangle" w="med" len="med"/>
            </a:ln>
          </p:spPr>
        </p:cxnSp>
        <p:cxnSp>
          <p:nvCxnSpPr>
            <p:cNvPr id="48157" name="AutoShape 20"/>
            <p:cNvCxnSpPr>
              <a:stCxn id="48142" idx="4"/>
              <a:endCxn id="48145" idx="0"/>
            </p:cNvCxnSpPr>
            <p:nvPr/>
          </p:nvCxnSpPr>
          <p:spPr>
            <a:xfrm>
              <a:off x="1436" y="2304"/>
              <a:ext cx="840" cy="288"/>
            </a:xfrm>
            <a:prstGeom prst="straightConnector1">
              <a:avLst/>
            </a:prstGeom>
            <a:ln w="9525" cap="flat" cmpd="sng">
              <a:solidFill>
                <a:schemeClr val="tx1"/>
              </a:solidFill>
              <a:prstDash val="solid"/>
              <a:headEnd type="none" w="med" len="med"/>
              <a:tailEnd type="triangle" w="med" len="med"/>
            </a:ln>
          </p:spPr>
        </p:cxnSp>
        <p:cxnSp>
          <p:nvCxnSpPr>
            <p:cNvPr id="48158" name="AutoShape 21"/>
            <p:cNvCxnSpPr>
              <a:stCxn id="48143" idx="4"/>
              <a:endCxn id="48154" idx="0"/>
            </p:cNvCxnSpPr>
            <p:nvPr/>
          </p:nvCxnSpPr>
          <p:spPr>
            <a:xfrm flipH="1">
              <a:off x="524" y="2880"/>
              <a:ext cx="646" cy="720"/>
            </a:xfrm>
            <a:prstGeom prst="straightConnector1">
              <a:avLst/>
            </a:prstGeom>
            <a:ln w="9525" cap="flat" cmpd="sng">
              <a:solidFill>
                <a:schemeClr val="tx1"/>
              </a:solidFill>
              <a:prstDash val="solid"/>
              <a:headEnd type="none" w="med" len="med"/>
              <a:tailEnd type="triangle" w="med" len="med"/>
            </a:ln>
          </p:spPr>
        </p:cxnSp>
        <p:cxnSp>
          <p:nvCxnSpPr>
            <p:cNvPr id="48159" name="AutoShape 22"/>
            <p:cNvCxnSpPr>
              <a:stCxn id="48143" idx="4"/>
              <a:endCxn id="48149" idx="0"/>
            </p:cNvCxnSpPr>
            <p:nvPr/>
          </p:nvCxnSpPr>
          <p:spPr>
            <a:xfrm flipH="1">
              <a:off x="1052" y="2880"/>
              <a:ext cx="118" cy="720"/>
            </a:xfrm>
            <a:prstGeom prst="straightConnector1">
              <a:avLst/>
            </a:prstGeom>
            <a:ln w="9525" cap="flat" cmpd="sng">
              <a:solidFill>
                <a:schemeClr val="tx1"/>
              </a:solidFill>
              <a:prstDash val="solid"/>
              <a:headEnd type="none" w="med" len="med"/>
              <a:tailEnd type="triangle" w="med" len="med"/>
            </a:ln>
          </p:spPr>
        </p:cxnSp>
        <p:cxnSp>
          <p:nvCxnSpPr>
            <p:cNvPr id="48160" name="AutoShape 23"/>
            <p:cNvCxnSpPr>
              <a:stCxn id="48143" idx="4"/>
              <a:endCxn id="48150" idx="0"/>
            </p:cNvCxnSpPr>
            <p:nvPr/>
          </p:nvCxnSpPr>
          <p:spPr>
            <a:xfrm>
              <a:off x="1170" y="2880"/>
              <a:ext cx="698" cy="720"/>
            </a:xfrm>
            <a:prstGeom prst="straightConnector1">
              <a:avLst/>
            </a:prstGeom>
            <a:ln w="9525" cap="flat" cmpd="sng">
              <a:solidFill>
                <a:schemeClr val="tx1"/>
              </a:solidFill>
              <a:prstDash val="solid"/>
              <a:headEnd type="none" w="med" len="med"/>
              <a:tailEnd type="triangle" w="med" len="med"/>
            </a:ln>
          </p:spPr>
        </p:cxnSp>
        <p:cxnSp>
          <p:nvCxnSpPr>
            <p:cNvPr id="48161" name="AutoShape 24"/>
            <p:cNvCxnSpPr>
              <a:stCxn id="48144" idx="4"/>
            </p:cNvCxnSpPr>
            <p:nvPr/>
          </p:nvCxnSpPr>
          <p:spPr>
            <a:xfrm flipH="1">
              <a:off x="43" y="2880"/>
              <a:ext cx="384" cy="240"/>
            </a:xfrm>
            <a:prstGeom prst="straightConnector1">
              <a:avLst/>
            </a:prstGeom>
            <a:ln w="9525" cap="flat" cmpd="sng">
              <a:solidFill>
                <a:schemeClr val="tx1"/>
              </a:solidFill>
              <a:prstDash val="solid"/>
              <a:headEnd type="none" w="med" len="med"/>
              <a:tailEnd type="triangle" w="med" len="med"/>
            </a:ln>
          </p:spPr>
        </p:cxnSp>
        <p:cxnSp>
          <p:nvCxnSpPr>
            <p:cNvPr id="48162" name="AutoShape 25"/>
            <p:cNvCxnSpPr>
              <a:stCxn id="48144" idx="4"/>
            </p:cNvCxnSpPr>
            <p:nvPr/>
          </p:nvCxnSpPr>
          <p:spPr>
            <a:xfrm flipH="1">
              <a:off x="283" y="2880"/>
              <a:ext cx="144" cy="240"/>
            </a:xfrm>
            <a:prstGeom prst="straightConnector1">
              <a:avLst/>
            </a:prstGeom>
            <a:ln w="9525" cap="flat" cmpd="sng">
              <a:solidFill>
                <a:schemeClr val="tx1"/>
              </a:solidFill>
              <a:prstDash val="solid"/>
              <a:headEnd type="none" w="med" len="med"/>
              <a:tailEnd type="triangle" w="med" len="med"/>
            </a:ln>
          </p:spPr>
        </p:cxnSp>
        <p:cxnSp>
          <p:nvCxnSpPr>
            <p:cNvPr id="48163" name="AutoShape 26"/>
            <p:cNvCxnSpPr>
              <a:stCxn id="48144" idx="4"/>
            </p:cNvCxnSpPr>
            <p:nvPr/>
          </p:nvCxnSpPr>
          <p:spPr>
            <a:xfrm>
              <a:off x="427" y="2880"/>
              <a:ext cx="96" cy="240"/>
            </a:xfrm>
            <a:prstGeom prst="straightConnector1">
              <a:avLst/>
            </a:prstGeom>
            <a:ln w="9525" cap="flat" cmpd="sng">
              <a:solidFill>
                <a:schemeClr val="tx1"/>
              </a:solidFill>
              <a:prstDash val="solid"/>
              <a:headEnd type="none" w="med" len="med"/>
              <a:tailEnd type="triangle" w="med" len="med"/>
            </a:ln>
          </p:spPr>
        </p:cxnSp>
        <p:cxnSp>
          <p:nvCxnSpPr>
            <p:cNvPr id="48164" name="AutoShape 27"/>
            <p:cNvCxnSpPr>
              <a:stCxn id="48145" idx="4"/>
            </p:cNvCxnSpPr>
            <p:nvPr/>
          </p:nvCxnSpPr>
          <p:spPr>
            <a:xfrm flipH="1">
              <a:off x="1988" y="2880"/>
              <a:ext cx="288" cy="192"/>
            </a:xfrm>
            <a:prstGeom prst="straightConnector1">
              <a:avLst/>
            </a:prstGeom>
            <a:ln w="9525" cap="flat" cmpd="sng">
              <a:solidFill>
                <a:schemeClr val="tx1"/>
              </a:solidFill>
              <a:prstDash val="solid"/>
              <a:headEnd type="none" w="med" len="med"/>
              <a:tailEnd type="triangle" w="med" len="med"/>
            </a:ln>
          </p:spPr>
        </p:cxnSp>
        <p:cxnSp>
          <p:nvCxnSpPr>
            <p:cNvPr id="48165" name="AutoShape 28"/>
            <p:cNvCxnSpPr>
              <a:stCxn id="48145" idx="4"/>
            </p:cNvCxnSpPr>
            <p:nvPr/>
          </p:nvCxnSpPr>
          <p:spPr>
            <a:xfrm>
              <a:off x="2276" y="2880"/>
              <a:ext cx="0" cy="240"/>
            </a:xfrm>
            <a:prstGeom prst="straightConnector1">
              <a:avLst/>
            </a:prstGeom>
            <a:ln w="9525" cap="flat" cmpd="sng">
              <a:solidFill>
                <a:schemeClr val="tx1"/>
              </a:solidFill>
              <a:prstDash val="solid"/>
              <a:headEnd type="none" w="med" len="med"/>
              <a:tailEnd type="triangle" w="med" len="med"/>
            </a:ln>
          </p:spPr>
        </p:cxnSp>
        <p:cxnSp>
          <p:nvCxnSpPr>
            <p:cNvPr id="48166" name="AutoShape 29"/>
            <p:cNvCxnSpPr>
              <a:stCxn id="48145" idx="4"/>
            </p:cNvCxnSpPr>
            <p:nvPr/>
          </p:nvCxnSpPr>
          <p:spPr>
            <a:xfrm>
              <a:off x="2276" y="2880"/>
              <a:ext cx="336" cy="192"/>
            </a:xfrm>
            <a:prstGeom prst="straightConnector1">
              <a:avLst/>
            </a:prstGeom>
            <a:ln w="9525" cap="flat" cmpd="sng">
              <a:solidFill>
                <a:schemeClr val="tx1"/>
              </a:solidFill>
              <a:prstDash val="solid"/>
              <a:headEnd type="none" w="med" len="med"/>
              <a:tailEnd type="triangle" w="med" len="med"/>
            </a:ln>
          </p:spPr>
        </p:cxnSp>
        <p:sp>
          <p:nvSpPr>
            <p:cNvPr id="48167" name="Text Box 30"/>
            <p:cNvSpPr txBox="1"/>
            <p:nvPr/>
          </p:nvSpPr>
          <p:spPr>
            <a:xfrm>
              <a:off x="144" y="1440"/>
              <a:ext cx="2688" cy="51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50000"/>
                </a:spcBef>
                <a:buClrTx/>
                <a:buSzTx/>
                <a:buFontTx/>
                <a:buNone/>
              </a:pPr>
              <a:r>
                <a:rPr lang="en-US" altLang="zh-CN" sz="2400" dirty="0">
                  <a:latin typeface="Arial" panose="020B0604020202020204" pitchFamily="34" charset="0"/>
                  <a:ea typeface="宋体" panose="02010600030101010101" pitchFamily="2" charset="-122"/>
                </a:rPr>
                <a:t>A hierarchical structure of products in Walmart</a:t>
              </a:r>
              <a:endParaRPr lang="en-US" altLang="zh-CN" sz="2400" dirty="0">
                <a:latin typeface="Arial" panose="020B0604020202020204" pitchFamily="34" charset="0"/>
                <a:ea typeface="宋体" panose="02010600030101010101" pitchFamily="2" charset="-122"/>
              </a:endParaRPr>
            </a:p>
          </p:txBody>
        </p:sp>
      </p:grpSp>
      <p:pic>
        <p:nvPicPr>
          <p:cNvPr id="1936415" name="Picture 31"/>
          <p:cNvPicPr>
            <a:picLocks noChangeAspect="1"/>
          </p:cNvPicPr>
          <p:nvPr/>
        </p:nvPicPr>
        <p:blipFill>
          <a:blip r:embed="rId1"/>
          <a:stretch>
            <a:fillRect/>
          </a:stretch>
        </p:blipFill>
        <p:spPr>
          <a:xfrm>
            <a:off x="4840288" y="3124200"/>
            <a:ext cx="3962400" cy="3135313"/>
          </a:xfrm>
          <a:prstGeom prst="rect">
            <a:avLst/>
          </a:prstGeom>
          <a:noFill/>
          <a:ln w="9525">
            <a:noFill/>
          </a:ln>
        </p:spPr>
      </p:pic>
      <p:sp>
        <p:nvSpPr>
          <p:cNvPr id="1936416" name="Text Box 32"/>
          <p:cNvSpPr txBox="1"/>
          <p:nvPr/>
        </p:nvSpPr>
        <p:spPr>
          <a:xfrm rot="-5400000">
            <a:off x="3773488" y="4125913"/>
            <a:ext cx="16764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eaLnBrk="1" hangingPunct="1">
              <a:spcBef>
                <a:spcPct val="50000"/>
              </a:spcBef>
              <a:buClrTx/>
              <a:buSzTx/>
              <a:buFontTx/>
              <a:buNone/>
            </a:pPr>
            <a:r>
              <a:rPr lang="en-US" altLang="zh-CN" sz="2400" dirty="0">
                <a:latin typeface="Times New Roman" panose="02020603050405020304" pitchFamily="18" charset="0"/>
                <a:ea typeface="宋体" panose="02010600030101010101" pitchFamily="2" charset="-122"/>
              </a:rPr>
              <a:t>Articles</a:t>
            </a:r>
            <a:endParaRPr lang="en-US" altLang="zh-CN" sz="2400" dirty="0">
              <a:latin typeface="Times New Roman" panose="02020603050405020304" pitchFamily="18" charset="0"/>
              <a:ea typeface="宋体" panose="02010600030101010101" pitchFamily="2" charset="-122"/>
            </a:endParaRPr>
          </a:p>
        </p:txBody>
      </p:sp>
      <p:sp>
        <p:nvSpPr>
          <p:cNvPr id="1936417" name="Text Box 33"/>
          <p:cNvSpPr txBox="1"/>
          <p:nvPr/>
        </p:nvSpPr>
        <p:spPr>
          <a:xfrm>
            <a:off x="6288088" y="6259513"/>
            <a:ext cx="10668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eaLnBrk="1" hangingPunct="1">
              <a:spcBef>
                <a:spcPct val="50000"/>
              </a:spcBef>
              <a:buClrTx/>
              <a:buSzTx/>
              <a:buFontTx/>
              <a:buNone/>
            </a:pPr>
            <a:r>
              <a:rPr lang="en-US" altLang="zh-CN" sz="2400" dirty="0">
                <a:latin typeface="Times New Roman" panose="02020603050405020304" pitchFamily="18" charset="0"/>
                <a:ea typeface="宋体" panose="02010600030101010101" pitchFamily="2" charset="-122"/>
              </a:rPr>
              <a:t>Words</a:t>
            </a:r>
            <a:endParaRPr lang="en-US" altLang="zh-CN" sz="2400" dirty="0">
              <a:latin typeface="Times New Roman" panose="02020603050405020304" pitchFamily="18" charset="0"/>
              <a:ea typeface="宋体" panose="02010600030101010101" pitchFamily="2" charset="-122"/>
            </a:endParaRPr>
          </a:p>
        </p:txBody>
      </p:sp>
      <p:sp>
        <p:nvSpPr>
          <p:cNvPr id="1936418" name="Rectangle 34"/>
          <p:cNvSpPr/>
          <p:nvPr/>
        </p:nvSpPr>
        <p:spPr>
          <a:xfrm>
            <a:off x="4764088" y="4735513"/>
            <a:ext cx="931862" cy="579437"/>
          </a:xfrm>
          <a:prstGeom prst="rect">
            <a:avLst/>
          </a:prstGeom>
          <a:noFill/>
          <a:ln w="25400" cap="flat" cmpd="sng">
            <a:solidFill>
              <a:schemeClr val="tx1"/>
            </a:solidFill>
            <a:prstDash val="lgDash"/>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endParaRPr lang="zh-CN" altLang="en-US" sz="2400" dirty="0">
              <a:ea typeface="宋体" panose="02010600030101010101" pitchFamily="2" charset="-122"/>
            </a:endParaRPr>
          </a:p>
        </p:txBody>
      </p:sp>
      <p:sp>
        <p:nvSpPr>
          <p:cNvPr id="1936419" name="Rectangle 35"/>
          <p:cNvSpPr/>
          <p:nvPr/>
        </p:nvSpPr>
        <p:spPr>
          <a:xfrm>
            <a:off x="5602288" y="4125913"/>
            <a:ext cx="1025525" cy="620712"/>
          </a:xfrm>
          <a:prstGeom prst="rect">
            <a:avLst/>
          </a:prstGeom>
          <a:noFill/>
          <a:ln w="25400" cap="flat" cmpd="sng">
            <a:solidFill>
              <a:schemeClr val="tx1"/>
            </a:solidFill>
            <a:prstDash val="lgDash"/>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endParaRPr lang="zh-CN" altLang="en-US" sz="2400" dirty="0">
              <a:ea typeface="宋体" panose="02010600030101010101" pitchFamily="2" charset="-122"/>
            </a:endParaRPr>
          </a:p>
        </p:txBody>
      </p:sp>
      <p:sp>
        <p:nvSpPr>
          <p:cNvPr id="1936420" name="Rectangle 36"/>
          <p:cNvSpPr/>
          <p:nvPr/>
        </p:nvSpPr>
        <p:spPr>
          <a:xfrm>
            <a:off x="6973888" y="3194050"/>
            <a:ext cx="1865312" cy="703263"/>
          </a:xfrm>
          <a:prstGeom prst="rect">
            <a:avLst/>
          </a:prstGeom>
          <a:noFill/>
          <a:ln w="25400" cap="flat" cmpd="sng">
            <a:solidFill>
              <a:schemeClr val="tx1"/>
            </a:solidFill>
            <a:prstDash val="lgDash"/>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endParaRPr lang="zh-CN" altLang="en-US" sz="2400" dirty="0">
              <a:ea typeface="宋体" panose="02010600030101010101" pitchFamily="2" charset="-122"/>
            </a:endParaRPr>
          </a:p>
        </p:txBody>
      </p:sp>
      <p:sp>
        <p:nvSpPr>
          <p:cNvPr id="1936421" name="Rectangle 37"/>
          <p:cNvSpPr/>
          <p:nvPr/>
        </p:nvSpPr>
        <p:spPr>
          <a:xfrm>
            <a:off x="6583363" y="3821113"/>
            <a:ext cx="466725" cy="373062"/>
          </a:xfrm>
          <a:prstGeom prst="rect">
            <a:avLst/>
          </a:prstGeom>
          <a:noFill/>
          <a:ln w="25400" cap="flat" cmpd="sng">
            <a:solidFill>
              <a:schemeClr val="tx1"/>
            </a:solidFill>
            <a:prstDash val="lgDash"/>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endParaRPr lang="zh-CN" altLang="en-US" sz="2400" dirty="0">
              <a:ea typeface="宋体" panose="02010600030101010101" pitchFamily="2" charset="-122"/>
            </a:endParaRPr>
          </a:p>
        </p:txBody>
      </p:sp>
      <p:sp>
        <p:nvSpPr>
          <p:cNvPr id="1936422" name="Text Box 38"/>
          <p:cNvSpPr txBox="1"/>
          <p:nvPr/>
        </p:nvSpPr>
        <p:spPr>
          <a:xfrm>
            <a:off x="4800600" y="2057400"/>
            <a:ext cx="4114800" cy="10064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r>
              <a:rPr lang="en-US" altLang="zh-CN" sz="2000" dirty="0">
                <a:latin typeface="Arial" panose="020B0604020202020204" pitchFamily="34" charset="0"/>
                <a:ea typeface="宋体" panose="02010600030101010101" pitchFamily="2" charset="-122"/>
              </a:rPr>
              <a:t>Relationships between articles and words (Chakrabarti, Papadimitriou, Modha, Faloutsos, 2004)</a:t>
            </a:r>
            <a:endParaRPr lang="en-US" altLang="zh-CN" sz="2000" dirty="0">
              <a:latin typeface="Arial" panose="020B0604020202020204" pitchFamily="34" charset="0"/>
              <a:ea typeface="宋体" panose="02010600030101010101" pitchFamily="2" charset="-122"/>
            </a:endParaRP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936422"/>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1936415"/>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1936417"/>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0"/>
                                          </p:stCondLst>
                                        </p:cTn>
                                        <p:tgtEl>
                                          <p:spTgt spid="1936416"/>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936418"/>
                                        </p:tgtEl>
                                        <p:attrNameLst>
                                          <p:attrName>style.visibility</p:attrName>
                                        </p:attrNameLst>
                                      </p:cBhvr>
                                      <p:to>
                                        <p:strVal val="visible"/>
                                      </p:to>
                                    </p:set>
                                    <p:animEffect transition="in" filter="blinds(horizontal)">
                                      <p:cBhvr>
                                        <p:cTn id="22" dur="500"/>
                                        <p:tgtEl>
                                          <p:spTgt spid="1936418"/>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1936419"/>
                                        </p:tgtEl>
                                        <p:attrNameLst>
                                          <p:attrName>style.visibility</p:attrName>
                                        </p:attrNameLst>
                                      </p:cBhvr>
                                      <p:to>
                                        <p:strVal val="visible"/>
                                      </p:to>
                                    </p:set>
                                    <p:animEffect transition="in" filter="blinds(horizontal)">
                                      <p:cBhvr>
                                        <p:cTn id="25" dur="500"/>
                                        <p:tgtEl>
                                          <p:spTgt spid="1936419"/>
                                        </p:tgtEl>
                                      </p:cBhvr>
                                    </p:animEffect>
                                  </p:childTnLst>
                                </p:cTn>
                              </p:par>
                              <p:par>
                                <p:cTn id="26" presetID="3" presetClass="entr" presetSubtype="10" fill="hold" grpId="0" nodeType="withEffect">
                                  <p:stCondLst>
                                    <p:cond delay="0"/>
                                  </p:stCondLst>
                                  <p:childTnLst>
                                    <p:set>
                                      <p:cBhvr>
                                        <p:cTn id="27" dur="1" fill="hold">
                                          <p:stCondLst>
                                            <p:cond delay="0"/>
                                          </p:stCondLst>
                                        </p:cTn>
                                        <p:tgtEl>
                                          <p:spTgt spid="1936420"/>
                                        </p:tgtEl>
                                        <p:attrNameLst>
                                          <p:attrName>style.visibility</p:attrName>
                                        </p:attrNameLst>
                                      </p:cBhvr>
                                      <p:to>
                                        <p:strVal val="visible"/>
                                      </p:to>
                                    </p:set>
                                    <p:animEffect transition="in" filter="blinds(horizontal)">
                                      <p:cBhvr>
                                        <p:cTn id="28" dur="500"/>
                                        <p:tgtEl>
                                          <p:spTgt spid="1936420"/>
                                        </p:tgtEl>
                                      </p:cBhvr>
                                    </p:animEffect>
                                  </p:childTnLst>
                                </p:cTn>
                              </p:par>
                              <p:par>
                                <p:cTn id="29" presetID="3" presetClass="entr" presetSubtype="10" fill="hold" grpId="0" nodeType="withEffect">
                                  <p:stCondLst>
                                    <p:cond delay="0"/>
                                  </p:stCondLst>
                                  <p:childTnLst>
                                    <p:set>
                                      <p:cBhvr>
                                        <p:cTn id="30" dur="1" fill="hold">
                                          <p:stCondLst>
                                            <p:cond delay="0"/>
                                          </p:stCondLst>
                                        </p:cTn>
                                        <p:tgtEl>
                                          <p:spTgt spid="1936421"/>
                                        </p:tgtEl>
                                        <p:attrNameLst>
                                          <p:attrName>style.visibility</p:attrName>
                                        </p:attrNameLst>
                                      </p:cBhvr>
                                      <p:to>
                                        <p:strVal val="visible"/>
                                      </p:to>
                                    </p:set>
                                    <p:animEffect transition="in" filter="blinds(horizontal)">
                                      <p:cBhvr>
                                        <p:cTn id="31" dur="500"/>
                                        <p:tgtEl>
                                          <p:spTgt spid="19364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36416" grpId="0"/>
      <p:bldP spid="1936417" grpId="0"/>
      <p:bldP spid="1936418" grpId="0" animBg="1"/>
      <p:bldP spid="1936419" grpId="0" animBg="1"/>
      <p:bldP spid="1936420" grpId="0" animBg="1"/>
      <p:bldP spid="1936421" grpId="0" animBg="1"/>
      <p:bldP spid="1936422"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4" name="灯片编号占位符 4"/>
          <p:cNvSpPr txBox="1">
            <a:spLocks noGrp="1"/>
          </p:cNvSpPr>
          <p:nvPr>
            <p:ph type="sldNum" sz="quarter" idx="10"/>
          </p:nvPr>
        </p:nvSpPr>
        <p:spPr>
          <a:ln/>
        </p:spPr>
        <p:txBody>
          <a:bodyPr anchor="b" anchorCtr="0"/>
          <a:p>
            <a:pPr marL="0" indent="0" algn="r" eaLnBrk="1" hangingPunct="1">
              <a:spcBef>
                <a:spcPct val="0"/>
              </a:spcBef>
              <a:buClrTx/>
              <a:buSzTx/>
              <a:buFontTx/>
              <a:buNone/>
            </a:pPr>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49155" name="Rectangle 2"/>
          <p:cNvSpPr>
            <a:spLocks noGrp="1"/>
          </p:cNvSpPr>
          <p:nvPr>
            <p:ph type="title"/>
          </p:nvPr>
        </p:nvSpPr>
        <p:spPr>
          <a:ln/>
        </p:spPr>
        <p:txBody>
          <a:bodyPr vert="horz" wrap="square" lIns="91440" tIns="45720" rIns="91440" bIns="45720" anchor="b" anchorCtr="0"/>
          <a:p>
            <a:pPr eaLnBrk="1" hangingPunct="1"/>
            <a:r>
              <a:rPr lang="en-US" altLang="zh-CN" sz="3200" dirty="0">
                <a:ea typeface="宋体" panose="02010600030101010101" pitchFamily="2" charset="-122"/>
              </a:rPr>
              <a:t>Observation 2: Distribution of Similarity</a:t>
            </a:r>
            <a:endParaRPr lang="en-US" altLang="zh-CN" sz="3200" dirty="0">
              <a:ea typeface="宋体" panose="02010600030101010101" pitchFamily="2" charset="-122"/>
            </a:endParaRPr>
          </a:p>
        </p:txBody>
      </p:sp>
      <p:sp>
        <p:nvSpPr>
          <p:cNvPr id="1937411" name="Rectangle 3"/>
          <p:cNvSpPr/>
          <p:nvPr>
            <p:ph type="body" sz="half" idx="1"/>
          </p:nvPr>
        </p:nvSpPr>
        <p:spPr>
          <a:xfrm>
            <a:off x="152400" y="3962400"/>
            <a:ext cx="8839200" cy="2667000"/>
          </a:xfrm>
          <a:ln/>
        </p:spPr>
        <p:txBody>
          <a:bodyPr vert="horz" wrap="square" lIns="91440" tIns="45720" rIns="91440" bIns="45720" anchor="t" anchorCtr="0"/>
          <a:p>
            <a:pPr eaLnBrk="1" hangingPunct="1">
              <a:buClr>
                <a:schemeClr val="folHlink"/>
              </a:buClr>
              <a:buSzPct val="60000"/>
              <a:buFont typeface="Wingdings" panose="05000000000000000000" pitchFamily="2" charset="2"/>
            </a:pPr>
            <a:r>
              <a:rPr lang="en-US" altLang="zh-CN" dirty="0">
                <a:ea typeface="宋体" panose="02010600030101010101" pitchFamily="2" charset="-122"/>
              </a:rPr>
              <a:t>Power law distribution exists in similarities</a:t>
            </a:r>
            <a:endParaRPr lang="en-US" altLang="zh-CN" dirty="0">
              <a:ea typeface="宋体" panose="02010600030101010101" pitchFamily="2" charset="-122"/>
            </a:endParaRPr>
          </a:p>
          <a:p>
            <a:pPr lvl="1" eaLnBrk="1" hangingPunct="1">
              <a:buClr>
                <a:schemeClr val="hlink"/>
              </a:buClr>
              <a:buSzPct val="55000"/>
              <a:buFont typeface="Wingdings" panose="05000000000000000000" pitchFamily="2" charset="2"/>
            </a:pPr>
            <a:r>
              <a:rPr lang="en-US" altLang="zh-CN" dirty="0">
                <a:ea typeface="宋体" panose="02010600030101010101" pitchFamily="2" charset="-122"/>
              </a:rPr>
              <a:t>56% of similarity entries are in [0.005, 0.015]</a:t>
            </a:r>
            <a:endParaRPr lang="en-US" altLang="zh-CN" dirty="0">
              <a:ea typeface="宋体" panose="02010600030101010101" pitchFamily="2" charset="-122"/>
            </a:endParaRPr>
          </a:p>
          <a:p>
            <a:pPr lvl="1" eaLnBrk="1" hangingPunct="1">
              <a:buClr>
                <a:schemeClr val="hlink"/>
              </a:buClr>
              <a:buSzPct val="55000"/>
              <a:buFont typeface="Wingdings" panose="05000000000000000000" pitchFamily="2" charset="2"/>
            </a:pPr>
            <a:r>
              <a:rPr lang="en-US" altLang="zh-CN" dirty="0">
                <a:ea typeface="宋体" panose="02010600030101010101" pitchFamily="2" charset="-122"/>
              </a:rPr>
              <a:t>1.4% of similarity entries are larger than 0.1</a:t>
            </a:r>
            <a:endParaRPr lang="en-US" altLang="zh-CN" dirty="0">
              <a:ea typeface="宋体" panose="02010600030101010101" pitchFamily="2" charset="-122"/>
            </a:endParaRPr>
          </a:p>
          <a:p>
            <a:pPr lvl="1" eaLnBrk="1" hangingPunct="1">
              <a:buClr>
                <a:schemeClr val="hlink"/>
              </a:buClr>
              <a:buSzPct val="55000"/>
              <a:buFont typeface="Wingdings" panose="05000000000000000000" pitchFamily="2" charset="2"/>
            </a:pPr>
            <a:r>
              <a:rPr lang="en-US" altLang="zh-CN" sz="2400" dirty="0">
                <a:ea typeface="宋体" panose="02010600030101010101" pitchFamily="2" charset="-122"/>
              </a:rPr>
              <a:t>Our goal: Design a data structure that stores the significant similarities and compresses insignificant ones</a:t>
            </a:r>
            <a:endParaRPr lang="en-US" altLang="zh-CN" sz="2400" dirty="0">
              <a:ea typeface="宋体" panose="02010600030101010101" pitchFamily="2" charset="-122"/>
            </a:endParaRPr>
          </a:p>
        </p:txBody>
      </p:sp>
      <p:graphicFrame>
        <p:nvGraphicFramePr>
          <p:cNvPr id="49157" name="Object 4"/>
          <p:cNvGraphicFramePr>
            <a:graphicFrameLocks noChangeAspect="1"/>
          </p:cNvGraphicFramePr>
          <p:nvPr>
            <p:ph sz="half" idx="2"/>
          </p:nvPr>
        </p:nvGraphicFramePr>
        <p:xfrm>
          <a:off x="762000" y="838200"/>
          <a:ext cx="7239000" cy="3275013"/>
        </p:xfrm>
        <a:graphic>
          <a:graphicData uri="http://schemas.openxmlformats.org/presentationml/2006/ole">
            <mc:AlternateContent xmlns:mc="http://schemas.openxmlformats.org/markup-compatibility/2006">
              <mc:Choice xmlns:v="urn:schemas-microsoft-com:vml" Requires="v">
                <p:oleObj spid="_x0000_s3077" name="" r:id="rId1" imgW="8750300" imgH="3966210" progId="Excel.Chart.8">
                  <p:embed/>
                </p:oleObj>
              </mc:Choice>
              <mc:Fallback>
                <p:oleObj name="" r:id="rId1" imgW="8750300" imgH="3966210" progId="Excel.Chart.8">
                  <p:embed/>
                  <p:pic>
                    <p:nvPicPr>
                      <p:cNvPr id="0" name="图片 3076"/>
                      <p:cNvPicPr/>
                      <p:nvPr/>
                    </p:nvPicPr>
                    <p:blipFill>
                      <a:blip r:embed="rId2"/>
                      <a:srcRect/>
                      <a:stretch>
                        <a:fillRect/>
                      </a:stretch>
                    </p:blipFill>
                    <p:spPr>
                      <a:xfrm>
                        <a:off x="762000" y="838200"/>
                        <a:ext cx="7239000" cy="3275013"/>
                      </a:xfrm>
                      <a:prstGeom prst="rect">
                        <a:avLst/>
                      </a:prstGeom>
                      <a:noFill/>
                      <a:ln w="38100">
                        <a:miter/>
                      </a:ln>
                    </p:spPr>
                  </p:pic>
                </p:oleObj>
              </mc:Fallback>
            </mc:AlternateContent>
          </a:graphicData>
        </a:graphic>
      </p:graphicFrame>
      <p:sp>
        <p:nvSpPr>
          <p:cNvPr id="49158" name="Text Box 5"/>
          <p:cNvSpPr txBox="1"/>
          <p:nvPr/>
        </p:nvSpPr>
        <p:spPr>
          <a:xfrm>
            <a:off x="3048000" y="1143000"/>
            <a:ext cx="4724400" cy="82232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50000"/>
              </a:spcBef>
              <a:buClrTx/>
              <a:buSzTx/>
              <a:buFontTx/>
              <a:buNone/>
            </a:pPr>
            <a:r>
              <a:rPr lang="en-US" altLang="zh-CN" sz="2400" dirty="0">
                <a:latin typeface="Times New Roman" panose="02020603050405020304" pitchFamily="18" charset="0"/>
                <a:ea typeface="宋体" panose="02010600030101010101" pitchFamily="2" charset="-122"/>
              </a:rPr>
              <a:t>Distribution of </a:t>
            </a:r>
            <a:r>
              <a:rPr lang="en-US" altLang="zh-CN" sz="2400" i="1" dirty="0">
                <a:latin typeface="Times New Roman" panose="02020603050405020304" pitchFamily="18" charset="0"/>
                <a:ea typeface="宋体" panose="02010600030101010101" pitchFamily="2" charset="-122"/>
              </a:rPr>
              <a:t>SimRank</a:t>
            </a:r>
            <a:r>
              <a:rPr lang="en-US" altLang="zh-CN" sz="2400" dirty="0">
                <a:latin typeface="Times New Roman" panose="02020603050405020304" pitchFamily="18" charset="0"/>
                <a:ea typeface="宋体" panose="02010600030101010101" pitchFamily="2" charset="-122"/>
              </a:rPr>
              <a:t> similarities among DBLP authors</a:t>
            </a:r>
            <a:endParaRPr lang="en-US" altLang="zh-CN" sz="2400" dirty="0">
              <a:latin typeface="Times New Roman" panose="02020603050405020304" pitchFamily="18" charset="0"/>
              <a:ea typeface="宋体" panose="02010600030101010101" pitchFamily="2" charset="-122"/>
            </a:endParaRP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37411">
                                            <p:txEl>
                                              <p:charRg st="46" end="9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37411">
                                            <p:txEl>
                                              <p:charRg st="94" end="14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37411">
                                            <p:txEl>
                                              <p:charRg st="141" end="25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37411"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8" name="灯片编号占位符 3"/>
          <p:cNvSpPr txBox="1">
            <a:spLocks noGrp="1"/>
          </p:cNvSpPr>
          <p:nvPr>
            <p:ph type="sldNum" sz="quarter" idx="10"/>
          </p:nvPr>
        </p:nvSpPr>
        <p:spPr>
          <a:ln/>
        </p:spPr>
        <p:txBody>
          <a:bodyPr anchor="b" anchorCtr="0"/>
          <a:p>
            <a:pPr marL="0" indent="0" algn="r" eaLnBrk="1" hangingPunct="1">
              <a:spcBef>
                <a:spcPct val="0"/>
              </a:spcBef>
              <a:buClrTx/>
              <a:buSzTx/>
              <a:buFontTx/>
              <a:buNone/>
            </a:pPr>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50179" name="Rectangle 2"/>
          <p:cNvSpPr>
            <a:spLocks noGrp="1"/>
          </p:cNvSpPr>
          <p:nvPr>
            <p:ph type="title"/>
          </p:nvPr>
        </p:nvSpPr>
        <p:spPr>
          <a:ln/>
        </p:spPr>
        <p:txBody>
          <a:bodyPr vert="horz" wrap="square" lIns="91440" tIns="45720" rIns="91440" bIns="45720" anchor="b" anchorCtr="0"/>
          <a:p>
            <a:pPr eaLnBrk="1" hangingPunct="1"/>
            <a:r>
              <a:rPr lang="en-US" altLang="zh-CN" dirty="0">
                <a:ea typeface="宋体" panose="02010600030101010101" pitchFamily="2" charset="-122"/>
              </a:rPr>
              <a:t>Our Data Structure: SimTree</a:t>
            </a:r>
            <a:endParaRPr lang="en-US" altLang="zh-CN" dirty="0">
              <a:ea typeface="宋体" panose="02010600030101010101" pitchFamily="2" charset="-122"/>
            </a:endParaRPr>
          </a:p>
        </p:txBody>
      </p:sp>
      <p:grpSp>
        <p:nvGrpSpPr>
          <p:cNvPr id="50180" name="Group 3"/>
          <p:cNvGrpSpPr/>
          <p:nvPr/>
        </p:nvGrpSpPr>
        <p:grpSpPr>
          <a:xfrm>
            <a:off x="2819400" y="1219200"/>
            <a:ext cx="3429000" cy="2514600"/>
            <a:chOff x="1440" y="144"/>
            <a:chExt cx="2544" cy="2016"/>
          </a:xfrm>
        </p:grpSpPr>
        <p:sp>
          <p:nvSpPr>
            <p:cNvPr id="50236" name="Oval 4"/>
            <p:cNvSpPr/>
            <p:nvPr/>
          </p:nvSpPr>
          <p:spPr>
            <a:xfrm>
              <a:off x="2624" y="1392"/>
              <a:ext cx="192" cy="192"/>
            </a:xfrm>
            <a:prstGeom prst="ellipse">
              <a:avLst/>
            </a:prstGeom>
            <a:solidFill>
              <a:srgbClr val="C0C0C0"/>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endParaRPr lang="zh-CN" altLang="en-US" sz="2400" dirty="0">
                <a:ea typeface="宋体" panose="02010600030101010101" pitchFamily="2" charset="-122"/>
              </a:endParaRPr>
            </a:p>
          </p:txBody>
        </p:sp>
        <p:sp>
          <p:nvSpPr>
            <p:cNvPr id="50237" name="Oval 5"/>
            <p:cNvSpPr/>
            <p:nvPr/>
          </p:nvSpPr>
          <p:spPr>
            <a:xfrm>
              <a:off x="2432" y="1776"/>
              <a:ext cx="192" cy="192"/>
            </a:xfrm>
            <a:prstGeom prst="ellipse">
              <a:avLst/>
            </a:prstGeom>
            <a:solidFill>
              <a:srgbClr val="C0C0C0"/>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endParaRPr lang="zh-CN" altLang="en-US" sz="2400" dirty="0">
                <a:ea typeface="宋体" panose="02010600030101010101" pitchFamily="2" charset="-122"/>
              </a:endParaRPr>
            </a:p>
          </p:txBody>
        </p:sp>
        <p:sp>
          <p:nvSpPr>
            <p:cNvPr id="50238" name="Oval 6"/>
            <p:cNvSpPr/>
            <p:nvPr/>
          </p:nvSpPr>
          <p:spPr>
            <a:xfrm>
              <a:off x="2816" y="1776"/>
              <a:ext cx="192" cy="192"/>
            </a:xfrm>
            <a:prstGeom prst="ellipse">
              <a:avLst/>
            </a:prstGeom>
            <a:solidFill>
              <a:srgbClr val="C0C0C0"/>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endParaRPr lang="zh-CN" altLang="en-US" sz="2400" dirty="0">
                <a:ea typeface="宋体" panose="02010600030101010101" pitchFamily="2" charset="-122"/>
              </a:endParaRPr>
            </a:p>
          </p:txBody>
        </p:sp>
        <p:cxnSp>
          <p:nvCxnSpPr>
            <p:cNvPr id="50239" name="AutoShape 7"/>
            <p:cNvCxnSpPr>
              <a:stCxn id="50236" idx="3"/>
              <a:endCxn id="50237" idx="0"/>
            </p:cNvCxnSpPr>
            <p:nvPr/>
          </p:nvCxnSpPr>
          <p:spPr>
            <a:xfrm flipH="1">
              <a:off x="2528" y="1556"/>
              <a:ext cx="124" cy="220"/>
            </a:xfrm>
            <a:prstGeom prst="straightConnector1">
              <a:avLst/>
            </a:prstGeom>
            <a:ln w="9525" cap="flat" cmpd="sng">
              <a:solidFill>
                <a:schemeClr val="tx1"/>
              </a:solidFill>
              <a:prstDash val="solid"/>
              <a:headEnd type="none" w="med" len="med"/>
              <a:tailEnd type="none" w="med" len="med"/>
            </a:ln>
          </p:spPr>
        </p:cxnSp>
        <p:cxnSp>
          <p:nvCxnSpPr>
            <p:cNvPr id="50240" name="AutoShape 8"/>
            <p:cNvCxnSpPr>
              <a:stCxn id="50236" idx="5"/>
              <a:endCxn id="50238" idx="0"/>
            </p:cNvCxnSpPr>
            <p:nvPr/>
          </p:nvCxnSpPr>
          <p:spPr>
            <a:xfrm>
              <a:off x="2788" y="1556"/>
              <a:ext cx="124" cy="220"/>
            </a:xfrm>
            <a:prstGeom prst="straightConnector1">
              <a:avLst/>
            </a:prstGeom>
            <a:ln w="9525" cap="flat" cmpd="sng">
              <a:solidFill>
                <a:schemeClr val="tx1"/>
              </a:solidFill>
              <a:prstDash val="solid"/>
              <a:headEnd type="none" w="med" len="med"/>
              <a:tailEnd type="none" w="med" len="med"/>
            </a:ln>
          </p:spPr>
        </p:cxnSp>
        <p:sp>
          <p:nvSpPr>
            <p:cNvPr id="50241" name="Oval 9"/>
            <p:cNvSpPr/>
            <p:nvPr/>
          </p:nvSpPr>
          <p:spPr>
            <a:xfrm rot="8706364">
              <a:off x="2068" y="1004"/>
              <a:ext cx="192" cy="192"/>
            </a:xfrm>
            <a:prstGeom prst="ellipse">
              <a:avLst/>
            </a:prstGeom>
            <a:solidFill>
              <a:srgbClr val="C0C0C0"/>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endParaRPr lang="zh-CN" altLang="en-US" sz="2400" dirty="0">
                <a:ea typeface="宋体" panose="02010600030101010101" pitchFamily="2" charset="-122"/>
              </a:endParaRPr>
            </a:p>
          </p:txBody>
        </p:sp>
        <p:sp>
          <p:nvSpPr>
            <p:cNvPr id="50242" name="Oval 10"/>
            <p:cNvSpPr/>
            <p:nvPr/>
          </p:nvSpPr>
          <p:spPr>
            <a:xfrm rot="8706364">
              <a:off x="2006" y="579"/>
              <a:ext cx="192" cy="192"/>
            </a:xfrm>
            <a:prstGeom prst="ellipse">
              <a:avLst/>
            </a:prstGeom>
            <a:solidFill>
              <a:srgbClr val="C0C0C0"/>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endParaRPr lang="zh-CN" altLang="en-US" sz="2400" dirty="0">
                <a:ea typeface="宋体" panose="02010600030101010101" pitchFamily="2" charset="-122"/>
              </a:endParaRPr>
            </a:p>
          </p:txBody>
        </p:sp>
        <p:sp>
          <p:nvSpPr>
            <p:cNvPr id="50243" name="Oval 11"/>
            <p:cNvSpPr/>
            <p:nvPr/>
          </p:nvSpPr>
          <p:spPr>
            <a:xfrm rot="8706364">
              <a:off x="1691" y="799"/>
              <a:ext cx="192" cy="192"/>
            </a:xfrm>
            <a:prstGeom prst="ellipse">
              <a:avLst/>
            </a:prstGeom>
            <a:solidFill>
              <a:srgbClr val="C0C0C0"/>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endParaRPr lang="zh-CN" altLang="en-US" sz="2400" dirty="0">
                <a:ea typeface="宋体" panose="02010600030101010101" pitchFamily="2" charset="-122"/>
              </a:endParaRPr>
            </a:p>
          </p:txBody>
        </p:sp>
        <p:cxnSp>
          <p:nvCxnSpPr>
            <p:cNvPr id="50244" name="AutoShape 12"/>
            <p:cNvCxnSpPr>
              <a:stCxn id="50241" idx="3"/>
              <a:endCxn id="50242" idx="0"/>
            </p:cNvCxnSpPr>
            <p:nvPr/>
          </p:nvCxnSpPr>
          <p:spPr>
            <a:xfrm flipH="1" flipV="1">
              <a:off x="2156" y="753"/>
              <a:ext cx="24" cy="252"/>
            </a:xfrm>
            <a:prstGeom prst="straightConnector1">
              <a:avLst/>
            </a:prstGeom>
            <a:ln w="9525" cap="flat" cmpd="sng">
              <a:solidFill>
                <a:schemeClr val="tx1"/>
              </a:solidFill>
              <a:prstDash val="solid"/>
              <a:headEnd type="none" w="med" len="med"/>
              <a:tailEnd type="none" w="med" len="med"/>
            </a:ln>
          </p:spPr>
        </p:cxnSp>
        <p:cxnSp>
          <p:nvCxnSpPr>
            <p:cNvPr id="50245" name="AutoShape 13"/>
            <p:cNvCxnSpPr>
              <a:stCxn id="50241" idx="5"/>
              <a:endCxn id="50243" idx="0"/>
            </p:cNvCxnSpPr>
            <p:nvPr/>
          </p:nvCxnSpPr>
          <p:spPr>
            <a:xfrm flipH="1" flipV="1">
              <a:off x="1841" y="973"/>
              <a:ext cx="228" cy="110"/>
            </a:xfrm>
            <a:prstGeom prst="straightConnector1">
              <a:avLst/>
            </a:prstGeom>
            <a:ln w="9525" cap="flat" cmpd="sng">
              <a:solidFill>
                <a:schemeClr val="tx1"/>
              </a:solidFill>
              <a:prstDash val="solid"/>
              <a:headEnd type="none" w="med" len="med"/>
              <a:tailEnd type="none" w="med" len="med"/>
            </a:ln>
          </p:spPr>
        </p:cxnSp>
        <p:sp>
          <p:nvSpPr>
            <p:cNvPr id="50246" name="Oval 14"/>
            <p:cNvSpPr/>
            <p:nvPr/>
          </p:nvSpPr>
          <p:spPr>
            <a:xfrm rot="-8230754">
              <a:off x="3212" y="988"/>
              <a:ext cx="192" cy="192"/>
            </a:xfrm>
            <a:prstGeom prst="ellipse">
              <a:avLst/>
            </a:prstGeom>
            <a:solidFill>
              <a:srgbClr val="C0C0C0"/>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endParaRPr lang="zh-CN" altLang="en-US" sz="2400" dirty="0">
                <a:ea typeface="宋体" panose="02010600030101010101" pitchFamily="2" charset="-122"/>
              </a:endParaRPr>
            </a:p>
          </p:txBody>
        </p:sp>
        <p:sp>
          <p:nvSpPr>
            <p:cNvPr id="50247" name="Oval 15"/>
            <p:cNvSpPr/>
            <p:nvPr/>
          </p:nvSpPr>
          <p:spPr>
            <a:xfrm rot="-8230754">
              <a:off x="3614" y="837"/>
              <a:ext cx="192" cy="192"/>
            </a:xfrm>
            <a:prstGeom prst="ellipse">
              <a:avLst/>
            </a:prstGeom>
            <a:solidFill>
              <a:srgbClr val="C0C0C0"/>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endParaRPr lang="zh-CN" altLang="en-US" sz="2400" dirty="0">
                <a:ea typeface="宋体" panose="02010600030101010101" pitchFamily="2" charset="-122"/>
              </a:endParaRPr>
            </a:p>
          </p:txBody>
        </p:sp>
        <p:sp>
          <p:nvSpPr>
            <p:cNvPr id="50248" name="Oval 16"/>
            <p:cNvSpPr/>
            <p:nvPr/>
          </p:nvSpPr>
          <p:spPr>
            <a:xfrm rot="-8230754">
              <a:off x="3332" y="576"/>
              <a:ext cx="192" cy="192"/>
            </a:xfrm>
            <a:prstGeom prst="ellipse">
              <a:avLst/>
            </a:prstGeom>
            <a:solidFill>
              <a:srgbClr val="C0C0C0"/>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endParaRPr lang="zh-CN" altLang="en-US" sz="2400" dirty="0">
                <a:ea typeface="宋体" panose="02010600030101010101" pitchFamily="2" charset="-122"/>
              </a:endParaRPr>
            </a:p>
          </p:txBody>
        </p:sp>
        <p:cxnSp>
          <p:nvCxnSpPr>
            <p:cNvPr id="50249" name="AutoShape 17"/>
            <p:cNvCxnSpPr>
              <a:stCxn id="50246" idx="3"/>
              <a:endCxn id="50247" idx="0"/>
            </p:cNvCxnSpPr>
            <p:nvPr/>
          </p:nvCxnSpPr>
          <p:spPr>
            <a:xfrm flipV="1">
              <a:off x="3403" y="1003"/>
              <a:ext cx="241" cy="77"/>
            </a:xfrm>
            <a:prstGeom prst="straightConnector1">
              <a:avLst/>
            </a:prstGeom>
            <a:ln w="9525" cap="flat" cmpd="sng">
              <a:solidFill>
                <a:schemeClr val="tx1"/>
              </a:solidFill>
              <a:prstDash val="solid"/>
              <a:headEnd type="none" w="med" len="med"/>
              <a:tailEnd type="none" w="med" len="med"/>
            </a:ln>
          </p:spPr>
        </p:cxnSp>
        <p:cxnSp>
          <p:nvCxnSpPr>
            <p:cNvPr id="50250" name="AutoShape 18"/>
            <p:cNvCxnSpPr>
              <a:stCxn id="50246" idx="5"/>
              <a:endCxn id="50248" idx="0"/>
            </p:cNvCxnSpPr>
            <p:nvPr/>
          </p:nvCxnSpPr>
          <p:spPr>
            <a:xfrm flipV="1">
              <a:off x="3304" y="742"/>
              <a:ext cx="58" cy="246"/>
            </a:xfrm>
            <a:prstGeom prst="straightConnector1">
              <a:avLst/>
            </a:prstGeom>
            <a:ln w="9525" cap="flat" cmpd="sng">
              <a:solidFill>
                <a:schemeClr val="tx1"/>
              </a:solidFill>
              <a:prstDash val="solid"/>
              <a:headEnd type="none" w="med" len="med"/>
              <a:tailEnd type="none" w="med" len="med"/>
            </a:ln>
          </p:spPr>
        </p:cxnSp>
        <p:cxnSp>
          <p:nvCxnSpPr>
            <p:cNvPr id="50251" name="AutoShape 19"/>
            <p:cNvCxnSpPr>
              <a:stCxn id="50243" idx="2"/>
              <a:endCxn id="50242" idx="6"/>
            </p:cNvCxnSpPr>
            <p:nvPr/>
          </p:nvCxnSpPr>
          <p:spPr>
            <a:xfrm flipV="1">
              <a:off x="1865" y="729"/>
              <a:ext cx="158" cy="111"/>
            </a:xfrm>
            <a:prstGeom prst="straightConnector1">
              <a:avLst/>
            </a:prstGeom>
            <a:ln w="9525" cap="flat" cmpd="sng">
              <a:solidFill>
                <a:schemeClr val="tx1"/>
              </a:solidFill>
              <a:prstDash val="solid"/>
              <a:headEnd type="none" w="med" len="med"/>
              <a:tailEnd type="none" w="med" len="med"/>
            </a:ln>
          </p:spPr>
        </p:cxnSp>
        <p:cxnSp>
          <p:nvCxnSpPr>
            <p:cNvPr id="50252" name="AutoShape 20"/>
            <p:cNvCxnSpPr>
              <a:stCxn id="50248" idx="2"/>
              <a:endCxn id="50247" idx="6"/>
            </p:cNvCxnSpPr>
            <p:nvPr/>
          </p:nvCxnSpPr>
          <p:spPr>
            <a:xfrm>
              <a:off x="3498" y="737"/>
              <a:ext cx="141" cy="130"/>
            </a:xfrm>
            <a:prstGeom prst="straightConnector1">
              <a:avLst/>
            </a:prstGeom>
            <a:ln w="9525" cap="flat" cmpd="sng">
              <a:solidFill>
                <a:schemeClr val="tx1"/>
              </a:solidFill>
              <a:prstDash val="solid"/>
              <a:headEnd type="none" w="med" len="med"/>
              <a:tailEnd type="none" w="med" len="med"/>
            </a:ln>
          </p:spPr>
        </p:cxnSp>
        <p:cxnSp>
          <p:nvCxnSpPr>
            <p:cNvPr id="50253" name="AutoShape 21"/>
            <p:cNvCxnSpPr>
              <a:stCxn id="50237" idx="6"/>
              <a:endCxn id="50238" idx="2"/>
            </p:cNvCxnSpPr>
            <p:nvPr/>
          </p:nvCxnSpPr>
          <p:spPr>
            <a:xfrm>
              <a:off x="2624" y="1872"/>
              <a:ext cx="192" cy="0"/>
            </a:xfrm>
            <a:prstGeom prst="straightConnector1">
              <a:avLst/>
            </a:prstGeom>
            <a:ln w="9525" cap="flat" cmpd="sng">
              <a:solidFill>
                <a:schemeClr val="tx1"/>
              </a:solidFill>
              <a:prstDash val="solid"/>
              <a:headEnd type="none" w="med" len="med"/>
              <a:tailEnd type="none" w="med" len="med"/>
            </a:ln>
          </p:spPr>
        </p:cxnSp>
        <p:sp>
          <p:nvSpPr>
            <p:cNvPr id="50254" name="Oval 22"/>
            <p:cNvSpPr/>
            <p:nvPr/>
          </p:nvSpPr>
          <p:spPr>
            <a:xfrm>
              <a:off x="1616" y="480"/>
              <a:ext cx="768" cy="816"/>
            </a:xfrm>
            <a:prstGeom prst="ellipse">
              <a:avLst/>
            </a:prstGeom>
            <a:noFill/>
            <a:ln w="9525" cap="flat" cmpd="sng">
              <a:solidFill>
                <a:schemeClr val="tx1"/>
              </a:solidFill>
              <a:prstDash val="lgDash"/>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endParaRPr lang="zh-CN" altLang="en-US" sz="2400" dirty="0">
                <a:ea typeface="宋体" panose="02010600030101010101" pitchFamily="2" charset="-122"/>
              </a:endParaRPr>
            </a:p>
          </p:txBody>
        </p:sp>
        <p:sp>
          <p:nvSpPr>
            <p:cNvPr id="50255" name="Oval 23"/>
            <p:cNvSpPr/>
            <p:nvPr/>
          </p:nvSpPr>
          <p:spPr>
            <a:xfrm>
              <a:off x="3072" y="480"/>
              <a:ext cx="768" cy="816"/>
            </a:xfrm>
            <a:prstGeom prst="ellipse">
              <a:avLst/>
            </a:prstGeom>
            <a:noFill/>
            <a:ln w="9525" cap="flat" cmpd="sng">
              <a:solidFill>
                <a:schemeClr val="tx1"/>
              </a:solidFill>
              <a:prstDash val="lgDash"/>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endParaRPr lang="zh-CN" altLang="en-US" sz="2400" dirty="0">
                <a:ea typeface="宋体" panose="02010600030101010101" pitchFamily="2" charset="-122"/>
              </a:endParaRPr>
            </a:p>
          </p:txBody>
        </p:sp>
        <p:sp>
          <p:nvSpPr>
            <p:cNvPr id="50256" name="Oval 24"/>
            <p:cNvSpPr/>
            <p:nvPr/>
          </p:nvSpPr>
          <p:spPr>
            <a:xfrm>
              <a:off x="2336" y="1344"/>
              <a:ext cx="768" cy="768"/>
            </a:xfrm>
            <a:prstGeom prst="ellipse">
              <a:avLst/>
            </a:prstGeom>
            <a:noFill/>
            <a:ln w="9525" cap="flat" cmpd="sng">
              <a:solidFill>
                <a:schemeClr val="tx1"/>
              </a:solidFill>
              <a:prstDash val="lgDash"/>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endParaRPr lang="zh-CN" altLang="en-US" sz="2400" dirty="0">
                <a:ea typeface="宋体" panose="02010600030101010101" pitchFamily="2" charset="-122"/>
              </a:endParaRPr>
            </a:p>
          </p:txBody>
        </p:sp>
        <p:cxnSp>
          <p:nvCxnSpPr>
            <p:cNvPr id="50257" name="AutoShape 25"/>
            <p:cNvCxnSpPr>
              <a:stCxn id="50254" idx="6"/>
              <a:endCxn id="50255" idx="2"/>
            </p:cNvCxnSpPr>
            <p:nvPr/>
          </p:nvCxnSpPr>
          <p:spPr>
            <a:xfrm>
              <a:off x="2384" y="888"/>
              <a:ext cx="688" cy="0"/>
            </a:xfrm>
            <a:prstGeom prst="straightConnector1">
              <a:avLst/>
            </a:prstGeom>
            <a:ln w="9525" cap="flat" cmpd="sng">
              <a:solidFill>
                <a:schemeClr val="tx1"/>
              </a:solidFill>
              <a:prstDash val="solid"/>
              <a:headEnd type="none" w="med" len="med"/>
              <a:tailEnd type="none" w="med" len="med"/>
            </a:ln>
          </p:spPr>
        </p:cxnSp>
        <p:cxnSp>
          <p:nvCxnSpPr>
            <p:cNvPr id="50258" name="AutoShape 26"/>
            <p:cNvCxnSpPr>
              <a:stCxn id="50254" idx="5"/>
              <a:endCxn id="50256" idx="1"/>
            </p:cNvCxnSpPr>
            <p:nvPr/>
          </p:nvCxnSpPr>
          <p:spPr>
            <a:xfrm>
              <a:off x="2272" y="1177"/>
              <a:ext cx="176" cy="279"/>
            </a:xfrm>
            <a:prstGeom prst="straightConnector1">
              <a:avLst/>
            </a:prstGeom>
            <a:ln w="9525" cap="flat" cmpd="sng">
              <a:solidFill>
                <a:schemeClr val="tx1"/>
              </a:solidFill>
              <a:prstDash val="solid"/>
              <a:headEnd type="none" w="med" len="med"/>
              <a:tailEnd type="none" w="med" len="med"/>
            </a:ln>
          </p:spPr>
        </p:cxnSp>
        <p:cxnSp>
          <p:nvCxnSpPr>
            <p:cNvPr id="50259" name="AutoShape 27"/>
            <p:cNvCxnSpPr>
              <a:stCxn id="50255" idx="3"/>
              <a:endCxn id="50256" idx="7"/>
            </p:cNvCxnSpPr>
            <p:nvPr/>
          </p:nvCxnSpPr>
          <p:spPr>
            <a:xfrm flipH="1">
              <a:off x="2992" y="1177"/>
              <a:ext cx="192" cy="279"/>
            </a:xfrm>
            <a:prstGeom prst="straightConnector1">
              <a:avLst/>
            </a:prstGeom>
            <a:ln w="9525" cap="flat" cmpd="sng">
              <a:solidFill>
                <a:schemeClr val="tx1"/>
              </a:solidFill>
              <a:prstDash val="solid"/>
              <a:headEnd type="none" w="med" len="med"/>
              <a:tailEnd type="none" w="med" len="med"/>
            </a:ln>
          </p:spPr>
        </p:cxnSp>
        <p:sp>
          <p:nvSpPr>
            <p:cNvPr id="50260" name="Oval 28"/>
            <p:cNvSpPr/>
            <p:nvPr/>
          </p:nvSpPr>
          <p:spPr>
            <a:xfrm>
              <a:off x="1440" y="144"/>
              <a:ext cx="2544" cy="2016"/>
            </a:xfrm>
            <a:prstGeom prst="ellipse">
              <a:avLst/>
            </a:prstGeom>
            <a:noFill/>
            <a:ln w="9525" cap="flat" cmpd="sng">
              <a:solidFill>
                <a:schemeClr val="tx1"/>
              </a:solidFill>
              <a:prstDash val="lgDash"/>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endParaRPr lang="zh-CN" altLang="en-US" sz="2400" dirty="0">
                <a:ea typeface="宋体" panose="02010600030101010101" pitchFamily="2" charset="-122"/>
              </a:endParaRPr>
            </a:p>
          </p:txBody>
        </p:sp>
      </p:grpSp>
      <p:cxnSp>
        <p:nvCxnSpPr>
          <p:cNvPr id="50181" name="AutoShape 29"/>
          <p:cNvCxnSpPr>
            <a:stCxn id="50260" idx="3"/>
            <a:endCxn id="50220" idx="1"/>
          </p:cNvCxnSpPr>
          <p:nvPr/>
        </p:nvCxnSpPr>
        <p:spPr>
          <a:xfrm flipH="1">
            <a:off x="2697163" y="3365500"/>
            <a:ext cx="623887" cy="477838"/>
          </a:xfrm>
          <a:prstGeom prst="straightConnector1">
            <a:avLst/>
          </a:prstGeom>
          <a:ln w="9525" cap="flat" cmpd="sng">
            <a:solidFill>
              <a:schemeClr val="tx1"/>
            </a:solidFill>
            <a:prstDash val="solid"/>
            <a:headEnd type="none" w="med" len="med"/>
            <a:tailEnd type="none" w="med" len="med"/>
          </a:ln>
        </p:spPr>
      </p:cxnSp>
      <p:grpSp>
        <p:nvGrpSpPr>
          <p:cNvPr id="50182" name="Group 30"/>
          <p:cNvGrpSpPr/>
          <p:nvPr/>
        </p:nvGrpSpPr>
        <p:grpSpPr>
          <a:xfrm rot="2535540">
            <a:off x="1589088" y="4044950"/>
            <a:ext cx="2751137" cy="1905000"/>
            <a:chOff x="1248" y="2784"/>
            <a:chExt cx="1968" cy="1392"/>
          </a:xfrm>
        </p:grpSpPr>
        <p:sp>
          <p:nvSpPr>
            <p:cNvPr id="50220" name="Oval 31"/>
            <p:cNvSpPr/>
            <p:nvPr/>
          </p:nvSpPr>
          <p:spPr>
            <a:xfrm>
              <a:off x="1248" y="2784"/>
              <a:ext cx="1968" cy="1392"/>
            </a:xfrm>
            <a:prstGeom prst="ellipse">
              <a:avLst/>
            </a:prstGeom>
            <a:noFill/>
            <a:ln w="9525" cap="flat" cmpd="sng">
              <a:solidFill>
                <a:schemeClr val="tx1"/>
              </a:solidFill>
              <a:prstDash val="lgDash"/>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endParaRPr lang="zh-CN" altLang="en-US" sz="2400" dirty="0">
                <a:ea typeface="宋体" panose="02010600030101010101" pitchFamily="2" charset="-122"/>
              </a:endParaRPr>
            </a:p>
          </p:txBody>
        </p:sp>
        <p:sp>
          <p:nvSpPr>
            <p:cNvPr id="50221" name="Oval 32"/>
            <p:cNvSpPr/>
            <p:nvPr/>
          </p:nvSpPr>
          <p:spPr>
            <a:xfrm rot="8706364">
              <a:off x="1748" y="3596"/>
              <a:ext cx="192" cy="192"/>
            </a:xfrm>
            <a:prstGeom prst="ellipse">
              <a:avLst/>
            </a:prstGeom>
            <a:solidFill>
              <a:srgbClr val="C0C0C0"/>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endParaRPr lang="zh-CN" altLang="en-US" sz="2400" dirty="0">
                <a:ea typeface="宋体" panose="02010600030101010101" pitchFamily="2" charset="-122"/>
              </a:endParaRPr>
            </a:p>
          </p:txBody>
        </p:sp>
        <p:sp>
          <p:nvSpPr>
            <p:cNvPr id="50222" name="Oval 33"/>
            <p:cNvSpPr/>
            <p:nvPr/>
          </p:nvSpPr>
          <p:spPr>
            <a:xfrm rot="8706364">
              <a:off x="1686" y="3171"/>
              <a:ext cx="192" cy="192"/>
            </a:xfrm>
            <a:prstGeom prst="ellipse">
              <a:avLst/>
            </a:prstGeom>
            <a:solidFill>
              <a:srgbClr val="C0C0C0"/>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endParaRPr lang="zh-CN" altLang="en-US" sz="2400" dirty="0">
                <a:ea typeface="宋体" panose="02010600030101010101" pitchFamily="2" charset="-122"/>
              </a:endParaRPr>
            </a:p>
          </p:txBody>
        </p:sp>
        <p:sp>
          <p:nvSpPr>
            <p:cNvPr id="50223" name="Oval 34"/>
            <p:cNvSpPr/>
            <p:nvPr/>
          </p:nvSpPr>
          <p:spPr>
            <a:xfrm rot="8706364">
              <a:off x="1371" y="3391"/>
              <a:ext cx="192" cy="192"/>
            </a:xfrm>
            <a:prstGeom prst="ellipse">
              <a:avLst/>
            </a:prstGeom>
            <a:solidFill>
              <a:srgbClr val="C0C0C0"/>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endParaRPr lang="zh-CN" altLang="en-US" sz="2400" dirty="0">
                <a:ea typeface="宋体" panose="02010600030101010101" pitchFamily="2" charset="-122"/>
              </a:endParaRPr>
            </a:p>
          </p:txBody>
        </p:sp>
        <p:cxnSp>
          <p:nvCxnSpPr>
            <p:cNvPr id="50224" name="AutoShape 35"/>
            <p:cNvCxnSpPr>
              <a:stCxn id="50221" idx="3"/>
              <a:endCxn id="50222" idx="0"/>
            </p:cNvCxnSpPr>
            <p:nvPr/>
          </p:nvCxnSpPr>
          <p:spPr>
            <a:xfrm flipH="1" flipV="1">
              <a:off x="1836" y="3345"/>
              <a:ext cx="24" cy="252"/>
            </a:xfrm>
            <a:prstGeom prst="straightConnector1">
              <a:avLst/>
            </a:prstGeom>
            <a:ln w="9525" cap="flat" cmpd="sng">
              <a:solidFill>
                <a:schemeClr val="tx1"/>
              </a:solidFill>
              <a:prstDash val="solid"/>
              <a:headEnd type="none" w="med" len="med"/>
              <a:tailEnd type="none" w="med" len="med"/>
            </a:ln>
          </p:spPr>
        </p:cxnSp>
        <p:cxnSp>
          <p:nvCxnSpPr>
            <p:cNvPr id="50225" name="AutoShape 36"/>
            <p:cNvCxnSpPr>
              <a:stCxn id="50221" idx="5"/>
              <a:endCxn id="50223" idx="0"/>
            </p:cNvCxnSpPr>
            <p:nvPr/>
          </p:nvCxnSpPr>
          <p:spPr>
            <a:xfrm flipH="1" flipV="1">
              <a:off x="1521" y="3565"/>
              <a:ext cx="228" cy="110"/>
            </a:xfrm>
            <a:prstGeom prst="straightConnector1">
              <a:avLst/>
            </a:prstGeom>
            <a:ln w="9525" cap="flat" cmpd="sng">
              <a:solidFill>
                <a:schemeClr val="tx1"/>
              </a:solidFill>
              <a:prstDash val="solid"/>
              <a:headEnd type="none" w="med" len="med"/>
              <a:tailEnd type="none" w="med" len="med"/>
            </a:ln>
          </p:spPr>
        </p:cxnSp>
        <p:sp>
          <p:nvSpPr>
            <p:cNvPr id="50226" name="Oval 37"/>
            <p:cNvSpPr/>
            <p:nvPr/>
          </p:nvSpPr>
          <p:spPr>
            <a:xfrm rot="-8230754">
              <a:off x="2540" y="3580"/>
              <a:ext cx="192" cy="192"/>
            </a:xfrm>
            <a:prstGeom prst="ellipse">
              <a:avLst/>
            </a:prstGeom>
            <a:solidFill>
              <a:srgbClr val="C0C0C0"/>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endParaRPr lang="zh-CN" altLang="en-US" sz="2400" dirty="0">
                <a:ea typeface="宋体" panose="02010600030101010101" pitchFamily="2" charset="-122"/>
              </a:endParaRPr>
            </a:p>
          </p:txBody>
        </p:sp>
        <p:sp>
          <p:nvSpPr>
            <p:cNvPr id="50227" name="Oval 38"/>
            <p:cNvSpPr/>
            <p:nvPr/>
          </p:nvSpPr>
          <p:spPr>
            <a:xfrm rot="-8230754">
              <a:off x="2942" y="3429"/>
              <a:ext cx="192" cy="192"/>
            </a:xfrm>
            <a:prstGeom prst="ellipse">
              <a:avLst/>
            </a:prstGeom>
            <a:solidFill>
              <a:srgbClr val="C0C0C0"/>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endParaRPr lang="zh-CN" altLang="en-US" sz="2400" dirty="0">
                <a:ea typeface="宋体" panose="02010600030101010101" pitchFamily="2" charset="-122"/>
              </a:endParaRPr>
            </a:p>
          </p:txBody>
        </p:sp>
        <p:sp>
          <p:nvSpPr>
            <p:cNvPr id="50228" name="Oval 39"/>
            <p:cNvSpPr/>
            <p:nvPr/>
          </p:nvSpPr>
          <p:spPr>
            <a:xfrm rot="-8230754">
              <a:off x="2660" y="3168"/>
              <a:ext cx="192" cy="192"/>
            </a:xfrm>
            <a:prstGeom prst="ellipse">
              <a:avLst/>
            </a:prstGeom>
            <a:solidFill>
              <a:srgbClr val="C0C0C0"/>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endParaRPr lang="zh-CN" altLang="en-US" sz="2400" dirty="0">
                <a:ea typeface="宋体" panose="02010600030101010101" pitchFamily="2" charset="-122"/>
              </a:endParaRPr>
            </a:p>
          </p:txBody>
        </p:sp>
        <p:cxnSp>
          <p:nvCxnSpPr>
            <p:cNvPr id="50229" name="AutoShape 40"/>
            <p:cNvCxnSpPr>
              <a:stCxn id="50226" idx="3"/>
              <a:endCxn id="50227" idx="0"/>
            </p:cNvCxnSpPr>
            <p:nvPr/>
          </p:nvCxnSpPr>
          <p:spPr>
            <a:xfrm flipV="1">
              <a:off x="2731" y="3595"/>
              <a:ext cx="241" cy="77"/>
            </a:xfrm>
            <a:prstGeom prst="straightConnector1">
              <a:avLst/>
            </a:prstGeom>
            <a:ln w="9525" cap="flat" cmpd="sng">
              <a:solidFill>
                <a:schemeClr val="tx1"/>
              </a:solidFill>
              <a:prstDash val="solid"/>
              <a:headEnd type="none" w="med" len="med"/>
              <a:tailEnd type="none" w="med" len="med"/>
            </a:ln>
          </p:spPr>
        </p:cxnSp>
        <p:cxnSp>
          <p:nvCxnSpPr>
            <p:cNvPr id="50230" name="AutoShape 41"/>
            <p:cNvCxnSpPr>
              <a:stCxn id="50226" idx="5"/>
              <a:endCxn id="50228" idx="0"/>
            </p:cNvCxnSpPr>
            <p:nvPr/>
          </p:nvCxnSpPr>
          <p:spPr>
            <a:xfrm flipV="1">
              <a:off x="2632" y="3334"/>
              <a:ext cx="58" cy="246"/>
            </a:xfrm>
            <a:prstGeom prst="straightConnector1">
              <a:avLst/>
            </a:prstGeom>
            <a:ln w="9525" cap="flat" cmpd="sng">
              <a:solidFill>
                <a:schemeClr val="tx1"/>
              </a:solidFill>
              <a:prstDash val="solid"/>
              <a:headEnd type="none" w="med" len="med"/>
              <a:tailEnd type="none" w="med" len="med"/>
            </a:ln>
          </p:spPr>
        </p:cxnSp>
        <p:cxnSp>
          <p:nvCxnSpPr>
            <p:cNvPr id="50231" name="AutoShape 42"/>
            <p:cNvCxnSpPr>
              <a:stCxn id="50223" idx="2"/>
              <a:endCxn id="50222" idx="6"/>
            </p:cNvCxnSpPr>
            <p:nvPr/>
          </p:nvCxnSpPr>
          <p:spPr>
            <a:xfrm flipV="1">
              <a:off x="1545" y="3321"/>
              <a:ext cx="158" cy="111"/>
            </a:xfrm>
            <a:prstGeom prst="straightConnector1">
              <a:avLst/>
            </a:prstGeom>
            <a:ln w="9525" cap="flat" cmpd="sng">
              <a:solidFill>
                <a:schemeClr val="tx1"/>
              </a:solidFill>
              <a:prstDash val="solid"/>
              <a:headEnd type="none" w="med" len="med"/>
              <a:tailEnd type="none" w="med" len="med"/>
            </a:ln>
          </p:spPr>
        </p:cxnSp>
        <p:cxnSp>
          <p:nvCxnSpPr>
            <p:cNvPr id="50232" name="AutoShape 43"/>
            <p:cNvCxnSpPr>
              <a:stCxn id="50228" idx="2"/>
              <a:endCxn id="50227" idx="6"/>
            </p:cNvCxnSpPr>
            <p:nvPr/>
          </p:nvCxnSpPr>
          <p:spPr>
            <a:xfrm>
              <a:off x="2826" y="3329"/>
              <a:ext cx="141" cy="130"/>
            </a:xfrm>
            <a:prstGeom prst="straightConnector1">
              <a:avLst/>
            </a:prstGeom>
            <a:ln w="9525" cap="flat" cmpd="sng">
              <a:solidFill>
                <a:schemeClr val="tx1"/>
              </a:solidFill>
              <a:prstDash val="solid"/>
              <a:headEnd type="none" w="med" len="med"/>
              <a:tailEnd type="none" w="med" len="med"/>
            </a:ln>
          </p:spPr>
        </p:cxnSp>
        <p:sp>
          <p:nvSpPr>
            <p:cNvPr id="50233" name="Oval 44"/>
            <p:cNvSpPr/>
            <p:nvPr/>
          </p:nvSpPr>
          <p:spPr>
            <a:xfrm>
              <a:off x="1296" y="3072"/>
              <a:ext cx="768" cy="816"/>
            </a:xfrm>
            <a:prstGeom prst="ellipse">
              <a:avLst/>
            </a:prstGeom>
            <a:noFill/>
            <a:ln w="9525" cap="flat" cmpd="sng">
              <a:solidFill>
                <a:schemeClr val="tx1"/>
              </a:solidFill>
              <a:prstDash val="lgDash"/>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endParaRPr lang="zh-CN" altLang="en-US" sz="2400" dirty="0">
                <a:ea typeface="宋体" panose="02010600030101010101" pitchFamily="2" charset="-122"/>
              </a:endParaRPr>
            </a:p>
          </p:txBody>
        </p:sp>
        <p:sp>
          <p:nvSpPr>
            <p:cNvPr id="50234" name="Oval 45"/>
            <p:cNvSpPr/>
            <p:nvPr/>
          </p:nvSpPr>
          <p:spPr>
            <a:xfrm>
              <a:off x="2400" y="3072"/>
              <a:ext cx="768" cy="816"/>
            </a:xfrm>
            <a:prstGeom prst="ellipse">
              <a:avLst/>
            </a:prstGeom>
            <a:noFill/>
            <a:ln w="9525" cap="flat" cmpd="sng">
              <a:solidFill>
                <a:schemeClr val="tx1"/>
              </a:solidFill>
              <a:prstDash val="lgDash"/>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endParaRPr lang="zh-CN" altLang="en-US" sz="2400" dirty="0">
                <a:ea typeface="宋体" panose="02010600030101010101" pitchFamily="2" charset="-122"/>
              </a:endParaRPr>
            </a:p>
          </p:txBody>
        </p:sp>
        <p:cxnSp>
          <p:nvCxnSpPr>
            <p:cNvPr id="50235" name="AutoShape 46"/>
            <p:cNvCxnSpPr>
              <a:stCxn id="50233" idx="6"/>
              <a:endCxn id="50234" idx="2"/>
            </p:cNvCxnSpPr>
            <p:nvPr/>
          </p:nvCxnSpPr>
          <p:spPr>
            <a:xfrm>
              <a:off x="2064" y="3480"/>
              <a:ext cx="336" cy="0"/>
            </a:xfrm>
            <a:prstGeom prst="straightConnector1">
              <a:avLst/>
            </a:prstGeom>
            <a:ln w="9525" cap="flat" cmpd="sng">
              <a:solidFill>
                <a:schemeClr val="tx1"/>
              </a:solidFill>
              <a:prstDash val="solid"/>
              <a:headEnd type="none" w="med" len="med"/>
              <a:tailEnd type="none" w="med" len="med"/>
            </a:ln>
          </p:spPr>
        </p:cxnSp>
      </p:grpSp>
      <p:grpSp>
        <p:nvGrpSpPr>
          <p:cNvPr id="50183" name="Group 47"/>
          <p:cNvGrpSpPr/>
          <p:nvPr/>
        </p:nvGrpSpPr>
        <p:grpSpPr>
          <a:xfrm rot="-2814623">
            <a:off x="4832350" y="3946525"/>
            <a:ext cx="2746375" cy="1863725"/>
            <a:chOff x="1248" y="2784"/>
            <a:chExt cx="1968" cy="1392"/>
          </a:xfrm>
        </p:grpSpPr>
        <p:sp>
          <p:nvSpPr>
            <p:cNvPr id="50204" name="Oval 48"/>
            <p:cNvSpPr/>
            <p:nvPr/>
          </p:nvSpPr>
          <p:spPr>
            <a:xfrm>
              <a:off x="1248" y="2784"/>
              <a:ext cx="1968" cy="1392"/>
            </a:xfrm>
            <a:prstGeom prst="ellipse">
              <a:avLst/>
            </a:prstGeom>
            <a:noFill/>
            <a:ln w="9525" cap="flat" cmpd="sng">
              <a:solidFill>
                <a:schemeClr val="tx1"/>
              </a:solidFill>
              <a:prstDash val="lgDash"/>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endParaRPr lang="zh-CN" altLang="en-US" sz="2400" dirty="0">
                <a:ea typeface="宋体" panose="02010600030101010101" pitchFamily="2" charset="-122"/>
              </a:endParaRPr>
            </a:p>
          </p:txBody>
        </p:sp>
        <p:sp>
          <p:nvSpPr>
            <p:cNvPr id="50205" name="Oval 49"/>
            <p:cNvSpPr/>
            <p:nvPr/>
          </p:nvSpPr>
          <p:spPr>
            <a:xfrm rot="8706364">
              <a:off x="1748" y="3596"/>
              <a:ext cx="192" cy="192"/>
            </a:xfrm>
            <a:prstGeom prst="ellipse">
              <a:avLst/>
            </a:prstGeom>
            <a:solidFill>
              <a:srgbClr val="C0C0C0"/>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endParaRPr lang="zh-CN" altLang="en-US" sz="2400" dirty="0">
                <a:ea typeface="宋体" panose="02010600030101010101" pitchFamily="2" charset="-122"/>
              </a:endParaRPr>
            </a:p>
          </p:txBody>
        </p:sp>
        <p:sp>
          <p:nvSpPr>
            <p:cNvPr id="50206" name="Oval 50"/>
            <p:cNvSpPr/>
            <p:nvPr/>
          </p:nvSpPr>
          <p:spPr>
            <a:xfrm rot="8706364">
              <a:off x="1686" y="3171"/>
              <a:ext cx="192" cy="192"/>
            </a:xfrm>
            <a:prstGeom prst="ellipse">
              <a:avLst/>
            </a:prstGeom>
            <a:solidFill>
              <a:srgbClr val="C0C0C0"/>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endParaRPr lang="zh-CN" altLang="en-US" sz="2400" dirty="0">
                <a:ea typeface="宋体" panose="02010600030101010101" pitchFamily="2" charset="-122"/>
              </a:endParaRPr>
            </a:p>
          </p:txBody>
        </p:sp>
        <p:sp>
          <p:nvSpPr>
            <p:cNvPr id="50207" name="Oval 51"/>
            <p:cNvSpPr/>
            <p:nvPr/>
          </p:nvSpPr>
          <p:spPr>
            <a:xfrm rot="8706364">
              <a:off x="1371" y="3391"/>
              <a:ext cx="192" cy="192"/>
            </a:xfrm>
            <a:prstGeom prst="ellipse">
              <a:avLst/>
            </a:prstGeom>
            <a:solidFill>
              <a:srgbClr val="C0C0C0"/>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endParaRPr lang="zh-CN" altLang="en-US" sz="2400" dirty="0">
                <a:ea typeface="宋体" panose="02010600030101010101" pitchFamily="2" charset="-122"/>
              </a:endParaRPr>
            </a:p>
          </p:txBody>
        </p:sp>
        <p:cxnSp>
          <p:nvCxnSpPr>
            <p:cNvPr id="50208" name="AutoShape 52"/>
            <p:cNvCxnSpPr>
              <a:stCxn id="50205" idx="3"/>
              <a:endCxn id="50206" idx="0"/>
            </p:cNvCxnSpPr>
            <p:nvPr/>
          </p:nvCxnSpPr>
          <p:spPr>
            <a:xfrm flipH="1" flipV="1">
              <a:off x="1836" y="3345"/>
              <a:ext cx="24" cy="252"/>
            </a:xfrm>
            <a:prstGeom prst="straightConnector1">
              <a:avLst/>
            </a:prstGeom>
            <a:ln w="9525" cap="flat" cmpd="sng">
              <a:solidFill>
                <a:schemeClr val="tx1"/>
              </a:solidFill>
              <a:prstDash val="solid"/>
              <a:headEnd type="none" w="med" len="med"/>
              <a:tailEnd type="none" w="med" len="med"/>
            </a:ln>
          </p:spPr>
        </p:cxnSp>
        <p:cxnSp>
          <p:nvCxnSpPr>
            <p:cNvPr id="50209" name="AutoShape 53"/>
            <p:cNvCxnSpPr>
              <a:stCxn id="50205" idx="5"/>
              <a:endCxn id="50207" idx="0"/>
            </p:cNvCxnSpPr>
            <p:nvPr/>
          </p:nvCxnSpPr>
          <p:spPr>
            <a:xfrm flipH="1" flipV="1">
              <a:off x="1521" y="3565"/>
              <a:ext cx="228" cy="110"/>
            </a:xfrm>
            <a:prstGeom prst="straightConnector1">
              <a:avLst/>
            </a:prstGeom>
            <a:ln w="9525" cap="flat" cmpd="sng">
              <a:solidFill>
                <a:schemeClr val="tx1"/>
              </a:solidFill>
              <a:prstDash val="solid"/>
              <a:headEnd type="none" w="med" len="med"/>
              <a:tailEnd type="none" w="med" len="med"/>
            </a:ln>
          </p:spPr>
        </p:cxnSp>
        <p:sp>
          <p:nvSpPr>
            <p:cNvPr id="50210" name="Oval 54"/>
            <p:cNvSpPr/>
            <p:nvPr/>
          </p:nvSpPr>
          <p:spPr>
            <a:xfrm rot="-8230754">
              <a:off x="2540" y="3580"/>
              <a:ext cx="192" cy="192"/>
            </a:xfrm>
            <a:prstGeom prst="ellipse">
              <a:avLst/>
            </a:prstGeom>
            <a:solidFill>
              <a:srgbClr val="C0C0C0"/>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endParaRPr lang="zh-CN" altLang="en-US" sz="2400" dirty="0">
                <a:ea typeface="宋体" panose="02010600030101010101" pitchFamily="2" charset="-122"/>
              </a:endParaRPr>
            </a:p>
          </p:txBody>
        </p:sp>
        <p:sp>
          <p:nvSpPr>
            <p:cNvPr id="50211" name="Oval 55"/>
            <p:cNvSpPr/>
            <p:nvPr/>
          </p:nvSpPr>
          <p:spPr>
            <a:xfrm rot="-8230754">
              <a:off x="2942" y="3429"/>
              <a:ext cx="192" cy="192"/>
            </a:xfrm>
            <a:prstGeom prst="ellipse">
              <a:avLst/>
            </a:prstGeom>
            <a:solidFill>
              <a:srgbClr val="C0C0C0"/>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endParaRPr lang="zh-CN" altLang="en-US" sz="2400" dirty="0">
                <a:ea typeface="宋体" panose="02010600030101010101" pitchFamily="2" charset="-122"/>
              </a:endParaRPr>
            </a:p>
          </p:txBody>
        </p:sp>
        <p:sp>
          <p:nvSpPr>
            <p:cNvPr id="50212" name="Oval 56"/>
            <p:cNvSpPr/>
            <p:nvPr/>
          </p:nvSpPr>
          <p:spPr>
            <a:xfrm rot="-8230754">
              <a:off x="2660" y="3168"/>
              <a:ext cx="192" cy="192"/>
            </a:xfrm>
            <a:prstGeom prst="ellipse">
              <a:avLst/>
            </a:prstGeom>
            <a:solidFill>
              <a:srgbClr val="C0C0C0"/>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endParaRPr lang="zh-CN" altLang="en-US" sz="2400" dirty="0">
                <a:ea typeface="宋体" panose="02010600030101010101" pitchFamily="2" charset="-122"/>
              </a:endParaRPr>
            </a:p>
          </p:txBody>
        </p:sp>
        <p:cxnSp>
          <p:nvCxnSpPr>
            <p:cNvPr id="50213" name="AutoShape 57"/>
            <p:cNvCxnSpPr>
              <a:stCxn id="50210" idx="3"/>
              <a:endCxn id="50211" idx="0"/>
            </p:cNvCxnSpPr>
            <p:nvPr/>
          </p:nvCxnSpPr>
          <p:spPr>
            <a:xfrm flipV="1">
              <a:off x="2731" y="3595"/>
              <a:ext cx="241" cy="77"/>
            </a:xfrm>
            <a:prstGeom prst="straightConnector1">
              <a:avLst/>
            </a:prstGeom>
            <a:ln w="9525" cap="flat" cmpd="sng">
              <a:solidFill>
                <a:schemeClr val="tx1"/>
              </a:solidFill>
              <a:prstDash val="solid"/>
              <a:headEnd type="none" w="med" len="med"/>
              <a:tailEnd type="none" w="med" len="med"/>
            </a:ln>
          </p:spPr>
        </p:cxnSp>
        <p:cxnSp>
          <p:nvCxnSpPr>
            <p:cNvPr id="50214" name="AutoShape 58"/>
            <p:cNvCxnSpPr>
              <a:stCxn id="50210" idx="5"/>
              <a:endCxn id="50212" idx="0"/>
            </p:cNvCxnSpPr>
            <p:nvPr/>
          </p:nvCxnSpPr>
          <p:spPr>
            <a:xfrm flipV="1">
              <a:off x="2632" y="3334"/>
              <a:ext cx="58" cy="246"/>
            </a:xfrm>
            <a:prstGeom prst="straightConnector1">
              <a:avLst/>
            </a:prstGeom>
            <a:ln w="9525" cap="flat" cmpd="sng">
              <a:solidFill>
                <a:schemeClr val="tx1"/>
              </a:solidFill>
              <a:prstDash val="solid"/>
              <a:headEnd type="none" w="med" len="med"/>
              <a:tailEnd type="none" w="med" len="med"/>
            </a:ln>
          </p:spPr>
        </p:cxnSp>
        <p:cxnSp>
          <p:nvCxnSpPr>
            <p:cNvPr id="50215" name="AutoShape 59"/>
            <p:cNvCxnSpPr>
              <a:stCxn id="50207" idx="2"/>
              <a:endCxn id="50206" idx="6"/>
            </p:cNvCxnSpPr>
            <p:nvPr/>
          </p:nvCxnSpPr>
          <p:spPr>
            <a:xfrm flipV="1">
              <a:off x="1545" y="3321"/>
              <a:ext cx="158" cy="111"/>
            </a:xfrm>
            <a:prstGeom prst="straightConnector1">
              <a:avLst/>
            </a:prstGeom>
            <a:ln w="9525" cap="flat" cmpd="sng">
              <a:solidFill>
                <a:schemeClr val="tx1"/>
              </a:solidFill>
              <a:prstDash val="solid"/>
              <a:headEnd type="none" w="med" len="med"/>
              <a:tailEnd type="none" w="med" len="med"/>
            </a:ln>
          </p:spPr>
        </p:cxnSp>
        <p:cxnSp>
          <p:nvCxnSpPr>
            <p:cNvPr id="50216" name="AutoShape 60"/>
            <p:cNvCxnSpPr>
              <a:stCxn id="50212" idx="2"/>
              <a:endCxn id="50211" idx="6"/>
            </p:cNvCxnSpPr>
            <p:nvPr/>
          </p:nvCxnSpPr>
          <p:spPr>
            <a:xfrm>
              <a:off x="2826" y="3329"/>
              <a:ext cx="141" cy="130"/>
            </a:xfrm>
            <a:prstGeom prst="straightConnector1">
              <a:avLst/>
            </a:prstGeom>
            <a:ln w="9525" cap="flat" cmpd="sng">
              <a:solidFill>
                <a:schemeClr val="tx1"/>
              </a:solidFill>
              <a:prstDash val="solid"/>
              <a:headEnd type="none" w="med" len="med"/>
              <a:tailEnd type="none" w="med" len="med"/>
            </a:ln>
          </p:spPr>
        </p:cxnSp>
        <p:sp>
          <p:nvSpPr>
            <p:cNvPr id="50217" name="Oval 61"/>
            <p:cNvSpPr/>
            <p:nvPr/>
          </p:nvSpPr>
          <p:spPr>
            <a:xfrm>
              <a:off x="1296" y="3072"/>
              <a:ext cx="768" cy="816"/>
            </a:xfrm>
            <a:prstGeom prst="ellipse">
              <a:avLst/>
            </a:prstGeom>
            <a:noFill/>
            <a:ln w="9525" cap="flat" cmpd="sng">
              <a:solidFill>
                <a:schemeClr val="tx1"/>
              </a:solidFill>
              <a:prstDash val="lgDash"/>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endParaRPr lang="zh-CN" altLang="en-US" sz="2400" dirty="0">
                <a:ea typeface="宋体" panose="02010600030101010101" pitchFamily="2" charset="-122"/>
              </a:endParaRPr>
            </a:p>
          </p:txBody>
        </p:sp>
        <p:sp>
          <p:nvSpPr>
            <p:cNvPr id="50218" name="Oval 62"/>
            <p:cNvSpPr/>
            <p:nvPr/>
          </p:nvSpPr>
          <p:spPr>
            <a:xfrm>
              <a:off x="2400" y="3072"/>
              <a:ext cx="768" cy="816"/>
            </a:xfrm>
            <a:prstGeom prst="ellipse">
              <a:avLst/>
            </a:prstGeom>
            <a:noFill/>
            <a:ln w="9525" cap="flat" cmpd="sng">
              <a:solidFill>
                <a:schemeClr val="tx1"/>
              </a:solidFill>
              <a:prstDash val="lgDash"/>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endParaRPr lang="zh-CN" altLang="en-US" sz="2400" dirty="0">
                <a:ea typeface="宋体" panose="02010600030101010101" pitchFamily="2" charset="-122"/>
              </a:endParaRPr>
            </a:p>
          </p:txBody>
        </p:sp>
        <p:cxnSp>
          <p:nvCxnSpPr>
            <p:cNvPr id="50219" name="AutoShape 63"/>
            <p:cNvCxnSpPr>
              <a:stCxn id="50217" idx="6"/>
              <a:endCxn id="50218" idx="2"/>
            </p:cNvCxnSpPr>
            <p:nvPr/>
          </p:nvCxnSpPr>
          <p:spPr>
            <a:xfrm>
              <a:off x="2064" y="3480"/>
              <a:ext cx="336" cy="0"/>
            </a:xfrm>
            <a:prstGeom prst="straightConnector1">
              <a:avLst/>
            </a:prstGeom>
            <a:ln w="9525" cap="flat" cmpd="sng">
              <a:solidFill>
                <a:schemeClr val="tx1"/>
              </a:solidFill>
              <a:prstDash val="solid"/>
              <a:headEnd type="none" w="med" len="med"/>
              <a:tailEnd type="none" w="med" len="med"/>
            </a:ln>
          </p:spPr>
        </p:cxnSp>
      </p:grpSp>
      <p:cxnSp>
        <p:nvCxnSpPr>
          <p:cNvPr id="50184" name="AutoShape 64"/>
          <p:cNvCxnSpPr>
            <a:stCxn id="50204" idx="7"/>
            <a:endCxn id="50260" idx="5"/>
          </p:cNvCxnSpPr>
          <p:nvPr/>
        </p:nvCxnSpPr>
        <p:spPr>
          <a:xfrm flipH="1" flipV="1">
            <a:off x="5746750" y="3365500"/>
            <a:ext cx="639763" cy="352425"/>
          </a:xfrm>
          <a:prstGeom prst="straightConnector1">
            <a:avLst/>
          </a:prstGeom>
          <a:ln w="9525" cap="flat" cmpd="sng">
            <a:solidFill>
              <a:schemeClr val="tx1"/>
            </a:solidFill>
            <a:prstDash val="solid"/>
            <a:headEnd type="none" w="med" len="med"/>
            <a:tailEnd type="none" w="med" len="med"/>
          </a:ln>
        </p:spPr>
      </p:cxnSp>
      <p:cxnSp>
        <p:nvCxnSpPr>
          <p:cNvPr id="50185" name="AutoShape 65"/>
          <p:cNvCxnSpPr>
            <a:stCxn id="50220" idx="7"/>
            <a:endCxn id="50204" idx="1"/>
          </p:cNvCxnSpPr>
          <p:nvPr/>
        </p:nvCxnSpPr>
        <p:spPr>
          <a:xfrm flipV="1">
            <a:off x="4137025" y="5137150"/>
            <a:ext cx="923925" cy="14288"/>
          </a:xfrm>
          <a:prstGeom prst="straightConnector1">
            <a:avLst/>
          </a:prstGeom>
          <a:ln w="9525" cap="flat" cmpd="sng">
            <a:solidFill>
              <a:schemeClr val="tx1"/>
            </a:solidFill>
            <a:prstDash val="solid"/>
            <a:headEnd type="none" w="med" len="med"/>
            <a:tailEnd type="none" w="med" len="med"/>
          </a:ln>
        </p:spPr>
      </p:cxnSp>
      <p:sp>
        <p:nvSpPr>
          <p:cNvPr id="50186" name="AutoShape 66"/>
          <p:cNvSpPr/>
          <p:nvPr/>
        </p:nvSpPr>
        <p:spPr>
          <a:xfrm>
            <a:off x="1676400" y="1066800"/>
            <a:ext cx="5791200" cy="5181600"/>
          </a:xfrm>
          <a:prstGeom prst="roundRect">
            <a:avLst>
              <a:gd name="adj" fmla="val 16667"/>
            </a:avLst>
          </a:prstGeom>
          <a:noFill/>
          <a:ln w="9525" cap="flat" cmpd="sng">
            <a:solidFill>
              <a:schemeClr val="tx1"/>
            </a:solidFill>
            <a:prstDash val="lgDash"/>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endParaRPr lang="zh-CN" altLang="en-US" sz="2400" dirty="0">
              <a:ea typeface="宋体" panose="02010600030101010101" pitchFamily="2" charset="-122"/>
            </a:endParaRPr>
          </a:p>
        </p:txBody>
      </p:sp>
      <p:sp>
        <p:nvSpPr>
          <p:cNvPr id="1938499" name="Text Box 67"/>
          <p:cNvSpPr txBox="1"/>
          <p:nvPr/>
        </p:nvSpPr>
        <p:spPr>
          <a:xfrm>
            <a:off x="381000" y="838200"/>
            <a:ext cx="2819400" cy="7620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50000"/>
              </a:spcBef>
              <a:buClrTx/>
              <a:buSzTx/>
              <a:buFontTx/>
              <a:buNone/>
            </a:pPr>
            <a:r>
              <a:rPr lang="en-US" altLang="zh-CN" sz="2200" dirty="0">
                <a:latin typeface="Arial" panose="020B0604020202020204" pitchFamily="34" charset="0"/>
                <a:ea typeface="宋体" panose="02010600030101010101" pitchFamily="2" charset="-122"/>
              </a:rPr>
              <a:t>Each leaf node represents an object</a:t>
            </a:r>
            <a:endParaRPr lang="en-US" altLang="zh-CN" sz="2200" dirty="0">
              <a:latin typeface="Arial" panose="020B0604020202020204" pitchFamily="34" charset="0"/>
              <a:ea typeface="宋体" panose="02010600030101010101" pitchFamily="2" charset="-122"/>
            </a:endParaRPr>
          </a:p>
        </p:txBody>
      </p:sp>
      <p:sp>
        <p:nvSpPr>
          <p:cNvPr id="1938500" name="Line 68"/>
          <p:cNvSpPr/>
          <p:nvPr/>
        </p:nvSpPr>
        <p:spPr>
          <a:xfrm>
            <a:off x="2286000" y="1524000"/>
            <a:ext cx="914400" cy="533400"/>
          </a:xfrm>
          <a:prstGeom prst="line">
            <a:avLst/>
          </a:prstGeom>
          <a:ln w="9525" cap="flat" cmpd="sng">
            <a:solidFill>
              <a:schemeClr val="tx1"/>
            </a:solidFill>
            <a:prstDash val="solid"/>
            <a:headEnd type="none" w="med" len="med"/>
            <a:tailEnd type="triangle" w="med" len="med"/>
          </a:ln>
        </p:spPr>
      </p:sp>
      <p:sp>
        <p:nvSpPr>
          <p:cNvPr id="1938501" name="Text Box 69"/>
          <p:cNvSpPr txBox="1"/>
          <p:nvPr/>
        </p:nvSpPr>
        <p:spPr>
          <a:xfrm>
            <a:off x="6477000" y="838200"/>
            <a:ext cx="2590800" cy="143192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50000"/>
              </a:spcBef>
              <a:buClrTx/>
              <a:buSzTx/>
              <a:buFontTx/>
              <a:buNone/>
            </a:pPr>
            <a:r>
              <a:rPr lang="en-US" altLang="zh-CN" sz="2200" dirty="0">
                <a:latin typeface="Arial" panose="020B0604020202020204" pitchFamily="34" charset="0"/>
                <a:ea typeface="宋体" panose="02010600030101010101" pitchFamily="2" charset="-122"/>
              </a:rPr>
              <a:t>Each non-leaf node represents a group of similar lower-level nodes</a:t>
            </a:r>
            <a:endParaRPr lang="en-US" altLang="zh-CN" sz="2200" dirty="0">
              <a:latin typeface="Arial" panose="020B0604020202020204" pitchFamily="34" charset="0"/>
              <a:ea typeface="宋体" panose="02010600030101010101" pitchFamily="2" charset="-122"/>
            </a:endParaRPr>
          </a:p>
        </p:txBody>
      </p:sp>
      <p:sp>
        <p:nvSpPr>
          <p:cNvPr id="1938502" name="Line 70"/>
          <p:cNvSpPr/>
          <p:nvPr/>
        </p:nvSpPr>
        <p:spPr>
          <a:xfrm flipH="1">
            <a:off x="6019800" y="1524000"/>
            <a:ext cx="609600" cy="457200"/>
          </a:xfrm>
          <a:prstGeom prst="line">
            <a:avLst/>
          </a:prstGeom>
          <a:ln w="9525" cap="flat" cmpd="sng">
            <a:solidFill>
              <a:schemeClr val="tx1"/>
            </a:solidFill>
            <a:prstDash val="solid"/>
            <a:headEnd type="none" w="med" len="med"/>
            <a:tailEnd type="triangle" w="med" len="med"/>
          </a:ln>
        </p:spPr>
      </p:sp>
      <p:sp>
        <p:nvSpPr>
          <p:cNvPr id="1938503" name="Text Box 71"/>
          <p:cNvSpPr txBox="1"/>
          <p:nvPr/>
        </p:nvSpPr>
        <p:spPr>
          <a:xfrm>
            <a:off x="76200" y="2362200"/>
            <a:ext cx="2819400" cy="7620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50000"/>
              </a:spcBef>
              <a:buClrTx/>
              <a:buSzTx/>
              <a:buFontTx/>
              <a:buNone/>
            </a:pPr>
            <a:r>
              <a:rPr lang="en-US" altLang="zh-CN" sz="2200" dirty="0">
                <a:latin typeface="Arial" panose="020B0604020202020204" pitchFamily="34" charset="0"/>
                <a:ea typeface="宋体" panose="02010600030101010101" pitchFamily="2" charset="-122"/>
              </a:rPr>
              <a:t>Similarities between siblings are stored</a:t>
            </a:r>
            <a:endParaRPr lang="en-US" altLang="zh-CN" sz="2200" dirty="0">
              <a:latin typeface="Arial" panose="020B0604020202020204" pitchFamily="34" charset="0"/>
              <a:ea typeface="宋体" panose="02010600030101010101" pitchFamily="2" charset="-122"/>
            </a:endParaRPr>
          </a:p>
        </p:txBody>
      </p:sp>
      <p:sp>
        <p:nvSpPr>
          <p:cNvPr id="1938504" name="Line 72"/>
          <p:cNvSpPr/>
          <p:nvPr/>
        </p:nvSpPr>
        <p:spPr>
          <a:xfrm flipV="1">
            <a:off x="2743200" y="2286000"/>
            <a:ext cx="762000" cy="304800"/>
          </a:xfrm>
          <a:prstGeom prst="line">
            <a:avLst/>
          </a:prstGeom>
          <a:ln w="9525" cap="flat" cmpd="sng">
            <a:solidFill>
              <a:schemeClr val="tx1"/>
            </a:solidFill>
            <a:prstDash val="solid"/>
            <a:headEnd type="none" w="med" len="med"/>
            <a:tailEnd type="triangle" w="med" len="med"/>
          </a:ln>
        </p:spPr>
      </p:sp>
      <p:sp>
        <p:nvSpPr>
          <p:cNvPr id="1938505" name="Line 73"/>
          <p:cNvSpPr/>
          <p:nvPr/>
        </p:nvSpPr>
        <p:spPr>
          <a:xfrm>
            <a:off x="2667000" y="2971800"/>
            <a:ext cx="381000" cy="609600"/>
          </a:xfrm>
          <a:prstGeom prst="line">
            <a:avLst/>
          </a:prstGeom>
          <a:ln w="9525" cap="flat" cmpd="sng">
            <a:solidFill>
              <a:schemeClr val="tx1"/>
            </a:solidFill>
            <a:prstDash val="solid"/>
            <a:headEnd type="none" w="med" len="med"/>
            <a:tailEnd type="triangle" w="med" len="med"/>
          </a:ln>
        </p:spPr>
      </p:sp>
      <p:sp>
        <p:nvSpPr>
          <p:cNvPr id="1938506" name="Text Box 74"/>
          <p:cNvSpPr txBox="1"/>
          <p:nvPr/>
        </p:nvSpPr>
        <p:spPr>
          <a:xfrm>
            <a:off x="1981200" y="4572000"/>
            <a:ext cx="1828800" cy="762000"/>
          </a:xfrm>
          <a:prstGeom prst="rect">
            <a:avLst/>
          </a:prstGeom>
          <a:solidFill>
            <a:schemeClr val="bg1">
              <a:alpha val="79999"/>
            </a:schemeClr>
          </a:solid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50000"/>
              </a:spcBef>
              <a:buClrTx/>
              <a:buSzTx/>
              <a:buFontTx/>
              <a:buNone/>
            </a:pPr>
            <a:r>
              <a:rPr lang="en-US" altLang="zh-CN" sz="2200" dirty="0">
                <a:latin typeface="Arial" panose="020B0604020202020204" pitchFamily="34" charset="0"/>
                <a:ea typeface="宋体" panose="02010600030101010101" pitchFamily="2" charset="-122"/>
              </a:rPr>
              <a:t>Consumer electronics</a:t>
            </a:r>
            <a:endParaRPr lang="en-US" altLang="zh-CN" sz="2200" dirty="0">
              <a:latin typeface="Arial" panose="020B0604020202020204" pitchFamily="34" charset="0"/>
              <a:ea typeface="宋体" panose="02010600030101010101" pitchFamily="2" charset="-122"/>
            </a:endParaRPr>
          </a:p>
        </p:txBody>
      </p:sp>
      <p:sp>
        <p:nvSpPr>
          <p:cNvPr id="1938507" name="Text Box 75"/>
          <p:cNvSpPr txBox="1"/>
          <p:nvPr/>
        </p:nvSpPr>
        <p:spPr>
          <a:xfrm>
            <a:off x="5334000" y="4572000"/>
            <a:ext cx="1828800" cy="427038"/>
          </a:xfrm>
          <a:prstGeom prst="rect">
            <a:avLst/>
          </a:prstGeom>
          <a:solidFill>
            <a:schemeClr val="bg1">
              <a:alpha val="79999"/>
            </a:schemeClr>
          </a:solid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50000"/>
              </a:spcBef>
              <a:buClrTx/>
              <a:buSzTx/>
              <a:buFontTx/>
              <a:buNone/>
            </a:pPr>
            <a:r>
              <a:rPr lang="en-US" altLang="zh-CN" sz="2200" dirty="0">
                <a:latin typeface="Arial" panose="020B0604020202020204" pitchFamily="34" charset="0"/>
                <a:ea typeface="宋体" panose="02010600030101010101" pitchFamily="2" charset="-122"/>
              </a:rPr>
              <a:t>Apparels</a:t>
            </a:r>
            <a:endParaRPr lang="en-US" altLang="zh-CN" sz="2200" dirty="0">
              <a:latin typeface="Arial" panose="020B0604020202020204" pitchFamily="34" charset="0"/>
              <a:ea typeface="宋体" panose="02010600030101010101" pitchFamily="2" charset="-122"/>
            </a:endParaRPr>
          </a:p>
        </p:txBody>
      </p:sp>
      <p:grpSp>
        <p:nvGrpSpPr>
          <p:cNvPr id="5" name="Group 76"/>
          <p:cNvGrpSpPr/>
          <p:nvPr/>
        </p:nvGrpSpPr>
        <p:grpSpPr>
          <a:xfrm>
            <a:off x="152400" y="3581400"/>
            <a:ext cx="1905000" cy="641350"/>
            <a:chOff x="96" y="2256"/>
            <a:chExt cx="1200" cy="404"/>
          </a:xfrm>
        </p:grpSpPr>
        <p:sp>
          <p:nvSpPr>
            <p:cNvPr id="50202" name="Text Box 77"/>
            <p:cNvSpPr txBox="1"/>
            <p:nvPr/>
          </p:nvSpPr>
          <p:spPr>
            <a:xfrm>
              <a:off x="96" y="2256"/>
              <a:ext cx="1152" cy="404"/>
            </a:xfrm>
            <a:prstGeom prst="rect">
              <a:avLst/>
            </a:prstGeom>
            <a:solidFill>
              <a:schemeClr val="bg1">
                <a:alpha val="79999"/>
              </a:schemeClr>
            </a:solid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50000"/>
                </a:spcBef>
                <a:buClrTx/>
                <a:buSzTx/>
                <a:buFontTx/>
                <a:buNone/>
              </a:pPr>
              <a:r>
                <a:rPr lang="en-US" altLang="zh-CN" sz="1800" dirty="0">
                  <a:latin typeface="Arial" panose="020B0604020202020204" pitchFamily="34" charset="0"/>
                  <a:ea typeface="宋体" panose="02010600030101010101" pitchFamily="2" charset="-122"/>
                </a:rPr>
                <a:t>Canon A40 digital camera</a:t>
              </a:r>
              <a:endParaRPr lang="en-US" altLang="zh-CN" sz="1800" dirty="0">
                <a:latin typeface="Arial" panose="020B0604020202020204" pitchFamily="34" charset="0"/>
                <a:ea typeface="宋体" panose="02010600030101010101" pitchFamily="2" charset="-122"/>
              </a:endParaRPr>
            </a:p>
          </p:txBody>
        </p:sp>
        <p:sp>
          <p:nvSpPr>
            <p:cNvPr id="50203" name="Line 78"/>
            <p:cNvSpPr/>
            <p:nvPr/>
          </p:nvSpPr>
          <p:spPr>
            <a:xfrm>
              <a:off x="1152" y="2544"/>
              <a:ext cx="144" cy="96"/>
            </a:xfrm>
            <a:prstGeom prst="line">
              <a:avLst/>
            </a:prstGeom>
            <a:ln w="9525" cap="flat" cmpd="sng">
              <a:solidFill>
                <a:schemeClr val="tx1"/>
              </a:solidFill>
              <a:prstDash val="solid"/>
              <a:headEnd type="none" w="med" len="med"/>
              <a:tailEnd type="triangle" w="med" len="med"/>
            </a:ln>
          </p:spPr>
        </p:sp>
      </p:grpSp>
      <p:grpSp>
        <p:nvGrpSpPr>
          <p:cNvPr id="6" name="Group 79"/>
          <p:cNvGrpSpPr/>
          <p:nvPr/>
        </p:nvGrpSpPr>
        <p:grpSpPr>
          <a:xfrm>
            <a:off x="76200" y="4495800"/>
            <a:ext cx="2209800" cy="641350"/>
            <a:chOff x="48" y="2832"/>
            <a:chExt cx="1392" cy="404"/>
          </a:xfrm>
        </p:grpSpPr>
        <p:sp>
          <p:nvSpPr>
            <p:cNvPr id="50200" name="Text Box 80"/>
            <p:cNvSpPr txBox="1"/>
            <p:nvPr/>
          </p:nvSpPr>
          <p:spPr>
            <a:xfrm>
              <a:off x="48" y="2832"/>
              <a:ext cx="1152" cy="404"/>
            </a:xfrm>
            <a:prstGeom prst="rect">
              <a:avLst/>
            </a:prstGeom>
            <a:solidFill>
              <a:schemeClr val="bg1">
                <a:alpha val="79999"/>
              </a:schemeClr>
            </a:solid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50000"/>
                </a:spcBef>
                <a:buClrTx/>
                <a:buSzTx/>
                <a:buFontTx/>
                <a:buNone/>
              </a:pPr>
              <a:r>
                <a:rPr lang="en-US" altLang="zh-CN" sz="1800" dirty="0">
                  <a:latin typeface="Arial" panose="020B0604020202020204" pitchFamily="34" charset="0"/>
                  <a:ea typeface="宋体" panose="02010600030101010101" pitchFamily="2" charset="-122"/>
                </a:rPr>
                <a:t>Sony V3 digital camera</a:t>
              </a:r>
              <a:endParaRPr lang="en-US" altLang="zh-CN" sz="1800" dirty="0">
                <a:latin typeface="Arial" panose="020B0604020202020204" pitchFamily="34" charset="0"/>
                <a:ea typeface="宋体" panose="02010600030101010101" pitchFamily="2" charset="-122"/>
              </a:endParaRPr>
            </a:p>
          </p:txBody>
        </p:sp>
        <p:sp>
          <p:nvSpPr>
            <p:cNvPr id="50201" name="Line 81"/>
            <p:cNvSpPr/>
            <p:nvPr/>
          </p:nvSpPr>
          <p:spPr>
            <a:xfrm>
              <a:off x="1104" y="3024"/>
              <a:ext cx="336" cy="0"/>
            </a:xfrm>
            <a:prstGeom prst="line">
              <a:avLst/>
            </a:prstGeom>
            <a:ln w="9525" cap="flat" cmpd="sng">
              <a:solidFill>
                <a:schemeClr val="tx1"/>
              </a:solidFill>
              <a:prstDash val="solid"/>
              <a:headEnd type="none" w="med" len="med"/>
              <a:tailEnd type="triangle" w="med" len="med"/>
            </a:ln>
          </p:spPr>
        </p:sp>
      </p:grpSp>
      <p:sp>
        <p:nvSpPr>
          <p:cNvPr id="1938514" name="Text Box 82"/>
          <p:cNvSpPr txBox="1"/>
          <p:nvPr/>
        </p:nvSpPr>
        <p:spPr>
          <a:xfrm>
            <a:off x="1676400" y="4114800"/>
            <a:ext cx="1371600" cy="762000"/>
          </a:xfrm>
          <a:prstGeom prst="rect">
            <a:avLst/>
          </a:prstGeom>
          <a:solidFill>
            <a:schemeClr val="bg1">
              <a:alpha val="79999"/>
            </a:schemeClr>
          </a:solid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50000"/>
              </a:spcBef>
              <a:buClrTx/>
              <a:buSzTx/>
              <a:buFontTx/>
              <a:buNone/>
            </a:pPr>
            <a:r>
              <a:rPr lang="en-US" altLang="zh-CN" sz="2200" dirty="0">
                <a:latin typeface="Arial" panose="020B0604020202020204" pitchFamily="34" charset="0"/>
                <a:ea typeface="宋体" panose="02010600030101010101" pitchFamily="2" charset="-122"/>
              </a:rPr>
              <a:t>Digital Cameras</a:t>
            </a:r>
            <a:endParaRPr lang="en-US" altLang="zh-CN" sz="2200" dirty="0">
              <a:latin typeface="Arial" panose="020B0604020202020204" pitchFamily="34" charset="0"/>
              <a:ea typeface="宋体" panose="02010600030101010101" pitchFamily="2" charset="-122"/>
            </a:endParaRPr>
          </a:p>
        </p:txBody>
      </p:sp>
      <p:sp>
        <p:nvSpPr>
          <p:cNvPr id="1938515" name="Text Box 83"/>
          <p:cNvSpPr txBox="1"/>
          <p:nvPr/>
        </p:nvSpPr>
        <p:spPr>
          <a:xfrm>
            <a:off x="2667000" y="5287963"/>
            <a:ext cx="1828800" cy="427037"/>
          </a:xfrm>
          <a:prstGeom prst="rect">
            <a:avLst/>
          </a:prstGeom>
          <a:solidFill>
            <a:schemeClr val="bg1">
              <a:alpha val="79999"/>
            </a:schemeClr>
          </a:solid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50000"/>
              </a:spcBef>
              <a:buClrTx/>
              <a:buSzTx/>
              <a:buFontTx/>
              <a:buNone/>
            </a:pPr>
            <a:r>
              <a:rPr lang="en-US" altLang="zh-CN" sz="2200" dirty="0">
                <a:latin typeface="Arial" panose="020B0604020202020204" pitchFamily="34" charset="0"/>
                <a:ea typeface="宋体" panose="02010600030101010101" pitchFamily="2" charset="-122"/>
              </a:rPr>
              <a:t>TVs</a:t>
            </a:r>
            <a:endParaRPr lang="en-US" altLang="zh-CN" sz="2200" dirty="0">
              <a:latin typeface="Arial" panose="020B0604020202020204" pitchFamily="34" charset="0"/>
              <a:ea typeface="宋体" panose="02010600030101010101" pitchFamily="2" charset="-122"/>
            </a:endParaRP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938499"/>
                                        </p:tgtEl>
                                        <p:attrNameLst>
                                          <p:attrName>style.visibility</p:attrName>
                                        </p:attrNameLst>
                                      </p:cBhvr>
                                      <p:to>
                                        <p:strVal val="visible"/>
                                      </p:to>
                                    </p:set>
                                    <p:animEffect transition="in" filter="blinds(horizontal)">
                                      <p:cBhvr>
                                        <p:cTn id="7" dur="500"/>
                                        <p:tgtEl>
                                          <p:spTgt spid="1938499"/>
                                        </p:tgtEl>
                                      </p:cBhvr>
                                    </p:animEffect>
                                  </p:childTnLst>
                                </p:cTn>
                              </p:par>
                              <p:par>
                                <p:cTn id="8" presetID="3" presetClass="entr" presetSubtype="10" fill="hold" nodeType="withEffect">
                                  <p:stCondLst>
                                    <p:cond delay="0"/>
                                  </p:stCondLst>
                                  <p:childTnLst>
                                    <p:set>
                                      <p:cBhvr>
                                        <p:cTn id="9" dur="1" fill="hold">
                                          <p:stCondLst>
                                            <p:cond delay="0"/>
                                          </p:stCondLst>
                                        </p:cTn>
                                        <p:tgtEl>
                                          <p:spTgt spid="1938500"/>
                                        </p:tgtEl>
                                        <p:attrNameLst>
                                          <p:attrName>style.visibility</p:attrName>
                                        </p:attrNameLst>
                                      </p:cBhvr>
                                      <p:to>
                                        <p:strVal val="visible"/>
                                      </p:to>
                                    </p:set>
                                    <p:animEffect transition="in" filter="blinds(horizontal)">
                                      <p:cBhvr>
                                        <p:cTn id="10" dur="500"/>
                                        <p:tgtEl>
                                          <p:spTgt spid="1938500"/>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1938501"/>
                                        </p:tgtEl>
                                        <p:attrNameLst>
                                          <p:attrName>style.visibility</p:attrName>
                                        </p:attrNameLst>
                                      </p:cBhvr>
                                      <p:to>
                                        <p:strVal val="visible"/>
                                      </p:to>
                                    </p:set>
                                    <p:animEffect transition="in" filter="blinds(horizontal)">
                                      <p:cBhvr>
                                        <p:cTn id="15" dur="500"/>
                                        <p:tgtEl>
                                          <p:spTgt spid="1938501"/>
                                        </p:tgtEl>
                                      </p:cBhvr>
                                    </p:animEffect>
                                  </p:childTnLst>
                                </p:cTn>
                              </p:par>
                              <p:par>
                                <p:cTn id="16" presetID="3" presetClass="entr" presetSubtype="10" fill="hold" nodeType="withEffect">
                                  <p:stCondLst>
                                    <p:cond delay="0"/>
                                  </p:stCondLst>
                                  <p:childTnLst>
                                    <p:set>
                                      <p:cBhvr>
                                        <p:cTn id="17" dur="1" fill="hold">
                                          <p:stCondLst>
                                            <p:cond delay="0"/>
                                          </p:stCondLst>
                                        </p:cTn>
                                        <p:tgtEl>
                                          <p:spTgt spid="1938502"/>
                                        </p:tgtEl>
                                        <p:attrNameLst>
                                          <p:attrName>style.visibility</p:attrName>
                                        </p:attrNameLst>
                                      </p:cBhvr>
                                      <p:to>
                                        <p:strVal val="visible"/>
                                      </p:to>
                                    </p:set>
                                    <p:animEffect transition="in" filter="blinds(horizontal)">
                                      <p:cBhvr>
                                        <p:cTn id="18" dur="500"/>
                                        <p:tgtEl>
                                          <p:spTgt spid="1938502"/>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1938503"/>
                                        </p:tgtEl>
                                        <p:attrNameLst>
                                          <p:attrName>style.visibility</p:attrName>
                                        </p:attrNameLst>
                                      </p:cBhvr>
                                      <p:to>
                                        <p:strVal val="visible"/>
                                      </p:to>
                                    </p:set>
                                    <p:animEffect transition="in" filter="blinds(horizontal)">
                                      <p:cBhvr>
                                        <p:cTn id="23" dur="500"/>
                                        <p:tgtEl>
                                          <p:spTgt spid="1938503"/>
                                        </p:tgtEl>
                                      </p:cBhvr>
                                    </p:animEffect>
                                  </p:childTnLst>
                                </p:cTn>
                              </p:par>
                              <p:par>
                                <p:cTn id="24" presetID="3" presetClass="entr" presetSubtype="10" fill="hold" nodeType="withEffect">
                                  <p:stCondLst>
                                    <p:cond delay="0"/>
                                  </p:stCondLst>
                                  <p:childTnLst>
                                    <p:set>
                                      <p:cBhvr>
                                        <p:cTn id="25" dur="1" fill="hold">
                                          <p:stCondLst>
                                            <p:cond delay="0"/>
                                          </p:stCondLst>
                                        </p:cTn>
                                        <p:tgtEl>
                                          <p:spTgt spid="1938504"/>
                                        </p:tgtEl>
                                        <p:attrNameLst>
                                          <p:attrName>style.visibility</p:attrName>
                                        </p:attrNameLst>
                                      </p:cBhvr>
                                      <p:to>
                                        <p:strVal val="visible"/>
                                      </p:to>
                                    </p:set>
                                    <p:animEffect transition="in" filter="blinds(horizontal)">
                                      <p:cBhvr>
                                        <p:cTn id="26" dur="500"/>
                                        <p:tgtEl>
                                          <p:spTgt spid="1938504"/>
                                        </p:tgtEl>
                                      </p:cBhvr>
                                    </p:animEffect>
                                  </p:childTnLst>
                                </p:cTn>
                              </p:par>
                              <p:par>
                                <p:cTn id="27" presetID="3" presetClass="entr" presetSubtype="10" fill="hold" nodeType="withEffect">
                                  <p:stCondLst>
                                    <p:cond delay="0"/>
                                  </p:stCondLst>
                                  <p:childTnLst>
                                    <p:set>
                                      <p:cBhvr>
                                        <p:cTn id="28" dur="1" fill="hold">
                                          <p:stCondLst>
                                            <p:cond delay="0"/>
                                          </p:stCondLst>
                                        </p:cTn>
                                        <p:tgtEl>
                                          <p:spTgt spid="1938505"/>
                                        </p:tgtEl>
                                        <p:attrNameLst>
                                          <p:attrName>style.visibility</p:attrName>
                                        </p:attrNameLst>
                                      </p:cBhvr>
                                      <p:to>
                                        <p:strVal val="visible"/>
                                      </p:to>
                                    </p:set>
                                    <p:animEffect transition="in" filter="blinds(horizontal)">
                                      <p:cBhvr>
                                        <p:cTn id="29" dur="500"/>
                                        <p:tgtEl>
                                          <p:spTgt spid="1938505"/>
                                        </p:tgtEl>
                                      </p:cBhvr>
                                    </p:animEffect>
                                  </p:childTnLst>
                                </p:cTn>
                              </p:par>
                            </p:childTnLst>
                          </p:cTn>
                        </p:par>
                      </p:childTnLst>
                    </p:cTn>
                  </p:par>
                  <p:par>
                    <p:cTn id="30" fill="hold">
                      <p:stCondLst>
                        <p:cond delay="indefinite"/>
                      </p:stCondLst>
                      <p:childTnLst>
                        <p:par>
                          <p:cTn id="31" fill="hold">
                            <p:stCondLst>
                              <p:cond delay="0"/>
                            </p:stCondLst>
                            <p:childTnLst>
                              <p:par>
                                <p:cTn id="32" presetID="3" presetClass="entr" presetSubtype="10" fill="hold" nodeType="clickEffect">
                                  <p:stCondLst>
                                    <p:cond delay="0"/>
                                  </p:stCondLst>
                                  <p:childTnLst>
                                    <p:set>
                                      <p:cBhvr>
                                        <p:cTn id="33" dur="1" fill="hold">
                                          <p:stCondLst>
                                            <p:cond delay="0"/>
                                          </p:stCondLst>
                                        </p:cTn>
                                        <p:tgtEl>
                                          <p:spTgt spid="5"/>
                                        </p:tgtEl>
                                        <p:attrNameLst>
                                          <p:attrName>style.visibility</p:attrName>
                                        </p:attrNameLst>
                                      </p:cBhvr>
                                      <p:to>
                                        <p:strVal val="visible"/>
                                      </p:to>
                                    </p:set>
                                    <p:animEffect transition="in" filter="blinds(horizontal)">
                                      <p:cBhvr>
                                        <p:cTn id="34" dur="500"/>
                                        <p:tgtEl>
                                          <p:spTgt spid="5"/>
                                        </p:tgtEl>
                                      </p:cBhvr>
                                    </p:animEffect>
                                  </p:childTnLst>
                                </p:cTn>
                              </p:par>
                            </p:childTnLst>
                          </p:cTn>
                        </p:par>
                      </p:childTnLst>
                    </p:cTn>
                  </p:par>
                  <p:par>
                    <p:cTn id="35" fill="hold">
                      <p:stCondLst>
                        <p:cond delay="indefinite"/>
                      </p:stCondLst>
                      <p:childTnLst>
                        <p:par>
                          <p:cTn id="36" fill="hold">
                            <p:stCondLst>
                              <p:cond delay="0"/>
                            </p:stCondLst>
                            <p:childTnLst>
                              <p:par>
                                <p:cTn id="37" presetID="3" presetClass="entr" presetSubtype="10" fill="hold" nodeType="clickEffect">
                                  <p:stCondLst>
                                    <p:cond delay="0"/>
                                  </p:stCondLst>
                                  <p:childTnLst>
                                    <p:set>
                                      <p:cBhvr>
                                        <p:cTn id="38" dur="1" fill="hold">
                                          <p:stCondLst>
                                            <p:cond delay="0"/>
                                          </p:stCondLst>
                                        </p:cTn>
                                        <p:tgtEl>
                                          <p:spTgt spid="6"/>
                                        </p:tgtEl>
                                        <p:attrNameLst>
                                          <p:attrName>style.visibility</p:attrName>
                                        </p:attrNameLst>
                                      </p:cBhvr>
                                      <p:to>
                                        <p:strVal val="visible"/>
                                      </p:to>
                                    </p:set>
                                    <p:animEffect transition="in" filter="blinds(horizontal)">
                                      <p:cBhvr>
                                        <p:cTn id="39" dur="500"/>
                                        <p:tgtEl>
                                          <p:spTgt spid="6"/>
                                        </p:tgtEl>
                                      </p:cBhvr>
                                    </p:animEffect>
                                  </p:childTnLst>
                                </p:cTn>
                              </p:par>
                            </p:childTnLst>
                          </p:cTn>
                        </p:par>
                      </p:childTnLst>
                    </p:cTn>
                  </p:par>
                  <p:par>
                    <p:cTn id="40" fill="hold">
                      <p:stCondLst>
                        <p:cond delay="indefinite"/>
                      </p:stCondLst>
                      <p:childTnLst>
                        <p:par>
                          <p:cTn id="41" fill="hold">
                            <p:stCondLst>
                              <p:cond delay="0"/>
                            </p:stCondLst>
                            <p:childTnLst>
                              <p:par>
                                <p:cTn id="42" presetID="3" presetClass="exit" presetSubtype="10" fill="hold" nodeType="clickEffect">
                                  <p:stCondLst>
                                    <p:cond delay="0"/>
                                  </p:stCondLst>
                                  <p:childTnLst>
                                    <p:animEffect transition="out" filter="blinds(horizontal)">
                                      <p:cBhvr>
                                        <p:cTn id="43" dur="500"/>
                                        <p:tgtEl>
                                          <p:spTgt spid="5"/>
                                        </p:tgtEl>
                                      </p:cBhvr>
                                    </p:animEffect>
                                    <p:set>
                                      <p:cBhvr>
                                        <p:cTn id="44" dur="1" fill="hold">
                                          <p:stCondLst>
                                            <p:cond delay="499"/>
                                          </p:stCondLst>
                                        </p:cTn>
                                        <p:tgtEl>
                                          <p:spTgt spid="5"/>
                                        </p:tgtEl>
                                        <p:attrNameLst>
                                          <p:attrName>style.visibility</p:attrName>
                                        </p:attrNameLst>
                                      </p:cBhvr>
                                      <p:to>
                                        <p:strVal val="hidden"/>
                                      </p:to>
                                    </p:set>
                                  </p:childTnLst>
                                </p:cTn>
                              </p:par>
                              <p:par>
                                <p:cTn id="45" presetID="3" presetClass="exit" presetSubtype="10" fill="hold" nodeType="withEffect">
                                  <p:stCondLst>
                                    <p:cond delay="0"/>
                                  </p:stCondLst>
                                  <p:childTnLst>
                                    <p:animEffect transition="out" filter="blinds(horizontal)">
                                      <p:cBhvr>
                                        <p:cTn id="46" dur="500"/>
                                        <p:tgtEl>
                                          <p:spTgt spid="6"/>
                                        </p:tgtEl>
                                      </p:cBhvr>
                                    </p:animEffect>
                                    <p:set>
                                      <p:cBhvr>
                                        <p:cTn id="47" dur="1" fill="hold">
                                          <p:stCondLst>
                                            <p:cond delay="499"/>
                                          </p:stCondLst>
                                        </p:cTn>
                                        <p:tgtEl>
                                          <p:spTgt spid="6"/>
                                        </p:tgtEl>
                                        <p:attrNameLst>
                                          <p:attrName>style.visibility</p:attrName>
                                        </p:attrNameLst>
                                      </p:cBhvr>
                                      <p:to>
                                        <p:strVal val="hidden"/>
                                      </p:to>
                                    </p:set>
                                  </p:childTnLst>
                                </p:cTn>
                              </p:par>
                            </p:childTnLst>
                          </p:cTn>
                        </p:par>
                        <p:par>
                          <p:cTn id="48" fill="hold">
                            <p:stCondLst>
                              <p:cond delay="500"/>
                            </p:stCondLst>
                            <p:childTnLst>
                              <p:par>
                                <p:cTn id="49" presetID="3" presetClass="entr" presetSubtype="10" fill="hold" grpId="0" nodeType="afterEffect">
                                  <p:stCondLst>
                                    <p:cond delay="0"/>
                                  </p:stCondLst>
                                  <p:childTnLst>
                                    <p:set>
                                      <p:cBhvr>
                                        <p:cTn id="50" dur="1" fill="hold">
                                          <p:stCondLst>
                                            <p:cond delay="0"/>
                                          </p:stCondLst>
                                        </p:cTn>
                                        <p:tgtEl>
                                          <p:spTgt spid="1938515"/>
                                        </p:tgtEl>
                                        <p:attrNameLst>
                                          <p:attrName>style.visibility</p:attrName>
                                        </p:attrNameLst>
                                      </p:cBhvr>
                                      <p:to>
                                        <p:strVal val="visible"/>
                                      </p:to>
                                    </p:set>
                                    <p:animEffect transition="in" filter="blinds(horizontal)">
                                      <p:cBhvr>
                                        <p:cTn id="51" dur="500"/>
                                        <p:tgtEl>
                                          <p:spTgt spid="1938515"/>
                                        </p:tgtEl>
                                      </p:cBhvr>
                                    </p:animEffect>
                                  </p:childTnLst>
                                </p:cTn>
                              </p:par>
                              <p:par>
                                <p:cTn id="52" presetID="3" presetClass="entr" presetSubtype="10" fill="hold" grpId="0" nodeType="withEffect">
                                  <p:stCondLst>
                                    <p:cond delay="0"/>
                                  </p:stCondLst>
                                  <p:childTnLst>
                                    <p:set>
                                      <p:cBhvr>
                                        <p:cTn id="53" dur="1" fill="hold">
                                          <p:stCondLst>
                                            <p:cond delay="0"/>
                                          </p:stCondLst>
                                        </p:cTn>
                                        <p:tgtEl>
                                          <p:spTgt spid="1938514"/>
                                        </p:tgtEl>
                                        <p:attrNameLst>
                                          <p:attrName>style.visibility</p:attrName>
                                        </p:attrNameLst>
                                      </p:cBhvr>
                                      <p:to>
                                        <p:strVal val="visible"/>
                                      </p:to>
                                    </p:set>
                                    <p:animEffect transition="in" filter="blinds(horizontal)">
                                      <p:cBhvr>
                                        <p:cTn id="54" dur="500"/>
                                        <p:tgtEl>
                                          <p:spTgt spid="1938514"/>
                                        </p:tgtEl>
                                      </p:cBhvr>
                                    </p:animEffect>
                                  </p:childTnLst>
                                </p:cTn>
                              </p:par>
                            </p:childTnLst>
                          </p:cTn>
                        </p:par>
                      </p:childTnLst>
                    </p:cTn>
                  </p:par>
                  <p:par>
                    <p:cTn id="55" fill="hold">
                      <p:stCondLst>
                        <p:cond delay="indefinite"/>
                      </p:stCondLst>
                      <p:childTnLst>
                        <p:par>
                          <p:cTn id="56" fill="hold">
                            <p:stCondLst>
                              <p:cond delay="0"/>
                            </p:stCondLst>
                            <p:childTnLst>
                              <p:par>
                                <p:cTn id="57" presetID="3" presetClass="exit" presetSubtype="10" fill="hold" grpId="1" nodeType="clickEffect">
                                  <p:stCondLst>
                                    <p:cond delay="0"/>
                                  </p:stCondLst>
                                  <p:childTnLst>
                                    <p:animEffect transition="out" filter="blinds(horizontal)">
                                      <p:cBhvr>
                                        <p:cTn id="58" dur="500"/>
                                        <p:tgtEl>
                                          <p:spTgt spid="1938515"/>
                                        </p:tgtEl>
                                      </p:cBhvr>
                                    </p:animEffect>
                                    <p:set>
                                      <p:cBhvr>
                                        <p:cTn id="59" dur="1" fill="hold">
                                          <p:stCondLst>
                                            <p:cond delay="499"/>
                                          </p:stCondLst>
                                        </p:cTn>
                                        <p:tgtEl>
                                          <p:spTgt spid="1938515"/>
                                        </p:tgtEl>
                                        <p:attrNameLst>
                                          <p:attrName>style.visibility</p:attrName>
                                        </p:attrNameLst>
                                      </p:cBhvr>
                                      <p:to>
                                        <p:strVal val="hidden"/>
                                      </p:to>
                                    </p:set>
                                  </p:childTnLst>
                                </p:cTn>
                              </p:par>
                              <p:par>
                                <p:cTn id="60" presetID="3" presetClass="exit" presetSubtype="10" fill="hold" grpId="1" nodeType="withEffect">
                                  <p:stCondLst>
                                    <p:cond delay="0"/>
                                  </p:stCondLst>
                                  <p:childTnLst>
                                    <p:animEffect transition="out" filter="blinds(horizontal)">
                                      <p:cBhvr>
                                        <p:cTn id="61" dur="500"/>
                                        <p:tgtEl>
                                          <p:spTgt spid="1938514"/>
                                        </p:tgtEl>
                                      </p:cBhvr>
                                    </p:animEffect>
                                    <p:set>
                                      <p:cBhvr>
                                        <p:cTn id="62" dur="1" fill="hold">
                                          <p:stCondLst>
                                            <p:cond delay="499"/>
                                          </p:stCondLst>
                                        </p:cTn>
                                        <p:tgtEl>
                                          <p:spTgt spid="1938514"/>
                                        </p:tgtEl>
                                        <p:attrNameLst>
                                          <p:attrName>style.visibility</p:attrName>
                                        </p:attrNameLst>
                                      </p:cBhvr>
                                      <p:to>
                                        <p:strVal val="hidden"/>
                                      </p:to>
                                    </p:set>
                                  </p:childTnLst>
                                </p:cTn>
                              </p:par>
                            </p:childTnLst>
                          </p:cTn>
                        </p:par>
                        <p:par>
                          <p:cTn id="63" fill="hold">
                            <p:stCondLst>
                              <p:cond delay="500"/>
                            </p:stCondLst>
                            <p:childTnLst>
                              <p:par>
                                <p:cTn id="64" presetID="3" presetClass="entr" presetSubtype="10" fill="hold" grpId="0" nodeType="afterEffect">
                                  <p:stCondLst>
                                    <p:cond delay="0"/>
                                  </p:stCondLst>
                                  <p:childTnLst>
                                    <p:set>
                                      <p:cBhvr>
                                        <p:cTn id="65" dur="1" fill="hold">
                                          <p:stCondLst>
                                            <p:cond delay="0"/>
                                          </p:stCondLst>
                                        </p:cTn>
                                        <p:tgtEl>
                                          <p:spTgt spid="1938506"/>
                                        </p:tgtEl>
                                        <p:attrNameLst>
                                          <p:attrName>style.visibility</p:attrName>
                                        </p:attrNameLst>
                                      </p:cBhvr>
                                      <p:to>
                                        <p:strVal val="visible"/>
                                      </p:to>
                                    </p:set>
                                    <p:animEffect transition="in" filter="blinds(horizontal)">
                                      <p:cBhvr>
                                        <p:cTn id="66" dur="500"/>
                                        <p:tgtEl>
                                          <p:spTgt spid="1938506"/>
                                        </p:tgtEl>
                                      </p:cBhvr>
                                    </p:animEffect>
                                  </p:childTnLst>
                                </p:cTn>
                              </p:par>
                              <p:par>
                                <p:cTn id="67" presetID="3" presetClass="entr" presetSubtype="10" fill="hold" grpId="0" nodeType="withEffect">
                                  <p:stCondLst>
                                    <p:cond delay="0"/>
                                  </p:stCondLst>
                                  <p:childTnLst>
                                    <p:set>
                                      <p:cBhvr>
                                        <p:cTn id="68" dur="1" fill="hold">
                                          <p:stCondLst>
                                            <p:cond delay="0"/>
                                          </p:stCondLst>
                                        </p:cTn>
                                        <p:tgtEl>
                                          <p:spTgt spid="1938507"/>
                                        </p:tgtEl>
                                        <p:attrNameLst>
                                          <p:attrName>style.visibility</p:attrName>
                                        </p:attrNameLst>
                                      </p:cBhvr>
                                      <p:to>
                                        <p:strVal val="visible"/>
                                      </p:to>
                                    </p:set>
                                    <p:animEffect transition="in" filter="blinds(horizontal)">
                                      <p:cBhvr>
                                        <p:cTn id="69" dur="500"/>
                                        <p:tgtEl>
                                          <p:spTgt spid="19385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38499" grpId="0"/>
      <p:bldP spid="1938501" grpId="0"/>
      <p:bldP spid="1938503" grpId="0"/>
      <p:bldP spid="1938506" grpId="0" animBg="1"/>
      <p:bldP spid="1938507" grpId="0" animBg="1"/>
      <p:bldP spid="1938514" grpId="0" animBg="1"/>
      <p:bldP spid="1938514" grpId="1" animBg="1"/>
      <p:bldP spid="1938515" grpId="0" animBg="1"/>
      <p:bldP spid="1938515" grpId="1"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2" name="灯片编号占位符 3"/>
          <p:cNvSpPr txBox="1">
            <a:spLocks noGrp="1"/>
          </p:cNvSpPr>
          <p:nvPr>
            <p:ph type="sldNum" sz="quarter" idx="10"/>
          </p:nvPr>
        </p:nvSpPr>
        <p:spPr>
          <a:ln/>
        </p:spPr>
        <p:txBody>
          <a:bodyPr anchor="b" anchorCtr="0"/>
          <a:p>
            <a:pPr marL="0" indent="0" algn="r" eaLnBrk="1" hangingPunct="1">
              <a:spcBef>
                <a:spcPct val="0"/>
              </a:spcBef>
              <a:buClrTx/>
              <a:buSzTx/>
              <a:buFontTx/>
              <a:buNone/>
            </a:pPr>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51203" name="Rectangle 2"/>
          <p:cNvSpPr>
            <a:spLocks noGrp="1"/>
          </p:cNvSpPr>
          <p:nvPr>
            <p:ph type="title"/>
          </p:nvPr>
        </p:nvSpPr>
        <p:spPr>
          <a:ln/>
        </p:spPr>
        <p:txBody>
          <a:bodyPr vert="horz" wrap="square" lIns="91440" tIns="45720" rIns="91440" bIns="45720" anchor="b" anchorCtr="0"/>
          <a:p>
            <a:pPr eaLnBrk="1" hangingPunct="1"/>
            <a:r>
              <a:rPr lang="en-US" altLang="zh-CN" dirty="0">
                <a:ea typeface="宋体" panose="02010600030101010101" pitchFamily="2" charset="-122"/>
              </a:rPr>
              <a:t>Similarity Defined by A SimTree</a:t>
            </a:r>
            <a:endParaRPr lang="en-US" altLang="zh-CN" dirty="0">
              <a:ea typeface="宋体" panose="02010600030101010101" pitchFamily="2" charset="-122"/>
            </a:endParaRPr>
          </a:p>
        </p:txBody>
      </p:sp>
      <p:sp>
        <p:nvSpPr>
          <p:cNvPr id="1939459" name="Rectangle 3"/>
          <p:cNvSpPr>
            <a:spLocks noGrp="1"/>
          </p:cNvSpPr>
          <p:nvPr>
            <p:ph idx="1"/>
          </p:nvPr>
        </p:nvSpPr>
        <p:spPr>
          <a:xfrm>
            <a:off x="76200" y="3886200"/>
            <a:ext cx="8991600" cy="2819400"/>
          </a:xfrm>
          <a:ln/>
        </p:spPr>
        <p:txBody>
          <a:bodyPr vert="horz" wrap="square" lIns="91440" tIns="45720" rIns="91440" bIns="45720" anchor="t" anchorCtr="0"/>
          <a:p>
            <a:pPr eaLnBrk="1" hangingPunct="1"/>
            <a:r>
              <a:rPr lang="en-US" altLang="zh-CN" sz="2400" i="1" dirty="0">
                <a:latin typeface="Times New Roman" panose="02020603050405020304" pitchFamily="18" charset="0"/>
                <a:ea typeface="宋体" panose="02010600030101010101" pitchFamily="2" charset="-122"/>
              </a:rPr>
              <a:t>sim</a:t>
            </a:r>
            <a:r>
              <a:rPr lang="en-US" altLang="zh-CN" sz="2400" i="1" baseline="-25000" dirty="0">
                <a:latin typeface="Times New Roman" panose="02020603050405020304" pitchFamily="18" charset="0"/>
                <a:ea typeface="宋体" panose="02010600030101010101" pitchFamily="2" charset="-122"/>
              </a:rPr>
              <a:t>p</a:t>
            </a:r>
            <a:r>
              <a:rPr lang="en-US" altLang="zh-CN" sz="2400" dirty="0">
                <a:latin typeface="Times New Roman" panose="02020603050405020304" pitchFamily="18" charset="0"/>
                <a:ea typeface="宋体" panose="02010600030101010101" pitchFamily="2" charset="-122"/>
              </a:rPr>
              <a:t>(</a:t>
            </a:r>
            <a:r>
              <a:rPr lang="en-US" altLang="zh-CN" sz="2400" i="1" dirty="0">
                <a:latin typeface="Times New Roman" panose="02020603050405020304" pitchFamily="18" charset="0"/>
                <a:ea typeface="宋体" panose="02010600030101010101" pitchFamily="2" charset="-122"/>
              </a:rPr>
              <a:t>n</a:t>
            </a:r>
            <a:r>
              <a:rPr lang="en-US" altLang="zh-CN" sz="2400" baseline="-25000" dirty="0">
                <a:latin typeface="Times New Roman" panose="02020603050405020304" pitchFamily="18" charset="0"/>
                <a:ea typeface="宋体" panose="02010600030101010101" pitchFamily="2" charset="-122"/>
              </a:rPr>
              <a:t>7</a:t>
            </a:r>
            <a:r>
              <a:rPr lang="en-US" altLang="zh-CN" sz="2400" dirty="0">
                <a:latin typeface="Times New Roman" panose="02020603050405020304" pitchFamily="18" charset="0"/>
                <a:ea typeface="宋体" panose="02010600030101010101" pitchFamily="2" charset="-122"/>
              </a:rPr>
              <a:t>,</a:t>
            </a:r>
            <a:r>
              <a:rPr lang="en-US" altLang="zh-CN" sz="2400" i="1" dirty="0">
                <a:latin typeface="Times New Roman" panose="02020603050405020304" pitchFamily="18" charset="0"/>
                <a:ea typeface="宋体" panose="02010600030101010101" pitchFamily="2" charset="-122"/>
              </a:rPr>
              <a:t>n</a:t>
            </a:r>
            <a:r>
              <a:rPr lang="en-US" altLang="zh-CN" sz="2400" baseline="-25000" dirty="0">
                <a:latin typeface="Times New Roman" panose="02020603050405020304" pitchFamily="18" charset="0"/>
                <a:ea typeface="宋体" panose="02010600030101010101" pitchFamily="2" charset="-122"/>
              </a:rPr>
              <a:t>8</a:t>
            </a:r>
            <a:r>
              <a:rPr lang="en-US" altLang="zh-CN" sz="2400" dirty="0">
                <a:latin typeface="Times New Roman" panose="02020603050405020304" pitchFamily="18" charset="0"/>
                <a:ea typeface="宋体" panose="02010600030101010101" pitchFamily="2" charset="-122"/>
              </a:rPr>
              <a:t>)</a:t>
            </a:r>
            <a:r>
              <a:rPr lang="en-US" altLang="zh-CN" sz="2400" dirty="0">
                <a:ea typeface="宋体" panose="02010600030101010101" pitchFamily="2" charset="-122"/>
              </a:rPr>
              <a:t> =   </a:t>
            </a:r>
            <a:endParaRPr lang="en-US" altLang="zh-CN" sz="2400" dirty="0">
              <a:latin typeface="Times New Roman" panose="02020603050405020304" pitchFamily="18" charset="0"/>
              <a:ea typeface="宋体" panose="02010600030101010101" pitchFamily="2" charset="-122"/>
            </a:endParaRPr>
          </a:p>
          <a:p>
            <a:pPr lvl="1" eaLnBrk="1" hangingPunct="1"/>
            <a:r>
              <a:rPr lang="en-US" altLang="zh-CN" sz="2400" dirty="0">
                <a:latin typeface="Times New Roman" panose="02020603050405020304" pitchFamily="18" charset="0"/>
                <a:ea typeface="宋体" panose="02010600030101010101" pitchFamily="2" charset="-122"/>
              </a:rPr>
              <a:t>Path-based node similarity</a:t>
            </a:r>
            <a:endParaRPr lang="en-US" altLang="zh-CN" sz="2400" dirty="0">
              <a:latin typeface="Times New Roman" panose="02020603050405020304" pitchFamily="18" charset="0"/>
              <a:ea typeface="宋体" panose="02010600030101010101" pitchFamily="2" charset="-122"/>
            </a:endParaRPr>
          </a:p>
          <a:p>
            <a:pPr eaLnBrk="1" hangingPunct="1"/>
            <a:r>
              <a:rPr lang="en-US" altLang="zh-CN" sz="2000" dirty="0">
                <a:latin typeface="Times New Roman" panose="02020603050405020304" pitchFamily="18" charset="0"/>
                <a:ea typeface="宋体" panose="02010600030101010101" pitchFamily="2" charset="-122"/>
              </a:rPr>
              <a:t>Similarity between two nodes is the average similarity between objects linked with them in other SimTrees</a:t>
            </a:r>
            <a:endParaRPr lang="en-US" altLang="zh-CN" sz="2000" dirty="0">
              <a:latin typeface="Times New Roman" panose="02020603050405020304" pitchFamily="18" charset="0"/>
              <a:ea typeface="宋体" panose="02010600030101010101" pitchFamily="2" charset="-122"/>
            </a:endParaRPr>
          </a:p>
          <a:p>
            <a:pPr eaLnBrk="1" hangingPunct="1"/>
            <a:r>
              <a:rPr lang="en-US" altLang="zh-CN" sz="2000" dirty="0">
                <a:latin typeface="Times New Roman" panose="02020603050405020304" pitchFamily="18" charset="0"/>
                <a:ea typeface="宋体" panose="02010600030101010101" pitchFamily="2" charset="-122"/>
              </a:rPr>
              <a:t>Adjustment ratio for</a:t>
            </a:r>
            <a:r>
              <a:rPr lang="en-US" altLang="zh-CN" sz="2400" dirty="0">
                <a:ea typeface="宋体" panose="02010600030101010101" pitchFamily="2" charset="-122"/>
              </a:rPr>
              <a:t> </a:t>
            </a:r>
            <a:r>
              <a:rPr lang="en-US" altLang="zh-CN" sz="2400" i="1" dirty="0">
                <a:latin typeface="Times New Roman" panose="02020603050405020304" pitchFamily="18" charset="0"/>
                <a:ea typeface="宋体" panose="02010600030101010101" pitchFamily="2" charset="-122"/>
              </a:rPr>
              <a:t>x = </a:t>
            </a:r>
            <a:r>
              <a:rPr lang="en-US" altLang="zh-CN" sz="2400" dirty="0">
                <a:ea typeface="宋体" panose="02010600030101010101" pitchFamily="2" charset="-122"/>
              </a:rPr>
              <a:t> </a:t>
            </a:r>
            <a:endParaRPr lang="en-US" altLang="zh-CN" sz="2400" dirty="0">
              <a:ea typeface="宋体" panose="02010600030101010101" pitchFamily="2" charset="-122"/>
            </a:endParaRPr>
          </a:p>
        </p:txBody>
      </p:sp>
      <p:sp>
        <p:nvSpPr>
          <p:cNvPr id="51205" name="Oval 4"/>
          <p:cNvSpPr/>
          <p:nvPr/>
        </p:nvSpPr>
        <p:spPr>
          <a:xfrm>
            <a:off x="5410200" y="990600"/>
            <a:ext cx="304800" cy="304800"/>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endParaRPr lang="zh-CN" altLang="en-US" sz="2400" dirty="0">
              <a:ea typeface="宋体" panose="02010600030101010101" pitchFamily="2" charset="-122"/>
            </a:endParaRPr>
          </a:p>
        </p:txBody>
      </p:sp>
      <p:sp>
        <p:nvSpPr>
          <p:cNvPr id="51206" name="Oval 5"/>
          <p:cNvSpPr/>
          <p:nvPr/>
        </p:nvSpPr>
        <p:spPr>
          <a:xfrm>
            <a:off x="4038600" y="1981200"/>
            <a:ext cx="304800" cy="304800"/>
          </a:xfrm>
          <a:prstGeom prst="ellipse">
            <a:avLst/>
          </a:prstGeom>
          <a:solidFill>
            <a:schemeClr val="bg1"/>
          </a:solidFill>
          <a:ln w="9525" cap="flat" cmpd="sng">
            <a:solidFill>
              <a:schemeClr val="tx1"/>
            </a:solidFill>
            <a:prstDash val="solid"/>
            <a:headEnd type="none" w="med" len="med"/>
            <a:tailEnd type="none" w="med" len="med"/>
          </a:ln>
        </p:spPr>
        <p:txBody>
          <a:bodyPr wrap="none" anchor="b"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r>
              <a:rPr lang="en-US" altLang="zh-CN" sz="1800" i="1" dirty="0">
                <a:latin typeface="Times New Roman" panose="02020603050405020304" pitchFamily="18" charset="0"/>
                <a:ea typeface="宋体" panose="02010600030101010101" pitchFamily="2" charset="-122"/>
              </a:rPr>
              <a:t>n</a:t>
            </a:r>
            <a:r>
              <a:rPr lang="en-US" altLang="zh-CN" sz="1800" baseline="-25000" dirty="0">
                <a:latin typeface="Times New Roman" panose="02020603050405020304" pitchFamily="18" charset="0"/>
                <a:ea typeface="宋体" panose="02010600030101010101" pitchFamily="2" charset="-122"/>
              </a:rPr>
              <a:t>1</a:t>
            </a:r>
            <a:endParaRPr lang="en-US" altLang="zh-CN" sz="1800" baseline="-25000" dirty="0">
              <a:latin typeface="Times New Roman" panose="02020603050405020304" pitchFamily="18" charset="0"/>
              <a:ea typeface="宋体" panose="02010600030101010101" pitchFamily="2" charset="-122"/>
            </a:endParaRPr>
          </a:p>
        </p:txBody>
      </p:sp>
      <p:sp>
        <p:nvSpPr>
          <p:cNvPr id="51207" name="Oval 6"/>
          <p:cNvSpPr/>
          <p:nvPr/>
        </p:nvSpPr>
        <p:spPr>
          <a:xfrm>
            <a:off x="5410200" y="1981200"/>
            <a:ext cx="304800" cy="304800"/>
          </a:xfrm>
          <a:prstGeom prst="ellipse">
            <a:avLst/>
          </a:prstGeom>
          <a:solidFill>
            <a:schemeClr val="bg1"/>
          </a:solidFill>
          <a:ln w="9525" cap="flat" cmpd="sng">
            <a:solidFill>
              <a:schemeClr val="tx1"/>
            </a:solidFill>
            <a:prstDash val="solid"/>
            <a:headEnd type="none" w="med" len="med"/>
            <a:tailEnd type="none" w="med" len="med"/>
          </a:ln>
        </p:spPr>
        <p:txBody>
          <a:bodyPr wrap="none" anchor="b"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r>
              <a:rPr lang="en-US" altLang="zh-CN" sz="1800" i="1" dirty="0">
                <a:latin typeface="Times New Roman" panose="02020603050405020304" pitchFamily="18" charset="0"/>
                <a:ea typeface="宋体" panose="02010600030101010101" pitchFamily="2" charset="-122"/>
              </a:rPr>
              <a:t>n</a:t>
            </a:r>
            <a:r>
              <a:rPr lang="en-US" altLang="zh-CN" sz="1800" baseline="-25000" dirty="0">
                <a:latin typeface="Times New Roman" panose="02020603050405020304" pitchFamily="18" charset="0"/>
                <a:ea typeface="宋体" panose="02010600030101010101" pitchFamily="2" charset="-122"/>
              </a:rPr>
              <a:t>2</a:t>
            </a:r>
            <a:endParaRPr lang="en-US" altLang="zh-CN" sz="1800" baseline="-25000" dirty="0">
              <a:latin typeface="Times New Roman" panose="02020603050405020304" pitchFamily="18" charset="0"/>
              <a:ea typeface="宋体" panose="02010600030101010101" pitchFamily="2" charset="-122"/>
            </a:endParaRPr>
          </a:p>
        </p:txBody>
      </p:sp>
      <p:sp>
        <p:nvSpPr>
          <p:cNvPr id="1939463" name="Oval 7"/>
          <p:cNvSpPr/>
          <p:nvPr/>
        </p:nvSpPr>
        <p:spPr>
          <a:xfrm>
            <a:off x="3733800" y="2833688"/>
            <a:ext cx="304800" cy="304800"/>
          </a:xfrm>
          <a:prstGeom prst="ellipse">
            <a:avLst/>
          </a:prstGeom>
          <a:solidFill>
            <a:schemeClr val="bg1"/>
          </a:solidFill>
          <a:ln w="9525" cap="flat" cmpd="sng">
            <a:solidFill>
              <a:schemeClr val="tx1"/>
            </a:solidFill>
            <a:prstDash val="solid"/>
            <a:headEnd type="none" w="med" len="med"/>
            <a:tailEnd type="none" w="med" len="med"/>
          </a:ln>
        </p:spPr>
        <p:txBody>
          <a:bodyPr wrap="none" tIns="0" bIns="0" anchor="b"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r>
              <a:rPr lang="en-US" altLang="zh-CN" sz="1800" i="1" dirty="0">
                <a:latin typeface="Times New Roman" panose="02020603050405020304" pitchFamily="18" charset="0"/>
                <a:ea typeface="宋体" panose="02010600030101010101" pitchFamily="2" charset="-122"/>
              </a:rPr>
              <a:t>n</a:t>
            </a:r>
            <a:r>
              <a:rPr lang="en-US" altLang="zh-CN" sz="1800" baseline="-25000" dirty="0">
                <a:latin typeface="Times New Roman" panose="02020603050405020304" pitchFamily="18" charset="0"/>
                <a:ea typeface="宋体" panose="02010600030101010101" pitchFamily="2" charset="-122"/>
              </a:rPr>
              <a:t>4</a:t>
            </a:r>
            <a:endParaRPr lang="en-US" altLang="zh-CN" sz="1800" baseline="-25000" dirty="0">
              <a:latin typeface="Times New Roman" panose="02020603050405020304" pitchFamily="18" charset="0"/>
              <a:ea typeface="宋体" panose="02010600030101010101" pitchFamily="2" charset="-122"/>
            </a:endParaRPr>
          </a:p>
        </p:txBody>
      </p:sp>
      <p:sp>
        <p:nvSpPr>
          <p:cNvPr id="1939464" name="Oval 8"/>
          <p:cNvSpPr/>
          <p:nvPr/>
        </p:nvSpPr>
        <p:spPr>
          <a:xfrm>
            <a:off x="4343400" y="2833688"/>
            <a:ext cx="304800" cy="304800"/>
          </a:xfrm>
          <a:prstGeom prst="ellipse">
            <a:avLst/>
          </a:prstGeom>
          <a:solidFill>
            <a:schemeClr val="bg1"/>
          </a:solidFill>
          <a:ln w="9525" cap="flat" cmpd="sng">
            <a:solidFill>
              <a:schemeClr val="tx1"/>
            </a:solidFill>
            <a:prstDash val="solid"/>
            <a:headEnd type="none" w="med" len="med"/>
            <a:tailEnd type="none" w="med" len="med"/>
          </a:ln>
        </p:spPr>
        <p:txBody>
          <a:bodyPr wrap="none" tIns="0" bIns="0" anchor="b"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r>
              <a:rPr lang="en-US" altLang="zh-CN" sz="1800" i="1" dirty="0">
                <a:latin typeface="Times New Roman" panose="02020603050405020304" pitchFamily="18" charset="0"/>
                <a:ea typeface="宋体" panose="02010600030101010101" pitchFamily="2" charset="-122"/>
              </a:rPr>
              <a:t>n</a:t>
            </a:r>
            <a:r>
              <a:rPr lang="en-US" altLang="zh-CN" sz="1800" baseline="-25000" dirty="0">
                <a:latin typeface="Times New Roman" panose="02020603050405020304" pitchFamily="18" charset="0"/>
                <a:ea typeface="宋体" panose="02010600030101010101" pitchFamily="2" charset="-122"/>
              </a:rPr>
              <a:t>5</a:t>
            </a:r>
            <a:endParaRPr lang="en-US" altLang="zh-CN" sz="1800" baseline="-25000" dirty="0">
              <a:latin typeface="Times New Roman" panose="02020603050405020304" pitchFamily="18" charset="0"/>
              <a:ea typeface="宋体" panose="02010600030101010101" pitchFamily="2" charset="-122"/>
            </a:endParaRPr>
          </a:p>
        </p:txBody>
      </p:sp>
      <p:sp>
        <p:nvSpPr>
          <p:cNvPr id="51210" name="Oval 9"/>
          <p:cNvSpPr/>
          <p:nvPr/>
        </p:nvSpPr>
        <p:spPr>
          <a:xfrm>
            <a:off x="4953000" y="2833688"/>
            <a:ext cx="304800" cy="304800"/>
          </a:xfrm>
          <a:prstGeom prst="ellipse">
            <a:avLst/>
          </a:prstGeom>
          <a:solidFill>
            <a:schemeClr val="bg1"/>
          </a:solidFill>
          <a:ln w="9525" cap="flat" cmpd="sng">
            <a:solidFill>
              <a:schemeClr val="tx1"/>
            </a:solidFill>
            <a:prstDash val="solid"/>
            <a:headEnd type="none" w="med" len="med"/>
            <a:tailEnd type="none" w="med" len="med"/>
          </a:ln>
        </p:spPr>
        <p:txBody>
          <a:bodyPr wrap="none" anchor="b"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r>
              <a:rPr lang="en-US" altLang="zh-CN" sz="1800" i="1" dirty="0">
                <a:latin typeface="Times New Roman" panose="02020603050405020304" pitchFamily="18" charset="0"/>
                <a:ea typeface="宋体" panose="02010600030101010101" pitchFamily="2" charset="-122"/>
              </a:rPr>
              <a:t>n</a:t>
            </a:r>
            <a:r>
              <a:rPr lang="en-US" altLang="zh-CN" sz="1800" baseline="-25000" dirty="0">
                <a:latin typeface="Times New Roman" panose="02020603050405020304" pitchFamily="18" charset="0"/>
                <a:ea typeface="宋体" panose="02010600030101010101" pitchFamily="2" charset="-122"/>
              </a:rPr>
              <a:t>6</a:t>
            </a:r>
            <a:endParaRPr lang="en-US" altLang="zh-CN" sz="1800" baseline="-25000" dirty="0">
              <a:latin typeface="Times New Roman" panose="02020603050405020304" pitchFamily="18" charset="0"/>
              <a:ea typeface="宋体" panose="02010600030101010101" pitchFamily="2" charset="-122"/>
            </a:endParaRPr>
          </a:p>
        </p:txBody>
      </p:sp>
      <p:sp>
        <p:nvSpPr>
          <p:cNvPr id="51211" name="Oval 10"/>
          <p:cNvSpPr/>
          <p:nvPr/>
        </p:nvSpPr>
        <p:spPr>
          <a:xfrm>
            <a:off x="5867400" y="2833688"/>
            <a:ext cx="304800" cy="304800"/>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endParaRPr lang="zh-CN" altLang="en-US" sz="2400" dirty="0">
              <a:ea typeface="宋体" panose="02010600030101010101" pitchFamily="2" charset="-122"/>
            </a:endParaRPr>
          </a:p>
        </p:txBody>
      </p:sp>
      <p:cxnSp>
        <p:nvCxnSpPr>
          <p:cNvPr id="51212" name="AutoShape 11"/>
          <p:cNvCxnSpPr>
            <a:stCxn id="51205" idx="4"/>
            <a:endCxn id="51207" idx="0"/>
          </p:cNvCxnSpPr>
          <p:nvPr/>
        </p:nvCxnSpPr>
        <p:spPr>
          <a:xfrm>
            <a:off x="5562600" y="1295400"/>
            <a:ext cx="0" cy="685800"/>
          </a:xfrm>
          <a:prstGeom prst="straightConnector1">
            <a:avLst/>
          </a:prstGeom>
          <a:ln w="9525" cap="flat" cmpd="sng">
            <a:solidFill>
              <a:schemeClr val="tx1"/>
            </a:solidFill>
            <a:prstDash val="solid"/>
            <a:headEnd type="none" w="med" len="med"/>
            <a:tailEnd type="none" w="med" len="med"/>
          </a:ln>
        </p:spPr>
      </p:cxnSp>
      <p:cxnSp>
        <p:nvCxnSpPr>
          <p:cNvPr id="51213" name="AutoShape 12"/>
          <p:cNvCxnSpPr>
            <a:stCxn id="51205" idx="3"/>
            <a:endCxn id="51206" idx="0"/>
          </p:cNvCxnSpPr>
          <p:nvPr/>
        </p:nvCxnSpPr>
        <p:spPr>
          <a:xfrm flipH="1">
            <a:off x="4191000" y="1250950"/>
            <a:ext cx="1263650" cy="730250"/>
          </a:xfrm>
          <a:prstGeom prst="straightConnector1">
            <a:avLst/>
          </a:prstGeom>
          <a:ln w="9525" cap="flat" cmpd="sng">
            <a:solidFill>
              <a:schemeClr val="tx1"/>
            </a:solidFill>
            <a:prstDash val="solid"/>
            <a:headEnd type="none" w="med" len="med"/>
            <a:tailEnd type="none" w="med" len="med"/>
          </a:ln>
        </p:spPr>
      </p:cxnSp>
      <p:cxnSp>
        <p:nvCxnSpPr>
          <p:cNvPr id="51214" name="AutoShape 13"/>
          <p:cNvCxnSpPr>
            <a:stCxn id="51206" idx="3"/>
            <a:endCxn id="1939463" idx="0"/>
          </p:cNvCxnSpPr>
          <p:nvPr/>
        </p:nvCxnSpPr>
        <p:spPr>
          <a:xfrm flipH="1">
            <a:off x="3886200" y="2241550"/>
            <a:ext cx="196850" cy="592138"/>
          </a:xfrm>
          <a:prstGeom prst="straightConnector1">
            <a:avLst/>
          </a:prstGeom>
          <a:ln w="9525" cap="flat" cmpd="sng">
            <a:solidFill>
              <a:schemeClr val="tx1"/>
            </a:solidFill>
            <a:prstDash val="solid"/>
            <a:headEnd type="none" w="med" len="med"/>
            <a:tailEnd type="none" w="med" len="med"/>
          </a:ln>
        </p:spPr>
      </p:cxnSp>
      <p:cxnSp>
        <p:nvCxnSpPr>
          <p:cNvPr id="51215" name="AutoShape 14"/>
          <p:cNvCxnSpPr>
            <a:stCxn id="51206" idx="5"/>
            <a:endCxn id="1939464" idx="0"/>
          </p:cNvCxnSpPr>
          <p:nvPr/>
        </p:nvCxnSpPr>
        <p:spPr>
          <a:xfrm>
            <a:off x="4298950" y="2241550"/>
            <a:ext cx="196850" cy="592138"/>
          </a:xfrm>
          <a:prstGeom prst="straightConnector1">
            <a:avLst/>
          </a:prstGeom>
          <a:ln w="9525" cap="flat" cmpd="sng">
            <a:solidFill>
              <a:schemeClr val="tx1"/>
            </a:solidFill>
            <a:prstDash val="solid"/>
            <a:headEnd type="none" w="med" len="med"/>
            <a:tailEnd type="none" w="med" len="med"/>
          </a:ln>
        </p:spPr>
      </p:cxnSp>
      <p:cxnSp>
        <p:nvCxnSpPr>
          <p:cNvPr id="51216" name="AutoShape 15"/>
          <p:cNvCxnSpPr>
            <a:stCxn id="51207" idx="3"/>
            <a:endCxn id="51210" idx="0"/>
          </p:cNvCxnSpPr>
          <p:nvPr/>
        </p:nvCxnSpPr>
        <p:spPr>
          <a:xfrm flipH="1">
            <a:off x="5105400" y="2241550"/>
            <a:ext cx="349250" cy="592138"/>
          </a:xfrm>
          <a:prstGeom prst="straightConnector1">
            <a:avLst/>
          </a:prstGeom>
          <a:ln w="9525" cap="flat" cmpd="sng">
            <a:solidFill>
              <a:schemeClr val="tx1"/>
            </a:solidFill>
            <a:prstDash val="solid"/>
            <a:headEnd type="none" w="med" len="med"/>
            <a:tailEnd type="none" w="med" len="med"/>
          </a:ln>
        </p:spPr>
      </p:cxnSp>
      <p:cxnSp>
        <p:nvCxnSpPr>
          <p:cNvPr id="51217" name="AutoShape 16"/>
          <p:cNvCxnSpPr>
            <a:stCxn id="51207" idx="5"/>
            <a:endCxn id="51211" idx="0"/>
          </p:cNvCxnSpPr>
          <p:nvPr/>
        </p:nvCxnSpPr>
        <p:spPr>
          <a:xfrm>
            <a:off x="5670550" y="2241550"/>
            <a:ext cx="349250" cy="592138"/>
          </a:xfrm>
          <a:prstGeom prst="straightConnector1">
            <a:avLst/>
          </a:prstGeom>
          <a:ln w="9525" cap="flat" cmpd="sng">
            <a:solidFill>
              <a:schemeClr val="tx1"/>
            </a:solidFill>
            <a:prstDash val="solid"/>
            <a:headEnd type="none" w="med" len="med"/>
            <a:tailEnd type="none" w="med" len="med"/>
          </a:ln>
        </p:spPr>
      </p:cxnSp>
      <p:cxnSp>
        <p:nvCxnSpPr>
          <p:cNvPr id="1939473" name="AutoShape 17"/>
          <p:cNvCxnSpPr>
            <a:stCxn id="1939463" idx="3"/>
            <a:endCxn id="1939494" idx="0"/>
          </p:cNvCxnSpPr>
          <p:nvPr/>
        </p:nvCxnSpPr>
        <p:spPr>
          <a:xfrm flipH="1">
            <a:off x="3733800" y="3094038"/>
            <a:ext cx="44450" cy="336550"/>
          </a:xfrm>
          <a:prstGeom prst="straightConnector1">
            <a:avLst/>
          </a:prstGeom>
          <a:ln w="9525" cap="flat" cmpd="sng">
            <a:solidFill>
              <a:schemeClr val="tx1"/>
            </a:solidFill>
            <a:prstDash val="solid"/>
            <a:headEnd type="none" w="med" len="med"/>
            <a:tailEnd type="none" w="med" len="med"/>
          </a:ln>
        </p:spPr>
      </p:cxnSp>
      <p:cxnSp>
        <p:nvCxnSpPr>
          <p:cNvPr id="51219" name="AutoShape 18"/>
          <p:cNvCxnSpPr>
            <a:stCxn id="1939463" idx="5"/>
            <a:endCxn id="51241" idx="0"/>
          </p:cNvCxnSpPr>
          <p:nvPr/>
        </p:nvCxnSpPr>
        <p:spPr>
          <a:xfrm>
            <a:off x="3994150" y="3094038"/>
            <a:ext cx="44450" cy="349250"/>
          </a:xfrm>
          <a:prstGeom prst="straightConnector1">
            <a:avLst/>
          </a:prstGeom>
          <a:ln w="9525" cap="flat" cmpd="sng">
            <a:solidFill>
              <a:schemeClr val="tx1"/>
            </a:solidFill>
            <a:prstDash val="solid"/>
            <a:headEnd type="none" w="med" len="med"/>
            <a:tailEnd type="none" w="med" len="med"/>
          </a:ln>
        </p:spPr>
      </p:cxnSp>
      <p:cxnSp>
        <p:nvCxnSpPr>
          <p:cNvPr id="1939475" name="AutoShape 19"/>
          <p:cNvCxnSpPr>
            <a:stCxn id="1939464" idx="3"/>
            <a:endCxn id="1939497" idx="0"/>
          </p:cNvCxnSpPr>
          <p:nvPr/>
        </p:nvCxnSpPr>
        <p:spPr>
          <a:xfrm flipH="1">
            <a:off x="4343400" y="3094038"/>
            <a:ext cx="44450" cy="336550"/>
          </a:xfrm>
          <a:prstGeom prst="straightConnector1">
            <a:avLst/>
          </a:prstGeom>
          <a:ln w="9525" cap="flat" cmpd="sng">
            <a:solidFill>
              <a:schemeClr val="tx1"/>
            </a:solidFill>
            <a:prstDash val="solid"/>
            <a:headEnd type="none" w="med" len="med"/>
            <a:tailEnd type="none" w="med" len="med"/>
          </a:ln>
        </p:spPr>
      </p:cxnSp>
      <p:cxnSp>
        <p:nvCxnSpPr>
          <p:cNvPr id="51221" name="AutoShape 20"/>
          <p:cNvCxnSpPr>
            <a:stCxn id="1939464" idx="5"/>
            <a:endCxn id="51243" idx="0"/>
          </p:cNvCxnSpPr>
          <p:nvPr/>
        </p:nvCxnSpPr>
        <p:spPr>
          <a:xfrm>
            <a:off x="4603750" y="3094038"/>
            <a:ext cx="44450" cy="349250"/>
          </a:xfrm>
          <a:prstGeom prst="straightConnector1">
            <a:avLst/>
          </a:prstGeom>
          <a:ln w="9525" cap="flat" cmpd="sng">
            <a:solidFill>
              <a:schemeClr val="tx1"/>
            </a:solidFill>
            <a:prstDash val="solid"/>
            <a:headEnd type="none" w="med" len="med"/>
            <a:tailEnd type="none" w="med" len="med"/>
          </a:ln>
        </p:spPr>
      </p:cxnSp>
      <p:cxnSp>
        <p:nvCxnSpPr>
          <p:cNvPr id="51222" name="AutoShape 21"/>
          <p:cNvCxnSpPr>
            <a:stCxn id="51210" idx="3"/>
            <a:endCxn id="51244" idx="0"/>
          </p:cNvCxnSpPr>
          <p:nvPr/>
        </p:nvCxnSpPr>
        <p:spPr>
          <a:xfrm flipH="1">
            <a:off x="4953000" y="3094038"/>
            <a:ext cx="44450" cy="336550"/>
          </a:xfrm>
          <a:prstGeom prst="straightConnector1">
            <a:avLst/>
          </a:prstGeom>
          <a:ln w="9525" cap="flat" cmpd="sng">
            <a:solidFill>
              <a:schemeClr val="tx1"/>
            </a:solidFill>
            <a:prstDash val="solid"/>
            <a:headEnd type="none" w="med" len="med"/>
            <a:tailEnd type="none" w="med" len="med"/>
          </a:ln>
        </p:spPr>
      </p:cxnSp>
      <p:cxnSp>
        <p:nvCxnSpPr>
          <p:cNvPr id="51223" name="AutoShape 22"/>
          <p:cNvCxnSpPr>
            <a:stCxn id="51210" idx="5"/>
            <a:endCxn id="51246" idx="0"/>
          </p:cNvCxnSpPr>
          <p:nvPr/>
        </p:nvCxnSpPr>
        <p:spPr>
          <a:xfrm>
            <a:off x="5213350" y="3094038"/>
            <a:ext cx="44450" cy="349250"/>
          </a:xfrm>
          <a:prstGeom prst="straightConnector1">
            <a:avLst/>
          </a:prstGeom>
          <a:ln w="9525" cap="flat" cmpd="sng">
            <a:solidFill>
              <a:schemeClr val="tx1"/>
            </a:solidFill>
            <a:prstDash val="solid"/>
            <a:headEnd type="none" w="med" len="med"/>
            <a:tailEnd type="none" w="med" len="med"/>
          </a:ln>
        </p:spPr>
      </p:cxnSp>
      <p:cxnSp>
        <p:nvCxnSpPr>
          <p:cNvPr id="51224" name="AutoShape 23"/>
          <p:cNvCxnSpPr>
            <a:stCxn id="51211" idx="3"/>
            <a:endCxn id="51247" idx="0"/>
          </p:cNvCxnSpPr>
          <p:nvPr/>
        </p:nvCxnSpPr>
        <p:spPr>
          <a:xfrm flipH="1">
            <a:off x="5867400" y="3094038"/>
            <a:ext cx="44450" cy="349250"/>
          </a:xfrm>
          <a:prstGeom prst="straightConnector1">
            <a:avLst/>
          </a:prstGeom>
          <a:ln w="9525" cap="flat" cmpd="sng">
            <a:solidFill>
              <a:schemeClr val="tx1"/>
            </a:solidFill>
            <a:prstDash val="solid"/>
            <a:headEnd type="none" w="med" len="med"/>
            <a:tailEnd type="none" w="med" len="med"/>
          </a:ln>
        </p:spPr>
      </p:cxnSp>
      <p:cxnSp>
        <p:nvCxnSpPr>
          <p:cNvPr id="51225" name="AutoShape 24"/>
          <p:cNvCxnSpPr>
            <a:stCxn id="51211" idx="5"/>
            <a:endCxn id="51248" idx="0"/>
          </p:cNvCxnSpPr>
          <p:nvPr/>
        </p:nvCxnSpPr>
        <p:spPr>
          <a:xfrm>
            <a:off x="6127750" y="3094038"/>
            <a:ext cx="44450" cy="349250"/>
          </a:xfrm>
          <a:prstGeom prst="straightConnector1">
            <a:avLst/>
          </a:prstGeom>
          <a:ln w="9525" cap="flat" cmpd="sng">
            <a:solidFill>
              <a:schemeClr val="tx1"/>
            </a:solidFill>
            <a:prstDash val="solid"/>
            <a:headEnd type="none" w="med" len="med"/>
            <a:tailEnd type="none" w="med" len="med"/>
          </a:ln>
        </p:spPr>
      </p:cxnSp>
      <p:cxnSp>
        <p:nvCxnSpPr>
          <p:cNvPr id="51226" name="AutoShape 25"/>
          <p:cNvCxnSpPr>
            <a:stCxn id="51210" idx="4"/>
            <a:endCxn id="51245" idx="0"/>
          </p:cNvCxnSpPr>
          <p:nvPr/>
        </p:nvCxnSpPr>
        <p:spPr>
          <a:xfrm>
            <a:off x="5105400" y="3138488"/>
            <a:ext cx="0" cy="304800"/>
          </a:xfrm>
          <a:prstGeom prst="straightConnector1">
            <a:avLst/>
          </a:prstGeom>
          <a:ln w="9525" cap="flat" cmpd="sng">
            <a:solidFill>
              <a:schemeClr val="tx1"/>
            </a:solidFill>
            <a:prstDash val="solid"/>
            <a:headEnd type="none" w="med" len="med"/>
            <a:tailEnd type="none" w="med" len="med"/>
          </a:ln>
        </p:spPr>
      </p:cxnSp>
      <p:cxnSp>
        <p:nvCxnSpPr>
          <p:cNvPr id="51227" name="AutoShape 26"/>
          <p:cNvCxnSpPr>
            <a:stCxn id="1939463" idx="4"/>
            <a:endCxn id="51240" idx="0"/>
          </p:cNvCxnSpPr>
          <p:nvPr/>
        </p:nvCxnSpPr>
        <p:spPr>
          <a:xfrm>
            <a:off x="3886200" y="3138488"/>
            <a:ext cx="0" cy="304800"/>
          </a:xfrm>
          <a:prstGeom prst="straightConnector1">
            <a:avLst/>
          </a:prstGeom>
          <a:ln w="9525" cap="flat" cmpd="sng">
            <a:solidFill>
              <a:schemeClr val="tx1"/>
            </a:solidFill>
            <a:prstDash val="solid"/>
            <a:headEnd type="none" w="med" len="med"/>
            <a:tailEnd type="none" w="med" len="med"/>
          </a:ln>
        </p:spPr>
      </p:cxnSp>
      <p:sp>
        <p:nvSpPr>
          <p:cNvPr id="51228" name="Oval 27"/>
          <p:cNvSpPr/>
          <p:nvPr/>
        </p:nvSpPr>
        <p:spPr>
          <a:xfrm>
            <a:off x="6705600" y="1981200"/>
            <a:ext cx="304800" cy="304800"/>
          </a:xfrm>
          <a:prstGeom prst="ellipse">
            <a:avLst/>
          </a:prstGeom>
          <a:solidFill>
            <a:schemeClr val="bg1"/>
          </a:solidFill>
          <a:ln w="9525" cap="flat" cmpd="sng">
            <a:solidFill>
              <a:schemeClr val="tx1"/>
            </a:solidFill>
            <a:prstDash val="solid"/>
            <a:headEnd type="none" w="med" len="med"/>
            <a:tailEnd type="none" w="med" len="med"/>
          </a:ln>
        </p:spPr>
        <p:txBody>
          <a:bodyPr wrap="none" anchor="b"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r>
              <a:rPr lang="en-US" altLang="zh-CN" sz="1800" i="1" dirty="0">
                <a:latin typeface="Times New Roman" panose="02020603050405020304" pitchFamily="18" charset="0"/>
                <a:ea typeface="宋体" panose="02010600030101010101" pitchFamily="2" charset="-122"/>
              </a:rPr>
              <a:t>n</a:t>
            </a:r>
            <a:r>
              <a:rPr lang="en-US" altLang="zh-CN" sz="1800" baseline="-25000" dirty="0">
                <a:latin typeface="Times New Roman" panose="02020603050405020304" pitchFamily="18" charset="0"/>
                <a:ea typeface="宋体" panose="02010600030101010101" pitchFamily="2" charset="-122"/>
              </a:rPr>
              <a:t>3</a:t>
            </a:r>
            <a:endParaRPr lang="en-US" altLang="zh-CN" sz="1800" baseline="-25000" dirty="0">
              <a:latin typeface="Times New Roman" panose="02020603050405020304" pitchFamily="18" charset="0"/>
              <a:ea typeface="宋体" panose="02010600030101010101" pitchFamily="2" charset="-122"/>
            </a:endParaRPr>
          </a:p>
        </p:txBody>
      </p:sp>
      <p:sp>
        <p:nvSpPr>
          <p:cNvPr id="51229" name="Oval 28"/>
          <p:cNvSpPr/>
          <p:nvPr/>
        </p:nvSpPr>
        <p:spPr>
          <a:xfrm>
            <a:off x="6400800" y="2833688"/>
            <a:ext cx="304800" cy="304800"/>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endParaRPr lang="zh-CN" altLang="en-US" sz="2400" dirty="0">
              <a:ea typeface="宋体" panose="02010600030101010101" pitchFamily="2" charset="-122"/>
            </a:endParaRPr>
          </a:p>
        </p:txBody>
      </p:sp>
      <p:sp>
        <p:nvSpPr>
          <p:cNvPr id="51230" name="Oval 29"/>
          <p:cNvSpPr/>
          <p:nvPr/>
        </p:nvSpPr>
        <p:spPr>
          <a:xfrm>
            <a:off x="7010400" y="2833688"/>
            <a:ext cx="304800" cy="304800"/>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endParaRPr lang="zh-CN" altLang="en-US" sz="2400" dirty="0">
              <a:ea typeface="宋体" panose="02010600030101010101" pitchFamily="2" charset="-122"/>
            </a:endParaRPr>
          </a:p>
        </p:txBody>
      </p:sp>
      <p:cxnSp>
        <p:nvCxnSpPr>
          <p:cNvPr id="51231" name="AutoShape 30"/>
          <p:cNvCxnSpPr>
            <a:stCxn id="51228" idx="3"/>
            <a:endCxn id="51229" idx="0"/>
          </p:cNvCxnSpPr>
          <p:nvPr/>
        </p:nvCxnSpPr>
        <p:spPr>
          <a:xfrm flipH="1">
            <a:off x="6553200" y="2241550"/>
            <a:ext cx="196850" cy="592138"/>
          </a:xfrm>
          <a:prstGeom prst="straightConnector1">
            <a:avLst/>
          </a:prstGeom>
          <a:ln w="9525" cap="flat" cmpd="sng">
            <a:solidFill>
              <a:schemeClr val="tx1"/>
            </a:solidFill>
            <a:prstDash val="solid"/>
            <a:headEnd type="none" w="med" len="med"/>
            <a:tailEnd type="none" w="med" len="med"/>
          </a:ln>
        </p:spPr>
      </p:cxnSp>
      <p:cxnSp>
        <p:nvCxnSpPr>
          <p:cNvPr id="51232" name="AutoShape 31"/>
          <p:cNvCxnSpPr>
            <a:stCxn id="51228" idx="5"/>
            <a:endCxn id="51230" idx="0"/>
          </p:cNvCxnSpPr>
          <p:nvPr/>
        </p:nvCxnSpPr>
        <p:spPr>
          <a:xfrm>
            <a:off x="6965950" y="2241550"/>
            <a:ext cx="196850" cy="592138"/>
          </a:xfrm>
          <a:prstGeom prst="straightConnector1">
            <a:avLst/>
          </a:prstGeom>
          <a:ln w="9525" cap="flat" cmpd="sng">
            <a:solidFill>
              <a:schemeClr val="tx1"/>
            </a:solidFill>
            <a:prstDash val="solid"/>
            <a:headEnd type="none" w="med" len="med"/>
            <a:tailEnd type="none" w="med" len="med"/>
          </a:ln>
        </p:spPr>
      </p:cxnSp>
      <p:cxnSp>
        <p:nvCxnSpPr>
          <p:cNvPr id="51233" name="AutoShape 32"/>
          <p:cNvCxnSpPr>
            <a:stCxn id="51229" idx="3"/>
            <a:endCxn id="51249" idx="0"/>
          </p:cNvCxnSpPr>
          <p:nvPr/>
        </p:nvCxnSpPr>
        <p:spPr>
          <a:xfrm flipH="1">
            <a:off x="6400800" y="3094038"/>
            <a:ext cx="44450" cy="349250"/>
          </a:xfrm>
          <a:prstGeom prst="straightConnector1">
            <a:avLst/>
          </a:prstGeom>
          <a:ln w="9525" cap="flat" cmpd="sng">
            <a:solidFill>
              <a:schemeClr val="tx1"/>
            </a:solidFill>
            <a:prstDash val="solid"/>
            <a:headEnd type="none" w="med" len="med"/>
            <a:tailEnd type="none" w="med" len="med"/>
          </a:ln>
        </p:spPr>
      </p:cxnSp>
      <p:cxnSp>
        <p:nvCxnSpPr>
          <p:cNvPr id="51234" name="AutoShape 33"/>
          <p:cNvCxnSpPr>
            <a:stCxn id="51229" idx="5"/>
            <a:endCxn id="51251" idx="0"/>
          </p:cNvCxnSpPr>
          <p:nvPr/>
        </p:nvCxnSpPr>
        <p:spPr>
          <a:xfrm>
            <a:off x="6661150" y="3094038"/>
            <a:ext cx="44450" cy="349250"/>
          </a:xfrm>
          <a:prstGeom prst="straightConnector1">
            <a:avLst/>
          </a:prstGeom>
          <a:ln w="9525" cap="flat" cmpd="sng">
            <a:solidFill>
              <a:schemeClr val="tx1"/>
            </a:solidFill>
            <a:prstDash val="solid"/>
            <a:headEnd type="none" w="med" len="med"/>
            <a:tailEnd type="none" w="med" len="med"/>
          </a:ln>
        </p:spPr>
      </p:cxnSp>
      <p:cxnSp>
        <p:nvCxnSpPr>
          <p:cNvPr id="51235" name="AutoShape 34"/>
          <p:cNvCxnSpPr>
            <a:stCxn id="51230" idx="3"/>
            <a:endCxn id="51252" idx="0"/>
          </p:cNvCxnSpPr>
          <p:nvPr/>
        </p:nvCxnSpPr>
        <p:spPr>
          <a:xfrm flipH="1">
            <a:off x="7010400" y="3094038"/>
            <a:ext cx="44450" cy="349250"/>
          </a:xfrm>
          <a:prstGeom prst="straightConnector1">
            <a:avLst/>
          </a:prstGeom>
          <a:ln w="9525" cap="flat" cmpd="sng">
            <a:solidFill>
              <a:schemeClr val="tx1"/>
            </a:solidFill>
            <a:prstDash val="solid"/>
            <a:headEnd type="none" w="med" len="med"/>
            <a:tailEnd type="none" w="med" len="med"/>
          </a:ln>
        </p:spPr>
      </p:cxnSp>
      <p:cxnSp>
        <p:nvCxnSpPr>
          <p:cNvPr id="51236" name="AutoShape 35"/>
          <p:cNvCxnSpPr>
            <a:stCxn id="51230" idx="5"/>
            <a:endCxn id="51253" idx="0"/>
          </p:cNvCxnSpPr>
          <p:nvPr/>
        </p:nvCxnSpPr>
        <p:spPr>
          <a:xfrm>
            <a:off x="7270750" y="3094038"/>
            <a:ext cx="44450" cy="349250"/>
          </a:xfrm>
          <a:prstGeom prst="straightConnector1">
            <a:avLst/>
          </a:prstGeom>
          <a:ln w="9525" cap="flat" cmpd="sng">
            <a:solidFill>
              <a:schemeClr val="tx1"/>
            </a:solidFill>
            <a:prstDash val="solid"/>
            <a:headEnd type="none" w="med" len="med"/>
            <a:tailEnd type="none" w="med" len="med"/>
          </a:ln>
        </p:spPr>
      </p:cxnSp>
      <p:cxnSp>
        <p:nvCxnSpPr>
          <p:cNvPr id="51237" name="AutoShape 36"/>
          <p:cNvCxnSpPr>
            <a:stCxn id="51229" idx="4"/>
            <a:endCxn id="51250" idx="0"/>
          </p:cNvCxnSpPr>
          <p:nvPr/>
        </p:nvCxnSpPr>
        <p:spPr>
          <a:xfrm>
            <a:off x="6553200" y="3138488"/>
            <a:ext cx="0" cy="304800"/>
          </a:xfrm>
          <a:prstGeom prst="straightConnector1">
            <a:avLst/>
          </a:prstGeom>
          <a:ln w="9525" cap="flat" cmpd="sng">
            <a:solidFill>
              <a:schemeClr val="tx1"/>
            </a:solidFill>
            <a:prstDash val="solid"/>
            <a:headEnd type="none" w="med" len="med"/>
            <a:tailEnd type="none" w="med" len="med"/>
          </a:ln>
        </p:spPr>
      </p:cxnSp>
      <p:cxnSp>
        <p:nvCxnSpPr>
          <p:cNvPr id="51238" name="AutoShape 37"/>
          <p:cNvCxnSpPr>
            <a:stCxn id="51205" idx="5"/>
            <a:endCxn id="51228" idx="0"/>
          </p:cNvCxnSpPr>
          <p:nvPr/>
        </p:nvCxnSpPr>
        <p:spPr>
          <a:xfrm>
            <a:off x="5670550" y="1250950"/>
            <a:ext cx="1187450" cy="730250"/>
          </a:xfrm>
          <a:prstGeom prst="straightConnector1">
            <a:avLst/>
          </a:prstGeom>
          <a:ln w="9525" cap="flat" cmpd="sng">
            <a:solidFill>
              <a:schemeClr val="tx1"/>
            </a:solidFill>
            <a:prstDash val="solid"/>
            <a:headEnd type="none" w="med" len="med"/>
            <a:tailEnd type="none" w="med" len="med"/>
          </a:ln>
        </p:spPr>
      </p:cxnSp>
      <p:sp>
        <p:nvSpPr>
          <p:cNvPr id="1939494" name="Oval 38"/>
          <p:cNvSpPr/>
          <p:nvPr/>
        </p:nvSpPr>
        <p:spPr>
          <a:xfrm>
            <a:off x="3657600" y="3443288"/>
            <a:ext cx="152400" cy="152400"/>
          </a:xfrm>
          <a:prstGeom prst="ellipse">
            <a:avLst/>
          </a:prstGeom>
          <a:solidFill>
            <a:srgbClr val="C0C0C0"/>
          </a:solidFill>
          <a:ln w="254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endParaRPr lang="en-US" altLang="zh-CN" sz="1600" dirty="0">
              <a:latin typeface="Arial" panose="020B0604020202020204" pitchFamily="34" charset="0"/>
              <a:ea typeface="宋体" panose="02010600030101010101" pitchFamily="2" charset="-122"/>
            </a:endParaRPr>
          </a:p>
        </p:txBody>
      </p:sp>
      <p:sp>
        <p:nvSpPr>
          <p:cNvPr id="51240" name="Oval 39"/>
          <p:cNvSpPr/>
          <p:nvPr/>
        </p:nvSpPr>
        <p:spPr>
          <a:xfrm>
            <a:off x="3810000" y="3443288"/>
            <a:ext cx="152400" cy="152400"/>
          </a:xfrm>
          <a:prstGeom prst="ellipse">
            <a:avLst/>
          </a:prstGeom>
          <a:solidFill>
            <a:srgbClr val="C0C0C0"/>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endParaRPr lang="en-US" altLang="zh-CN" sz="1400" dirty="0">
              <a:latin typeface="Arial" panose="020B0604020202020204" pitchFamily="34" charset="0"/>
              <a:ea typeface="宋体" panose="02010600030101010101" pitchFamily="2" charset="-122"/>
            </a:endParaRPr>
          </a:p>
        </p:txBody>
      </p:sp>
      <p:sp>
        <p:nvSpPr>
          <p:cNvPr id="51241" name="Oval 40"/>
          <p:cNvSpPr/>
          <p:nvPr/>
        </p:nvSpPr>
        <p:spPr>
          <a:xfrm>
            <a:off x="3962400" y="3443288"/>
            <a:ext cx="152400" cy="152400"/>
          </a:xfrm>
          <a:prstGeom prst="ellipse">
            <a:avLst/>
          </a:prstGeom>
          <a:solidFill>
            <a:srgbClr val="C0C0C0"/>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endParaRPr lang="zh-CN" altLang="en-US" sz="2400" dirty="0">
              <a:ea typeface="宋体" panose="02010600030101010101" pitchFamily="2" charset="-122"/>
            </a:endParaRPr>
          </a:p>
        </p:txBody>
      </p:sp>
      <p:sp>
        <p:nvSpPr>
          <p:cNvPr id="1939497" name="Oval 41"/>
          <p:cNvSpPr/>
          <p:nvPr/>
        </p:nvSpPr>
        <p:spPr>
          <a:xfrm>
            <a:off x="4267200" y="3443288"/>
            <a:ext cx="152400" cy="152400"/>
          </a:xfrm>
          <a:prstGeom prst="ellipse">
            <a:avLst/>
          </a:prstGeom>
          <a:solidFill>
            <a:srgbClr val="C0C0C0"/>
          </a:solidFill>
          <a:ln w="254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endParaRPr lang="zh-CN" altLang="en-US" sz="2400" dirty="0">
              <a:ea typeface="宋体" panose="02010600030101010101" pitchFamily="2" charset="-122"/>
            </a:endParaRPr>
          </a:p>
        </p:txBody>
      </p:sp>
      <p:sp>
        <p:nvSpPr>
          <p:cNvPr id="51243" name="Oval 42"/>
          <p:cNvSpPr/>
          <p:nvPr/>
        </p:nvSpPr>
        <p:spPr>
          <a:xfrm>
            <a:off x="4572000" y="3443288"/>
            <a:ext cx="152400" cy="152400"/>
          </a:xfrm>
          <a:prstGeom prst="ellipse">
            <a:avLst/>
          </a:prstGeom>
          <a:solidFill>
            <a:srgbClr val="C0C0C0"/>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endParaRPr lang="en-US" altLang="zh-CN" sz="1600" dirty="0">
              <a:latin typeface="Arial" panose="020B0604020202020204" pitchFamily="34" charset="0"/>
              <a:ea typeface="宋体" panose="02010600030101010101" pitchFamily="2" charset="-122"/>
            </a:endParaRPr>
          </a:p>
        </p:txBody>
      </p:sp>
      <p:sp>
        <p:nvSpPr>
          <p:cNvPr id="51244" name="Oval 43"/>
          <p:cNvSpPr/>
          <p:nvPr/>
        </p:nvSpPr>
        <p:spPr>
          <a:xfrm>
            <a:off x="4876800" y="3443288"/>
            <a:ext cx="152400" cy="152400"/>
          </a:xfrm>
          <a:prstGeom prst="ellipse">
            <a:avLst/>
          </a:prstGeom>
          <a:solidFill>
            <a:srgbClr val="C0C0C0"/>
          </a:solidFill>
          <a:ln w="254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endParaRPr lang="zh-CN" altLang="en-US" sz="2400" dirty="0">
              <a:ea typeface="宋体" panose="02010600030101010101" pitchFamily="2" charset="-122"/>
            </a:endParaRPr>
          </a:p>
        </p:txBody>
      </p:sp>
      <p:sp>
        <p:nvSpPr>
          <p:cNvPr id="51245" name="Oval 44"/>
          <p:cNvSpPr/>
          <p:nvPr/>
        </p:nvSpPr>
        <p:spPr>
          <a:xfrm>
            <a:off x="5029200" y="3443288"/>
            <a:ext cx="152400" cy="152400"/>
          </a:xfrm>
          <a:prstGeom prst="ellipse">
            <a:avLst/>
          </a:prstGeom>
          <a:solidFill>
            <a:srgbClr val="C0C0C0"/>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endParaRPr lang="zh-CN" altLang="en-US" sz="2400" dirty="0">
              <a:ea typeface="宋体" panose="02010600030101010101" pitchFamily="2" charset="-122"/>
            </a:endParaRPr>
          </a:p>
        </p:txBody>
      </p:sp>
      <p:sp>
        <p:nvSpPr>
          <p:cNvPr id="51246" name="Oval 45"/>
          <p:cNvSpPr/>
          <p:nvPr/>
        </p:nvSpPr>
        <p:spPr>
          <a:xfrm>
            <a:off x="5181600" y="3443288"/>
            <a:ext cx="152400" cy="152400"/>
          </a:xfrm>
          <a:prstGeom prst="ellipse">
            <a:avLst/>
          </a:prstGeom>
          <a:solidFill>
            <a:srgbClr val="C0C0C0"/>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endParaRPr lang="zh-CN" altLang="en-US" sz="2400" dirty="0">
              <a:ea typeface="宋体" panose="02010600030101010101" pitchFamily="2" charset="-122"/>
            </a:endParaRPr>
          </a:p>
        </p:txBody>
      </p:sp>
      <p:sp>
        <p:nvSpPr>
          <p:cNvPr id="51247" name="Oval 46"/>
          <p:cNvSpPr/>
          <p:nvPr/>
        </p:nvSpPr>
        <p:spPr>
          <a:xfrm>
            <a:off x="5791200" y="3443288"/>
            <a:ext cx="152400" cy="152400"/>
          </a:xfrm>
          <a:prstGeom prst="ellipse">
            <a:avLst/>
          </a:prstGeom>
          <a:solidFill>
            <a:srgbClr val="C0C0C0"/>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endParaRPr lang="zh-CN" altLang="en-US" sz="2400" dirty="0">
              <a:ea typeface="宋体" panose="02010600030101010101" pitchFamily="2" charset="-122"/>
            </a:endParaRPr>
          </a:p>
        </p:txBody>
      </p:sp>
      <p:sp>
        <p:nvSpPr>
          <p:cNvPr id="51248" name="Oval 47"/>
          <p:cNvSpPr/>
          <p:nvPr/>
        </p:nvSpPr>
        <p:spPr>
          <a:xfrm>
            <a:off x="6096000" y="3443288"/>
            <a:ext cx="152400" cy="152400"/>
          </a:xfrm>
          <a:prstGeom prst="ellipse">
            <a:avLst/>
          </a:prstGeom>
          <a:solidFill>
            <a:srgbClr val="C0C0C0"/>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endParaRPr lang="zh-CN" altLang="en-US" sz="2400" dirty="0">
              <a:ea typeface="宋体" panose="02010600030101010101" pitchFamily="2" charset="-122"/>
            </a:endParaRPr>
          </a:p>
        </p:txBody>
      </p:sp>
      <p:sp>
        <p:nvSpPr>
          <p:cNvPr id="51249" name="Oval 48"/>
          <p:cNvSpPr/>
          <p:nvPr/>
        </p:nvSpPr>
        <p:spPr>
          <a:xfrm>
            <a:off x="6324600" y="3443288"/>
            <a:ext cx="152400" cy="152400"/>
          </a:xfrm>
          <a:prstGeom prst="ellipse">
            <a:avLst/>
          </a:prstGeom>
          <a:solidFill>
            <a:srgbClr val="C0C0C0"/>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endParaRPr lang="zh-CN" altLang="en-US" sz="2400" dirty="0">
              <a:ea typeface="宋体" panose="02010600030101010101" pitchFamily="2" charset="-122"/>
            </a:endParaRPr>
          </a:p>
        </p:txBody>
      </p:sp>
      <p:sp>
        <p:nvSpPr>
          <p:cNvPr id="51250" name="Oval 49"/>
          <p:cNvSpPr/>
          <p:nvPr/>
        </p:nvSpPr>
        <p:spPr>
          <a:xfrm>
            <a:off x="6477000" y="3443288"/>
            <a:ext cx="152400" cy="152400"/>
          </a:xfrm>
          <a:prstGeom prst="ellipse">
            <a:avLst/>
          </a:prstGeom>
          <a:solidFill>
            <a:srgbClr val="C0C0C0"/>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endParaRPr lang="zh-CN" altLang="en-US" sz="2400" dirty="0">
              <a:ea typeface="宋体" panose="02010600030101010101" pitchFamily="2" charset="-122"/>
            </a:endParaRPr>
          </a:p>
        </p:txBody>
      </p:sp>
      <p:sp>
        <p:nvSpPr>
          <p:cNvPr id="51251" name="Oval 50"/>
          <p:cNvSpPr/>
          <p:nvPr/>
        </p:nvSpPr>
        <p:spPr>
          <a:xfrm>
            <a:off x="6629400" y="3443288"/>
            <a:ext cx="152400" cy="152400"/>
          </a:xfrm>
          <a:prstGeom prst="ellipse">
            <a:avLst/>
          </a:prstGeom>
          <a:solidFill>
            <a:srgbClr val="C0C0C0"/>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endParaRPr lang="zh-CN" altLang="en-US" sz="2400" dirty="0">
              <a:ea typeface="宋体" panose="02010600030101010101" pitchFamily="2" charset="-122"/>
            </a:endParaRPr>
          </a:p>
        </p:txBody>
      </p:sp>
      <p:sp>
        <p:nvSpPr>
          <p:cNvPr id="51252" name="Oval 51"/>
          <p:cNvSpPr/>
          <p:nvPr/>
        </p:nvSpPr>
        <p:spPr>
          <a:xfrm>
            <a:off x="6934200" y="3443288"/>
            <a:ext cx="152400" cy="152400"/>
          </a:xfrm>
          <a:prstGeom prst="ellipse">
            <a:avLst/>
          </a:prstGeom>
          <a:solidFill>
            <a:srgbClr val="C0C0C0"/>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endParaRPr lang="zh-CN" altLang="en-US" sz="2400" dirty="0">
              <a:ea typeface="宋体" panose="02010600030101010101" pitchFamily="2" charset="-122"/>
            </a:endParaRPr>
          </a:p>
        </p:txBody>
      </p:sp>
      <p:sp>
        <p:nvSpPr>
          <p:cNvPr id="51253" name="Oval 52"/>
          <p:cNvSpPr/>
          <p:nvPr/>
        </p:nvSpPr>
        <p:spPr>
          <a:xfrm>
            <a:off x="7239000" y="3443288"/>
            <a:ext cx="152400" cy="152400"/>
          </a:xfrm>
          <a:prstGeom prst="ellipse">
            <a:avLst/>
          </a:prstGeom>
          <a:solidFill>
            <a:srgbClr val="C0C0C0"/>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endParaRPr lang="zh-CN" altLang="en-US" sz="2400" dirty="0">
              <a:ea typeface="宋体" panose="02010600030101010101" pitchFamily="2" charset="-122"/>
            </a:endParaRPr>
          </a:p>
        </p:txBody>
      </p:sp>
      <p:cxnSp>
        <p:nvCxnSpPr>
          <p:cNvPr id="1939509" name="AutoShape 53"/>
          <p:cNvCxnSpPr>
            <a:stCxn id="1939463" idx="6"/>
            <a:endCxn id="1939464" idx="2"/>
          </p:cNvCxnSpPr>
          <p:nvPr/>
        </p:nvCxnSpPr>
        <p:spPr>
          <a:xfrm>
            <a:off x="4038600" y="2986088"/>
            <a:ext cx="304800" cy="0"/>
          </a:xfrm>
          <a:prstGeom prst="straightConnector1">
            <a:avLst/>
          </a:prstGeom>
          <a:ln w="9525" cap="flat" cmpd="sng">
            <a:solidFill>
              <a:schemeClr val="tx1"/>
            </a:solidFill>
            <a:prstDash val="solid"/>
            <a:headEnd type="none" w="med" len="med"/>
            <a:tailEnd type="none" w="med" len="med"/>
          </a:ln>
        </p:spPr>
      </p:cxnSp>
      <p:sp>
        <p:nvSpPr>
          <p:cNvPr id="51255" name="Text Box 54"/>
          <p:cNvSpPr txBox="1"/>
          <p:nvPr/>
        </p:nvSpPr>
        <p:spPr>
          <a:xfrm>
            <a:off x="3429000" y="3048000"/>
            <a:ext cx="457200" cy="3048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50000"/>
              </a:spcBef>
              <a:buClrTx/>
              <a:buSzTx/>
              <a:buFontTx/>
              <a:buNone/>
            </a:pPr>
            <a:r>
              <a:rPr lang="en-US" altLang="zh-CN" sz="1400" dirty="0">
                <a:latin typeface="Times New Roman" panose="02020603050405020304" pitchFamily="18" charset="0"/>
                <a:ea typeface="宋体" panose="02010600030101010101" pitchFamily="2" charset="-122"/>
              </a:rPr>
              <a:t>0.9</a:t>
            </a:r>
            <a:endParaRPr lang="en-US" altLang="zh-CN" sz="1400" dirty="0">
              <a:latin typeface="Times New Roman" panose="02020603050405020304" pitchFamily="18" charset="0"/>
              <a:ea typeface="宋体" panose="02010600030101010101" pitchFamily="2" charset="-122"/>
            </a:endParaRPr>
          </a:p>
        </p:txBody>
      </p:sp>
      <p:sp>
        <p:nvSpPr>
          <p:cNvPr id="51256" name="Text Box 55"/>
          <p:cNvSpPr txBox="1"/>
          <p:nvPr/>
        </p:nvSpPr>
        <p:spPr>
          <a:xfrm>
            <a:off x="4648200" y="3062288"/>
            <a:ext cx="457200" cy="3048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50000"/>
              </a:spcBef>
              <a:buClrTx/>
              <a:buSzTx/>
              <a:buFontTx/>
              <a:buNone/>
            </a:pPr>
            <a:r>
              <a:rPr lang="en-US" altLang="zh-CN" sz="1400" dirty="0">
                <a:latin typeface="Times New Roman" panose="02020603050405020304" pitchFamily="18" charset="0"/>
                <a:ea typeface="宋体" panose="02010600030101010101" pitchFamily="2" charset="-122"/>
              </a:rPr>
              <a:t>1.0</a:t>
            </a:r>
            <a:endParaRPr lang="en-US" altLang="zh-CN" sz="1400" dirty="0">
              <a:latin typeface="Times New Roman" panose="02020603050405020304" pitchFamily="18" charset="0"/>
              <a:ea typeface="宋体" panose="02010600030101010101" pitchFamily="2" charset="-122"/>
            </a:endParaRPr>
          </a:p>
        </p:txBody>
      </p:sp>
      <p:sp>
        <p:nvSpPr>
          <p:cNvPr id="51257" name="Text Box 56"/>
          <p:cNvSpPr txBox="1"/>
          <p:nvPr/>
        </p:nvSpPr>
        <p:spPr>
          <a:xfrm>
            <a:off x="4876800" y="2362200"/>
            <a:ext cx="457200" cy="3048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50000"/>
              </a:spcBef>
              <a:buClrTx/>
              <a:buSzTx/>
              <a:buFontTx/>
              <a:buNone/>
            </a:pPr>
            <a:r>
              <a:rPr lang="en-US" altLang="zh-CN" sz="1400" dirty="0">
                <a:latin typeface="Times New Roman" panose="02020603050405020304" pitchFamily="18" charset="0"/>
                <a:ea typeface="宋体" panose="02010600030101010101" pitchFamily="2" charset="-122"/>
              </a:rPr>
              <a:t>0.9</a:t>
            </a:r>
            <a:endParaRPr lang="en-US" altLang="zh-CN" sz="1400" dirty="0">
              <a:latin typeface="Times New Roman" panose="02020603050405020304" pitchFamily="18" charset="0"/>
              <a:ea typeface="宋体" panose="02010600030101010101" pitchFamily="2" charset="-122"/>
            </a:endParaRPr>
          </a:p>
        </p:txBody>
      </p:sp>
      <p:cxnSp>
        <p:nvCxnSpPr>
          <p:cNvPr id="51258" name="AutoShape 57"/>
          <p:cNvCxnSpPr>
            <a:stCxn id="51210" idx="7"/>
            <a:endCxn id="51211" idx="1"/>
          </p:cNvCxnSpPr>
          <p:nvPr/>
        </p:nvCxnSpPr>
        <p:spPr>
          <a:xfrm rot="5400000" flipV="1">
            <a:off x="5561013" y="2528888"/>
            <a:ext cx="1587" cy="698500"/>
          </a:xfrm>
          <a:prstGeom prst="curvedConnector3">
            <a:avLst>
              <a:gd name="adj1" fmla="val -10600005"/>
            </a:avLst>
          </a:prstGeom>
          <a:ln w="9525" cap="flat" cmpd="sng">
            <a:solidFill>
              <a:schemeClr val="tx1"/>
            </a:solidFill>
            <a:prstDash val="solid"/>
            <a:headEnd type="none" w="med" len="med"/>
            <a:tailEnd type="none" w="med" len="med"/>
          </a:ln>
        </p:spPr>
      </p:cxnSp>
      <p:cxnSp>
        <p:nvCxnSpPr>
          <p:cNvPr id="51259" name="AutoShape 58"/>
          <p:cNvCxnSpPr>
            <a:stCxn id="51229" idx="6"/>
            <a:endCxn id="51230" idx="2"/>
          </p:cNvCxnSpPr>
          <p:nvPr/>
        </p:nvCxnSpPr>
        <p:spPr>
          <a:xfrm>
            <a:off x="6705600" y="2986088"/>
            <a:ext cx="304800" cy="0"/>
          </a:xfrm>
          <a:prstGeom prst="straightConnector1">
            <a:avLst/>
          </a:prstGeom>
          <a:ln w="9525" cap="flat" cmpd="sng">
            <a:solidFill>
              <a:schemeClr val="tx1"/>
            </a:solidFill>
            <a:prstDash val="solid"/>
            <a:headEnd type="none" w="med" len="med"/>
            <a:tailEnd type="none" w="med" len="med"/>
          </a:ln>
        </p:spPr>
      </p:cxnSp>
      <p:cxnSp>
        <p:nvCxnSpPr>
          <p:cNvPr id="51260" name="AutoShape 59"/>
          <p:cNvCxnSpPr>
            <a:stCxn id="51206" idx="6"/>
            <a:endCxn id="51207" idx="2"/>
          </p:cNvCxnSpPr>
          <p:nvPr/>
        </p:nvCxnSpPr>
        <p:spPr>
          <a:xfrm>
            <a:off x="4343400" y="2133600"/>
            <a:ext cx="1066800" cy="0"/>
          </a:xfrm>
          <a:prstGeom prst="straightConnector1">
            <a:avLst/>
          </a:prstGeom>
          <a:ln w="9525" cap="flat" cmpd="sng">
            <a:solidFill>
              <a:schemeClr val="tx1"/>
            </a:solidFill>
            <a:prstDash val="solid"/>
            <a:headEnd type="none" w="med" len="med"/>
            <a:tailEnd type="none" w="med" len="med"/>
          </a:ln>
        </p:spPr>
      </p:cxnSp>
      <p:cxnSp>
        <p:nvCxnSpPr>
          <p:cNvPr id="51261" name="AutoShape 60"/>
          <p:cNvCxnSpPr>
            <a:stCxn id="51207" idx="6"/>
            <a:endCxn id="51228" idx="2"/>
          </p:cNvCxnSpPr>
          <p:nvPr/>
        </p:nvCxnSpPr>
        <p:spPr>
          <a:xfrm>
            <a:off x="5715000" y="2133600"/>
            <a:ext cx="990600" cy="0"/>
          </a:xfrm>
          <a:prstGeom prst="straightConnector1">
            <a:avLst/>
          </a:prstGeom>
          <a:ln w="9525" cap="flat" cmpd="sng">
            <a:solidFill>
              <a:schemeClr val="tx1"/>
            </a:solidFill>
            <a:prstDash val="solid"/>
            <a:headEnd type="none" w="med" len="med"/>
            <a:tailEnd type="none" w="med" len="med"/>
          </a:ln>
        </p:spPr>
      </p:cxnSp>
      <p:cxnSp>
        <p:nvCxnSpPr>
          <p:cNvPr id="51262" name="AutoShape 61"/>
          <p:cNvCxnSpPr>
            <a:stCxn id="51206" idx="7"/>
            <a:endCxn id="51228" idx="1"/>
          </p:cNvCxnSpPr>
          <p:nvPr/>
        </p:nvCxnSpPr>
        <p:spPr>
          <a:xfrm rot="5400000" flipV="1">
            <a:off x="5522913" y="800100"/>
            <a:ext cx="1587" cy="2451100"/>
          </a:xfrm>
          <a:prstGeom prst="curvedConnector3">
            <a:avLst>
              <a:gd name="adj1" fmla="val -17200009"/>
            </a:avLst>
          </a:prstGeom>
          <a:ln w="9525" cap="flat" cmpd="sng">
            <a:solidFill>
              <a:schemeClr val="tx1"/>
            </a:solidFill>
            <a:prstDash val="solid"/>
            <a:headEnd type="none" w="med" len="med"/>
            <a:tailEnd type="none" w="med" len="med"/>
          </a:ln>
        </p:spPr>
      </p:cxnSp>
      <p:cxnSp>
        <p:nvCxnSpPr>
          <p:cNvPr id="51263" name="AutoShape 62"/>
          <p:cNvCxnSpPr>
            <a:stCxn id="51230" idx="4"/>
            <a:endCxn id="51264" idx="0"/>
          </p:cNvCxnSpPr>
          <p:nvPr/>
        </p:nvCxnSpPr>
        <p:spPr>
          <a:xfrm>
            <a:off x="7162800" y="3138488"/>
            <a:ext cx="0" cy="304800"/>
          </a:xfrm>
          <a:prstGeom prst="straightConnector1">
            <a:avLst/>
          </a:prstGeom>
          <a:ln w="9525" cap="flat" cmpd="sng">
            <a:solidFill>
              <a:schemeClr val="tx1"/>
            </a:solidFill>
            <a:prstDash val="solid"/>
            <a:headEnd type="none" w="med" len="med"/>
            <a:tailEnd type="none" w="med" len="med"/>
          </a:ln>
        </p:spPr>
      </p:cxnSp>
      <p:sp>
        <p:nvSpPr>
          <p:cNvPr id="51264" name="Oval 63"/>
          <p:cNvSpPr/>
          <p:nvPr/>
        </p:nvSpPr>
        <p:spPr>
          <a:xfrm>
            <a:off x="7086600" y="3443288"/>
            <a:ext cx="152400" cy="152400"/>
          </a:xfrm>
          <a:prstGeom prst="ellipse">
            <a:avLst/>
          </a:prstGeom>
          <a:solidFill>
            <a:srgbClr val="C0C0C0"/>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endParaRPr lang="zh-CN" altLang="en-US" sz="2400" dirty="0">
              <a:ea typeface="宋体" panose="02010600030101010101" pitchFamily="2" charset="-122"/>
            </a:endParaRPr>
          </a:p>
        </p:txBody>
      </p:sp>
      <p:cxnSp>
        <p:nvCxnSpPr>
          <p:cNvPr id="51265" name="AutoShape 64"/>
          <p:cNvCxnSpPr>
            <a:stCxn id="51211" idx="4"/>
            <a:endCxn id="51266" idx="0"/>
          </p:cNvCxnSpPr>
          <p:nvPr/>
        </p:nvCxnSpPr>
        <p:spPr>
          <a:xfrm>
            <a:off x="6019800" y="3138488"/>
            <a:ext cx="0" cy="304800"/>
          </a:xfrm>
          <a:prstGeom prst="straightConnector1">
            <a:avLst/>
          </a:prstGeom>
          <a:ln w="9525" cap="flat" cmpd="sng">
            <a:solidFill>
              <a:schemeClr val="tx1"/>
            </a:solidFill>
            <a:prstDash val="solid"/>
            <a:headEnd type="none" w="med" len="med"/>
            <a:tailEnd type="none" w="med" len="med"/>
          </a:ln>
        </p:spPr>
      </p:cxnSp>
      <p:sp>
        <p:nvSpPr>
          <p:cNvPr id="51266" name="Oval 65"/>
          <p:cNvSpPr/>
          <p:nvPr/>
        </p:nvSpPr>
        <p:spPr>
          <a:xfrm>
            <a:off x="5943600" y="3443288"/>
            <a:ext cx="152400" cy="152400"/>
          </a:xfrm>
          <a:prstGeom prst="ellipse">
            <a:avLst/>
          </a:prstGeom>
          <a:solidFill>
            <a:srgbClr val="C0C0C0"/>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endParaRPr lang="zh-CN" altLang="en-US" sz="2400" dirty="0">
              <a:ea typeface="宋体" panose="02010600030101010101" pitchFamily="2" charset="-122"/>
            </a:endParaRPr>
          </a:p>
        </p:txBody>
      </p:sp>
      <p:cxnSp>
        <p:nvCxnSpPr>
          <p:cNvPr id="51267" name="AutoShape 66"/>
          <p:cNvCxnSpPr>
            <a:stCxn id="1939464" idx="4"/>
            <a:endCxn id="51268" idx="0"/>
          </p:cNvCxnSpPr>
          <p:nvPr/>
        </p:nvCxnSpPr>
        <p:spPr>
          <a:xfrm>
            <a:off x="4495800" y="3138488"/>
            <a:ext cx="0" cy="304800"/>
          </a:xfrm>
          <a:prstGeom prst="straightConnector1">
            <a:avLst/>
          </a:prstGeom>
          <a:ln w="9525" cap="flat" cmpd="sng">
            <a:solidFill>
              <a:schemeClr val="tx1"/>
            </a:solidFill>
            <a:prstDash val="solid"/>
            <a:headEnd type="none" w="med" len="med"/>
            <a:tailEnd type="none" w="med" len="med"/>
          </a:ln>
        </p:spPr>
      </p:cxnSp>
      <p:sp>
        <p:nvSpPr>
          <p:cNvPr id="51268" name="Oval 67"/>
          <p:cNvSpPr/>
          <p:nvPr/>
        </p:nvSpPr>
        <p:spPr>
          <a:xfrm>
            <a:off x="4419600" y="3443288"/>
            <a:ext cx="152400" cy="152400"/>
          </a:xfrm>
          <a:prstGeom prst="ellipse">
            <a:avLst/>
          </a:prstGeom>
          <a:solidFill>
            <a:srgbClr val="C0C0C0"/>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endParaRPr lang="zh-CN" altLang="en-US" sz="2400" dirty="0">
              <a:ea typeface="宋体" panose="02010600030101010101" pitchFamily="2" charset="-122"/>
            </a:endParaRPr>
          </a:p>
        </p:txBody>
      </p:sp>
      <p:sp>
        <p:nvSpPr>
          <p:cNvPr id="51269" name="Oval 68"/>
          <p:cNvSpPr/>
          <p:nvPr/>
        </p:nvSpPr>
        <p:spPr>
          <a:xfrm>
            <a:off x="5410200" y="2833688"/>
            <a:ext cx="304800" cy="304800"/>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endParaRPr lang="zh-CN" altLang="en-US" sz="2400" dirty="0">
              <a:ea typeface="宋体" panose="02010600030101010101" pitchFamily="2" charset="-122"/>
            </a:endParaRPr>
          </a:p>
        </p:txBody>
      </p:sp>
      <p:cxnSp>
        <p:nvCxnSpPr>
          <p:cNvPr id="51270" name="AutoShape 69"/>
          <p:cNvCxnSpPr>
            <a:stCxn id="51269" idx="3"/>
            <a:endCxn id="51272" idx="0"/>
          </p:cNvCxnSpPr>
          <p:nvPr/>
        </p:nvCxnSpPr>
        <p:spPr>
          <a:xfrm flipH="1">
            <a:off x="5410200" y="3094038"/>
            <a:ext cx="44450" cy="349250"/>
          </a:xfrm>
          <a:prstGeom prst="straightConnector1">
            <a:avLst/>
          </a:prstGeom>
          <a:ln w="9525" cap="flat" cmpd="sng">
            <a:solidFill>
              <a:schemeClr val="tx1"/>
            </a:solidFill>
            <a:prstDash val="solid"/>
            <a:headEnd type="none" w="med" len="med"/>
            <a:tailEnd type="none" w="med" len="med"/>
          </a:ln>
        </p:spPr>
      </p:cxnSp>
      <p:cxnSp>
        <p:nvCxnSpPr>
          <p:cNvPr id="51271" name="AutoShape 70"/>
          <p:cNvCxnSpPr>
            <a:stCxn id="51269" idx="5"/>
            <a:endCxn id="51273" idx="0"/>
          </p:cNvCxnSpPr>
          <p:nvPr/>
        </p:nvCxnSpPr>
        <p:spPr>
          <a:xfrm>
            <a:off x="5670550" y="3094038"/>
            <a:ext cx="44450" cy="349250"/>
          </a:xfrm>
          <a:prstGeom prst="straightConnector1">
            <a:avLst/>
          </a:prstGeom>
          <a:ln w="9525" cap="flat" cmpd="sng">
            <a:solidFill>
              <a:schemeClr val="tx1"/>
            </a:solidFill>
            <a:prstDash val="solid"/>
            <a:headEnd type="none" w="med" len="med"/>
            <a:tailEnd type="none" w="med" len="med"/>
          </a:ln>
        </p:spPr>
      </p:cxnSp>
      <p:sp>
        <p:nvSpPr>
          <p:cNvPr id="51272" name="Oval 71"/>
          <p:cNvSpPr/>
          <p:nvPr/>
        </p:nvSpPr>
        <p:spPr>
          <a:xfrm>
            <a:off x="5334000" y="3443288"/>
            <a:ext cx="152400" cy="152400"/>
          </a:xfrm>
          <a:prstGeom prst="ellipse">
            <a:avLst/>
          </a:prstGeom>
          <a:solidFill>
            <a:srgbClr val="C0C0C0"/>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endParaRPr lang="zh-CN" altLang="en-US" sz="2400" dirty="0">
              <a:ea typeface="宋体" panose="02010600030101010101" pitchFamily="2" charset="-122"/>
            </a:endParaRPr>
          </a:p>
        </p:txBody>
      </p:sp>
      <p:sp>
        <p:nvSpPr>
          <p:cNvPr id="51273" name="Oval 72"/>
          <p:cNvSpPr/>
          <p:nvPr/>
        </p:nvSpPr>
        <p:spPr>
          <a:xfrm>
            <a:off x="5638800" y="3443288"/>
            <a:ext cx="152400" cy="152400"/>
          </a:xfrm>
          <a:prstGeom prst="ellipse">
            <a:avLst/>
          </a:prstGeom>
          <a:solidFill>
            <a:srgbClr val="C0C0C0"/>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endParaRPr lang="zh-CN" altLang="en-US" sz="2400" dirty="0">
              <a:ea typeface="宋体" panose="02010600030101010101" pitchFamily="2" charset="-122"/>
            </a:endParaRPr>
          </a:p>
        </p:txBody>
      </p:sp>
      <p:cxnSp>
        <p:nvCxnSpPr>
          <p:cNvPr id="51274" name="AutoShape 73"/>
          <p:cNvCxnSpPr>
            <a:stCxn id="51269" idx="4"/>
            <a:endCxn id="51275" idx="0"/>
          </p:cNvCxnSpPr>
          <p:nvPr/>
        </p:nvCxnSpPr>
        <p:spPr>
          <a:xfrm>
            <a:off x="5562600" y="3138488"/>
            <a:ext cx="0" cy="304800"/>
          </a:xfrm>
          <a:prstGeom prst="straightConnector1">
            <a:avLst/>
          </a:prstGeom>
          <a:ln w="9525" cap="flat" cmpd="sng">
            <a:solidFill>
              <a:schemeClr val="tx1"/>
            </a:solidFill>
            <a:prstDash val="solid"/>
            <a:headEnd type="none" w="med" len="med"/>
            <a:tailEnd type="none" w="med" len="med"/>
          </a:ln>
        </p:spPr>
      </p:cxnSp>
      <p:sp>
        <p:nvSpPr>
          <p:cNvPr id="51275" name="Oval 74"/>
          <p:cNvSpPr/>
          <p:nvPr/>
        </p:nvSpPr>
        <p:spPr>
          <a:xfrm>
            <a:off x="5486400" y="3443288"/>
            <a:ext cx="152400" cy="152400"/>
          </a:xfrm>
          <a:prstGeom prst="ellipse">
            <a:avLst/>
          </a:prstGeom>
          <a:solidFill>
            <a:srgbClr val="C0C0C0"/>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endParaRPr lang="zh-CN" altLang="en-US" sz="2400" dirty="0">
              <a:ea typeface="宋体" panose="02010600030101010101" pitchFamily="2" charset="-122"/>
            </a:endParaRPr>
          </a:p>
        </p:txBody>
      </p:sp>
      <p:cxnSp>
        <p:nvCxnSpPr>
          <p:cNvPr id="51276" name="AutoShape 75"/>
          <p:cNvCxnSpPr>
            <a:stCxn id="51207" idx="4"/>
            <a:endCxn id="51269" idx="0"/>
          </p:cNvCxnSpPr>
          <p:nvPr/>
        </p:nvCxnSpPr>
        <p:spPr>
          <a:xfrm>
            <a:off x="5562600" y="2286000"/>
            <a:ext cx="0" cy="547688"/>
          </a:xfrm>
          <a:prstGeom prst="straightConnector1">
            <a:avLst/>
          </a:prstGeom>
          <a:ln w="9525" cap="flat" cmpd="sng">
            <a:solidFill>
              <a:schemeClr val="tx1"/>
            </a:solidFill>
            <a:prstDash val="solid"/>
            <a:headEnd type="none" w="med" len="med"/>
            <a:tailEnd type="none" w="med" len="med"/>
          </a:ln>
        </p:spPr>
      </p:cxnSp>
      <p:cxnSp>
        <p:nvCxnSpPr>
          <p:cNvPr id="51277" name="AutoShape 76"/>
          <p:cNvCxnSpPr>
            <a:stCxn id="51210" idx="6"/>
            <a:endCxn id="51269" idx="2"/>
          </p:cNvCxnSpPr>
          <p:nvPr/>
        </p:nvCxnSpPr>
        <p:spPr>
          <a:xfrm>
            <a:off x="5257800" y="2986088"/>
            <a:ext cx="152400" cy="0"/>
          </a:xfrm>
          <a:prstGeom prst="straightConnector1">
            <a:avLst/>
          </a:prstGeom>
          <a:ln w="9525" cap="flat" cmpd="sng">
            <a:solidFill>
              <a:schemeClr val="tx1"/>
            </a:solidFill>
            <a:prstDash val="solid"/>
            <a:headEnd type="none" w="med" len="med"/>
            <a:tailEnd type="none" w="med" len="med"/>
          </a:ln>
        </p:spPr>
      </p:cxnSp>
      <p:cxnSp>
        <p:nvCxnSpPr>
          <p:cNvPr id="51278" name="AutoShape 77"/>
          <p:cNvCxnSpPr>
            <a:stCxn id="51269" idx="6"/>
            <a:endCxn id="51211" idx="2"/>
          </p:cNvCxnSpPr>
          <p:nvPr/>
        </p:nvCxnSpPr>
        <p:spPr>
          <a:xfrm>
            <a:off x="5715000" y="2986088"/>
            <a:ext cx="152400" cy="0"/>
          </a:xfrm>
          <a:prstGeom prst="straightConnector1">
            <a:avLst/>
          </a:prstGeom>
          <a:ln w="9525" cap="flat" cmpd="sng">
            <a:solidFill>
              <a:schemeClr val="tx1"/>
            </a:solidFill>
            <a:prstDash val="solid"/>
            <a:headEnd type="none" w="med" len="med"/>
            <a:tailEnd type="none" w="med" len="med"/>
          </a:ln>
        </p:spPr>
      </p:cxnSp>
      <p:sp>
        <p:nvSpPr>
          <p:cNvPr id="51279" name="Text Box 78"/>
          <p:cNvSpPr txBox="1"/>
          <p:nvPr/>
        </p:nvSpPr>
        <p:spPr>
          <a:xfrm>
            <a:off x="3581400" y="2362200"/>
            <a:ext cx="457200" cy="3048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50000"/>
              </a:spcBef>
              <a:buClrTx/>
              <a:buSzTx/>
              <a:buFontTx/>
              <a:buNone/>
            </a:pPr>
            <a:r>
              <a:rPr lang="en-US" altLang="zh-CN" sz="1400" dirty="0">
                <a:latin typeface="Times New Roman" panose="02020603050405020304" pitchFamily="18" charset="0"/>
                <a:ea typeface="宋体" panose="02010600030101010101" pitchFamily="2" charset="-122"/>
              </a:rPr>
              <a:t>0.8</a:t>
            </a:r>
            <a:endParaRPr lang="en-US" altLang="zh-CN" sz="1400" dirty="0">
              <a:latin typeface="Times New Roman" panose="02020603050405020304" pitchFamily="18" charset="0"/>
              <a:ea typeface="宋体" panose="02010600030101010101" pitchFamily="2" charset="-122"/>
            </a:endParaRPr>
          </a:p>
        </p:txBody>
      </p:sp>
      <p:sp>
        <p:nvSpPr>
          <p:cNvPr id="51280" name="Text Box 79"/>
          <p:cNvSpPr txBox="1"/>
          <p:nvPr/>
        </p:nvSpPr>
        <p:spPr>
          <a:xfrm>
            <a:off x="4572000" y="1905000"/>
            <a:ext cx="457200" cy="3048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50000"/>
              </a:spcBef>
              <a:buClrTx/>
              <a:buSzTx/>
              <a:buFontTx/>
              <a:buNone/>
            </a:pPr>
            <a:r>
              <a:rPr lang="en-US" altLang="zh-CN" sz="1400" dirty="0">
                <a:latin typeface="Times New Roman" panose="02020603050405020304" pitchFamily="18" charset="0"/>
                <a:ea typeface="宋体" panose="02010600030101010101" pitchFamily="2" charset="-122"/>
              </a:rPr>
              <a:t>0.2</a:t>
            </a:r>
            <a:endParaRPr lang="en-US" altLang="zh-CN" sz="1400" dirty="0">
              <a:latin typeface="Times New Roman" panose="02020603050405020304" pitchFamily="18" charset="0"/>
              <a:ea typeface="宋体" panose="02010600030101010101" pitchFamily="2" charset="-122"/>
            </a:endParaRPr>
          </a:p>
        </p:txBody>
      </p:sp>
      <p:sp>
        <p:nvSpPr>
          <p:cNvPr id="51281" name="Text Box 80"/>
          <p:cNvSpPr txBox="1"/>
          <p:nvPr/>
        </p:nvSpPr>
        <p:spPr>
          <a:xfrm>
            <a:off x="3505200" y="3519488"/>
            <a:ext cx="381000" cy="36671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eaLnBrk="1" hangingPunct="1">
              <a:spcBef>
                <a:spcPct val="50000"/>
              </a:spcBef>
              <a:buClrTx/>
              <a:buSzTx/>
              <a:buFontTx/>
              <a:buNone/>
            </a:pPr>
            <a:r>
              <a:rPr lang="en-US" altLang="zh-CN" sz="1800" i="1" dirty="0">
                <a:latin typeface="Times New Roman" panose="02020603050405020304" pitchFamily="18" charset="0"/>
                <a:ea typeface="宋体" panose="02010600030101010101" pitchFamily="2" charset="-122"/>
              </a:rPr>
              <a:t>n</a:t>
            </a:r>
            <a:r>
              <a:rPr lang="en-US" altLang="zh-CN" sz="1800" baseline="-25000" dirty="0">
                <a:latin typeface="Times New Roman" panose="02020603050405020304" pitchFamily="18" charset="0"/>
                <a:ea typeface="宋体" panose="02010600030101010101" pitchFamily="2" charset="-122"/>
              </a:rPr>
              <a:t>7</a:t>
            </a:r>
            <a:endParaRPr lang="en-US" altLang="zh-CN" sz="1800" baseline="-25000" dirty="0">
              <a:latin typeface="Times New Roman" panose="02020603050405020304" pitchFamily="18" charset="0"/>
              <a:ea typeface="宋体" panose="02010600030101010101" pitchFamily="2" charset="-122"/>
            </a:endParaRPr>
          </a:p>
        </p:txBody>
      </p:sp>
      <p:sp>
        <p:nvSpPr>
          <p:cNvPr id="51282" name="Text Box 81"/>
          <p:cNvSpPr txBox="1"/>
          <p:nvPr/>
        </p:nvSpPr>
        <p:spPr>
          <a:xfrm>
            <a:off x="4800600" y="3519488"/>
            <a:ext cx="381000" cy="36671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eaLnBrk="1" hangingPunct="1">
              <a:spcBef>
                <a:spcPct val="50000"/>
              </a:spcBef>
              <a:buClrTx/>
              <a:buSzTx/>
              <a:buFontTx/>
              <a:buNone/>
            </a:pPr>
            <a:r>
              <a:rPr lang="en-US" altLang="zh-CN" sz="1800" i="1" dirty="0">
                <a:latin typeface="Times New Roman" panose="02020603050405020304" pitchFamily="18" charset="0"/>
                <a:ea typeface="宋体" panose="02010600030101010101" pitchFamily="2" charset="-122"/>
              </a:rPr>
              <a:t>n</a:t>
            </a:r>
            <a:r>
              <a:rPr lang="en-US" altLang="zh-CN" sz="1800" baseline="-25000" dirty="0">
                <a:latin typeface="Times New Roman" panose="02020603050405020304" pitchFamily="18" charset="0"/>
                <a:ea typeface="宋体" panose="02010600030101010101" pitchFamily="2" charset="-122"/>
              </a:rPr>
              <a:t>9</a:t>
            </a:r>
            <a:endParaRPr lang="en-US" altLang="zh-CN" sz="1800" baseline="-25000" dirty="0">
              <a:latin typeface="Times New Roman" panose="02020603050405020304" pitchFamily="18" charset="0"/>
              <a:ea typeface="宋体" panose="02010600030101010101" pitchFamily="2" charset="-122"/>
            </a:endParaRPr>
          </a:p>
        </p:txBody>
      </p:sp>
      <p:sp>
        <p:nvSpPr>
          <p:cNvPr id="51283" name="Text Box 82"/>
          <p:cNvSpPr txBox="1"/>
          <p:nvPr/>
        </p:nvSpPr>
        <p:spPr>
          <a:xfrm>
            <a:off x="3962400" y="2743200"/>
            <a:ext cx="457200" cy="3048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50000"/>
              </a:spcBef>
              <a:buClrTx/>
              <a:buSzTx/>
              <a:buFontTx/>
              <a:buNone/>
            </a:pPr>
            <a:r>
              <a:rPr lang="en-US" altLang="zh-CN" sz="1400" dirty="0">
                <a:latin typeface="Times New Roman" panose="02020603050405020304" pitchFamily="18" charset="0"/>
                <a:ea typeface="宋体" panose="02010600030101010101" pitchFamily="2" charset="-122"/>
              </a:rPr>
              <a:t>0.3</a:t>
            </a:r>
            <a:endParaRPr lang="en-US" altLang="zh-CN" sz="1400" dirty="0">
              <a:latin typeface="Times New Roman" panose="02020603050405020304" pitchFamily="18" charset="0"/>
              <a:ea typeface="宋体" panose="02010600030101010101" pitchFamily="2" charset="-122"/>
            </a:endParaRPr>
          </a:p>
        </p:txBody>
      </p:sp>
      <p:sp>
        <p:nvSpPr>
          <p:cNvPr id="51284" name="Text Box 83"/>
          <p:cNvSpPr txBox="1"/>
          <p:nvPr/>
        </p:nvSpPr>
        <p:spPr>
          <a:xfrm>
            <a:off x="4191000" y="3519488"/>
            <a:ext cx="381000" cy="36671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eaLnBrk="1" hangingPunct="1">
              <a:spcBef>
                <a:spcPct val="50000"/>
              </a:spcBef>
              <a:buClrTx/>
              <a:buSzTx/>
              <a:buFontTx/>
              <a:buNone/>
            </a:pPr>
            <a:r>
              <a:rPr lang="en-US" altLang="zh-CN" sz="1800" i="1" dirty="0">
                <a:latin typeface="Times New Roman" panose="02020603050405020304" pitchFamily="18" charset="0"/>
                <a:ea typeface="宋体" panose="02010600030101010101" pitchFamily="2" charset="-122"/>
              </a:rPr>
              <a:t>n</a:t>
            </a:r>
            <a:r>
              <a:rPr lang="en-US" altLang="zh-CN" sz="1800" baseline="-25000" dirty="0">
                <a:latin typeface="Times New Roman" panose="02020603050405020304" pitchFamily="18" charset="0"/>
                <a:ea typeface="宋体" panose="02010600030101010101" pitchFamily="2" charset="-122"/>
              </a:rPr>
              <a:t>8</a:t>
            </a:r>
            <a:endParaRPr lang="en-US" altLang="zh-CN" sz="1800" baseline="-25000" dirty="0">
              <a:latin typeface="Times New Roman" panose="02020603050405020304" pitchFamily="18" charset="0"/>
              <a:ea typeface="宋体" panose="02010600030101010101" pitchFamily="2" charset="-122"/>
            </a:endParaRPr>
          </a:p>
        </p:txBody>
      </p:sp>
      <p:sp>
        <p:nvSpPr>
          <p:cNvPr id="51285" name="Text Box 84"/>
          <p:cNvSpPr txBox="1"/>
          <p:nvPr/>
        </p:nvSpPr>
        <p:spPr>
          <a:xfrm>
            <a:off x="4038600" y="3048000"/>
            <a:ext cx="457200" cy="3048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50000"/>
              </a:spcBef>
              <a:buClrTx/>
              <a:buSzTx/>
              <a:buFontTx/>
              <a:buNone/>
            </a:pPr>
            <a:r>
              <a:rPr lang="en-US" altLang="zh-CN" sz="1400" dirty="0">
                <a:latin typeface="Times New Roman" panose="02020603050405020304" pitchFamily="18" charset="0"/>
                <a:ea typeface="宋体" panose="02010600030101010101" pitchFamily="2" charset="-122"/>
              </a:rPr>
              <a:t>0.8</a:t>
            </a:r>
            <a:endParaRPr lang="en-US" altLang="zh-CN" sz="1400" dirty="0">
              <a:latin typeface="Times New Roman" panose="02020603050405020304" pitchFamily="18" charset="0"/>
              <a:ea typeface="宋体" panose="02010600030101010101" pitchFamily="2" charset="-122"/>
            </a:endParaRPr>
          </a:p>
        </p:txBody>
      </p:sp>
      <p:sp>
        <p:nvSpPr>
          <p:cNvPr id="51286" name="Text Box 85"/>
          <p:cNvSpPr txBox="1"/>
          <p:nvPr/>
        </p:nvSpPr>
        <p:spPr>
          <a:xfrm>
            <a:off x="4267200" y="2362200"/>
            <a:ext cx="457200" cy="3048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50000"/>
              </a:spcBef>
              <a:buClrTx/>
              <a:buSzTx/>
              <a:buFontTx/>
              <a:buNone/>
            </a:pPr>
            <a:r>
              <a:rPr lang="en-US" altLang="zh-CN" sz="1400" dirty="0">
                <a:latin typeface="Times New Roman" panose="02020603050405020304" pitchFamily="18" charset="0"/>
                <a:ea typeface="宋体" panose="02010600030101010101" pitchFamily="2" charset="-122"/>
              </a:rPr>
              <a:t>0.9</a:t>
            </a:r>
            <a:endParaRPr lang="en-US" altLang="zh-CN" sz="1400" dirty="0">
              <a:latin typeface="Times New Roman" panose="02020603050405020304" pitchFamily="18" charset="0"/>
              <a:ea typeface="宋体" panose="02010600030101010101" pitchFamily="2" charset="-122"/>
            </a:endParaRPr>
          </a:p>
        </p:txBody>
      </p:sp>
      <p:sp>
        <p:nvSpPr>
          <p:cNvPr id="51287" name="Text Box 86"/>
          <p:cNvSpPr txBox="1"/>
          <p:nvPr/>
        </p:nvSpPr>
        <p:spPr>
          <a:xfrm>
            <a:off x="533400" y="1219200"/>
            <a:ext cx="3124200" cy="82232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50000"/>
              </a:spcBef>
              <a:buClrTx/>
              <a:buSzTx/>
              <a:buFontTx/>
              <a:buNone/>
            </a:pPr>
            <a:r>
              <a:rPr lang="en-US" altLang="zh-CN" sz="2400" dirty="0">
                <a:latin typeface="Times New Roman" panose="02020603050405020304" pitchFamily="18" charset="0"/>
                <a:ea typeface="宋体" panose="02010600030101010101" pitchFamily="2" charset="-122"/>
              </a:rPr>
              <a:t>Similarity between two sibling nodes </a:t>
            </a:r>
            <a:r>
              <a:rPr lang="en-US" altLang="zh-CN" sz="2400" i="1" dirty="0">
                <a:latin typeface="Times New Roman" panose="02020603050405020304" pitchFamily="18" charset="0"/>
                <a:ea typeface="宋体" panose="02010600030101010101" pitchFamily="2" charset="-122"/>
              </a:rPr>
              <a:t>n</a:t>
            </a:r>
            <a:r>
              <a:rPr lang="en-US" altLang="zh-CN" sz="2400" baseline="-25000" dirty="0">
                <a:latin typeface="Times New Roman" panose="02020603050405020304" pitchFamily="18" charset="0"/>
                <a:ea typeface="宋体" panose="02010600030101010101" pitchFamily="2" charset="-122"/>
              </a:rPr>
              <a:t>1</a:t>
            </a:r>
            <a:r>
              <a:rPr lang="en-US" altLang="zh-CN" sz="2400" dirty="0">
                <a:latin typeface="Times New Roman" panose="02020603050405020304" pitchFamily="18" charset="0"/>
                <a:ea typeface="宋体" panose="02010600030101010101" pitchFamily="2" charset="-122"/>
              </a:rPr>
              <a:t> and </a:t>
            </a:r>
            <a:r>
              <a:rPr lang="en-US" altLang="zh-CN" sz="2400" i="1" dirty="0">
                <a:latin typeface="Times New Roman" panose="02020603050405020304" pitchFamily="18" charset="0"/>
                <a:ea typeface="宋体" panose="02010600030101010101" pitchFamily="2" charset="-122"/>
              </a:rPr>
              <a:t>n</a:t>
            </a:r>
            <a:r>
              <a:rPr lang="en-US" altLang="zh-CN" sz="2400" baseline="-25000" dirty="0">
                <a:latin typeface="Times New Roman" panose="02020603050405020304" pitchFamily="18" charset="0"/>
                <a:ea typeface="宋体" panose="02010600030101010101" pitchFamily="2" charset="-122"/>
              </a:rPr>
              <a:t>2</a:t>
            </a:r>
            <a:endParaRPr lang="en-US" altLang="zh-CN" sz="2400" baseline="-25000" dirty="0">
              <a:latin typeface="Times New Roman" panose="02020603050405020304" pitchFamily="18" charset="0"/>
              <a:ea typeface="宋体" panose="02010600030101010101" pitchFamily="2" charset="-122"/>
            </a:endParaRPr>
          </a:p>
        </p:txBody>
      </p:sp>
      <p:sp>
        <p:nvSpPr>
          <p:cNvPr id="51288" name="Line 87"/>
          <p:cNvSpPr/>
          <p:nvPr/>
        </p:nvSpPr>
        <p:spPr>
          <a:xfrm>
            <a:off x="3505200" y="1447800"/>
            <a:ext cx="1143000" cy="533400"/>
          </a:xfrm>
          <a:prstGeom prst="line">
            <a:avLst/>
          </a:prstGeom>
          <a:ln w="9525" cap="flat" cmpd="sng">
            <a:solidFill>
              <a:schemeClr val="tx1"/>
            </a:solidFill>
            <a:prstDash val="solid"/>
            <a:headEnd type="none" w="med" len="med"/>
            <a:tailEnd type="triangle" w="med" len="med"/>
          </a:ln>
        </p:spPr>
      </p:sp>
      <p:sp>
        <p:nvSpPr>
          <p:cNvPr id="51289" name="Text Box 88"/>
          <p:cNvSpPr txBox="1"/>
          <p:nvPr/>
        </p:nvSpPr>
        <p:spPr>
          <a:xfrm>
            <a:off x="533400" y="2438400"/>
            <a:ext cx="2362200" cy="82232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50000"/>
              </a:spcBef>
              <a:buClrTx/>
              <a:buSzTx/>
              <a:buFontTx/>
              <a:buNone/>
            </a:pPr>
            <a:r>
              <a:rPr lang="en-US" altLang="zh-CN" sz="2400" dirty="0">
                <a:latin typeface="Times New Roman" panose="02020603050405020304" pitchFamily="18" charset="0"/>
                <a:ea typeface="宋体" panose="02010600030101010101" pitchFamily="2" charset="-122"/>
              </a:rPr>
              <a:t>Adjustment ratio for node </a:t>
            </a:r>
            <a:r>
              <a:rPr lang="en-US" altLang="zh-CN" sz="2400" i="1" dirty="0">
                <a:latin typeface="Times New Roman" panose="02020603050405020304" pitchFamily="18" charset="0"/>
                <a:ea typeface="宋体" panose="02010600030101010101" pitchFamily="2" charset="-122"/>
              </a:rPr>
              <a:t>n</a:t>
            </a:r>
            <a:r>
              <a:rPr lang="en-US" altLang="zh-CN" sz="2400" baseline="-25000" dirty="0">
                <a:latin typeface="Times New Roman" panose="02020603050405020304" pitchFamily="18" charset="0"/>
                <a:ea typeface="宋体" panose="02010600030101010101" pitchFamily="2" charset="-122"/>
              </a:rPr>
              <a:t>7</a:t>
            </a:r>
            <a:endParaRPr lang="en-US" altLang="zh-CN" sz="2400" baseline="-25000" dirty="0">
              <a:latin typeface="Times New Roman" panose="02020603050405020304" pitchFamily="18" charset="0"/>
              <a:ea typeface="宋体" panose="02010600030101010101" pitchFamily="2" charset="-122"/>
            </a:endParaRPr>
          </a:p>
        </p:txBody>
      </p:sp>
      <p:sp>
        <p:nvSpPr>
          <p:cNvPr id="51290" name="Line 89"/>
          <p:cNvSpPr/>
          <p:nvPr/>
        </p:nvSpPr>
        <p:spPr>
          <a:xfrm>
            <a:off x="2667000" y="2895600"/>
            <a:ext cx="838200" cy="228600"/>
          </a:xfrm>
          <a:prstGeom prst="line">
            <a:avLst/>
          </a:prstGeom>
          <a:ln w="9525" cap="flat" cmpd="sng">
            <a:solidFill>
              <a:schemeClr val="tx1"/>
            </a:solidFill>
            <a:prstDash val="solid"/>
            <a:headEnd type="none" w="med" len="med"/>
            <a:tailEnd type="triangle" w="med" len="med"/>
          </a:ln>
        </p:spPr>
      </p:sp>
      <p:grpSp>
        <p:nvGrpSpPr>
          <p:cNvPr id="2" name="Group 90"/>
          <p:cNvGrpSpPr/>
          <p:nvPr/>
        </p:nvGrpSpPr>
        <p:grpSpPr>
          <a:xfrm>
            <a:off x="3581400" y="5562600"/>
            <a:ext cx="5181600" cy="1082675"/>
            <a:chOff x="2256" y="3590"/>
            <a:chExt cx="3264" cy="682"/>
          </a:xfrm>
        </p:grpSpPr>
        <p:sp>
          <p:nvSpPr>
            <p:cNvPr id="51295" name="Line 91"/>
            <p:cNvSpPr/>
            <p:nvPr/>
          </p:nvSpPr>
          <p:spPr>
            <a:xfrm>
              <a:off x="2304" y="3830"/>
              <a:ext cx="3168" cy="0"/>
            </a:xfrm>
            <a:prstGeom prst="line">
              <a:avLst/>
            </a:prstGeom>
            <a:ln w="9525" cap="flat" cmpd="sng">
              <a:solidFill>
                <a:schemeClr val="tx1"/>
              </a:solidFill>
              <a:prstDash val="solid"/>
              <a:headEnd type="none" w="med" len="med"/>
              <a:tailEnd type="none" w="med" len="med"/>
            </a:ln>
          </p:spPr>
        </p:sp>
        <p:sp>
          <p:nvSpPr>
            <p:cNvPr id="51296" name="Text Box 92"/>
            <p:cNvSpPr txBox="1"/>
            <p:nvPr/>
          </p:nvSpPr>
          <p:spPr>
            <a:xfrm>
              <a:off x="2256" y="3590"/>
              <a:ext cx="3264" cy="2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50000"/>
                </a:spcBef>
                <a:buClrTx/>
                <a:buSzTx/>
                <a:buFontTx/>
                <a:buNone/>
              </a:pPr>
              <a:r>
                <a:rPr lang="en-US" altLang="zh-CN" sz="2000" dirty="0">
                  <a:latin typeface="Times New Roman" panose="02020603050405020304" pitchFamily="18" charset="0"/>
                  <a:ea typeface="宋体" panose="02010600030101010101" pitchFamily="2" charset="-122"/>
                </a:rPr>
                <a:t>Average similarity between </a:t>
              </a:r>
              <a:r>
                <a:rPr lang="en-US" altLang="zh-CN" sz="2000" i="1" dirty="0">
                  <a:latin typeface="Times New Roman" panose="02020603050405020304" pitchFamily="18" charset="0"/>
                  <a:ea typeface="宋体" panose="02010600030101010101" pitchFamily="2" charset="-122"/>
                </a:rPr>
                <a:t>x</a:t>
              </a:r>
              <a:r>
                <a:rPr lang="en-US" altLang="zh-CN" sz="2000" dirty="0">
                  <a:latin typeface="Times New Roman" panose="02020603050405020304" pitchFamily="18" charset="0"/>
                  <a:ea typeface="宋体" panose="02010600030101010101" pitchFamily="2" charset="-122"/>
                </a:rPr>
                <a:t> and all other nodes</a:t>
              </a:r>
              <a:endParaRPr lang="en-US" altLang="zh-CN" sz="2000" dirty="0">
                <a:latin typeface="Times New Roman" panose="02020603050405020304" pitchFamily="18" charset="0"/>
                <a:ea typeface="宋体" panose="02010600030101010101" pitchFamily="2" charset="-122"/>
              </a:endParaRPr>
            </a:p>
          </p:txBody>
        </p:sp>
        <p:sp>
          <p:nvSpPr>
            <p:cNvPr id="51297" name="Text Box 93"/>
            <p:cNvSpPr txBox="1"/>
            <p:nvPr/>
          </p:nvSpPr>
          <p:spPr>
            <a:xfrm>
              <a:off x="2256" y="3830"/>
              <a:ext cx="3264" cy="44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50000"/>
                </a:spcBef>
                <a:buClrTx/>
                <a:buSzTx/>
                <a:buFontTx/>
                <a:buNone/>
              </a:pPr>
              <a:r>
                <a:rPr lang="en-US" altLang="zh-CN" sz="2000" dirty="0">
                  <a:latin typeface="Times New Roman" panose="02020603050405020304" pitchFamily="18" charset="0"/>
                  <a:ea typeface="宋体" panose="02010600030101010101" pitchFamily="2" charset="-122"/>
                </a:rPr>
                <a:t>Average similarity between </a:t>
              </a:r>
              <a:r>
                <a:rPr lang="en-US" altLang="zh-CN" sz="2000" i="1" dirty="0">
                  <a:latin typeface="Times New Roman" panose="02020603050405020304" pitchFamily="18" charset="0"/>
                  <a:ea typeface="宋体" panose="02010600030101010101" pitchFamily="2" charset="-122"/>
                </a:rPr>
                <a:t>x</a:t>
              </a:r>
              <a:r>
                <a:rPr lang="en-US" altLang="zh-CN" sz="2000" dirty="0">
                  <a:latin typeface="Times New Roman" panose="02020603050405020304" pitchFamily="18" charset="0"/>
                  <a:ea typeface="宋体" panose="02010600030101010101" pitchFamily="2" charset="-122"/>
                </a:rPr>
                <a:t>’s parent and all other nodes</a:t>
              </a:r>
              <a:endParaRPr lang="en-US" altLang="zh-CN" sz="2000" dirty="0">
                <a:latin typeface="Times New Roman" panose="02020603050405020304" pitchFamily="18" charset="0"/>
                <a:ea typeface="宋体" panose="02010600030101010101" pitchFamily="2" charset="-122"/>
              </a:endParaRPr>
            </a:p>
          </p:txBody>
        </p:sp>
      </p:grpSp>
      <p:sp>
        <p:nvSpPr>
          <p:cNvPr id="1939550" name="Text Box 94"/>
          <p:cNvSpPr txBox="1"/>
          <p:nvPr/>
        </p:nvSpPr>
        <p:spPr>
          <a:xfrm>
            <a:off x="3657600" y="3886200"/>
            <a:ext cx="1447800" cy="51911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50000"/>
              </a:spcBef>
              <a:buClrTx/>
              <a:buSzTx/>
              <a:buFontTx/>
              <a:buNone/>
            </a:pPr>
            <a:r>
              <a:rPr lang="en-US" altLang="zh-CN" i="1" dirty="0">
                <a:latin typeface="Times New Roman" panose="02020603050405020304" pitchFamily="18" charset="0"/>
                <a:ea typeface="宋体" panose="02010600030101010101" pitchFamily="2" charset="-122"/>
              </a:rPr>
              <a:t>s</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a:t>
            </a:r>
            <a:r>
              <a:rPr lang="en-US" altLang="zh-CN" baseline="-25000" dirty="0">
                <a:latin typeface="Times New Roman" panose="02020603050405020304" pitchFamily="18" charset="0"/>
                <a:ea typeface="宋体" panose="02010600030101010101" pitchFamily="2" charset="-122"/>
              </a:rPr>
              <a:t>4</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a:t>
            </a:r>
            <a:r>
              <a:rPr lang="en-US" altLang="zh-CN" baseline="-25000" dirty="0">
                <a:latin typeface="Times New Roman" panose="02020603050405020304" pitchFamily="18" charset="0"/>
                <a:ea typeface="宋体" panose="02010600030101010101" pitchFamily="2" charset="-122"/>
              </a:rPr>
              <a:t>5</a:t>
            </a:r>
            <a:r>
              <a:rPr lang="en-US" altLang="zh-CN"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1939551" name="Text Box 95"/>
          <p:cNvSpPr txBox="1"/>
          <p:nvPr/>
        </p:nvSpPr>
        <p:spPr>
          <a:xfrm>
            <a:off x="2286000" y="3886200"/>
            <a:ext cx="1600200" cy="51911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50000"/>
              </a:spcBef>
              <a:buClrTx/>
              <a:buSzTx/>
              <a:buFontTx/>
              <a:buNone/>
            </a:pPr>
            <a:r>
              <a:rPr lang="en-US" altLang="zh-CN" i="1" dirty="0">
                <a:latin typeface="Times New Roman" panose="02020603050405020304" pitchFamily="18" charset="0"/>
                <a:ea typeface="宋体" panose="02010600030101010101" pitchFamily="2" charset="-122"/>
              </a:rPr>
              <a:t>s</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a:t>
            </a:r>
            <a:r>
              <a:rPr lang="en-US" altLang="zh-CN" baseline="-25000" dirty="0">
                <a:latin typeface="Times New Roman" panose="02020603050405020304" pitchFamily="18" charset="0"/>
                <a:ea typeface="宋体" panose="02010600030101010101" pitchFamily="2" charset="-122"/>
              </a:rPr>
              <a:t>7</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a:t>
            </a:r>
            <a:r>
              <a:rPr lang="en-US" altLang="zh-CN" baseline="-25000" dirty="0">
                <a:latin typeface="Times New Roman" panose="02020603050405020304" pitchFamily="18" charset="0"/>
                <a:ea typeface="宋体" panose="02010600030101010101" pitchFamily="2" charset="-122"/>
              </a:rPr>
              <a:t>4</a:t>
            </a:r>
            <a:r>
              <a:rPr lang="en-US" altLang="zh-CN" dirty="0">
                <a:latin typeface="Times New Roman" panose="02020603050405020304" pitchFamily="18" charset="0"/>
                <a:ea typeface="宋体" panose="02010600030101010101" pitchFamily="2" charset="-122"/>
              </a:rPr>
              <a:t>) </a:t>
            </a:r>
            <a:r>
              <a:rPr lang="en-US" altLang="zh-CN" sz="2400" dirty="0">
                <a:latin typeface="Arial" panose="020B0604020202020204" pitchFamily="34" charset="0"/>
                <a:ea typeface="宋体" panose="02010600030101010101" pitchFamily="2" charset="-122"/>
              </a:rPr>
              <a:t>x</a:t>
            </a:r>
            <a:endParaRPr lang="zh-CN" altLang="en-US" sz="2400" dirty="0">
              <a:latin typeface="Arial" panose="020B0604020202020204" pitchFamily="34" charset="0"/>
              <a:ea typeface="宋体" panose="02010600030101010101" pitchFamily="2" charset="-122"/>
            </a:endParaRPr>
          </a:p>
        </p:txBody>
      </p:sp>
      <p:sp>
        <p:nvSpPr>
          <p:cNvPr id="1939552" name="Text Box 96"/>
          <p:cNvSpPr txBox="1"/>
          <p:nvPr/>
        </p:nvSpPr>
        <p:spPr>
          <a:xfrm>
            <a:off x="4876800" y="3886200"/>
            <a:ext cx="1447800" cy="51911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50000"/>
              </a:spcBef>
              <a:buClrTx/>
              <a:buSzTx/>
              <a:buFontTx/>
              <a:buNone/>
            </a:pPr>
            <a:r>
              <a:rPr lang="en-US" altLang="zh-CN" sz="2400" dirty="0">
                <a:latin typeface="Arial" panose="020B0604020202020204" pitchFamily="34" charset="0"/>
                <a:ea typeface="宋体" panose="02010600030101010101" pitchFamily="2" charset="-122"/>
              </a:rPr>
              <a:t>x</a:t>
            </a:r>
            <a:r>
              <a:rPr lang="en-US" altLang="zh-CN" sz="2400" i="1" dirty="0">
                <a:latin typeface="Times New Roman" panose="02020603050405020304" pitchFamily="18" charset="0"/>
                <a:ea typeface="宋体" panose="02010600030101010101" pitchFamily="2" charset="-122"/>
              </a:rPr>
              <a:t> </a:t>
            </a:r>
            <a:r>
              <a:rPr lang="en-US" altLang="zh-CN" i="1" dirty="0">
                <a:latin typeface="Times New Roman" panose="02020603050405020304" pitchFamily="18" charset="0"/>
                <a:ea typeface="宋体" panose="02010600030101010101" pitchFamily="2" charset="-122"/>
              </a:rPr>
              <a:t>s</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a:t>
            </a:r>
            <a:r>
              <a:rPr lang="en-US" altLang="zh-CN" baseline="-25000" dirty="0">
                <a:latin typeface="Times New Roman" panose="02020603050405020304" pitchFamily="18" charset="0"/>
                <a:ea typeface="宋体" panose="02010600030101010101" pitchFamily="2" charset="-122"/>
              </a:rPr>
              <a:t>5</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a:t>
            </a:r>
            <a:r>
              <a:rPr lang="en-US" altLang="zh-CN" baseline="-25000" dirty="0">
                <a:latin typeface="Times New Roman" panose="02020603050405020304" pitchFamily="18" charset="0"/>
                <a:ea typeface="宋体" panose="02010600030101010101" pitchFamily="2" charset="-122"/>
              </a:rPr>
              <a:t>8</a:t>
            </a:r>
            <a:r>
              <a:rPr lang="en-US" altLang="zh-CN"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39459">
                                            <p:txEl>
                                              <p:charRg st="0" end="17"/>
                                            </p:txEl>
                                          </p:spTgt>
                                        </p:tgtEl>
                                        <p:attrNameLst>
                                          <p:attrName>style.visibility</p:attrName>
                                        </p:attrNameLst>
                                      </p:cBhvr>
                                      <p:to>
                                        <p:strVal val="visible"/>
                                      </p:to>
                                    </p:set>
                                  </p:childTnLst>
                                </p:cTn>
                              </p:par>
                              <p:par>
                                <p:cTn id="7" presetID="7" presetClass="emph" presetSubtype="2" fill="hold" nodeType="withEffect">
                                  <p:stCondLst>
                                    <p:cond delay="0"/>
                                  </p:stCondLst>
                                  <p:childTnLst>
                                    <p:animClr clrSpc="rgb" dir="cw">
                                      <p:cBhvr>
                                        <p:cTn id="8" dur="500" fill="hold"/>
                                        <p:tgtEl>
                                          <p:spTgt spid="1939494"/>
                                        </p:tgtEl>
                                        <p:attrNameLst>
                                          <p:attrName>stroke.color</p:attrName>
                                        </p:attrNameLst>
                                      </p:cBhvr>
                                      <p:to>
                                        <a:srgbClr val="FF0000"/>
                                      </p:to>
                                    </p:animClr>
                                    <p:set>
                                      <p:cBhvr>
                                        <p:cTn id="9" dur="500" fill="hold"/>
                                        <p:tgtEl>
                                          <p:spTgt spid="1939494"/>
                                        </p:tgtEl>
                                        <p:attrNameLst>
                                          <p:attrName>stroke.on</p:attrName>
                                        </p:attrNameLst>
                                      </p:cBhvr>
                                      <p:to>
                                        <p:strVal val="true"/>
                                      </p:to>
                                    </p:set>
                                  </p:childTnLst>
                                </p:cTn>
                              </p:par>
                              <p:par>
                                <p:cTn id="10" presetID="7" presetClass="emph" presetSubtype="2" fill="hold" nodeType="withEffect">
                                  <p:stCondLst>
                                    <p:cond delay="0"/>
                                  </p:stCondLst>
                                  <p:childTnLst>
                                    <p:animClr clrSpc="rgb" dir="cw">
                                      <p:cBhvr>
                                        <p:cTn id="11" dur="500" fill="hold"/>
                                        <p:tgtEl>
                                          <p:spTgt spid="1939497"/>
                                        </p:tgtEl>
                                        <p:attrNameLst>
                                          <p:attrName>stroke.color</p:attrName>
                                        </p:attrNameLst>
                                      </p:cBhvr>
                                      <p:to>
                                        <a:srgbClr val="FF0000"/>
                                      </p:to>
                                    </p:animClr>
                                    <p:set>
                                      <p:cBhvr>
                                        <p:cTn id="12" dur="500" fill="hold"/>
                                        <p:tgtEl>
                                          <p:spTgt spid="1939497"/>
                                        </p:tgtEl>
                                        <p:attrNameLst>
                                          <p:attrName>stroke.on</p:attrName>
                                        </p:attrNameLst>
                                      </p:cBhvr>
                                      <p:to>
                                        <p:strVal val="true"/>
                                      </p:to>
                                    </p:se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939550"/>
                                        </p:tgtEl>
                                        <p:attrNameLst>
                                          <p:attrName>style.visibility</p:attrName>
                                        </p:attrNameLst>
                                      </p:cBhvr>
                                      <p:to>
                                        <p:strVal val="visible"/>
                                      </p:to>
                                    </p:set>
                                    <p:animEffect transition="in" filter="blinds(horizontal)">
                                      <p:cBhvr>
                                        <p:cTn id="17" dur="500"/>
                                        <p:tgtEl>
                                          <p:spTgt spid="1939550"/>
                                        </p:tgtEl>
                                      </p:cBhvr>
                                    </p:animEffect>
                                  </p:childTnLst>
                                </p:cTn>
                              </p:par>
                              <p:par>
                                <p:cTn id="18" presetID="7" presetClass="emph" presetSubtype="2" fill="hold" nodeType="withEffect">
                                  <p:stCondLst>
                                    <p:cond delay="0"/>
                                  </p:stCondLst>
                                  <p:childTnLst>
                                    <p:animClr clrSpc="rgb" dir="cw">
                                      <p:cBhvr>
                                        <p:cTn id="19" dur="500" fill="hold"/>
                                        <p:tgtEl>
                                          <p:spTgt spid="1939463"/>
                                        </p:tgtEl>
                                        <p:attrNameLst>
                                          <p:attrName>stroke.color</p:attrName>
                                        </p:attrNameLst>
                                      </p:cBhvr>
                                      <p:to>
                                        <a:srgbClr val="FF0000"/>
                                      </p:to>
                                    </p:animClr>
                                    <p:set>
                                      <p:cBhvr>
                                        <p:cTn id="20" dur="500" fill="hold"/>
                                        <p:tgtEl>
                                          <p:spTgt spid="1939463"/>
                                        </p:tgtEl>
                                        <p:attrNameLst>
                                          <p:attrName>stroke.on</p:attrName>
                                        </p:attrNameLst>
                                      </p:cBhvr>
                                      <p:to>
                                        <p:strVal val="true"/>
                                      </p:to>
                                    </p:set>
                                  </p:childTnLst>
                                </p:cTn>
                              </p:par>
                              <p:par>
                                <p:cTn id="21" presetID="7" presetClass="emph" presetSubtype="2" fill="hold" nodeType="withEffect">
                                  <p:stCondLst>
                                    <p:cond delay="0"/>
                                  </p:stCondLst>
                                  <p:childTnLst>
                                    <p:animClr clrSpc="rgb" dir="cw">
                                      <p:cBhvr>
                                        <p:cTn id="22" dur="500" fill="hold"/>
                                        <p:tgtEl>
                                          <p:spTgt spid="1939464"/>
                                        </p:tgtEl>
                                        <p:attrNameLst>
                                          <p:attrName>stroke.color</p:attrName>
                                        </p:attrNameLst>
                                      </p:cBhvr>
                                      <p:to>
                                        <a:srgbClr val="FF0000"/>
                                      </p:to>
                                    </p:animClr>
                                    <p:set>
                                      <p:cBhvr>
                                        <p:cTn id="23" dur="500" fill="hold"/>
                                        <p:tgtEl>
                                          <p:spTgt spid="1939464"/>
                                        </p:tgtEl>
                                        <p:attrNameLst>
                                          <p:attrName>stroke.on</p:attrName>
                                        </p:attrNameLst>
                                      </p:cBhvr>
                                      <p:to>
                                        <p:strVal val="true"/>
                                      </p:to>
                                    </p:set>
                                  </p:childTnLst>
                                </p:cTn>
                              </p:par>
                              <p:par>
                                <p:cTn id="24" presetID="7" presetClass="emph" presetSubtype="2" fill="hold" nodeType="withEffect">
                                  <p:stCondLst>
                                    <p:cond delay="0"/>
                                  </p:stCondLst>
                                  <p:childTnLst>
                                    <p:animClr clrSpc="rgb" dir="cw">
                                      <p:cBhvr>
                                        <p:cTn id="25" dur="500" fill="hold"/>
                                        <p:tgtEl>
                                          <p:spTgt spid="1939509"/>
                                        </p:tgtEl>
                                        <p:attrNameLst>
                                          <p:attrName>stroke.color</p:attrName>
                                        </p:attrNameLst>
                                      </p:cBhvr>
                                      <p:to>
                                        <a:srgbClr val="FF0000"/>
                                      </p:to>
                                    </p:animClr>
                                    <p:set>
                                      <p:cBhvr>
                                        <p:cTn id="26" dur="500" fill="hold"/>
                                        <p:tgtEl>
                                          <p:spTgt spid="1939509"/>
                                        </p:tgtEl>
                                        <p:attrNameLst>
                                          <p:attrName>stroke.on</p:attrName>
                                        </p:attrNameLst>
                                      </p:cBhvr>
                                      <p:to>
                                        <p:strVal val="true"/>
                                      </p:to>
                                    </p:set>
                                  </p:childTnLst>
                                </p:cTn>
                              </p:par>
                              <p:par>
                                <p:cTn id="27" presetID="7" presetClass="emph" presetSubtype="2" fill="hold" nodeType="withEffect">
                                  <p:stCondLst>
                                    <p:cond delay="0"/>
                                  </p:stCondLst>
                                  <p:childTnLst>
                                    <p:animClr clrSpc="rgb" dir="cw">
                                      <p:cBhvr>
                                        <p:cTn id="28" dur="500" fill="hold"/>
                                        <p:tgtEl>
                                          <p:spTgt spid="1939475"/>
                                        </p:tgtEl>
                                        <p:attrNameLst>
                                          <p:attrName>stroke.color</p:attrName>
                                        </p:attrNameLst>
                                      </p:cBhvr>
                                      <p:to>
                                        <a:srgbClr val="FF0000"/>
                                      </p:to>
                                    </p:animClr>
                                    <p:set>
                                      <p:cBhvr>
                                        <p:cTn id="29" dur="500" fill="hold"/>
                                        <p:tgtEl>
                                          <p:spTgt spid="1939475"/>
                                        </p:tgtEl>
                                        <p:attrNameLst>
                                          <p:attrName>stroke.on</p:attrName>
                                        </p:attrNameLst>
                                      </p:cBhvr>
                                      <p:to>
                                        <p:strVal val="true"/>
                                      </p:to>
                                    </p:set>
                                  </p:childTnLst>
                                </p:cTn>
                              </p:par>
                              <p:par>
                                <p:cTn id="30" presetID="7" presetClass="emph" presetSubtype="2" fill="hold" nodeType="withEffect">
                                  <p:stCondLst>
                                    <p:cond delay="0"/>
                                  </p:stCondLst>
                                  <p:childTnLst>
                                    <p:animClr clrSpc="rgb" dir="cw">
                                      <p:cBhvr>
                                        <p:cTn id="31" dur="500" fill="hold"/>
                                        <p:tgtEl>
                                          <p:spTgt spid="1939473"/>
                                        </p:tgtEl>
                                        <p:attrNameLst>
                                          <p:attrName>stroke.color</p:attrName>
                                        </p:attrNameLst>
                                      </p:cBhvr>
                                      <p:to>
                                        <a:srgbClr val="FF0000"/>
                                      </p:to>
                                    </p:animClr>
                                    <p:set>
                                      <p:cBhvr>
                                        <p:cTn id="32" dur="500" fill="hold"/>
                                        <p:tgtEl>
                                          <p:spTgt spid="1939473"/>
                                        </p:tgtEl>
                                        <p:attrNameLst>
                                          <p:attrName>stroke.on</p:attrName>
                                        </p:attrNameLst>
                                      </p:cBhvr>
                                      <p:to>
                                        <p:strVal val="true"/>
                                      </p:to>
                                    </p:se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939551"/>
                                        </p:tgtEl>
                                        <p:attrNameLst>
                                          <p:attrName>style.visibility</p:attrName>
                                        </p:attrNameLst>
                                      </p:cBhvr>
                                      <p:to>
                                        <p:strVal val="visible"/>
                                      </p:to>
                                    </p:set>
                                    <p:animEffect transition="in" filter="blinds(horizontal)">
                                      <p:cBhvr>
                                        <p:cTn id="37" dur="500"/>
                                        <p:tgtEl>
                                          <p:spTgt spid="1939551"/>
                                        </p:tgtEl>
                                      </p:cBhvr>
                                    </p:animEffect>
                                  </p:childTnLst>
                                </p:cTn>
                              </p:par>
                              <p:par>
                                <p:cTn id="38" presetID="3" presetClass="entr" presetSubtype="10" fill="hold" grpId="0" nodeType="withEffect">
                                  <p:stCondLst>
                                    <p:cond delay="0"/>
                                  </p:stCondLst>
                                  <p:childTnLst>
                                    <p:set>
                                      <p:cBhvr>
                                        <p:cTn id="39" dur="1" fill="hold">
                                          <p:stCondLst>
                                            <p:cond delay="0"/>
                                          </p:stCondLst>
                                        </p:cTn>
                                        <p:tgtEl>
                                          <p:spTgt spid="1939552"/>
                                        </p:tgtEl>
                                        <p:attrNameLst>
                                          <p:attrName>style.visibility</p:attrName>
                                        </p:attrNameLst>
                                      </p:cBhvr>
                                      <p:to>
                                        <p:strVal val="visible"/>
                                      </p:to>
                                    </p:set>
                                    <p:animEffect transition="in" filter="blinds(horizontal)">
                                      <p:cBhvr>
                                        <p:cTn id="40" dur="500"/>
                                        <p:tgtEl>
                                          <p:spTgt spid="1939552"/>
                                        </p:tgtEl>
                                      </p:cBhvr>
                                    </p:animEffec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939459">
                                            <p:txEl>
                                              <p:charRg st="17" end="44"/>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939459">
                                            <p:txEl>
                                              <p:charRg st="44" end="150"/>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939459">
                                            <p:txEl>
                                              <p:charRg st="150" end="177"/>
                                            </p:txEl>
                                          </p:spTgt>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39459" grpId="0" build="p"/>
      <p:bldP spid="1939550" grpId="0"/>
      <p:bldP spid="1939551" grpId="0"/>
      <p:bldP spid="1939552"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6" name="灯片编号占位符 3"/>
          <p:cNvSpPr txBox="1">
            <a:spLocks noGrp="1"/>
          </p:cNvSpPr>
          <p:nvPr>
            <p:ph type="sldNum" sz="quarter" idx="10"/>
          </p:nvPr>
        </p:nvSpPr>
        <p:spPr>
          <a:ln/>
        </p:spPr>
        <p:txBody>
          <a:bodyPr anchor="b" anchorCtr="0"/>
          <a:p>
            <a:pPr marL="0" indent="0" algn="r" eaLnBrk="1" hangingPunct="1">
              <a:spcBef>
                <a:spcPct val="0"/>
              </a:spcBef>
              <a:buClrTx/>
              <a:buSzTx/>
              <a:buFontTx/>
              <a:buNone/>
            </a:pPr>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52227" name="Rectangle 2"/>
          <p:cNvSpPr>
            <a:spLocks noGrp="1"/>
          </p:cNvSpPr>
          <p:nvPr>
            <p:ph type="title"/>
          </p:nvPr>
        </p:nvSpPr>
        <p:spPr>
          <a:ln/>
        </p:spPr>
        <p:txBody>
          <a:bodyPr vert="horz" wrap="square" lIns="91440" tIns="45720" rIns="91440" bIns="45720" anchor="b" anchorCtr="0"/>
          <a:p>
            <a:pPr eaLnBrk="1" hangingPunct="1"/>
            <a:r>
              <a:rPr lang="en-US" altLang="zh-CN" dirty="0">
                <a:ea typeface="宋体" panose="02010600030101010101" pitchFamily="2" charset="-122"/>
              </a:rPr>
              <a:t>Overview of LinkClus</a:t>
            </a:r>
            <a:endParaRPr lang="en-US" altLang="zh-CN" dirty="0">
              <a:ea typeface="宋体" panose="02010600030101010101" pitchFamily="2" charset="-122"/>
            </a:endParaRPr>
          </a:p>
        </p:txBody>
      </p:sp>
      <p:sp>
        <p:nvSpPr>
          <p:cNvPr id="1940483" name="Rectangle 3"/>
          <p:cNvSpPr>
            <a:spLocks noGrp="1"/>
          </p:cNvSpPr>
          <p:nvPr>
            <p:ph idx="1"/>
          </p:nvPr>
        </p:nvSpPr>
        <p:spPr>
          <a:xfrm>
            <a:off x="152400" y="1219200"/>
            <a:ext cx="8991600" cy="5181600"/>
          </a:xfrm>
          <a:ln/>
        </p:spPr>
        <p:txBody>
          <a:bodyPr vert="horz" wrap="square" lIns="91440" tIns="45720" rIns="91440" bIns="45720" anchor="t" anchorCtr="0"/>
          <a:p>
            <a:pPr eaLnBrk="1" hangingPunct="1"/>
            <a:r>
              <a:rPr lang="en-US" altLang="zh-CN" dirty="0">
                <a:ea typeface="宋体" panose="02010600030101010101" pitchFamily="2" charset="-122"/>
              </a:rPr>
              <a:t>Initialize a SimTree for objects of each type</a:t>
            </a:r>
            <a:endParaRPr lang="en-US" altLang="zh-CN" dirty="0">
              <a:ea typeface="宋体" panose="02010600030101010101" pitchFamily="2" charset="-122"/>
            </a:endParaRPr>
          </a:p>
          <a:p>
            <a:pPr eaLnBrk="1" hangingPunct="1"/>
            <a:r>
              <a:rPr lang="en-US" altLang="zh-CN" dirty="0">
                <a:ea typeface="宋体" panose="02010600030101010101" pitchFamily="2" charset="-122"/>
              </a:rPr>
              <a:t>Repeat</a:t>
            </a:r>
            <a:endParaRPr lang="en-US" altLang="zh-CN" dirty="0">
              <a:ea typeface="宋体" panose="02010600030101010101" pitchFamily="2" charset="-122"/>
            </a:endParaRPr>
          </a:p>
          <a:p>
            <a:pPr lvl="1" eaLnBrk="1" hangingPunct="1"/>
            <a:r>
              <a:rPr lang="en-US" altLang="zh-CN" dirty="0">
                <a:ea typeface="宋体" panose="02010600030101010101" pitchFamily="2" charset="-122"/>
              </a:rPr>
              <a:t>For each SimTree, update the similarities between its nodes using similarities in other SimTrees</a:t>
            </a:r>
            <a:endParaRPr lang="en-US" altLang="zh-CN" dirty="0">
              <a:ea typeface="宋体" panose="02010600030101010101" pitchFamily="2" charset="-122"/>
            </a:endParaRPr>
          </a:p>
          <a:p>
            <a:pPr lvl="2" eaLnBrk="1" hangingPunct="1"/>
            <a:r>
              <a:rPr lang="en-US" altLang="zh-CN" dirty="0">
                <a:ea typeface="宋体" panose="02010600030101010101" pitchFamily="2" charset="-122"/>
              </a:rPr>
              <a:t>Similarity between two nodes </a:t>
            </a:r>
            <a:r>
              <a:rPr lang="en-US" altLang="zh-CN" i="1" dirty="0">
                <a:latin typeface="Times New Roman" panose="02020603050405020304" pitchFamily="18" charset="0"/>
                <a:ea typeface="宋体" panose="02010600030101010101" pitchFamily="2" charset="-122"/>
              </a:rPr>
              <a:t>x</a:t>
            </a:r>
            <a:r>
              <a:rPr lang="en-US" altLang="zh-CN" dirty="0">
                <a:ea typeface="宋体" panose="02010600030101010101" pitchFamily="2" charset="-122"/>
              </a:rPr>
              <a:t> and </a:t>
            </a:r>
            <a:r>
              <a:rPr lang="en-US" altLang="zh-CN" i="1" dirty="0">
                <a:latin typeface="Times New Roman" panose="02020603050405020304" pitchFamily="18" charset="0"/>
                <a:ea typeface="宋体" panose="02010600030101010101" pitchFamily="2" charset="-122"/>
              </a:rPr>
              <a:t>y</a:t>
            </a:r>
            <a:r>
              <a:rPr lang="en-US" altLang="zh-CN" dirty="0">
                <a:ea typeface="宋体" panose="02010600030101010101" pitchFamily="2" charset="-122"/>
              </a:rPr>
              <a:t> is the average similarity between objects linked with them</a:t>
            </a:r>
            <a:endParaRPr lang="en-US" altLang="zh-CN" dirty="0">
              <a:ea typeface="宋体" panose="02010600030101010101" pitchFamily="2" charset="-122"/>
            </a:endParaRPr>
          </a:p>
          <a:p>
            <a:pPr lvl="1" eaLnBrk="1" hangingPunct="1"/>
            <a:r>
              <a:rPr lang="en-US" altLang="zh-CN" dirty="0">
                <a:ea typeface="宋体" panose="02010600030101010101" pitchFamily="2" charset="-122"/>
              </a:rPr>
              <a:t>Adjust the structure of each SimTree</a:t>
            </a:r>
            <a:endParaRPr lang="en-US" altLang="zh-CN" dirty="0">
              <a:ea typeface="宋体" panose="02010600030101010101" pitchFamily="2" charset="-122"/>
            </a:endParaRPr>
          </a:p>
          <a:p>
            <a:pPr lvl="2" eaLnBrk="1" hangingPunct="1"/>
            <a:r>
              <a:rPr lang="en-US" altLang="zh-CN" dirty="0">
                <a:ea typeface="宋体" panose="02010600030101010101" pitchFamily="2" charset="-122"/>
              </a:rPr>
              <a:t>Assign each node to the parent node that it is most similar to</a:t>
            </a:r>
            <a:endParaRPr lang="en-US" altLang="zh-CN" dirty="0">
              <a:ea typeface="宋体" panose="02010600030101010101" pitchFamily="2" charset="-122"/>
            </a:endParaRP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40483">
                                            <p:txEl>
                                              <p:charRg st="0" end="46"/>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40483">
                                            <p:txEl>
                                              <p:charRg st="46" end="5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40483">
                                            <p:txEl>
                                              <p:charRg st="53" end="150"/>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40483">
                                            <p:txEl>
                                              <p:charRg st="150" end="246"/>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940483">
                                            <p:txEl>
                                              <p:charRg st="246" end="283"/>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940483">
                                            <p:txEl>
                                              <p:charRg st="283" end="34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0483"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50" name="灯片编号占位符 3"/>
          <p:cNvSpPr txBox="1">
            <a:spLocks noGrp="1"/>
          </p:cNvSpPr>
          <p:nvPr>
            <p:ph type="sldNum" sz="quarter" idx="10"/>
          </p:nvPr>
        </p:nvSpPr>
        <p:spPr>
          <a:ln/>
        </p:spPr>
        <p:txBody>
          <a:bodyPr anchor="b" anchorCtr="0"/>
          <a:p>
            <a:pPr marL="0" indent="0" algn="r" eaLnBrk="1" hangingPunct="1">
              <a:spcBef>
                <a:spcPct val="0"/>
              </a:spcBef>
              <a:buClrTx/>
              <a:buSzTx/>
              <a:buFontTx/>
              <a:buNone/>
            </a:pPr>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53251" name="Rectangle 2"/>
          <p:cNvSpPr>
            <a:spLocks noGrp="1"/>
          </p:cNvSpPr>
          <p:nvPr>
            <p:ph type="title"/>
          </p:nvPr>
        </p:nvSpPr>
        <p:spPr>
          <a:ln/>
        </p:spPr>
        <p:txBody>
          <a:bodyPr vert="horz" wrap="square" lIns="91440" tIns="45720" rIns="91440" bIns="45720" anchor="b" anchorCtr="0"/>
          <a:p>
            <a:pPr eaLnBrk="1" hangingPunct="1"/>
            <a:r>
              <a:rPr lang="en-US" altLang="zh-CN" dirty="0">
                <a:ea typeface="宋体" panose="02010600030101010101" pitchFamily="2" charset="-122"/>
              </a:rPr>
              <a:t>Initialization of SimTrees</a:t>
            </a:r>
            <a:endParaRPr lang="en-US" altLang="zh-CN" dirty="0">
              <a:ea typeface="宋体" panose="02010600030101010101" pitchFamily="2" charset="-122"/>
            </a:endParaRPr>
          </a:p>
        </p:txBody>
      </p:sp>
      <p:sp>
        <p:nvSpPr>
          <p:cNvPr id="1941507" name="Rectangle 3"/>
          <p:cNvSpPr>
            <a:spLocks noGrp="1"/>
          </p:cNvSpPr>
          <p:nvPr>
            <p:ph idx="1"/>
          </p:nvPr>
        </p:nvSpPr>
        <p:spPr>
          <a:ln/>
        </p:spPr>
        <p:txBody>
          <a:bodyPr vert="horz" wrap="square" lIns="91440" tIns="45720" rIns="91440" bIns="45720" anchor="t" anchorCtr="0"/>
          <a:p>
            <a:pPr eaLnBrk="1" hangingPunct="1"/>
            <a:r>
              <a:rPr lang="en-US" altLang="zh-CN" dirty="0">
                <a:ea typeface="宋体" panose="02010600030101010101" pitchFamily="2" charset="-122"/>
              </a:rPr>
              <a:t>The </a:t>
            </a:r>
            <a:r>
              <a:rPr lang="en-US" altLang="zh-CN" dirty="0">
                <a:latin typeface="Arial" panose="020B0604020202020204" pitchFamily="34" charset="0"/>
                <a:ea typeface="宋体" panose="02010600030101010101" pitchFamily="2" charset="-122"/>
              </a:rPr>
              <a:t>“</a:t>
            </a:r>
            <a:r>
              <a:rPr lang="en-US" altLang="zh-CN" dirty="0">
                <a:ea typeface="宋体" panose="02010600030101010101" pitchFamily="2" charset="-122"/>
              </a:rPr>
              <a:t>SimTrees</a:t>
            </a:r>
            <a:r>
              <a:rPr lang="en-US" altLang="zh-CN" dirty="0">
                <a:latin typeface="Arial" panose="020B0604020202020204" pitchFamily="34" charset="0"/>
                <a:ea typeface="宋体" panose="02010600030101010101" pitchFamily="2" charset="-122"/>
              </a:rPr>
              <a:t>”</a:t>
            </a:r>
            <a:r>
              <a:rPr lang="en-US" altLang="zh-CN" dirty="0">
                <a:ea typeface="宋体" panose="02010600030101010101" pitchFamily="2" charset="-122"/>
              </a:rPr>
              <a:t> before initialization </a:t>
            </a:r>
            <a:endParaRPr lang="en-US" altLang="zh-CN" dirty="0">
              <a:ea typeface="宋体" panose="02010600030101010101" pitchFamily="2" charset="-122"/>
            </a:endParaRPr>
          </a:p>
          <a:p>
            <a:pPr lvl="1" eaLnBrk="1" hangingPunct="1"/>
            <a:endParaRPr lang="en-US" altLang="zh-CN" dirty="0">
              <a:ea typeface="宋体" panose="02010600030101010101" pitchFamily="2" charset="-122"/>
            </a:endParaRPr>
          </a:p>
          <a:p>
            <a:pPr lvl="1" eaLnBrk="1" hangingPunct="1"/>
            <a:endParaRPr lang="en-US" altLang="zh-CN" dirty="0">
              <a:ea typeface="宋体" panose="02010600030101010101" pitchFamily="2" charset="-122"/>
            </a:endParaRPr>
          </a:p>
          <a:p>
            <a:pPr lvl="1" eaLnBrk="1" hangingPunct="1"/>
            <a:endParaRPr lang="en-US" altLang="zh-CN" dirty="0">
              <a:ea typeface="宋体" panose="02010600030101010101" pitchFamily="2" charset="-122"/>
            </a:endParaRPr>
          </a:p>
          <a:p>
            <a:pPr lvl="1" eaLnBrk="1" hangingPunct="1"/>
            <a:r>
              <a:rPr lang="en-US" altLang="zh-CN" dirty="0">
                <a:ea typeface="宋体" panose="02010600030101010101" pitchFamily="2" charset="-122"/>
              </a:rPr>
              <a:t>Each leaf nodes have similarity 1 to itself and 0 to others</a:t>
            </a:r>
            <a:endParaRPr lang="en-US" altLang="zh-CN" dirty="0">
              <a:ea typeface="宋体" panose="02010600030101010101" pitchFamily="2" charset="-122"/>
            </a:endParaRPr>
          </a:p>
          <a:p>
            <a:pPr eaLnBrk="1" hangingPunct="1"/>
            <a:r>
              <a:rPr lang="en-US" altLang="zh-CN" dirty="0">
                <a:ea typeface="宋体" panose="02010600030101010101" pitchFamily="2" charset="-122"/>
              </a:rPr>
              <a:t>Initializing a SimTree</a:t>
            </a:r>
            <a:endParaRPr lang="en-US" altLang="zh-CN" dirty="0">
              <a:ea typeface="宋体" panose="02010600030101010101" pitchFamily="2" charset="-122"/>
            </a:endParaRPr>
          </a:p>
          <a:p>
            <a:pPr lvl="1" eaLnBrk="1" hangingPunct="1"/>
            <a:r>
              <a:rPr lang="en-US" altLang="zh-CN" dirty="0">
                <a:ea typeface="宋体" panose="02010600030101010101" pitchFamily="2" charset="-122"/>
              </a:rPr>
              <a:t>Repeatedly find groups of tightly related nodes, which are merged into a higher-level node</a:t>
            </a:r>
            <a:endParaRPr lang="en-US" altLang="zh-CN" dirty="0">
              <a:ea typeface="宋体" panose="02010600030101010101" pitchFamily="2" charset="-122"/>
            </a:endParaRPr>
          </a:p>
        </p:txBody>
      </p:sp>
      <p:sp>
        <p:nvSpPr>
          <p:cNvPr id="53253" name="Oval 4"/>
          <p:cNvSpPr/>
          <p:nvPr/>
        </p:nvSpPr>
        <p:spPr>
          <a:xfrm>
            <a:off x="1219200" y="1752600"/>
            <a:ext cx="304800" cy="304800"/>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r>
              <a:rPr lang="en-US" altLang="zh-CN" sz="1600" dirty="0">
                <a:latin typeface="Times New Roman" panose="02020603050405020304" pitchFamily="18" charset="0"/>
                <a:ea typeface="宋体" panose="02010600030101010101" pitchFamily="2" charset="-122"/>
              </a:rPr>
              <a:t>10</a:t>
            </a:r>
            <a:endParaRPr lang="en-US" altLang="zh-CN" sz="1600" dirty="0">
              <a:latin typeface="Times New Roman" panose="02020603050405020304" pitchFamily="18" charset="0"/>
              <a:ea typeface="宋体" panose="02010600030101010101" pitchFamily="2" charset="-122"/>
            </a:endParaRPr>
          </a:p>
        </p:txBody>
      </p:sp>
      <p:sp>
        <p:nvSpPr>
          <p:cNvPr id="53254" name="Oval 5"/>
          <p:cNvSpPr/>
          <p:nvPr/>
        </p:nvSpPr>
        <p:spPr>
          <a:xfrm>
            <a:off x="1600200" y="1752600"/>
            <a:ext cx="304800" cy="304800"/>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r>
              <a:rPr lang="en-US" altLang="zh-CN" sz="1600" dirty="0">
                <a:latin typeface="Times New Roman" panose="02020603050405020304" pitchFamily="18" charset="0"/>
                <a:ea typeface="宋体" panose="02010600030101010101" pitchFamily="2" charset="-122"/>
              </a:rPr>
              <a:t>11</a:t>
            </a:r>
            <a:endParaRPr lang="en-US" altLang="zh-CN" sz="1600" dirty="0">
              <a:latin typeface="Times New Roman" panose="02020603050405020304" pitchFamily="18" charset="0"/>
              <a:ea typeface="宋体" panose="02010600030101010101" pitchFamily="2" charset="-122"/>
            </a:endParaRPr>
          </a:p>
        </p:txBody>
      </p:sp>
      <p:sp>
        <p:nvSpPr>
          <p:cNvPr id="53255" name="Oval 6"/>
          <p:cNvSpPr/>
          <p:nvPr/>
        </p:nvSpPr>
        <p:spPr>
          <a:xfrm>
            <a:off x="1981200" y="1752600"/>
            <a:ext cx="304800" cy="304800"/>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r>
              <a:rPr lang="en-US" altLang="zh-CN" sz="1600" dirty="0">
                <a:latin typeface="Times New Roman" panose="02020603050405020304" pitchFamily="18" charset="0"/>
                <a:ea typeface="宋体" panose="02010600030101010101" pitchFamily="2" charset="-122"/>
              </a:rPr>
              <a:t>12</a:t>
            </a:r>
            <a:endParaRPr lang="en-US" altLang="zh-CN" sz="1600" dirty="0">
              <a:latin typeface="Times New Roman" panose="02020603050405020304" pitchFamily="18" charset="0"/>
              <a:ea typeface="宋体" panose="02010600030101010101" pitchFamily="2" charset="-122"/>
            </a:endParaRPr>
          </a:p>
        </p:txBody>
      </p:sp>
      <p:sp>
        <p:nvSpPr>
          <p:cNvPr id="53256" name="Oval 7"/>
          <p:cNvSpPr/>
          <p:nvPr/>
        </p:nvSpPr>
        <p:spPr>
          <a:xfrm>
            <a:off x="2362200" y="1752600"/>
            <a:ext cx="304800" cy="304800"/>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r>
              <a:rPr lang="en-US" altLang="zh-CN" sz="1600" dirty="0">
                <a:latin typeface="Times New Roman" panose="02020603050405020304" pitchFamily="18" charset="0"/>
                <a:ea typeface="宋体" panose="02010600030101010101" pitchFamily="2" charset="-122"/>
              </a:rPr>
              <a:t>13</a:t>
            </a:r>
            <a:endParaRPr lang="en-US" altLang="zh-CN" sz="1600" dirty="0">
              <a:latin typeface="Times New Roman" panose="02020603050405020304" pitchFamily="18" charset="0"/>
              <a:ea typeface="宋体" panose="02010600030101010101" pitchFamily="2" charset="-122"/>
            </a:endParaRPr>
          </a:p>
        </p:txBody>
      </p:sp>
      <p:sp>
        <p:nvSpPr>
          <p:cNvPr id="53257" name="Oval 8"/>
          <p:cNvSpPr/>
          <p:nvPr/>
        </p:nvSpPr>
        <p:spPr>
          <a:xfrm>
            <a:off x="2743200" y="1752600"/>
            <a:ext cx="304800" cy="304800"/>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r>
              <a:rPr lang="en-US" altLang="zh-CN" sz="1600" dirty="0">
                <a:latin typeface="Times New Roman" panose="02020603050405020304" pitchFamily="18" charset="0"/>
                <a:ea typeface="宋体" panose="02010600030101010101" pitchFamily="2" charset="-122"/>
              </a:rPr>
              <a:t>14</a:t>
            </a:r>
            <a:endParaRPr lang="en-US" altLang="zh-CN" sz="1600" dirty="0">
              <a:latin typeface="Times New Roman" panose="02020603050405020304" pitchFamily="18" charset="0"/>
              <a:ea typeface="宋体" panose="02010600030101010101" pitchFamily="2" charset="-122"/>
            </a:endParaRPr>
          </a:p>
        </p:txBody>
      </p:sp>
      <p:sp>
        <p:nvSpPr>
          <p:cNvPr id="53258" name="Oval 9"/>
          <p:cNvSpPr/>
          <p:nvPr/>
        </p:nvSpPr>
        <p:spPr>
          <a:xfrm>
            <a:off x="3124200" y="1752600"/>
            <a:ext cx="304800" cy="304800"/>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r>
              <a:rPr lang="en-US" altLang="zh-CN" sz="1600" dirty="0">
                <a:latin typeface="Times New Roman" panose="02020603050405020304" pitchFamily="18" charset="0"/>
                <a:ea typeface="宋体" panose="02010600030101010101" pitchFamily="2" charset="-122"/>
              </a:rPr>
              <a:t>15</a:t>
            </a:r>
            <a:endParaRPr lang="en-US" altLang="zh-CN" sz="1600" dirty="0">
              <a:latin typeface="Times New Roman" panose="02020603050405020304" pitchFamily="18" charset="0"/>
              <a:ea typeface="宋体" panose="02010600030101010101" pitchFamily="2" charset="-122"/>
            </a:endParaRPr>
          </a:p>
        </p:txBody>
      </p:sp>
      <p:sp>
        <p:nvSpPr>
          <p:cNvPr id="53259" name="Oval 10"/>
          <p:cNvSpPr/>
          <p:nvPr/>
        </p:nvSpPr>
        <p:spPr>
          <a:xfrm>
            <a:off x="3505200" y="1752600"/>
            <a:ext cx="304800" cy="304800"/>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r>
              <a:rPr lang="en-US" altLang="zh-CN" sz="1600" dirty="0">
                <a:latin typeface="Times New Roman" panose="02020603050405020304" pitchFamily="18" charset="0"/>
                <a:ea typeface="宋体" panose="02010600030101010101" pitchFamily="2" charset="-122"/>
              </a:rPr>
              <a:t>16</a:t>
            </a:r>
            <a:endParaRPr lang="en-US" altLang="zh-CN" sz="1600" dirty="0">
              <a:latin typeface="Times New Roman" panose="02020603050405020304" pitchFamily="18" charset="0"/>
              <a:ea typeface="宋体" panose="02010600030101010101" pitchFamily="2" charset="-122"/>
            </a:endParaRPr>
          </a:p>
        </p:txBody>
      </p:sp>
      <p:sp>
        <p:nvSpPr>
          <p:cNvPr id="53260" name="Oval 11"/>
          <p:cNvSpPr/>
          <p:nvPr/>
        </p:nvSpPr>
        <p:spPr>
          <a:xfrm>
            <a:off x="3886200" y="1752600"/>
            <a:ext cx="304800" cy="304800"/>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r>
              <a:rPr lang="en-US" altLang="zh-CN" sz="1600" dirty="0">
                <a:latin typeface="Times New Roman" panose="02020603050405020304" pitchFamily="18" charset="0"/>
                <a:ea typeface="宋体" panose="02010600030101010101" pitchFamily="2" charset="-122"/>
              </a:rPr>
              <a:t>17</a:t>
            </a:r>
            <a:endParaRPr lang="en-US" altLang="zh-CN" sz="1600" dirty="0">
              <a:latin typeface="Times New Roman" panose="02020603050405020304" pitchFamily="18" charset="0"/>
              <a:ea typeface="宋体" panose="02010600030101010101" pitchFamily="2" charset="-122"/>
            </a:endParaRPr>
          </a:p>
        </p:txBody>
      </p:sp>
      <p:sp>
        <p:nvSpPr>
          <p:cNvPr id="53261" name="Oval 12"/>
          <p:cNvSpPr/>
          <p:nvPr/>
        </p:nvSpPr>
        <p:spPr>
          <a:xfrm>
            <a:off x="4267200" y="1752600"/>
            <a:ext cx="304800" cy="304800"/>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r>
              <a:rPr lang="en-US" altLang="zh-CN" sz="1600" dirty="0">
                <a:latin typeface="Times New Roman" panose="02020603050405020304" pitchFamily="18" charset="0"/>
                <a:ea typeface="宋体" panose="02010600030101010101" pitchFamily="2" charset="-122"/>
              </a:rPr>
              <a:t>18</a:t>
            </a:r>
            <a:endParaRPr lang="en-US" altLang="zh-CN" sz="1600" dirty="0">
              <a:latin typeface="Times New Roman" panose="02020603050405020304" pitchFamily="18" charset="0"/>
              <a:ea typeface="宋体" panose="02010600030101010101" pitchFamily="2" charset="-122"/>
            </a:endParaRPr>
          </a:p>
        </p:txBody>
      </p:sp>
      <p:sp>
        <p:nvSpPr>
          <p:cNvPr id="53262" name="Oval 13"/>
          <p:cNvSpPr/>
          <p:nvPr/>
        </p:nvSpPr>
        <p:spPr>
          <a:xfrm>
            <a:off x="4648200" y="1752600"/>
            <a:ext cx="304800" cy="304800"/>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r>
              <a:rPr lang="en-US" altLang="zh-CN" sz="1600" dirty="0">
                <a:latin typeface="Times New Roman" panose="02020603050405020304" pitchFamily="18" charset="0"/>
                <a:ea typeface="宋体" panose="02010600030101010101" pitchFamily="2" charset="-122"/>
              </a:rPr>
              <a:t>19</a:t>
            </a:r>
            <a:endParaRPr lang="en-US" altLang="zh-CN" sz="1600" dirty="0">
              <a:latin typeface="Times New Roman" panose="02020603050405020304" pitchFamily="18" charset="0"/>
              <a:ea typeface="宋体" panose="02010600030101010101" pitchFamily="2" charset="-122"/>
            </a:endParaRPr>
          </a:p>
        </p:txBody>
      </p:sp>
      <p:sp>
        <p:nvSpPr>
          <p:cNvPr id="53263" name="Oval 14"/>
          <p:cNvSpPr/>
          <p:nvPr/>
        </p:nvSpPr>
        <p:spPr>
          <a:xfrm>
            <a:off x="5029200" y="1752600"/>
            <a:ext cx="304800" cy="304800"/>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r>
              <a:rPr lang="en-US" altLang="zh-CN" sz="1600" dirty="0">
                <a:latin typeface="Times New Roman" panose="02020603050405020304" pitchFamily="18" charset="0"/>
                <a:ea typeface="宋体" panose="02010600030101010101" pitchFamily="2" charset="-122"/>
              </a:rPr>
              <a:t>20</a:t>
            </a:r>
            <a:endParaRPr lang="en-US" altLang="zh-CN" sz="1600" dirty="0">
              <a:latin typeface="Times New Roman" panose="02020603050405020304" pitchFamily="18" charset="0"/>
              <a:ea typeface="宋体" panose="02010600030101010101" pitchFamily="2" charset="-122"/>
            </a:endParaRPr>
          </a:p>
        </p:txBody>
      </p:sp>
      <p:sp>
        <p:nvSpPr>
          <p:cNvPr id="53264" name="Oval 15"/>
          <p:cNvSpPr/>
          <p:nvPr/>
        </p:nvSpPr>
        <p:spPr>
          <a:xfrm>
            <a:off x="5410200" y="1752600"/>
            <a:ext cx="304800" cy="304800"/>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r>
              <a:rPr lang="en-US" altLang="zh-CN" sz="1600" dirty="0">
                <a:latin typeface="Times New Roman" panose="02020603050405020304" pitchFamily="18" charset="0"/>
                <a:ea typeface="宋体" panose="02010600030101010101" pitchFamily="2" charset="-122"/>
              </a:rPr>
              <a:t>21</a:t>
            </a:r>
            <a:endParaRPr lang="en-US" altLang="zh-CN" sz="1600" dirty="0">
              <a:latin typeface="Times New Roman" panose="02020603050405020304" pitchFamily="18" charset="0"/>
              <a:ea typeface="宋体" panose="02010600030101010101" pitchFamily="2" charset="-122"/>
            </a:endParaRPr>
          </a:p>
        </p:txBody>
      </p:sp>
      <p:sp>
        <p:nvSpPr>
          <p:cNvPr id="53265" name="Oval 16"/>
          <p:cNvSpPr/>
          <p:nvPr/>
        </p:nvSpPr>
        <p:spPr>
          <a:xfrm>
            <a:off x="5791200" y="1752600"/>
            <a:ext cx="304800" cy="304800"/>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r>
              <a:rPr lang="en-US" altLang="zh-CN" sz="1600" dirty="0">
                <a:latin typeface="Times New Roman" panose="02020603050405020304" pitchFamily="18" charset="0"/>
                <a:ea typeface="宋体" panose="02010600030101010101" pitchFamily="2" charset="-122"/>
              </a:rPr>
              <a:t>22</a:t>
            </a:r>
            <a:endParaRPr lang="en-US" altLang="zh-CN" sz="1600" dirty="0">
              <a:latin typeface="Times New Roman" panose="02020603050405020304" pitchFamily="18" charset="0"/>
              <a:ea typeface="宋体" panose="02010600030101010101" pitchFamily="2" charset="-122"/>
            </a:endParaRPr>
          </a:p>
        </p:txBody>
      </p:sp>
      <p:sp>
        <p:nvSpPr>
          <p:cNvPr id="53266" name="Oval 17"/>
          <p:cNvSpPr/>
          <p:nvPr/>
        </p:nvSpPr>
        <p:spPr>
          <a:xfrm>
            <a:off x="6172200" y="1752600"/>
            <a:ext cx="304800" cy="304800"/>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r>
              <a:rPr lang="en-US" altLang="zh-CN" sz="1600" dirty="0">
                <a:latin typeface="Times New Roman" panose="02020603050405020304" pitchFamily="18" charset="0"/>
                <a:ea typeface="宋体" panose="02010600030101010101" pitchFamily="2" charset="-122"/>
              </a:rPr>
              <a:t>23</a:t>
            </a:r>
            <a:endParaRPr lang="en-US" altLang="zh-CN" sz="1600" dirty="0">
              <a:latin typeface="Times New Roman" panose="02020603050405020304" pitchFamily="18" charset="0"/>
              <a:ea typeface="宋体" panose="02010600030101010101" pitchFamily="2" charset="-122"/>
            </a:endParaRPr>
          </a:p>
        </p:txBody>
      </p:sp>
      <p:sp>
        <p:nvSpPr>
          <p:cNvPr id="53267" name="Oval 18"/>
          <p:cNvSpPr/>
          <p:nvPr/>
        </p:nvSpPr>
        <p:spPr>
          <a:xfrm>
            <a:off x="6553200" y="1752600"/>
            <a:ext cx="304800" cy="304800"/>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r>
              <a:rPr lang="en-US" altLang="zh-CN" sz="1600" dirty="0">
                <a:latin typeface="Times New Roman" panose="02020603050405020304" pitchFamily="18" charset="0"/>
                <a:ea typeface="宋体" panose="02010600030101010101" pitchFamily="2" charset="-122"/>
              </a:rPr>
              <a:t>24</a:t>
            </a:r>
            <a:endParaRPr lang="en-US" altLang="zh-CN" sz="1600" dirty="0">
              <a:latin typeface="Times New Roman" panose="02020603050405020304" pitchFamily="18" charset="0"/>
              <a:ea typeface="宋体" panose="02010600030101010101" pitchFamily="2" charset="-122"/>
            </a:endParaRPr>
          </a:p>
        </p:txBody>
      </p:sp>
      <p:sp>
        <p:nvSpPr>
          <p:cNvPr id="53268" name="Oval 19"/>
          <p:cNvSpPr/>
          <p:nvPr/>
        </p:nvSpPr>
        <p:spPr>
          <a:xfrm>
            <a:off x="1371600" y="2590800"/>
            <a:ext cx="304800" cy="304800"/>
          </a:xfrm>
          <a:prstGeom prst="ellipse">
            <a:avLst/>
          </a:prstGeom>
          <a:solidFill>
            <a:schemeClr val="bg1"/>
          </a:solidFill>
          <a:ln w="9525" cap="flat" cmpd="sng">
            <a:solidFill>
              <a:schemeClr val="tx1"/>
            </a:solidFill>
            <a:prstDash val="solid"/>
            <a:headEnd type="none" w="med" len="med"/>
            <a:tailEnd type="none" w="med" len="med"/>
          </a:ln>
        </p:spPr>
        <p:txBody>
          <a:bodyPr wrap="none" tIns="0"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r>
              <a:rPr lang="en-US" altLang="zh-CN" sz="1600" dirty="0">
                <a:latin typeface="Times New Roman" panose="02020603050405020304" pitchFamily="18" charset="0"/>
                <a:ea typeface="宋体" panose="02010600030101010101" pitchFamily="2" charset="-122"/>
              </a:rPr>
              <a:t>l</a:t>
            </a:r>
            <a:endParaRPr lang="en-US" altLang="zh-CN" sz="1600" dirty="0">
              <a:latin typeface="Times New Roman" panose="02020603050405020304" pitchFamily="18" charset="0"/>
              <a:ea typeface="宋体" panose="02010600030101010101" pitchFamily="2" charset="-122"/>
            </a:endParaRPr>
          </a:p>
        </p:txBody>
      </p:sp>
      <p:sp>
        <p:nvSpPr>
          <p:cNvPr id="53269" name="Oval 20"/>
          <p:cNvSpPr/>
          <p:nvPr/>
        </p:nvSpPr>
        <p:spPr>
          <a:xfrm>
            <a:off x="1752600" y="2590800"/>
            <a:ext cx="304800" cy="304800"/>
          </a:xfrm>
          <a:prstGeom prst="ellipse">
            <a:avLst/>
          </a:prstGeom>
          <a:solidFill>
            <a:schemeClr val="bg1"/>
          </a:solidFill>
          <a:ln w="9525" cap="flat" cmpd="sng">
            <a:solidFill>
              <a:schemeClr val="tx1"/>
            </a:solidFill>
            <a:prstDash val="solid"/>
            <a:headEnd type="none" w="med" len="med"/>
            <a:tailEnd type="none" w="med" len="med"/>
          </a:ln>
        </p:spPr>
        <p:txBody>
          <a:bodyPr wrap="none" tIns="0"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r>
              <a:rPr lang="en-US" altLang="zh-CN" sz="1600" dirty="0">
                <a:latin typeface="Times New Roman" panose="02020603050405020304" pitchFamily="18" charset="0"/>
                <a:ea typeface="宋体" panose="02010600030101010101" pitchFamily="2" charset="-122"/>
              </a:rPr>
              <a:t>m</a:t>
            </a:r>
            <a:endParaRPr lang="en-US" altLang="zh-CN" sz="1600" dirty="0">
              <a:latin typeface="Times New Roman" panose="02020603050405020304" pitchFamily="18" charset="0"/>
              <a:ea typeface="宋体" panose="02010600030101010101" pitchFamily="2" charset="-122"/>
            </a:endParaRPr>
          </a:p>
        </p:txBody>
      </p:sp>
      <p:sp>
        <p:nvSpPr>
          <p:cNvPr id="53270" name="Oval 21"/>
          <p:cNvSpPr/>
          <p:nvPr/>
        </p:nvSpPr>
        <p:spPr>
          <a:xfrm>
            <a:off x="2133600" y="2590800"/>
            <a:ext cx="304800" cy="304800"/>
          </a:xfrm>
          <a:prstGeom prst="ellipse">
            <a:avLst/>
          </a:prstGeom>
          <a:solidFill>
            <a:schemeClr val="bg1"/>
          </a:solidFill>
          <a:ln w="9525" cap="flat" cmpd="sng">
            <a:solidFill>
              <a:schemeClr val="tx1"/>
            </a:solidFill>
            <a:prstDash val="solid"/>
            <a:headEnd type="none" w="med" len="med"/>
            <a:tailEnd type="none" w="med" len="med"/>
          </a:ln>
        </p:spPr>
        <p:txBody>
          <a:bodyPr wrap="none" tIns="0"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r>
              <a:rPr lang="en-US" altLang="zh-CN" sz="1600" dirty="0">
                <a:latin typeface="Times New Roman" panose="02020603050405020304" pitchFamily="18" charset="0"/>
                <a:ea typeface="宋体" panose="02010600030101010101" pitchFamily="2" charset="-122"/>
              </a:rPr>
              <a:t>n</a:t>
            </a:r>
            <a:endParaRPr lang="en-US" altLang="zh-CN" sz="1600" dirty="0">
              <a:latin typeface="Times New Roman" panose="02020603050405020304" pitchFamily="18" charset="0"/>
              <a:ea typeface="宋体" panose="02010600030101010101" pitchFamily="2" charset="-122"/>
            </a:endParaRPr>
          </a:p>
        </p:txBody>
      </p:sp>
      <p:sp>
        <p:nvSpPr>
          <p:cNvPr id="53271" name="Oval 22"/>
          <p:cNvSpPr/>
          <p:nvPr/>
        </p:nvSpPr>
        <p:spPr>
          <a:xfrm>
            <a:off x="2514600" y="2590800"/>
            <a:ext cx="304800" cy="304800"/>
          </a:xfrm>
          <a:prstGeom prst="ellipse">
            <a:avLst/>
          </a:prstGeom>
          <a:solidFill>
            <a:schemeClr val="bg1"/>
          </a:solidFill>
          <a:ln w="9525" cap="flat" cmpd="sng">
            <a:solidFill>
              <a:schemeClr val="tx1"/>
            </a:solidFill>
            <a:prstDash val="solid"/>
            <a:headEnd type="none" w="med" len="med"/>
            <a:tailEnd type="none" w="med" len="med"/>
          </a:ln>
        </p:spPr>
        <p:txBody>
          <a:bodyPr wrap="none" tIns="0"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r>
              <a:rPr lang="en-US" altLang="zh-CN" sz="1600" dirty="0">
                <a:latin typeface="Times New Roman" panose="02020603050405020304" pitchFamily="18" charset="0"/>
                <a:ea typeface="宋体" panose="02010600030101010101" pitchFamily="2" charset="-122"/>
              </a:rPr>
              <a:t>o</a:t>
            </a:r>
            <a:endParaRPr lang="en-US" altLang="zh-CN" sz="1600" dirty="0">
              <a:latin typeface="Times New Roman" panose="02020603050405020304" pitchFamily="18" charset="0"/>
              <a:ea typeface="宋体" panose="02010600030101010101" pitchFamily="2" charset="-122"/>
            </a:endParaRPr>
          </a:p>
        </p:txBody>
      </p:sp>
      <p:sp>
        <p:nvSpPr>
          <p:cNvPr id="53272" name="Oval 23"/>
          <p:cNvSpPr/>
          <p:nvPr/>
        </p:nvSpPr>
        <p:spPr>
          <a:xfrm>
            <a:off x="2895600" y="2590800"/>
            <a:ext cx="304800" cy="304800"/>
          </a:xfrm>
          <a:prstGeom prst="ellipse">
            <a:avLst/>
          </a:prstGeom>
          <a:solidFill>
            <a:schemeClr val="bg1"/>
          </a:solidFill>
          <a:ln w="9525" cap="flat" cmpd="sng">
            <a:solidFill>
              <a:schemeClr val="tx1"/>
            </a:solidFill>
            <a:prstDash val="solid"/>
            <a:headEnd type="none" w="med" len="med"/>
            <a:tailEnd type="none" w="med" len="med"/>
          </a:ln>
        </p:spPr>
        <p:txBody>
          <a:bodyPr wrap="none" tIns="0"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r>
              <a:rPr lang="en-US" altLang="zh-CN" sz="1600" dirty="0">
                <a:latin typeface="Times New Roman" panose="02020603050405020304" pitchFamily="18" charset="0"/>
                <a:ea typeface="宋体" panose="02010600030101010101" pitchFamily="2" charset="-122"/>
              </a:rPr>
              <a:t>p</a:t>
            </a:r>
            <a:endParaRPr lang="en-US" altLang="zh-CN" sz="1600" dirty="0">
              <a:latin typeface="Times New Roman" panose="02020603050405020304" pitchFamily="18" charset="0"/>
              <a:ea typeface="宋体" panose="02010600030101010101" pitchFamily="2" charset="-122"/>
            </a:endParaRPr>
          </a:p>
        </p:txBody>
      </p:sp>
      <p:sp>
        <p:nvSpPr>
          <p:cNvPr id="53273" name="Oval 24"/>
          <p:cNvSpPr/>
          <p:nvPr/>
        </p:nvSpPr>
        <p:spPr>
          <a:xfrm>
            <a:off x="3276600" y="2590800"/>
            <a:ext cx="304800" cy="304800"/>
          </a:xfrm>
          <a:prstGeom prst="ellipse">
            <a:avLst/>
          </a:prstGeom>
          <a:solidFill>
            <a:schemeClr val="bg1"/>
          </a:solidFill>
          <a:ln w="9525" cap="flat" cmpd="sng">
            <a:solidFill>
              <a:schemeClr val="tx1"/>
            </a:solidFill>
            <a:prstDash val="solid"/>
            <a:headEnd type="none" w="med" len="med"/>
            <a:tailEnd type="none" w="med" len="med"/>
          </a:ln>
        </p:spPr>
        <p:txBody>
          <a:bodyPr wrap="none" tIns="0"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r>
              <a:rPr lang="en-US" altLang="zh-CN" sz="1600" dirty="0">
                <a:latin typeface="Times New Roman" panose="02020603050405020304" pitchFamily="18" charset="0"/>
                <a:ea typeface="宋体" panose="02010600030101010101" pitchFamily="2" charset="-122"/>
              </a:rPr>
              <a:t>q</a:t>
            </a:r>
            <a:endParaRPr lang="en-US" altLang="zh-CN" sz="1600" dirty="0">
              <a:latin typeface="Times New Roman" panose="02020603050405020304" pitchFamily="18" charset="0"/>
              <a:ea typeface="宋体" panose="02010600030101010101" pitchFamily="2" charset="-122"/>
            </a:endParaRPr>
          </a:p>
        </p:txBody>
      </p:sp>
      <p:sp>
        <p:nvSpPr>
          <p:cNvPr id="53274" name="Oval 25"/>
          <p:cNvSpPr/>
          <p:nvPr/>
        </p:nvSpPr>
        <p:spPr>
          <a:xfrm>
            <a:off x="3657600" y="2590800"/>
            <a:ext cx="304800" cy="304800"/>
          </a:xfrm>
          <a:prstGeom prst="ellipse">
            <a:avLst/>
          </a:prstGeom>
          <a:solidFill>
            <a:schemeClr val="bg1"/>
          </a:solidFill>
          <a:ln w="9525" cap="flat" cmpd="sng">
            <a:solidFill>
              <a:schemeClr val="tx1"/>
            </a:solidFill>
            <a:prstDash val="solid"/>
            <a:headEnd type="none" w="med" len="med"/>
            <a:tailEnd type="none" w="med" len="med"/>
          </a:ln>
        </p:spPr>
        <p:txBody>
          <a:bodyPr wrap="none" tIns="0"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r>
              <a:rPr lang="en-US" altLang="zh-CN" sz="1600" dirty="0">
                <a:latin typeface="Times New Roman" panose="02020603050405020304" pitchFamily="18" charset="0"/>
                <a:ea typeface="宋体" panose="02010600030101010101" pitchFamily="2" charset="-122"/>
              </a:rPr>
              <a:t>r</a:t>
            </a:r>
            <a:endParaRPr lang="en-US" altLang="zh-CN" sz="1600" dirty="0">
              <a:latin typeface="Times New Roman" panose="02020603050405020304" pitchFamily="18" charset="0"/>
              <a:ea typeface="宋体" panose="02010600030101010101" pitchFamily="2" charset="-122"/>
            </a:endParaRPr>
          </a:p>
        </p:txBody>
      </p:sp>
      <p:sp>
        <p:nvSpPr>
          <p:cNvPr id="53275" name="Oval 26"/>
          <p:cNvSpPr/>
          <p:nvPr/>
        </p:nvSpPr>
        <p:spPr>
          <a:xfrm>
            <a:off x="4038600" y="2590800"/>
            <a:ext cx="304800" cy="304800"/>
          </a:xfrm>
          <a:prstGeom prst="ellipse">
            <a:avLst/>
          </a:prstGeom>
          <a:solidFill>
            <a:schemeClr val="bg1"/>
          </a:solidFill>
          <a:ln w="9525" cap="flat" cmpd="sng">
            <a:solidFill>
              <a:schemeClr val="tx1"/>
            </a:solidFill>
            <a:prstDash val="solid"/>
            <a:headEnd type="none" w="med" len="med"/>
            <a:tailEnd type="none" w="med" len="med"/>
          </a:ln>
        </p:spPr>
        <p:txBody>
          <a:bodyPr wrap="none" tIns="0"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r>
              <a:rPr lang="en-US" altLang="zh-CN" sz="1600" dirty="0">
                <a:latin typeface="Times New Roman" panose="02020603050405020304" pitchFamily="18" charset="0"/>
                <a:ea typeface="宋体" panose="02010600030101010101" pitchFamily="2" charset="-122"/>
              </a:rPr>
              <a:t>s</a:t>
            </a:r>
            <a:endParaRPr lang="en-US" altLang="zh-CN" sz="1600" dirty="0">
              <a:latin typeface="Times New Roman" panose="02020603050405020304" pitchFamily="18" charset="0"/>
              <a:ea typeface="宋体" panose="02010600030101010101" pitchFamily="2" charset="-122"/>
            </a:endParaRPr>
          </a:p>
        </p:txBody>
      </p:sp>
      <p:sp>
        <p:nvSpPr>
          <p:cNvPr id="53276" name="Oval 27"/>
          <p:cNvSpPr/>
          <p:nvPr/>
        </p:nvSpPr>
        <p:spPr>
          <a:xfrm>
            <a:off x="4419600" y="2590800"/>
            <a:ext cx="304800" cy="304800"/>
          </a:xfrm>
          <a:prstGeom prst="ellipse">
            <a:avLst/>
          </a:prstGeom>
          <a:solidFill>
            <a:schemeClr val="bg1"/>
          </a:solidFill>
          <a:ln w="9525" cap="flat" cmpd="sng">
            <a:solidFill>
              <a:schemeClr val="tx1"/>
            </a:solidFill>
            <a:prstDash val="solid"/>
            <a:headEnd type="none" w="med" len="med"/>
            <a:tailEnd type="none" w="med" len="med"/>
          </a:ln>
        </p:spPr>
        <p:txBody>
          <a:bodyPr wrap="none" tIns="0"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r>
              <a:rPr lang="en-US" altLang="zh-CN" sz="1600" dirty="0">
                <a:latin typeface="Times New Roman" panose="02020603050405020304" pitchFamily="18" charset="0"/>
                <a:ea typeface="宋体" panose="02010600030101010101" pitchFamily="2" charset="-122"/>
              </a:rPr>
              <a:t>t</a:t>
            </a:r>
            <a:endParaRPr lang="en-US" altLang="zh-CN" sz="1600" dirty="0">
              <a:latin typeface="Times New Roman" panose="02020603050405020304" pitchFamily="18" charset="0"/>
              <a:ea typeface="宋体" panose="02010600030101010101" pitchFamily="2" charset="-122"/>
            </a:endParaRPr>
          </a:p>
        </p:txBody>
      </p:sp>
      <p:sp>
        <p:nvSpPr>
          <p:cNvPr id="53277" name="Oval 28"/>
          <p:cNvSpPr/>
          <p:nvPr/>
        </p:nvSpPr>
        <p:spPr>
          <a:xfrm>
            <a:off x="4800600" y="2590800"/>
            <a:ext cx="304800" cy="304800"/>
          </a:xfrm>
          <a:prstGeom prst="ellipse">
            <a:avLst/>
          </a:prstGeom>
          <a:solidFill>
            <a:schemeClr val="bg1"/>
          </a:solidFill>
          <a:ln w="9525" cap="flat" cmpd="sng">
            <a:solidFill>
              <a:schemeClr val="tx1"/>
            </a:solidFill>
            <a:prstDash val="solid"/>
            <a:headEnd type="none" w="med" len="med"/>
            <a:tailEnd type="none" w="med" len="med"/>
          </a:ln>
        </p:spPr>
        <p:txBody>
          <a:bodyPr wrap="none" tIns="0"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r>
              <a:rPr lang="en-US" altLang="zh-CN" sz="1600" dirty="0">
                <a:latin typeface="Times New Roman" panose="02020603050405020304" pitchFamily="18" charset="0"/>
                <a:ea typeface="宋体" panose="02010600030101010101" pitchFamily="2" charset="-122"/>
              </a:rPr>
              <a:t>u</a:t>
            </a:r>
            <a:endParaRPr lang="en-US" altLang="zh-CN" sz="1600" dirty="0">
              <a:latin typeface="Times New Roman" panose="02020603050405020304" pitchFamily="18" charset="0"/>
              <a:ea typeface="宋体" panose="02010600030101010101" pitchFamily="2" charset="-122"/>
            </a:endParaRPr>
          </a:p>
        </p:txBody>
      </p:sp>
      <p:sp>
        <p:nvSpPr>
          <p:cNvPr id="53278" name="Oval 29"/>
          <p:cNvSpPr/>
          <p:nvPr/>
        </p:nvSpPr>
        <p:spPr>
          <a:xfrm>
            <a:off x="5181600" y="2590800"/>
            <a:ext cx="304800" cy="304800"/>
          </a:xfrm>
          <a:prstGeom prst="ellipse">
            <a:avLst/>
          </a:prstGeom>
          <a:solidFill>
            <a:schemeClr val="bg1"/>
          </a:solidFill>
          <a:ln w="9525" cap="flat" cmpd="sng">
            <a:solidFill>
              <a:schemeClr val="tx1"/>
            </a:solidFill>
            <a:prstDash val="solid"/>
            <a:headEnd type="none" w="med" len="med"/>
            <a:tailEnd type="none" w="med" len="med"/>
          </a:ln>
        </p:spPr>
        <p:txBody>
          <a:bodyPr wrap="none" tIns="0"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r>
              <a:rPr lang="en-US" altLang="zh-CN" sz="1600" dirty="0">
                <a:latin typeface="Times New Roman" panose="02020603050405020304" pitchFamily="18" charset="0"/>
                <a:ea typeface="宋体" panose="02010600030101010101" pitchFamily="2" charset="-122"/>
              </a:rPr>
              <a:t>v</a:t>
            </a:r>
            <a:endParaRPr lang="en-US" altLang="zh-CN" sz="1600" dirty="0">
              <a:latin typeface="Times New Roman" panose="02020603050405020304" pitchFamily="18" charset="0"/>
              <a:ea typeface="宋体" panose="02010600030101010101" pitchFamily="2" charset="-122"/>
            </a:endParaRPr>
          </a:p>
        </p:txBody>
      </p:sp>
      <p:sp>
        <p:nvSpPr>
          <p:cNvPr id="53279" name="Oval 30"/>
          <p:cNvSpPr/>
          <p:nvPr/>
        </p:nvSpPr>
        <p:spPr>
          <a:xfrm>
            <a:off x="5562600" y="2590800"/>
            <a:ext cx="304800" cy="304800"/>
          </a:xfrm>
          <a:prstGeom prst="ellipse">
            <a:avLst/>
          </a:prstGeom>
          <a:solidFill>
            <a:schemeClr val="bg1"/>
          </a:solidFill>
          <a:ln w="9525" cap="flat" cmpd="sng">
            <a:solidFill>
              <a:schemeClr val="tx1"/>
            </a:solidFill>
            <a:prstDash val="solid"/>
            <a:headEnd type="none" w="med" len="med"/>
            <a:tailEnd type="none" w="med" len="med"/>
          </a:ln>
        </p:spPr>
        <p:txBody>
          <a:bodyPr wrap="none" tIns="0"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r>
              <a:rPr lang="en-US" altLang="zh-CN" sz="1600" dirty="0">
                <a:latin typeface="Times New Roman" panose="02020603050405020304" pitchFamily="18" charset="0"/>
                <a:ea typeface="宋体" panose="02010600030101010101" pitchFamily="2" charset="-122"/>
              </a:rPr>
              <a:t>w</a:t>
            </a:r>
            <a:endParaRPr lang="en-US" altLang="zh-CN" sz="1600" dirty="0">
              <a:latin typeface="Times New Roman" panose="02020603050405020304" pitchFamily="18" charset="0"/>
              <a:ea typeface="宋体" panose="02010600030101010101" pitchFamily="2" charset="-122"/>
            </a:endParaRPr>
          </a:p>
        </p:txBody>
      </p:sp>
      <p:sp>
        <p:nvSpPr>
          <p:cNvPr id="53280" name="Oval 31"/>
          <p:cNvSpPr/>
          <p:nvPr/>
        </p:nvSpPr>
        <p:spPr>
          <a:xfrm>
            <a:off x="5943600" y="2590800"/>
            <a:ext cx="304800" cy="304800"/>
          </a:xfrm>
          <a:prstGeom prst="ellipse">
            <a:avLst/>
          </a:prstGeom>
          <a:solidFill>
            <a:schemeClr val="bg1"/>
          </a:solidFill>
          <a:ln w="9525" cap="flat" cmpd="sng">
            <a:solidFill>
              <a:schemeClr val="tx1"/>
            </a:solidFill>
            <a:prstDash val="solid"/>
            <a:headEnd type="none" w="med" len="med"/>
            <a:tailEnd type="none" w="med" len="med"/>
          </a:ln>
        </p:spPr>
        <p:txBody>
          <a:bodyPr wrap="none" tIns="0"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r>
              <a:rPr lang="en-US" altLang="zh-CN" sz="1600" dirty="0">
                <a:latin typeface="Times New Roman" panose="02020603050405020304" pitchFamily="18" charset="0"/>
                <a:ea typeface="宋体" panose="02010600030101010101" pitchFamily="2" charset="-122"/>
              </a:rPr>
              <a:t>x</a:t>
            </a:r>
            <a:endParaRPr lang="en-US" altLang="zh-CN" sz="1600" dirty="0">
              <a:latin typeface="Times New Roman" panose="02020603050405020304" pitchFamily="18" charset="0"/>
              <a:ea typeface="宋体" panose="02010600030101010101" pitchFamily="2" charset="-122"/>
            </a:endParaRPr>
          </a:p>
        </p:txBody>
      </p:sp>
      <p:sp>
        <p:nvSpPr>
          <p:cNvPr id="53281" name="Oval 32"/>
          <p:cNvSpPr/>
          <p:nvPr/>
        </p:nvSpPr>
        <p:spPr>
          <a:xfrm>
            <a:off x="6324600" y="2590800"/>
            <a:ext cx="304800" cy="304800"/>
          </a:xfrm>
          <a:prstGeom prst="ellipse">
            <a:avLst/>
          </a:prstGeom>
          <a:solidFill>
            <a:schemeClr val="bg1"/>
          </a:solidFill>
          <a:ln w="9525" cap="flat" cmpd="sng">
            <a:solidFill>
              <a:schemeClr val="tx1"/>
            </a:solidFill>
            <a:prstDash val="solid"/>
            <a:headEnd type="none" w="med" len="med"/>
            <a:tailEnd type="none" w="med" len="med"/>
          </a:ln>
        </p:spPr>
        <p:txBody>
          <a:bodyPr wrap="none" tIns="0"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r>
              <a:rPr lang="en-US" altLang="zh-CN" sz="1600" dirty="0">
                <a:latin typeface="Times New Roman" panose="02020603050405020304" pitchFamily="18" charset="0"/>
                <a:ea typeface="宋体" panose="02010600030101010101" pitchFamily="2" charset="-122"/>
              </a:rPr>
              <a:t>y</a:t>
            </a:r>
            <a:endParaRPr lang="en-US" altLang="zh-CN" sz="1600" dirty="0">
              <a:latin typeface="Times New Roman" panose="02020603050405020304" pitchFamily="18" charset="0"/>
              <a:ea typeface="宋体" panose="02010600030101010101" pitchFamily="2" charset="-122"/>
            </a:endParaRPr>
          </a:p>
        </p:txBody>
      </p:sp>
      <p:cxnSp>
        <p:nvCxnSpPr>
          <p:cNvPr id="53282" name="AutoShape 33"/>
          <p:cNvCxnSpPr>
            <a:stCxn id="53268" idx="0"/>
            <a:endCxn id="53253" idx="4"/>
          </p:cNvCxnSpPr>
          <p:nvPr/>
        </p:nvCxnSpPr>
        <p:spPr>
          <a:xfrm rot="5400000" flipH="1">
            <a:off x="1181100" y="2247900"/>
            <a:ext cx="533400" cy="152400"/>
          </a:xfrm>
          <a:prstGeom prst="curvedConnector3">
            <a:avLst>
              <a:gd name="adj1" fmla="val 50000"/>
            </a:avLst>
          </a:prstGeom>
          <a:ln w="9525" cap="flat" cmpd="sng">
            <a:solidFill>
              <a:schemeClr val="tx1"/>
            </a:solidFill>
            <a:prstDash val="dash"/>
            <a:headEnd type="none" w="med" len="med"/>
            <a:tailEnd type="none" w="med" len="med"/>
          </a:ln>
        </p:spPr>
      </p:cxnSp>
      <p:cxnSp>
        <p:nvCxnSpPr>
          <p:cNvPr id="53283" name="AutoShape 34"/>
          <p:cNvCxnSpPr>
            <a:stCxn id="53268" idx="0"/>
            <a:endCxn id="53254" idx="4"/>
          </p:cNvCxnSpPr>
          <p:nvPr/>
        </p:nvCxnSpPr>
        <p:spPr>
          <a:xfrm rot="-5400000">
            <a:off x="1371600" y="2209800"/>
            <a:ext cx="533400" cy="228600"/>
          </a:xfrm>
          <a:prstGeom prst="curvedConnector3">
            <a:avLst>
              <a:gd name="adj1" fmla="val 50000"/>
            </a:avLst>
          </a:prstGeom>
          <a:ln w="9525" cap="flat" cmpd="sng">
            <a:solidFill>
              <a:schemeClr val="tx1"/>
            </a:solidFill>
            <a:prstDash val="dash"/>
            <a:headEnd type="none" w="med" len="med"/>
            <a:tailEnd type="none" w="med" len="med"/>
          </a:ln>
        </p:spPr>
      </p:cxnSp>
      <p:cxnSp>
        <p:nvCxnSpPr>
          <p:cNvPr id="53284" name="AutoShape 35"/>
          <p:cNvCxnSpPr>
            <a:stCxn id="53270" idx="0"/>
            <a:endCxn id="53259" idx="4"/>
          </p:cNvCxnSpPr>
          <p:nvPr/>
        </p:nvCxnSpPr>
        <p:spPr>
          <a:xfrm rot="-5400000">
            <a:off x="2705100" y="1638300"/>
            <a:ext cx="533400" cy="1371600"/>
          </a:xfrm>
          <a:prstGeom prst="curvedConnector3">
            <a:avLst>
              <a:gd name="adj1" fmla="val 50000"/>
            </a:avLst>
          </a:prstGeom>
          <a:ln w="9525" cap="flat" cmpd="sng">
            <a:solidFill>
              <a:schemeClr val="tx1"/>
            </a:solidFill>
            <a:prstDash val="dash"/>
            <a:headEnd type="none" w="med" len="med"/>
            <a:tailEnd type="none" w="med" len="med"/>
          </a:ln>
        </p:spPr>
      </p:cxnSp>
      <p:cxnSp>
        <p:nvCxnSpPr>
          <p:cNvPr id="53285" name="AutoShape 36"/>
          <p:cNvCxnSpPr>
            <a:stCxn id="53271" idx="0"/>
            <a:endCxn id="53253" idx="4"/>
          </p:cNvCxnSpPr>
          <p:nvPr/>
        </p:nvCxnSpPr>
        <p:spPr>
          <a:xfrm rot="5400000" flipH="1">
            <a:off x="1752600" y="1676400"/>
            <a:ext cx="533400" cy="1295400"/>
          </a:xfrm>
          <a:prstGeom prst="curvedConnector3">
            <a:avLst>
              <a:gd name="adj1" fmla="val 50000"/>
            </a:avLst>
          </a:prstGeom>
          <a:ln w="9525" cap="flat" cmpd="sng">
            <a:solidFill>
              <a:schemeClr val="tx1"/>
            </a:solidFill>
            <a:prstDash val="dash"/>
            <a:headEnd type="none" w="med" len="med"/>
            <a:tailEnd type="none" w="med" len="med"/>
          </a:ln>
        </p:spPr>
      </p:cxnSp>
      <p:cxnSp>
        <p:nvCxnSpPr>
          <p:cNvPr id="53286" name="AutoShape 37"/>
          <p:cNvCxnSpPr>
            <a:stCxn id="53271" idx="0"/>
            <a:endCxn id="53256" idx="4"/>
          </p:cNvCxnSpPr>
          <p:nvPr/>
        </p:nvCxnSpPr>
        <p:spPr>
          <a:xfrm rot="5400000" flipH="1">
            <a:off x="2324100" y="2247900"/>
            <a:ext cx="533400" cy="152400"/>
          </a:xfrm>
          <a:prstGeom prst="curvedConnector3">
            <a:avLst>
              <a:gd name="adj1" fmla="val 50000"/>
            </a:avLst>
          </a:prstGeom>
          <a:ln w="9525" cap="flat" cmpd="sng">
            <a:solidFill>
              <a:schemeClr val="tx1"/>
            </a:solidFill>
            <a:prstDash val="dash"/>
            <a:headEnd type="none" w="med" len="med"/>
            <a:tailEnd type="none" w="med" len="med"/>
          </a:ln>
        </p:spPr>
      </p:cxnSp>
      <p:cxnSp>
        <p:nvCxnSpPr>
          <p:cNvPr id="53287" name="AutoShape 38"/>
          <p:cNvCxnSpPr>
            <a:stCxn id="53272" idx="0"/>
            <a:endCxn id="53260" idx="4"/>
          </p:cNvCxnSpPr>
          <p:nvPr/>
        </p:nvCxnSpPr>
        <p:spPr>
          <a:xfrm rot="-5400000">
            <a:off x="3276600" y="1828800"/>
            <a:ext cx="533400" cy="990600"/>
          </a:xfrm>
          <a:prstGeom prst="curvedConnector3">
            <a:avLst>
              <a:gd name="adj1" fmla="val 50000"/>
            </a:avLst>
          </a:prstGeom>
          <a:ln w="9525" cap="flat" cmpd="sng">
            <a:solidFill>
              <a:schemeClr val="tx1"/>
            </a:solidFill>
            <a:prstDash val="dash"/>
            <a:headEnd type="none" w="med" len="med"/>
            <a:tailEnd type="none" w="med" len="med"/>
          </a:ln>
        </p:spPr>
      </p:cxnSp>
      <p:sp>
        <p:nvSpPr>
          <p:cNvPr id="53288" name="Text Box 39"/>
          <p:cNvSpPr txBox="1"/>
          <p:nvPr/>
        </p:nvSpPr>
        <p:spPr>
          <a:xfrm>
            <a:off x="6858000" y="1676400"/>
            <a:ext cx="8382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50000"/>
              </a:spcBef>
              <a:buClrTx/>
              <a:buSzTx/>
              <a:buFontTx/>
              <a:buNone/>
            </a:pPr>
            <a:r>
              <a:rPr lang="en-US" altLang="zh-CN" sz="2400" i="1" dirty="0">
                <a:latin typeface="Times New Roman" panose="02020603050405020304" pitchFamily="18" charset="0"/>
                <a:ea typeface="宋体" panose="02010600030101010101" pitchFamily="2" charset="-122"/>
              </a:rPr>
              <a:t>ST</a:t>
            </a:r>
            <a:r>
              <a:rPr lang="en-US" altLang="zh-CN" sz="2400" baseline="-25000" dirty="0">
                <a:latin typeface="Times New Roman" panose="02020603050405020304" pitchFamily="18" charset="0"/>
                <a:ea typeface="宋体" panose="02010600030101010101" pitchFamily="2" charset="-122"/>
              </a:rPr>
              <a:t>2</a:t>
            </a:r>
            <a:endParaRPr lang="en-US" altLang="zh-CN" sz="2400" baseline="-25000" dirty="0">
              <a:latin typeface="Times New Roman" panose="02020603050405020304" pitchFamily="18" charset="0"/>
              <a:ea typeface="宋体" panose="02010600030101010101" pitchFamily="2" charset="-122"/>
            </a:endParaRPr>
          </a:p>
        </p:txBody>
      </p:sp>
      <p:sp>
        <p:nvSpPr>
          <p:cNvPr id="53289" name="Text Box 40"/>
          <p:cNvSpPr txBox="1"/>
          <p:nvPr/>
        </p:nvSpPr>
        <p:spPr>
          <a:xfrm>
            <a:off x="6858000" y="2514600"/>
            <a:ext cx="8382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50000"/>
              </a:spcBef>
              <a:buClrTx/>
              <a:buSzTx/>
              <a:buFontTx/>
              <a:buNone/>
            </a:pPr>
            <a:r>
              <a:rPr lang="en-US" altLang="zh-CN" sz="2400" i="1" dirty="0">
                <a:latin typeface="Times New Roman" panose="02020603050405020304" pitchFamily="18" charset="0"/>
                <a:ea typeface="宋体" panose="02010600030101010101" pitchFamily="2" charset="-122"/>
              </a:rPr>
              <a:t>ST</a:t>
            </a:r>
            <a:r>
              <a:rPr lang="en-US" altLang="zh-CN" sz="2400" baseline="-25000" dirty="0">
                <a:latin typeface="Times New Roman" panose="02020603050405020304" pitchFamily="18" charset="0"/>
                <a:ea typeface="宋体" panose="02010600030101010101" pitchFamily="2" charset="-122"/>
              </a:rPr>
              <a:t>1</a:t>
            </a:r>
            <a:endParaRPr lang="en-US" altLang="zh-CN" sz="2400" baseline="-25000" dirty="0">
              <a:latin typeface="Times New Roman" panose="02020603050405020304" pitchFamily="18" charset="0"/>
              <a:ea typeface="宋体" panose="02010600030101010101" pitchFamily="2" charset="-122"/>
            </a:endParaRPr>
          </a:p>
        </p:txBody>
      </p:sp>
      <p:cxnSp>
        <p:nvCxnSpPr>
          <p:cNvPr id="53290" name="AutoShape 41"/>
          <p:cNvCxnSpPr>
            <a:stCxn id="53272" idx="0"/>
            <a:endCxn id="53257" idx="4"/>
          </p:cNvCxnSpPr>
          <p:nvPr/>
        </p:nvCxnSpPr>
        <p:spPr>
          <a:xfrm rot="5400000" flipH="1">
            <a:off x="2705100" y="2247900"/>
            <a:ext cx="533400" cy="152400"/>
          </a:xfrm>
          <a:prstGeom prst="curvedConnector3">
            <a:avLst>
              <a:gd name="adj1" fmla="val 50000"/>
            </a:avLst>
          </a:prstGeom>
          <a:ln w="9525" cap="flat" cmpd="sng">
            <a:solidFill>
              <a:schemeClr val="tx1"/>
            </a:solidFill>
            <a:prstDash val="dash"/>
            <a:headEnd type="none" w="med" len="med"/>
            <a:tailEnd type="none" w="med" len="med"/>
          </a:ln>
        </p:spPr>
      </p:cxnSp>
      <p:cxnSp>
        <p:nvCxnSpPr>
          <p:cNvPr id="53291" name="AutoShape 42"/>
          <p:cNvCxnSpPr>
            <a:stCxn id="53261" idx="4"/>
            <a:endCxn id="53273" idx="0"/>
          </p:cNvCxnSpPr>
          <p:nvPr/>
        </p:nvCxnSpPr>
        <p:spPr>
          <a:xfrm rot="5400000">
            <a:off x="3657600" y="1828800"/>
            <a:ext cx="533400" cy="990600"/>
          </a:xfrm>
          <a:prstGeom prst="curvedConnector3">
            <a:avLst>
              <a:gd name="adj1" fmla="val 50000"/>
            </a:avLst>
          </a:prstGeom>
          <a:ln w="9525" cap="flat" cmpd="sng">
            <a:solidFill>
              <a:schemeClr val="tx1"/>
            </a:solidFill>
            <a:prstDash val="dash"/>
            <a:headEnd type="none" w="med" len="med"/>
            <a:tailEnd type="none" w="med" len="med"/>
          </a:ln>
        </p:spPr>
      </p:cxnSp>
      <p:cxnSp>
        <p:nvCxnSpPr>
          <p:cNvPr id="53292" name="AutoShape 43"/>
          <p:cNvCxnSpPr>
            <a:stCxn id="53262" idx="4"/>
            <a:endCxn id="53274" idx="0"/>
          </p:cNvCxnSpPr>
          <p:nvPr/>
        </p:nvCxnSpPr>
        <p:spPr>
          <a:xfrm rot="5400000">
            <a:off x="4038600" y="1828800"/>
            <a:ext cx="533400" cy="990600"/>
          </a:xfrm>
          <a:prstGeom prst="curvedConnector3">
            <a:avLst>
              <a:gd name="adj1" fmla="val 50000"/>
            </a:avLst>
          </a:prstGeom>
          <a:ln w="9525" cap="flat" cmpd="sng">
            <a:solidFill>
              <a:schemeClr val="tx1"/>
            </a:solidFill>
            <a:prstDash val="dash"/>
            <a:headEnd type="none" w="med" len="med"/>
            <a:tailEnd type="none" w="med" len="med"/>
          </a:ln>
        </p:spPr>
      </p:cxnSp>
      <p:cxnSp>
        <p:nvCxnSpPr>
          <p:cNvPr id="53293" name="AutoShape 44"/>
          <p:cNvCxnSpPr>
            <a:stCxn id="53262" idx="4"/>
            <a:endCxn id="53276" idx="0"/>
          </p:cNvCxnSpPr>
          <p:nvPr/>
        </p:nvCxnSpPr>
        <p:spPr>
          <a:xfrm rot="5400000">
            <a:off x="4419600" y="2209800"/>
            <a:ext cx="533400" cy="228600"/>
          </a:xfrm>
          <a:prstGeom prst="curvedConnector3">
            <a:avLst>
              <a:gd name="adj1" fmla="val 50000"/>
            </a:avLst>
          </a:prstGeom>
          <a:ln w="9525" cap="flat" cmpd="sng">
            <a:solidFill>
              <a:schemeClr val="tx1"/>
            </a:solidFill>
            <a:prstDash val="dash"/>
            <a:headEnd type="none" w="med" len="med"/>
            <a:tailEnd type="none" w="med" len="med"/>
          </a:ln>
        </p:spPr>
      </p:cxnSp>
      <p:cxnSp>
        <p:nvCxnSpPr>
          <p:cNvPr id="53294" name="AutoShape 45"/>
          <p:cNvCxnSpPr>
            <a:stCxn id="53263" idx="4"/>
            <a:endCxn id="53276" idx="0"/>
          </p:cNvCxnSpPr>
          <p:nvPr/>
        </p:nvCxnSpPr>
        <p:spPr>
          <a:xfrm rot="5400000">
            <a:off x="4610100" y="2019300"/>
            <a:ext cx="533400" cy="609600"/>
          </a:xfrm>
          <a:prstGeom prst="curvedConnector3">
            <a:avLst>
              <a:gd name="adj1" fmla="val 50000"/>
            </a:avLst>
          </a:prstGeom>
          <a:ln w="9525" cap="flat" cmpd="sng">
            <a:solidFill>
              <a:schemeClr val="tx1"/>
            </a:solidFill>
            <a:prstDash val="dash"/>
            <a:headEnd type="none" w="med" len="med"/>
            <a:tailEnd type="none" w="med" len="med"/>
          </a:ln>
        </p:spPr>
      </p:cxnSp>
      <p:cxnSp>
        <p:nvCxnSpPr>
          <p:cNvPr id="53295" name="AutoShape 46"/>
          <p:cNvCxnSpPr>
            <a:stCxn id="53263" idx="4"/>
            <a:endCxn id="53278" idx="0"/>
          </p:cNvCxnSpPr>
          <p:nvPr/>
        </p:nvCxnSpPr>
        <p:spPr>
          <a:xfrm rot="-5400000" flipH="1">
            <a:off x="4991100" y="2247900"/>
            <a:ext cx="533400" cy="152400"/>
          </a:xfrm>
          <a:prstGeom prst="curvedConnector3">
            <a:avLst>
              <a:gd name="adj1" fmla="val 50000"/>
            </a:avLst>
          </a:prstGeom>
          <a:ln w="9525" cap="flat" cmpd="sng">
            <a:solidFill>
              <a:schemeClr val="tx1"/>
            </a:solidFill>
            <a:prstDash val="dash"/>
            <a:headEnd type="none" w="med" len="med"/>
            <a:tailEnd type="none" w="med" len="med"/>
          </a:ln>
        </p:spPr>
      </p:cxnSp>
      <p:cxnSp>
        <p:nvCxnSpPr>
          <p:cNvPr id="53296" name="AutoShape 47"/>
          <p:cNvCxnSpPr>
            <a:stCxn id="53264" idx="4"/>
            <a:endCxn id="53277" idx="0"/>
          </p:cNvCxnSpPr>
          <p:nvPr/>
        </p:nvCxnSpPr>
        <p:spPr>
          <a:xfrm rot="5400000">
            <a:off x="4991100" y="2019300"/>
            <a:ext cx="533400" cy="609600"/>
          </a:xfrm>
          <a:prstGeom prst="curvedConnector3">
            <a:avLst>
              <a:gd name="adj1" fmla="val 50000"/>
            </a:avLst>
          </a:prstGeom>
          <a:ln w="9525" cap="flat" cmpd="sng">
            <a:solidFill>
              <a:schemeClr val="tx1"/>
            </a:solidFill>
            <a:prstDash val="dash"/>
            <a:headEnd type="none" w="med" len="med"/>
            <a:tailEnd type="none" w="med" len="med"/>
          </a:ln>
        </p:spPr>
      </p:cxnSp>
      <p:cxnSp>
        <p:nvCxnSpPr>
          <p:cNvPr id="53297" name="AutoShape 48"/>
          <p:cNvCxnSpPr>
            <a:stCxn id="53265" idx="4"/>
            <a:endCxn id="53280" idx="0"/>
          </p:cNvCxnSpPr>
          <p:nvPr/>
        </p:nvCxnSpPr>
        <p:spPr>
          <a:xfrm rot="-5400000" flipH="1">
            <a:off x="5753100" y="2247900"/>
            <a:ext cx="533400" cy="152400"/>
          </a:xfrm>
          <a:prstGeom prst="curvedConnector3">
            <a:avLst>
              <a:gd name="adj1" fmla="val 50000"/>
            </a:avLst>
          </a:prstGeom>
          <a:ln w="9525" cap="flat" cmpd="sng">
            <a:solidFill>
              <a:schemeClr val="tx1"/>
            </a:solidFill>
            <a:prstDash val="dash"/>
            <a:headEnd type="none" w="med" len="med"/>
            <a:tailEnd type="none" w="med" len="med"/>
          </a:ln>
        </p:spPr>
      </p:cxnSp>
      <p:cxnSp>
        <p:nvCxnSpPr>
          <p:cNvPr id="53298" name="AutoShape 49"/>
          <p:cNvCxnSpPr>
            <a:stCxn id="53266" idx="4"/>
            <a:endCxn id="53279" idx="0"/>
          </p:cNvCxnSpPr>
          <p:nvPr/>
        </p:nvCxnSpPr>
        <p:spPr>
          <a:xfrm rot="5400000">
            <a:off x="5753100" y="2019300"/>
            <a:ext cx="533400" cy="609600"/>
          </a:xfrm>
          <a:prstGeom prst="curvedConnector3">
            <a:avLst>
              <a:gd name="adj1" fmla="val 50000"/>
            </a:avLst>
          </a:prstGeom>
          <a:ln w="9525" cap="flat" cmpd="sng">
            <a:solidFill>
              <a:schemeClr val="tx1"/>
            </a:solidFill>
            <a:prstDash val="dash"/>
            <a:headEnd type="none" w="med" len="med"/>
            <a:tailEnd type="none" w="med" len="med"/>
          </a:ln>
        </p:spPr>
      </p:cxnSp>
      <p:cxnSp>
        <p:nvCxnSpPr>
          <p:cNvPr id="53299" name="AutoShape 50"/>
          <p:cNvCxnSpPr>
            <a:stCxn id="53267" idx="4"/>
            <a:endCxn id="53281" idx="0"/>
          </p:cNvCxnSpPr>
          <p:nvPr/>
        </p:nvCxnSpPr>
        <p:spPr>
          <a:xfrm rot="5400000">
            <a:off x="6324600" y="2209800"/>
            <a:ext cx="533400" cy="228600"/>
          </a:xfrm>
          <a:prstGeom prst="curvedConnector3">
            <a:avLst>
              <a:gd name="adj1" fmla="val 50000"/>
            </a:avLst>
          </a:prstGeom>
          <a:ln w="9525" cap="flat" cmpd="sng">
            <a:solidFill>
              <a:schemeClr val="tx1"/>
            </a:solidFill>
            <a:prstDash val="dash"/>
            <a:headEnd type="none" w="med" len="med"/>
            <a:tailEnd type="none" w="med" len="med"/>
          </a:ln>
        </p:spPr>
      </p:cxnSp>
      <p:cxnSp>
        <p:nvCxnSpPr>
          <p:cNvPr id="53300" name="AutoShape 51"/>
          <p:cNvCxnSpPr>
            <a:stCxn id="53267" idx="4"/>
            <a:endCxn id="53280" idx="0"/>
          </p:cNvCxnSpPr>
          <p:nvPr/>
        </p:nvCxnSpPr>
        <p:spPr>
          <a:xfrm rot="5400000">
            <a:off x="6134100" y="2019300"/>
            <a:ext cx="533400" cy="609600"/>
          </a:xfrm>
          <a:prstGeom prst="curvedConnector3">
            <a:avLst>
              <a:gd name="adj1" fmla="val 50000"/>
            </a:avLst>
          </a:prstGeom>
          <a:ln w="9525" cap="flat" cmpd="sng">
            <a:solidFill>
              <a:schemeClr val="tx1"/>
            </a:solidFill>
            <a:prstDash val="dash"/>
            <a:headEnd type="none" w="med" len="med"/>
            <a:tailEnd type="none" w="med" len="med"/>
          </a:ln>
        </p:spPr>
      </p:cxnSp>
      <p:cxnSp>
        <p:nvCxnSpPr>
          <p:cNvPr id="53301" name="AutoShape 52"/>
          <p:cNvCxnSpPr>
            <a:stCxn id="53261" idx="4"/>
            <a:endCxn id="53274" idx="0"/>
          </p:cNvCxnSpPr>
          <p:nvPr/>
        </p:nvCxnSpPr>
        <p:spPr>
          <a:xfrm rot="5400000">
            <a:off x="3848100" y="2019300"/>
            <a:ext cx="533400" cy="609600"/>
          </a:xfrm>
          <a:prstGeom prst="curvedConnector3">
            <a:avLst>
              <a:gd name="adj1" fmla="val 50000"/>
            </a:avLst>
          </a:prstGeom>
          <a:ln w="9525" cap="flat" cmpd="sng">
            <a:solidFill>
              <a:schemeClr val="tx1"/>
            </a:solidFill>
            <a:prstDash val="dash"/>
            <a:headEnd type="none" w="med" len="med"/>
            <a:tailEnd type="none" w="med" len="med"/>
          </a:ln>
        </p:spPr>
      </p:cxnSp>
      <p:cxnSp>
        <p:nvCxnSpPr>
          <p:cNvPr id="53302" name="AutoShape 53"/>
          <p:cNvCxnSpPr>
            <a:stCxn id="53262" idx="4"/>
            <a:endCxn id="53275" idx="0"/>
          </p:cNvCxnSpPr>
          <p:nvPr/>
        </p:nvCxnSpPr>
        <p:spPr>
          <a:xfrm rot="5400000">
            <a:off x="4229100" y="2019300"/>
            <a:ext cx="533400" cy="609600"/>
          </a:xfrm>
          <a:prstGeom prst="curvedConnector3">
            <a:avLst>
              <a:gd name="adj1" fmla="val 50000"/>
            </a:avLst>
          </a:prstGeom>
          <a:ln w="9525" cap="flat" cmpd="sng">
            <a:solidFill>
              <a:schemeClr val="tx1"/>
            </a:solidFill>
            <a:prstDash val="dash"/>
            <a:headEnd type="none" w="med" len="med"/>
            <a:tailEnd type="none" w="med" len="med"/>
          </a:ln>
        </p:spPr>
      </p:cxnSp>
      <p:cxnSp>
        <p:nvCxnSpPr>
          <p:cNvPr id="53303" name="AutoShape 54"/>
          <p:cNvCxnSpPr>
            <a:stCxn id="53258" idx="4"/>
            <a:endCxn id="53273" idx="0"/>
          </p:cNvCxnSpPr>
          <p:nvPr/>
        </p:nvCxnSpPr>
        <p:spPr>
          <a:xfrm rot="-5400000" flipH="1">
            <a:off x="3086100" y="2247900"/>
            <a:ext cx="533400" cy="152400"/>
          </a:xfrm>
          <a:prstGeom prst="curvedConnector3">
            <a:avLst>
              <a:gd name="adj1" fmla="val 50000"/>
            </a:avLst>
          </a:prstGeom>
          <a:ln w="9525" cap="flat" cmpd="sng">
            <a:solidFill>
              <a:schemeClr val="tx1"/>
            </a:solidFill>
            <a:prstDash val="dash"/>
            <a:headEnd type="none" w="med" len="med"/>
            <a:tailEnd type="none" w="med" len="med"/>
          </a:ln>
        </p:spPr>
      </p:cxnSp>
      <p:cxnSp>
        <p:nvCxnSpPr>
          <p:cNvPr id="53304" name="AutoShape 55"/>
          <p:cNvCxnSpPr>
            <a:stCxn id="53255" idx="4"/>
            <a:endCxn id="53269" idx="0"/>
          </p:cNvCxnSpPr>
          <p:nvPr/>
        </p:nvCxnSpPr>
        <p:spPr>
          <a:xfrm rot="5400000">
            <a:off x="1752600" y="2209800"/>
            <a:ext cx="533400" cy="228600"/>
          </a:xfrm>
          <a:prstGeom prst="curvedConnector3">
            <a:avLst>
              <a:gd name="adj1" fmla="val 50000"/>
            </a:avLst>
          </a:prstGeom>
          <a:ln w="9525" cap="flat" cmpd="sng">
            <a:solidFill>
              <a:schemeClr val="tx1"/>
            </a:solidFill>
            <a:prstDash val="dash"/>
            <a:headEnd type="none" w="med" len="med"/>
            <a:tailEnd type="none" w="med" len="med"/>
          </a:ln>
        </p:spPr>
      </p:cxn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41507">
                                            <p:txEl>
                                              <p:charRg st="101" end="124"/>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41507">
                                            <p:txEl>
                                              <p:charRg st="124" end="2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1507"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4" name="灯片编号占位符 3"/>
          <p:cNvSpPr txBox="1">
            <a:spLocks noGrp="1"/>
          </p:cNvSpPr>
          <p:nvPr>
            <p:ph type="sldNum" sz="quarter" idx="10"/>
          </p:nvPr>
        </p:nvSpPr>
        <p:spPr>
          <a:ln/>
        </p:spPr>
        <p:txBody>
          <a:bodyPr anchor="b" anchorCtr="0"/>
          <a:p>
            <a:pPr marL="0" indent="0" algn="r" eaLnBrk="1" hangingPunct="1">
              <a:spcBef>
                <a:spcPct val="0"/>
              </a:spcBef>
              <a:buClrTx/>
              <a:buSzTx/>
              <a:buFontTx/>
              <a:buNone/>
            </a:pPr>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54275" name="Rectangle 2"/>
          <p:cNvSpPr>
            <a:spLocks noGrp="1"/>
          </p:cNvSpPr>
          <p:nvPr>
            <p:ph type="title"/>
          </p:nvPr>
        </p:nvSpPr>
        <p:spPr>
          <a:ln/>
        </p:spPr>
        <p:txBody>
          <a:bodyPr vert="horz" wrap="square" lIns="91440" tIns="45720" rIns="91440" bIns="45720" anchor="b" anchorCtr="0"/>
          <a:p>
            <a:pPr eaLnBrk="1" hangingPunct="1"/>
            <a:r>
              <a:rPr lang="en-US" altLang="zh-CN" dirty="0">
                <a:ea typeface="宋体" panose="02010600030101010101" pitchFamily="2" charset="-122"/>
              </a:rPr>
              <a:t>(continued)</a:t>
            </a:r>
            <a:endParaRPr lang="en-US" altLang="zh-CN" dirty="0">
              <a:ea typeface="宋体" panose="02010600030101010101" pitchFamily="2" charset="-122"/>
            </a:endParaRPr>
          </a:p>
        </p:txBody>
      </p:sp>
      <p:sp>
        <p:nvSpPr>
          <p:cNvPr id="54276" name="Rectangle 3"/>
          <p:cNvSpPr>
            <a:spLocks noGrp="1"/>
          </p:cNvSpPr>
          <p:nvPr>
            <p:ph idx="1"/>
          </p:nvPr>
        </p:nvSpPr>
        <p:spPr>
          <a:ln/>
        </p:spPr>
        <p:txBody>
          <a:bodyPr vert="horz" wrap="square" lIns="91440" tIns="45720" rIns="91440" bIns="45720" anchor="t" anchorCtr="0"/>
          <a:p>
            <a:pPr eaLnBrk="1" hangingPunct="1"/>
            <a:r>
              <a:rPr lang="en-US" altLang="zh-CN" dirty="0">
                <a:ea typeface="宋体" panose="02010600030101010101" pitchFamily="2" charset="-122"/>
              </a:rPr>
              <a:t>Tightness of a group of nodes</a:t>
            </a:r>
            <a:endParaRPr lang="en-US" altLang="zh-CN" dirty="0">
              <a:ea typeface="宋体" panose="02010600030101010101" pitchFamily="2" charset="-122"/>
            </a:endParaRPr>
          </a:p>
          <a:p>
            <a:pPr lvl="1" eaLnBrk="1" hangingPunct="1"/>
            <a:r>
              <a:rPr lang="en-US" altLang="zh-CN" dirty="0">
                <a:ea typeface="宋体" panose="02010600030101010101" pitchFamily="2" charset="-122"/>
              </a:rPr>
              <a:t>For a group of nodes </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a:t>
            </a:r>
            <a:r>
              <a:rPr lang="en-US" altLang="zh-CN" baseline="-25000" dirty="0">
                <a:latin typeface="Times New Roman" panose="02020603050405020304" pitchFamily="18" charset="0"/>
                <a:ea typeface="宋体" panose="02010600030101010101" pitchFamily="2" charset="-122"/>
              </a:rPr>
              <a:t>1</a:t>
            </a:r>
            <a:r>
              <a:rPr lang="en-US" altLang="zh-CN" dirty="0">
                <a:latin typeface="Times New Roman" panose="02020603050405020304" pitchFamily="18" charset="0"/>
                <a:ea typeface="宋体" panose="02010600030101010101" pitchFamily="2" charset="-122"/>
              </a:rPr>
              <a:t>, …, </a:t>
            </a:r>
            <a:r>
              <a:rPr lang="en-US" altLang="zh-CN" i="1" dirty="0">
                <a:latin typeface="Times New Roman" panose="02020603050405020304" pitchFamily="18" charset="0"/>
                <a:ea typeface="宋体" panose="02010600030101010101" pitchFamily="2" charset="-122"/>
              </a:rPr>
              <a:t>n</a:t>
            </a:r>
            <a:r>
              <a:rPr lang="en-US" altLang="zh-CN" i="1" baseline="-25000" dirty="0">
                <a:latin typeface="Times New Roman" panose="02020603050405020304" pitchFamily="18" charset="0"/>
                <a:ea typeface="宋体" panose="02010600030101010101" pitchFamily="2" charset="-122"/>
              </a:rPr>
              <a:t>k</a:t>
            </a:r>
            <a:r>
              <a:rPr lang="en-US" altLang="zh-CN" dirty="0">
                <a:latin typeface="Times New Roman" panose="02020603050405020304" pitchFamily="18" charset="0"/>
                <a:ea typeface="宋体" panose="02010600030101010101" pitchFamily="2" charset="-122"/>
              </a:rPr>
              <a:t>}</a:t>
            </a:r>
            <a:r>
              <a:rPr lang="en-US" altLang="zh-CN" dirty="0">
                <a:ea typeface="宋体" panose="02010600030101010101" pitchFamily="2" charset="-122"/>
              </a:rPr>
              <a:t>, its tightness is defined as the number of leaf nodes in other SimTrees that are connected to all of </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a:t>
            </a:r>
            <a:r>
              <a:rPr lang="en-US" altLang="zh-CN" baseline="-25000" dirty="0">
                <a:latin typeface="Times New Roman" panose="02020603050405020304" pitchFamily="18" charset="0"/>
                <a:ea typeface="宋体" panose="02010600030101010101" pitchFamily="2" charset="-122"/>
              </a:rPr>
              <a:t>1</a:t>
            </a:r>
            <a:r>
              <a:rPr lang="en-US" altLang="zh-CN" dirty="0">
                <a:latin typeface="Times New Roman" panose="02020603050405020304" pitchFamily="18" charset="0"/>
                <a:ea typeface="宋体" panose="02010600030101010101" pitchFamily="2" charset="-122"/>
              </a:rPr>
              <a:t>, …, </a:t>
            </a:r>
            <a:r>
              <a:rPr lang="en-US" altLang="zh-CN" i="1" dirty="0">
                <a:latin typeface="Times New Roman" panose="02020603050405020304" pitchFamily="18" charset="0"/>
                <a:ea typeface="宋体" panose="02010600030101010101" pitchFamily="2" charset="-122"/>
              </a:rPr>
              <a:t>n</a:t>
            </a:r>
            <a:r>
              <a:rPr lang="en-US" altLang="zh-CN" i="1" baseline="-25000" dirty="0">
                <a:latin typeface="Times New Roman" panose="02020603050405020304" pitchFamily="18" charset="0"/>
                <a:ea typeface="宋体" panose="02010600030101010101" pitchFamily="2" charset="-122"/>
              </a:rPr>
              <a:t>k</a:t>
            </a:r>
            <a:r>
              <a:rPr lang="en-US" altLang="zh-CN" dirty="0">
                <a:latin typeface="Times New Roman" panose="02020603050405020304" pitchFamily="18" charset="0"/>
                <a:ea typeface="宋体" panose="02010600030101010101" pitchFamily="2" charset="-122"/>
              </a:rPr>
              <a:t>}</a:t>
            </a:r>
            <a:endParaRPr lang="en-US" altLang="zh-CN" dirty="0">
              <a:ea typeface="宋体" panose="02010600030101010101" pitchFamily="2" charset="-122"/>
            </a:endParaRPr>
          </a:p>
        </p:txBody>
      </p:sp>
      <p:sp>
        <p:nvSpPr>
          <p:cNvPr id="1942532" name="Rectangle 4"/>
          <p:cNvSpPr/>
          <p:nvPr/>
        </p:nvSpPr>
        <p:spPr>
          <a:xfrm>
            <a:off x="1066800" y="3886200"/>
            <a:ext cx="914400" cy="304800"/>
          </a:xfrm>
          <a:prstGeom prst="rect">
            <a:avLst/>
          </a:prstGeom>
          <a:solidFill>
            <a:srgbClr val="C0C0C0"/>
          </a:solidFill>
          <a:ln w="9525" cap="flat" cmpd="sng">
            <a:solidFill>
              <a:schemeClr val="tx1"/>
            </a:solidFill>
            <a:prstDash val="solid"/>
            <a:miter/>
            <a:headEnd type="none" w="med" len="med"/>
            <a:tailEnd type="none" w="med" len="med"/>
          </a:ln>
        </p:spPr>
        <p:txBody>
          <a:bodyPr wrap="none" tIns="0" bIns="137160"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r>
              <a:rPr lang="en-US" altLang="zh-CN" sz="2400" i="1" dirty="0">
                <a:latin typeface="Times New Roman" panose="02020603050405020304" pitchFamily="18" charset="0"/>
                <a:ea typeface="宋体" panose="02010600030101010101" pitchFamily="2" charset="-122"/>
              </a:rPr>
              <a:t>n</a:t>
            </a:r>
            <a:r>
              <a:rPr lang="en-US" altLang="zh-CN" sz="2400" baseline="-25000" dirty="0">
                <a:latin typeface="Times New Roman" panose="02020603050405020304" pitchFamily="18" charset="0"/>
                <a:ea typeface="宋体" panose="02010600030101010101" pitchFamily="2" charset="-122"/>
              </a:rPr>
              <a:t>1</a:t>
            </a:r>
            <a:endParaRPr lang="en-US" altLang="zh-CN" sz="2400" baseline="-25000" dirty="0">
              <a:latin typeface="Times New Roman" panose="02020603050405020304" pitchFamily="18" charset="0"/>
              <a:ea typeface="宋体" panose="02010600030101010101" pitchFamily="2" charset="-122"/>
            </a:endParaRPr>
          </a:p>
        </p:txBody>
      </p:sp>
      <p:sp>
        <p:nvSpPr>
          <p:cNvPr id="1942533" name="Rectangle 5"/>
          <p:cNvSpPr/>
          <p:nvPr/>
        </p:nvSpPr>
        <p:spPr>
          <a:xfrm>
            <a:off x="2895600" y="3760788"/>
            <a:ext cx="914400" cy="201612"/>
          </a:xfrm>
          <a:prstGeom prst="rect">
            <a:avLst/>
          </a:prstGeom>
          <a:solidFill>
            <a:srgbClr val="FFFF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r>
              <a:rPr lang="en-US" altLang="zh-CN" sz="1800" dirty="0">
                <a:latin typeface="Times New Roman" panose="02020603050405020304" pitchFamily="18" charset="0"/>
                <a:ea typeface="宋体" panose="02010600030101010101" pitchFamily="2" charset="-122"/>
              </a:rPr>
              <a:t>1</a:t>
            </a:r>
            <a:endParaRPr lang="en-US" altLang="zh-CN" sz="1800" dirty="0">
              <a:latin typeface="Times New Roman" panose="02020603050405020304" pitchFamily="18" charset="0"/>
              <a:ea typeface="宋体" panose="02010600030101010101" pitchFamily="2" charset="-122"/>
            </a:endParaRPr>
          </a:p>
        </p:txBody>
      </p:sp>
      <p:sp>
        <p:nvSpPr>
          <p:cNvPr id="1942534" name="Rectangle 6"/>
          <p:cNvSpPr/>
          <p:nvPr/>
        </p:nvSpPr>
        <p:spPr>
          <a:xfrm>
            <a:off x="2895600" y="4065588"/>
            <a:ext cx="914400" cy="201612"/>
          </a:xfrm>
          <a:prstGeom prst="rect">
            <a:avLst/>
          </a:prstGeom>
          <a:solidFill>
            <a:srgbClr val="FFFF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r>
              <a:rPr lang="en-US" altLang="zh-CN" sz="1800" dirty="0">
                <a:latin typeface="Times New Roman" panose="02020603050405020304" pitchFamily="18" charset="0"/>
                <a:ea typeface="宋体" panose="02010600030101010101" pitchFamily="2" charset="-122"/>
              </a:rPr>
              <a:t>2</a:t>
            </a:r>
            <a:endParaRPr lang="en-US" altLang="zh-CN" sz="1800" dirty="0">
              <a:latin typeface="Times New Roman" panose="02020603050405020304" pitchFamily="18" charset="0"/>
              <a:ea typeface="宋体" panose="02010600030101010101" pitchFamily="2" charset="-122"/>
            </a:endParaRPr>
          </a:p>
        </p:txBody>
      </p:sp>
      <p:sp>
        <p:nvSpPr>
          <p:cNvPr id="1942535" name="Rectangle 7"/>
          <p:cNvSpPr/>
          <p:nvPr/>
        </p:nvSpPr>
        <p:spPr>
          <a:xfrm>
            <a:off x="2895600" y="4370388"/>
            <a:ext cx="914400" cy="201612"/>
          </a:xfrm>
          <a:prstGeom prst="rect">
            <a:avLst/>
          </a:prstGeom>
          <a:solidFill>
            <a:srgbClr val="FFFF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r>
              <a:rPr lang="en-US" altLang="zh-CN" sz="1800" dirty="0">
                <a:latin typeface="Times New Roman" panose="02020603050405020304" pitchFamily="18" charset="0"/>
                <a:ea typeface="宋体" panose="02010600030101010101" pitchFamily="2" charset="-122"/>
              </a:rPr>
              <a:t>3</a:t>
            </a:r>
            <a:endParaRPr lang="en-US" altLang="zh-CN" sz="1800" dirty="0">
              <a:latin typeface="Times New Roman" panose="02020603050405020304" pitchFamily="18" charset="0"/>
              <a:ea typeface="宋体" panose="02010600030101010101" pitchFamily="2" charset="-122"/>
            </a:endParaRPr>
          </a:p>
        </p:txBody>
      </p:sp>
      <p:sp>
        <p:nvSpPr>
          <p:cNvPr id="1942536" name="Rectangle 8"/>
          <p:cNvSpPr/>
          <p:nvPr/>
        </p:nvSpPr>
        <p:spPr>
          <a:xfrm>
            <a:off x="2895600" y="4675188"/>
            <a:ext cx="914400" cy="201612"/>
          </a:xfrm>
          <a:prstGeom prst="rect">
            <a:avLst/>
          </a:prstGeom>
          <a:solidFill>
            <a:srgbClr val="FFFF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r>
              <a:rPr lang="en-US" altLang="zh-CN" sz="1800" dirty="0">
                <a:latin typeface="Times New Roman" panose="02020603050405020304" pitchFamily="18" charset="0"/>
                <a:ea typeface="宋体" panose="02010600030101010101" pitchFamily="2" charset="-122"/>
              </a:rPr>
              <a:t>4</a:t>
            </a:r>
            <a:endParaRPr lang="en-US" altLang="zh-CN" sz="1800" dirty="0">
              <a:latin typeface="Times New Roman" panose="02020603050405020304" pitchFamily="18" charset="0"/>
              <a:ea typeface="宋体" panose="02010600030101010101" pitchFamily="2" charset="-122"/>
            </a:endParaRPr>
          </a:p>
        </p:txBody>
      </p:sp>
      <p:sp>
        <p:nvSpPr>
          <p:cNvPr id="1942537" name="Rectangle 9"/>
          <p:cNvSpPr/>
          <p:nvPr/>
        </p:nvSpPr>
        <p:spPr>
          <a:xfrm>
            <a:off x="2895600" y="4979988"/>
            <a:ext cx="914400" cy="201612"/>
          </a:xfrm>
          <a:prstGeom prst="rect">
            <a:avLst/>
          </a:prstGeom>
          <a:solidFill>
            <a:srgbClr val="FFFF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r>
              <a:rPr lang="en-US" altLang="zh-CN" sz="1800" dirty="0">
                <a:latin typeface="Times New Roman" panose="02020603050405020304" pitchFamily="18" charset="0"/>
                <a:ea typeface="宋体" panose="02010600030101010101" pitchFamily="2" charset="-122"/>
              </a:rPr>
              <a:t>5</a:t>
            </a:r>
            <a:endParaRPr lang="en-US" altLang="zh-CN" sz="1800" dirty="0">
              <a:latin typeface="Times New Roman" panose="02020603050405020304" pitchFamily="18" charset="0"/>
              <a:ea typeface="宋体" panose="02010600030101010101" pitchFamily="2" charset="-122"/>
            </a:endParaRPr>
          </a:p>
        </p:txBody>
      </p:sp>
      <p:cxnSp>
        <p:nvCxnSpPr>
          <p:cNvPr id="1942538" name="AutoShape 10"/>
          <p:cNvCxnSpPr>
            <a:stCxn id="1942532" idx="3"/>
            <a:endCxn id="1942533" idx="1"/>
          </p:cNvCxnSpPr>
          <p:nvPr/>
        </p:nvCxnSpPr>
        <p:spPr>
          <a:xfrm flipV="1">
            <a:off x="1981200" y="3862388"/>
            <a:ext cx="914400" cy="176212"/>
          </a:xfrm>
          <a:prstGeom prst="straightConnector1">
            <a:avLst/>
          </a:prstGeom>
          <a:ln w="9525" cap="flat" cmpd="sng">
            <a:solidFill>
              <a:schemeClr val="tx1"/>
            </a:solidFill>
            <a:prstDash val="solid"/>
            <a:headEnd type="none" w="med" len="med"/>
            <a:tailEnd type="none" w="med" len="med"/>
          </a:ln>
        </p:spPr>
      </p:cxnSp>
      <p:cxnSp>
        <p:nvCxnSpPr>
          <p:cNvPr id="1942539" name="AutoShape 11"/>
          <p:cNvCxnSpPr>
            <a:stCxn id="1942532" idx="3"/>
            <a:endCxn id="1942534" idx="1"/>
          </p:cNvCxnSpPr>
          <p:nvPr/>
        </p:nvCxnSpPr>
        <p:spPr>
          <a:xfrm>
            <a:off x="1981200" y="4038600"/>
            <a:ext cx="914400" cy="128588"/>
          </a:xfrm>
          <a:prstGeom prst="straightConnector1">
            <a:avLst/>
          </a:prstGeom>
          <a:ln w="9525" cap="flat" cmpd="sng">
            <a:solidFill>
              <a:schemeClr val="tx1"/>
            </a:solidFill>
            <a:prstDash val="solid"/>
            <a:headEnd type="none" w="med" len="med"/>
            <a:tailEnd type="none" w="med" len="med"/>
          </a:ln>
        </p:spPr>
      </p:cxnSp>
      <p:cxnSp>
        <p:nvCxnSpPr>
          <p:cNvPr id="1942540" name="AutoShape 12"/>
          <p:cNvCxnSpPr>
            <a:stCxn id="1942532" idx="3"/>
            <a:endCxn id="1942536" idx="1"/>
          </p:cNvCxnSpPr>
          <p:nvPr/>
        </p:nvCxnSpPr>
        <p:spPr>
          <a:xfrm>
            <a:off x="1981200" y="4038600"/>
            <a:ext cx="914400" cy="738188"/>
          </a:xfrm>
          <a:prstGeom prst="straightConnector1">
            <a:avLst/>
          </a:prstGeom>
          <a:ln w="9525" cap="flat" cmpd="sng">
            <a:solidFill>
              <a:schemeClr val="tx1"/>
            </a:solidFill>
            <a:prstDash val="solid"/>
            <a:headEnd type="none" w="med" len="med"/>
            <a:tailEnd type="none" w="med" len="med"/>
          </a:ln>
        </p:spPr>
      </p:cxnSp>
      <p:cxnSp>
        <p:nvCxnSpPr>
          <p:cNvPr id="1942541" name="AutoShape 13"/>
          <p:cNvCxnSpPr>
            <a:stCxn id="1942544" idx="3"/>
            <a:endCxn id="1942534" idx="1"/>
          </p:cNvCxnSpPr>
          <p:nvPr/>
        </p:nvCxnSpPr>
        <p:spPr>
          <a:xfrm flipV="1">
            <a:off x="1981200" y="4167188"/>
            <a:ext cx="914400" cy="709612"/>
          </a:xfrm>
          <a:prstGeom prst="straightConnector1">
            <a:avLst/>
          </a:prstGeom>
          <a:ln w="9525" cap="flat" cmpd="sng">
            <a:solidFill>
              <a:schemeClr val="tx1"/>
            </a:solidFill>
            <a:prstDash val="solid"/>
            <a:headEnd type="none" w="med" len="med"/>
            <a:tailEnd type="none" w="med" len="med"/>
          </a:ln>
        </p:spPr>
      </p:cxnSp>
      <p:cxnSp>
        <p:nvCxnSpPr>
          <p:cNvPr id="1942542" name="AutoShape 14"/>
          <p:cNvCxnSpPr>
            <a:stCxn id="1942544" idx="3"/>
            <a:endCxn id="1942535" idx="1"/>
          </p:cNvCxnSpPr>
          <p:nvPr/>
        </p:nvCxnSpPr>
        <p:spPr>
          <a:xfrm flipV="1">
            <a:off x="1981200" y="4471988"/>
            <a:ext cx="914400" cy="404812"/>
          </a:xfrm>
          <a:prstGeom prst="straightConnector1">
            <a:avLst/>
          </a:prstGeom>
          <a:ln w="9525" cap="flat" cmpd="sng">
            <a:solidFill>
              <a:schemeClr val="tx1"/>
            </a:solidFill>
            <a:prstDash val="solid"/>
            <a:headEnd type="none" w="med" len="med"/>
            <a:tailEnd type="none" w="med" len="med"/>
          </a:ln>
        </p:spPr>
      </p:cxnSp>
      <p:cxnSp>
        <p:nvCxnSpPr>
          <p:cNvPr id="1942543" name="AutoShape 15"/>
          <p:cNvCxnSpPr>
            <a:stCxn id="1942544" idx="3"/>
            <a:endCxn id="1942537" idx="1"/>
          </p:cNvCxnSpPr>
          <p:nvPr/>
        </p:nvCxnSpPr>
        <p:spPr>
          <a:xfrm>
            <a:off x="1981200" y="4876800"/>
            <a:ext cx="914400" cy="204788"/>
          </a:xfrm>
          <a:prstGeom prst="straightConnector1">
            <a:avLst/>
          </a:prstGeom>
          <a:ln w="9525" cap="flat" cmpd="sng">
            <a:solidFill>
              <a:schemeClr val="tx1"/>
            </a:solidFill>
            <a:prstDash val="solid"/>
            <a:headEnd type="none" w="med" len="med"/>
            <a:tailEnd type="none" w="med" len="med"/>
          </a:ln>
        </p:spPr>
      </p:cxnSp>
      <p:sp>
        <p:nvSpPr>
          <p:cNvPr id="1942544" name="Rectangle 16"/>
          <p:cNvSpPr/>
          <p:nvPr/>
        </p:nvSpPr>
        <p:spPr>
          <a:xfrm>
            <a:off x="1066800" y="4724400"/>
            <a:ext cx="914400" cy="304800"/>
          </a:xfrm>
          <a:prstGeom prst="rect">
            <a:avLst/>
          </a:prstGeom>
          <a:solidFill>
            <a:srgbClr val="C0C0C0"/>
          </a:solidFill>
          <a:ln w="9525" cap="flat" cmpd="sng">
            <a:solidFill>
              <a:schemeClr val="tx1"/>
            </a:solidFill>
            <a:prstDash val="solid"/>
            <a:miter/>
            <a:headEnd type="none" w="med" len="med"/>
            <a:tailEnd type="none" w="med" len="med"/>
          </a:ln>
        </p:spPr>
        <p:txBody>
          <a:bodyPr wrap="none" tIns="0" bIns="137160"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r>
              <a:rPr lang="en-US" altLang="zh-CN" sz="2400" i="1" dirty="0">
                <a:latin typeface="Times New Roman" panose="02020603050405020304" pitchFamily="18" charset="0"/>
                <a:ea typeface="宋体" panose="02010600030101010101" pitchFamily="2" charset="-122"/>
              </a:rPr>
              <a:t>n</a:t>
            </a:r>
            <a:r>
              <a:rPr lang="en-US" altLang="zh-CN" sz="2400" baseline="-25000" dirty="0">
                <a:latin typeface="Times New Roman" panose="02020603050405020304" pitchFamily="18" charset="0"/>
                <a:ea typeface="宋体" panose="02010600030101010101" pitchFamily="2" charset="-122"/>
              </a:rPr>
              <a:t>2</a:t>
            </a:r>
            <a:endParaRPr lang="en-US" altLang="zh-CN" sz="2400" baseline="-25000" dirty="0">
              <a:latin typeface="Times New Roman" panose="02020603050405020304" pitchFamily="18" charset="0"/>
              <a:ea typeface="宋体" panose="02010600030101010101" pitchFamily="2" charset="-122"/>
            </a:endParaRPr>
          </a:p>
        </p:txBody>
      </p:sp>
      <p:cxnSp>
        <p:nvCxnSpPr>
          <p:cNvPr id="1942545" name="AutoShape 17"/>
          <p:cNvCxnSpPr>
            <a:stCxn id="1942544" idx="3"/>
            <a:endCxn id="1942536" idx="1"/>
          </p:cNvCxnSpPr>
          <p:nvPr/>
        </p:nvCxnSpPr>
        <p:spPr>
          <a:xfrm flipV="1">
            <a:off x="1981200" y="4776788"/>
            <a:ext cx="914400" cy="100012"/>
          </a:xfrm>
          <a:prstGeom prst="straightConnector1">
            <a:avLst/>
          </a:prstGeom>
          <a:ln w="9525" cap="flat" cmpd="sng">
            <a:solidFill>
              <a:schemeClr val="tx1"/>
            </a:solidFill>
            <a:prstDash val="solid"/>
            <a:headEnd type="none" w="med" len="med"/>
            <a:tailEnd type="none" w="med" len="med"/>
          </a:ln>
        </p:spPr>
      </p:cxnSp>
      <p:cxnSp>
        <p:nvCxnSpPr>
          <p:cNvPr id="1942546" name="AutoShape 18"/>
          <p:cNvCxnSpPr>
            <a:stCxn id="1942532" idx="3"/>
            <a:endCxn id="1942537" idx="1"/>
          </p:cNvCxnSpPr>
          <p:nvPr/>
        </p:nvCxnSpPr>
        <p:spPr>
          <a:xfrm>
            <a:off x="1981200" y="4038600"/>
            <a:ext cx="914400" cy="1042988"/>
          </a:xfrm>
          <a:prstGeom prst="straightConnector1">
            <a:avLst/>
          </a:prstGeom>
          <a:ln w="9525" cap="flat" cmpd="sng">
            <a:solidFill>
              <a:schemeClr val="tx1"/>
            </a:solidFill>
            <a:prstDash val="solid"/>
            <a:headEnd type="none" w="med" len="med"/>
            <a:tailEnd type="none" w="med" len="med"/>
          </a:ln>
        </p:spPr>
      </p:cxnSp>
      <p:sp>
        <p:nvSpPr>
          <p:cNvPr id="1942547" name="Text Box 19"/>
          <p:cNvSpPr txBox="1"/>
          <p:nvPr/>
        </p:nvSpPr>
        <p:spPr>
          <a:xfrm>
            <a:off x="4343400" y="4038600"/>
            <a:ext cx="39624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50000"/>
              </a:spcBef>
              <a:buClrTx/>
              <a:buSzTx/>
              <a:buFontTx/>
              <a:buNone/>
            </a:pPr>
            <a:r>
              <a:rPr lang="en-US" altLang="zh-CN" sz="2400" dirty="0">
                <a:latin typeface="Arial" panose="020B0604020202020204" pitchFamily="34" charset="0"/>
                <a:ea typeface="宋体" panose="02010600030101010101" pitchFamily="2" charset="-122"/>
              </a:rPr>
              <a:t>The tightness of</a:t>
            </a:r>
            <a:r>
              <a:rPr lang="en-US" altLang="zh-CN" sz="2400" dirty="0">
                <a:latin typeface="Times New Roman" panose="02020603050405020304" pitchFamily="18" charset="0"/>
                <a:ea typeface="宋体" panose="02010600030101010101" pitchFamily="2" charset="-122"/>
              </a:rPr>
              <a:t> {</a:t>
            </a:r>
            <a:r>
              <a:rPr lang="en-US" altLang="zh-CN" sz="2400" i="1" dirty="0">
                <a:latin typeface="Times New Roman" panose="02020603050405020304" pitchFamily="18" charset="0"/>
                <a:ea typeface="宋体" panose="02010600030101010101" pitchFamily="2" charset="-122"/>
              </a:rPr>
              <a:t>n</a:t>
            </a:r>
            <a:r>
              <a:rPr lang="en-US" altLang="zh-CN" sz="2400" baseline="-25000" dirty="0">
                <a:latin typeface="Times New Roman" panose="02020603050405020304" pitchFamily="18" charset="0"/>
                <a:ea typeface="宋体" panose="02010600030101010101" pitchFamily="2" charset="-122"/>
              </a:rPr>
              <a:t>1</a:t>
            </a:r>
            <a:r>
              <a:rPr lang="en-US" altLang="zh-CN" sz="2400" dirty="0">
                <a:latin typeface="Times New Roman" panose="02020603050405020304" pitchFamily="18" charset="0"/>
                <a:ea typeface="宋体" panose="02010600030101010101" pitchFamily="2" charset="-122"/>
              </a:rPr>
              <a:t>, </a:t>
            </a:r>
            <a:r>
              <a:rPr lang="en-US" altLang="zh-CN" sz="2400" i="1" dirty="0">
                <a:latin typeface="Times New Roman" panose="02020603050405020304" pitchFamily="18" charset="0"/>
                <a:ea typeface="宋体" panose="02010600030101010101" pitchFamily="2" charset="-122"/>
              </a:rPr>
              <a:t>n</a:t>
            </a:r>
            <a:r>
              <a:rPr lang="en-US" altLang="zh-CN" sz="2400" baseline="-25000" dirty="0">
                <a:latin typeface="Times New Roman" panose="02020603050405020304" pitchFamily="18" charset="0"/>
                <a:ea typeface="宋体" panose="02010600030101010101" pitchFamily="2" charset="-122"/>
              </a:rPr>
              <a:t>2</a:t>
            </a:r>
            <a:r>
              <a:rPr lang="en-US" altLang="zh-CN" sz="2400" dirty="0">
                <a:latin typeface="Times New Roman" panose="02020603050405020304" pitchFamily="18" charset="0"/>
                <a:ea typeface="宋体" panose="02010600030101010101" pitchFamily="2" charset="-122"/>
              </a:rPr>
              <a:t>} </a:t>
            </a:r>
            <a:r>
              <a:rPr lang="en-US" altLang="zh-CN" sz="2400" dirty="0">
                <a:latin typeface="Arial" panose="020B0604020202020204" pitchFamily="34" charset="0"/>
                <a:ea typeface="宋体" panose="02010600030101010101" pitchFamily="2" charset="-122"/>
              </a:rPr>
              <a:t>is 3</a:t>
            </a:r>
            <a:endParaRPr lang="en-US" altLang="zh-CN" sz="2400" dirty="0">
              <a:latin typeface="Arial" panose="020B0604020202020204" pitchFamily="34" charset="0"/>
              <a:ea typeface="宋体" panose="02010600030101010101" pitchFamily="2" charset="-122"/>
            </a:endParaRPr>
          </a:p>
        </p:txBody>
      </p:sp>
      <p:sp>
        <p:nvSpPr>
          <p:cNvPr id="1942548" name="Text Box 20"/>
          <p:cNvSpPr txBox="1"/>
          <p:nvPr/>
        </p:nvSpPr>
        <p:spPr>
          <a:xfrm>
            <a:off x="990600" y="3124200"/>
            <a:ext cx="12954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eaLnBrk="1" hangingPunct="1">
              <a:spcBef>
                <a:spcPct val="50000"/>
              </a:spcBef>
              <a:buClrTx/>
              <a:buSzTx/>
              <a:buFontTx/>
              <a:buNone/>
            </a:pPr>
            <a:r>
              <a:rPr lang="en-US" altLang="zh-CN" sz="2400" i="1" dirty="0">
                <a:latin typeface="Arial" panose="020B0604020202020204" pitchFamily="34" charset="0"/>
                <a:ea typeface="宋体" panose="02010600030101010101" pitchFamily="2" charset="-122"/>
              </a:rPr>
              <a:t>Nodes</a:t>
            </a:r>
            <a:endParaRPr lang="en-US" altLang="zh-CN" sz="2400" i="1" dirty="0">
              <a:latin typeface="Arial" panose="020B0604020202020204" pitchFamily="34" charset="0"/>
              <a:ea typeface="宋体" panose="02010600030101010101" pitchFamily="2" charset="-122"/>
            </a:endParaRPr>
          </a:p>
        </p:txBody>
      </p:sp>
      <p:sp>
        <p:nvSpPr>
          <p:cNvPr id="1942549" name="Text Box 21"/>
          <p:cNvSpPr txBox="1"/>
          <p:nvPr/>
        </p:nvSpPr>
        <p:spPr>
          <a:xfrm>
            <a:off x="2590800" y="3048000"/>
            <a:ext cx="2514600" cy="7016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eaLnBrk="1" hangingPunct="1">
              <a:spcBef>
                <a:spcPct val="50000"/>
              </a:spcBef>
              <a:buClrTx/>
              <a:buSzTx/>
              <a:buFontTx/>
              <a:buNone/>
            </a:pPr>
            <a:r>
              <a:rPr lang="en-US" altLang="zh-CN" sz="2000" i="1" dirty="0">
                <a:latin typeface="Arial" panose="020B0604020202020204" pitchFamily="34" charset="0"/>
                <a:ea typeface="宋体" panose="02010600030101010101" pitchFamily="2" charset="-122"/>
              </a:rPr>
              <a:t>Leaf nodes in another SimTree</a:t>
            </a:r>
            <a:endParaRPr lang="en-US" altLang="zh-CN" sz="2000" i="1" dirty="0">
              <a:latin typeface="Arial" panose="020B0604020202020204" pitchFamily="34" charset="0"/>
              <a:ea typeface="宋体" panose="02010600030101010101" pitchFamily="2" charset="-122"/>
            </a:endParaRP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4253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4253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4253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4253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4253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4253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94253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94253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94254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94254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942542"/>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94254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942544"/>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942545"/>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94254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94254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94254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26" presetClass="emph" presetSubtype="0" fill="hold" grpId="1" nodeType="clickEffect">
                                  <p:stCondLst>
                                    <p:cond delay="0"/>
                                  </p:stCondLst>
                                  <p:childTnLst>
                                    <p:animEffect transition="out" filter="fade">
                                      <p:cBhvr>
                                        <p:cTn id="42" dur="1000" tmFilter="0, 0; .2, .5; .8, .5; 1, 0"/>
                                        <p:tgtEl>
                                          <p:spTgt spid="1942534"/>
                                        </p:tgtEl>
                                      </p:cBhvr>
                                    </p:animEffect>
                                    <p:animScale>
                                      <p:cBhvr>
                                        <p:cTn id="43" dur="500" autoRev="1" fill="hold"/>
                                        <p:tgtEl>
                                          <p:spTgt spid="1942534"/>
                                        </p:tgtEl>
                                      </p:cBhvr>
                                      <p:by x="105000" y="105000"/>
                                    </p:animScale>
                                  </p:childTnLst>
                                </p:cTn>
                              </p:par>
                              <p:par>
                                <p:cTn id="44" presetID="26" presetClass="emph" presetSubtype="0" fill="hold" grpId="1" nodeType="withEffect">
                                  <p:stCondLst>
                                    <p:cond delay="0"/>
                                  </p:stCondLst>
                                  <p:childTnLst>
                                    <p:animEffect transition="out" filter="fade">
                                      <p:cBhvr>
                                        <p:cTn id="45" dur="1000" tmFilter="0, 0; .2, .5; .8, .5; 1, 0"/>
                                        <p:tgtEl>
                                          <p:spTgt spid="1942536"/>
                                        </p:tgtEl>
                                      </p:cBhvr>
                                    </p:animEffect>
                                    <p:animScale>
                                      <p:cBhvr>
                                        <p:cTn id="46" dur="500" autoRev="1" fill="hold"/>
                                        <p:tgtEl>
                                          <p:spTgt spid="1942536"/>
                                        </p:tgtEl>
                                      </p:cBhvr>
                                      <p:by x="105000" y="105000"/>
                                    </p:animScale>
                                  </p:childTnLst>
                                </p:cTn>
                              </p:par>
                              <p:par>
                                <p:cTn id="47" presetID="26" presetClass="emph" presetSubtype="0" fill="hold" grpId="1" nodeType="withEffect">
                                  <p:stCondLst>
                                    <p:cond delay="0"/>
                                  </p:stCondLst>
                                  <p:childTnLst>
                                    <p:animEffect transition="out" filter="fade">
                                      <p:cBhvr>
                                        <p:cTn id="48" dur="1000" tmFilter="0, 0; .2, .5; .8, .5; 1, 0"/>
                                        <p:tgtEl>
                                          <p:spTgt spid="1942537"/>
                                        </p:tgtEl>
                                      </p:cBhvr>
                                    </p:animEffect>
                                    <p:animScale>
                                      <p:cBhvr>
                                        <p:cTn id="49" dur="500" autoRev="1" fill="hold"/>
                                        <p:tgtEl>
                                          <p:spTgt spid="1942537"/>
                                        </p:tgtEl>
                                      </p:cBhvr>
                                      <p:by x="105000" y="105000"/>
                                    </p:animScale>
                                  </p:childTnLst>
                                </p:cTn>
                              </p:par>
                            </p:childTnLst>
                          </p:cTn>
                        </p:par>
                      </p:childTnLst>
                    </p:cTn>
                  </p:par>
                  <p:par>
                    <p:cTn id="50" fill="hold">
                      <p:stCondLst>
                        <p:cond delay="indefinite"/>
                      </p:stCondLst>
                      <p:childTnLst>
                        <p:par>
                          <p:cTn id="51" fill="hold">
                            <p:stCondLst>
                              <p:cond delay="0"/>
                            </p:stCondLst>
                            <p:childTnLst>
                              <p:par>
                                <p:cTn id="52" presetID="3" presetClass="entr" presetSubtype="10" fill="hold" grpId="0" nodeType="clickEffect">
                                  <p:stCondLst>
                                    <p:cond delay="0"/>
                                  </p:stCondLst>
                                  <p:childTnLst>
                                    <p:set>
                                      <p:cBhvr>
                                        <p:cTn id="53" dur="1" fill="hold">
                                          <p:stCondLst>
                                            <p:cond delay="0"/>
                                          </p:stCondLst>
                                        </p:cTn>
                                        <p:tgtEl>
                                          <p:spTgt spid="1942547"/>
                                        </p:tgtEl>
                                        <p:attrNameLst>
                                          <p:attrName>style.visibility</p:attrName>
                                        </p:attrNameLst>
                                      </p:cBhvr>
                                      <p:to>
                                        <p:strVal val="visible"/>
                                      </p:to>
                                    </p:set>
                                    <p:animEffect transition="in" filter="blinds(horizontal)">
                                      <p:cBhvr>
                                        <p:cTn id="54" dur="500"/>
                                        <p:tgtEl>
                                          <p:spTgt spid="19425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2532" grpId="0" animBg="1"/>
      <p:bldP spid="1942533" grpId="0" animBg="1"/>
      <p:bldP spid="1942534" grpId="0" animBg="1"/>
      <p:bldP spid="1942534" grpId="1" animBg="1"/>
      <p:bldP spid="1942535" grpId="0" animBg="1"/>
      <p:bldP spid="1942536" grpId="0" animBg="1"/>
      <p:bldP spid="1942536" grpId="1" animBg="1"/>
      <p:bldP spid="1942537" grpId="0" animBg="1"/>
      <p:bldP spid="1942537" grpId="1" animBg="1"/>
      <p:bldP spid="1942544" grpId="0" animBg="1"/>
      <p:bldP spid="1942547" grpId="0"/>
      <p:bldP spid="1942548" grpId="0"/>
      <p:bldP spid="1942549"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2" name="灯片编号占位符 3"/>
          <p:cNvSpPr txBox="1">
            <a:spLocks noGrp="1"/>
          </p:cNvSpPr>
          <p:nvPr>
            <p:ph type="sldNum" sz="quarter" idx="10"/>
          </p:nvPr>
        </p:nvSpPr>
        <p:spPr>
          <a:ln/>
        </p:spPr>
        <p:txBody>
          <a:bodyPr anchor="b" anchorCtr="0"/>
          <a:p>
            <a:pPr marL="0" indent="0" algn="r" eaLnBrk="1" hangingPunct="1">
              <a:spcBef>
                <a:spcPct val="0"/>
              </a:spcBef>
              <a:buClrTx/>
              <a:buSzTx/>
              <a:buFontTx/>
              <a:buNone/>
            </a:pPr>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56323" name="Rectangle 2"/>
          <p:cNvSpPr>
            <a:spLocks noGrp="1"/>
          </p:cNvSpPr>
          <p:nvPr>
            <p:ph type="title"/>
          </p:nvPr>
        </p:nvSpPr>
        <p:spPr>
          <a:ln/>
        </p:spPr>
        <p:txBody>
          <a:bodyPr vert="horz" wrap="square" lIns="91440" tIns="45720" rIns="91440" bIns="45720" anchor="b" anchorCtr="0"/>
          <a:p>
            <a:pPr eaLnBrk="1" hangingPunct="1"/>
            <a:r>
              <a:rPr lang="en-US" altLang="zh-CN" dirty="0">
                <a:ea typeface="宋体" panose="02010600030101010101" pitchFamily="2" charset="-122"/>
              </a:rPr>
              <a:t>(continued)</a:t>
            </a:r>
            <a:endParaRPr lang="en-US" altLang="zh-CN" dirty="0">
              <a:ea typeface="宋体" panose="02010600030101010101" pitchFamily="2" charset="-122"/>
            </a:endParaRPr>
          </a:p>
        </p:txBody>
      </p:sp>
      <p:sp>
        <p:nvSpPr>
          <p:cNvPr id="1944579" name="Rectangle 3"/>
          <p:cNvSpPr>
            <a:spLocks noGrp="1"/>
          </p:cNvSpPr>
          <p:nvPr>
            <p:ph idx="1"/>
          </p:nvPr>
        </p:nvSpPr>
        <p:spPr>
          <a:xfrm>
            <a:off x="152400" y="914400"/>
            <a:ext cx="8763000" cy="5715000"/>
          </a:xfrm>
          <a:ln/>
        </p:spPr>
        <p:txBody>
          <a:bodyPr vert="horz" wrap="square" lIns="91440" tIns="45720" rIns="91440" bIns="45720" anchor="t" anchorCtr="0"/>
          <a:p>
            <a:pPr eaLnBrk="1" hangingPunct="1">
              <a:lnSpc>
                <a:spcPct val="80000"/>
              </a:lnSpc>
            </a:pPr>
            <a:r>
              <a:rPr lang="en-US" altLang="zh-CN" sz="2400" dirty="0">
                <a:ea typeface="宋体" panose="02010600030101010101" pitchFamily="2" charset="-122"/>
              </a:rPr>
              <a:t>Finding tight groups          Frequent pattern mining</a:t>
            </a:r>
            <a:endParaRPr lang="en-US" altLang="zh-CN" sz="2400" dirty="0">
              <a:ea typeface="宋体" panose="02010600030101010101" pitchFamily="2" charset="-122"/>
            </a:endParaRPr>
          </a:p>
          <a:p>
            <a:pPr eaLnBrk="1" hangingPunct="1">
              <a:lnSpc>
                <a:spcPct val="80000"/>
              </a:lnSpc>
            </a:pPr>
            <a:endParaRPr lang="en-US" altLang="zh-CN" sz="2400" dirty="0">
              <a:ea typeface="宋体" panose="02010600030101010101" pitchFamily="2" charset="-122"/>
            </a:endParaRPr>
          </a:p>
          <a:p>
            <a:pPr eaLnBrk="1" hangingPunct="1">
              <a:lnSpc>
                <a:spcPct val="80000"/>
              </a:lnSpc>
            </a:pPr>
            <a:endParaRPr lang="en-US" altLang="zh-CN" sz="2400" dirty="0">
              <a:ea typeface="宋体" panose="02010600030101010101" pitchFamily="2" charset="-122"/>
            </a:endParaRPr>
          </a:p>
          <a:p>
            <a:pPr eaLnBrk="1" hangingPunct="1">
              <a:lnSpc>
                <a:spcPct val="80000"/>
              </a:lnSpc>
            </a:pPr>
            <a:endParaRPr lang="en-US" altLang="zh-CN" sz="2400" dirty="0">
              <a:ea typeface="宋体" panose="02010600030101010101" pitchFamily="2" charset="-122"/>
            </a:endParaRPr>
          </a:p>
          <a:p>
            <a:pPr eaLnBrk="1" hangingPunct="1">
              <a:lnSpc>
                <a:spcPct val="80000"/>
              </a:lnSpc>
            </a:pPr>
            <a:endParaRPr lang="en-US" altLang="zh-CN" sz="2400" dirty="0">
              <a:ea typeface="宋体" panose="02010600030101010101" pitchFamily="2" charset="-122"/>
            </a:endParaRPr>
          </a:p>
          <a:p>
            <a:pPr eaLnBrk="1" hangingPunct="1">
              <a:lnSpc>
                <a:spcPct val="80000"/>
              </a:lnSpc>
            </a:pPr>
            <a:endParaRPr lang="en-US" altLang="zh-CN" sz="2400" dirty="0">
              <a:ea typeface="宋体" panose="02010600030101010101" pitchFamily="2" charset="-122"/>
            </a:endParaRPr>
          </a:p>
          <a:p>
            <a:pPr eaLnBrk="1" hangingPunct="1">
              <a:lnSpc>
                <a:spcPct val="80000"/>
              </a:lnSpc>
            </a:pPr>
            <a:endParaRPr lang="en-US" altLang="zh-CN" sz="2400" dirty="0">
              <a:ea typeface="宋体" panose="02010600030101010101" pitchFamily="2" charset="-122"/>
            </a:endParaRPr>
          </a:p>
          <a:p>
            <a:pPr eaLnBrk="1" hangingPunct="1">
              <a:lnSpc>
                <a:spcPct val="80000"/>
              </a:lnSpc>
            </a:pPr>
            <a:endParaRPr lang="en-US" altLang="zh-CN" sz="2400" dirty="0">
              <a:ea typeface="宋体" panose="02010600030101010101" pitchFamily="2" charset="-122"/>
            </a:endParaRPr>
          </a:p>
          <a:p>
            <a:pPr eaLnBrk="1" hangingPunct="1">
              <a:lnSpc>
                <a:spcPct val="80000"/>
              </a:lnSpc>
            </a:pPr>
            <a:endParaRPr lang="en-US" altLang="zh-CN" sz="2400" dirty="0">
              <a:ea typeface="宋体" panose="02010600030101010101" pitchFamily="2" charset="-122"/>
            </a:endParaRPr>
          </a:p>
          <a:p>
            <a:pPr eaLnBrk="1" hangingPunct="1">
              <a:lnSpc>
                <a:spcPct val="80000"/>
              </a:lnSpc>
            </a:pPr>
            <a:r>
              <a:rPr lang="en-US" altLang="zh-CN" sz="2400" dirty="0">
                <a:ea typeface="宋体" panose="02010600030101010101" pitchFamily="2" charset="-122"/>
              </a:rPr>
              <a:t>Procedure of initializing a tree</a:t>
            </a:r>
            <a:endParaRPr lang="en-US" altLang="zh-CN" sz="2400" dirty="0">
              <a:ea typeface="宋体" panose="02010600030101010101" pitchFamily="2" charset="-122"/>
            </a:endParaRPr>
          </a:p>
          <a:p>
            <a:pPr lvl="1" eaLnBrk="1" hangingPunct="1">
              <a:lnSpc>
                <a:spcPct val="80000"/>
              </a:lnSpc>
            </a:pPr>
            <a:r>
              <a:rPr lang="en-US" altLang="zh-CN" sz="2400" dirty="0">
                <a:ea typeface="宋体" panose="02010600030101010101" pitchFamily="2" charset="-122"/>
              </a:rPr>
              <a:t>Start from leaf nodes (level-0)</a:t>
            </a:r>
            <a:endParaRPr lang="en-US" altLang="zh-CN" sz="2400" dirty="0">
              <a:ea typeface="宋体" panose="02010600030101010101" pitchFamily="2" charset="-122"/>
            </a:endParaRPr>
          </a:p>
          <a:p>
            <a:pPr lvl="1" eaLnBrk="1" hangingPunct="1">
              <a:lnSpc>
                <a:spcPct val="80000"/>
              </a:lnSpc>
            </a:pPr>
            <a:r>
              <a:rPr lang="en-US" altLang="zh-CN" sz="2400" dirty="0">
                <a:ea typeface="宋体" panose="02010600030101010101" pitchFamily="2" charset="-122"/>
              </a:rPr>
              <a:t>At each level </a:t>
            </a:r>
            <a:r>
              <a:rPr lang="en-US" altLang="zh-CN" sz="2400" i="1" dirty="0">
                <a:latin typeface="Times New Roman" panose="02020603050405020304" pitchFamily="18" charset="0"/>
                <a:ea typeface="宋体" panose="02010600030101010101" pitchFamily="2" charset="-122"/>
              </a:rPr>
              <a:t>l</a:t>
            </a:r>
            <a:r>
              <a:rPr lang="en-US" altLang="zh-CN" sz="2400" dirty="0">
                <a:ea typeface="宋体" panose="02010600030101010101" pitchFamily="2" charset="-122"/>
              </a:rPr>
              <a:t>, find non-overlapping groups of similar nodes with frequent pattern mining</a:t>
            </a:r>
            <a:endParaRPr lang="en-US" altLang="zh-CN" sz="2400" dirty="0">
              <a:ea typeface="宋体" panose="02010600030101010101" pitchFamily="2" charset="-122"/>
            </a:endParaRPr>
          </a:p>
        </p:txBody>
      </p:sp>
      <p:sp>
        <p:nvSpPr>
          <p:cNvPr id="56325" name="Line 4"/>
          <p:cNvSpPr/>
          <p:nvPr/>
        </p:nvSpPr>
        <p:spPr>
          <a:xfrm>
            <a:off x="3810000" y="1219200"/>
            <a:ext cx="762000" cy="0"/>
          </a:xfrm>
          <a:prstGeom prst="line">
            <a:avLst/>
          </a:prstGeom>
          <a:ln w="19050" cap="flat" cmpd="sng">
            <a:solidFill>
              <a:schemeClr val="tx1"/>
            </a:solidFill>
            <a:prstDash val="solid"/>
            <a:headEnd type="none" w="med" len="med"/>
            <a:tailEnd type="triangle" w="lg" len="lg"/>
          </a:ln>
        </p:spPr>
      </p:sp>
      <p:sp>
        <p:nvSpPr>
          <p:cNvPr id="56326" name="Text Box 5"/>
          <p:cNvSpPr txBox="1"/>
          <p:nvPr/>
        </p:nvSpPr>
        <p:spPr>
          <a:xfrm>
            <a:off x="3352800" y="1279525"/>
            <a:ext cx="1600200" cy="3968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50000"/>
              </a:spcBef>
              <a:buClrTx/>
              <a:buSzTx/>
              <a:buFontTx/>
              <a:buNone/>
            </a:pPr>
            <a:r>
              <a:rPr lang="en-US" altLang="zh-CN" sz="2000" i="1" dirty="0">
                <a:latin typeface="Arial" panose="020B0604020202020204" pitchFamily="34" charset="0"/>
                <a:ea typeface="宋体" panose="02010600030101010101" pitchFamily="2" charset="-122"/>
              </a:rPr>
              <a:t>Reduced to</a:t>
            </a:r>
            <a:endParaRPr lang="en-US" altLang="zh-CN" sz="2000" i="1" dirty="0">
              <a:latin typeface="Arial" panose="020B0604020202020204" pitchFamily="34" charset="0"/>
              <a:ea typeface="宋体" panose="02010600030101010101" pitchFamily="2" charset="-122"/>
            </a:endParaRPr>
          </a:p>
        </p:txBody>
      </p:sp>
      <p:grpSp>
        <p:nvGrpSpPr>
          <p:cNvPr id="2" name="Group 6"/>
          <p:cNvGrpSpPr/>
          <p:nvPr/>
        </p:nvGrpSpPr>
        <p:grpSpPr>
          <a:xfrm>
            <a:off x="3124200" y="1981200"/>
            <a:ext cx="1828800" cy="2514600"/>
            <a:chOff x="1056" y="1766"/>
            <a:chExt cx="1152" cy="1584"/>
          </a:xfrm>
        </p:grpSpPr>
        <p:sp>
          <p:nvSpPr>
            <p:cNvPr id="56378" name="Rectangle 7"/>
            <p:cNvSpPr/>
            <p:nvPr/>
          </p:nvSpPr>
          <p:spPr>
            <a:xfrm>
              <a:off x="1440" y="1766"/>
              <a:ext cx="768" cy="672"/>
            </a:xfrm>
            <a:prstGeom prst="rect">
              <a:avLst/>
            </a:prstGeom>
            <a:noFill/>
            <a:ln w="9525" cap="flat" cmpd="sng">
              <a:solidFill>
                <a:schemeClr val="tx1"/>
              </a:solidFill>
              <a:prstDash val="lgDash"/>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endParaRPr lang="zh-CN" altLang="en-US" sz="2400" dirty="0">
                <a:ea typeface="宋体" panose="02010600030101010101" pitchFamily="2" charset="-122"/>
              </a:endParaRPr>
            </a:p>
          </p:txBody>
        </p:sp>
        <p:sp>
          <p:nvSpPr>
            <p:cNvPr id="56379" name="Rectangle 8"/>
            <p:cNvSpPr/>
            <p:nvPr/>
          </p:nvSpPr>
          <p:spPr>
            <a:xfrm>
              <a:off x="1440" y="2678"/>
              <a:ext cx="768" cy="672"/>
            </a:xfrm>
            <a:prstGeom prst="rect">
              <a:avLst/>
            </a:prstGeom>
            <a:noFill/>
            <a:ln w="9525" cap="flat" cmpd="sng">
              <a:solidFill>
                <a:schemeClr val="tx1"/>
              </a:solidFill>
              <a:prstDash val="lgDash"/>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endParaRPr lang="zh-CN" altLang="en-US" sz="2400" dirty="0">
                <a:ea typeface="宋体" panose="02010600030101010101" pitchFamily="2" charset="-122"/>
              </a:endParaRPr>
            </a:p>
          </p:txBody>
        </p:sp>
        <p:sp>
          <p:nvSpPr>
            <p:cNvPr id="56380" name="Text Box 9"/>
            <p:cNvSpPr txBox="1"/>
            <p:nvPr/>
          </p:nvSpPr>
          <p:spPr>
            <a:xfrm>
              <a:off x="1056" y="1862"/>
              <a:ext cx="336"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50000"/>
                </a:spcBef>
                <a:buClrTx/>
                <a:buSzTx/>
                <a:buFontTx/>
                <a:buNone/>
              </a:pPr>
              <a:r>
                <a:rPr lang="en-US" altLang="zh-CN" sz="2400" b="1" i="1" dirty="0">
                  <a:latin typeface="Arial" panose="020B0604020202020204" pitchFamily="34" charset="0"/>
                  <a:ea typeface="宋体" panose="02010600030101010101" pitchFamily="2" charset="-122"/>
                </a:rPr>
                <a:t>g</a:t>
              </a:r>
              <a:r>
                <a:rPr lang="en-US" altLang="zh-CN" sz="2400" b="1" baseline="-25000" dirty="0">
                  <a:latin typeface="Arial" panose="020B0604020202020204" pitchFamily="34" charset="0"/>
                  <a:ea typeface="宋体" panose="02010600030101010101" pitchFamily="2" charset="-122"/>
                </a:rPr>
                <a:t>1</a:t>
              </a:r>
              <a:endParaRPr lang="en-US" altLang="zh-CN" sz="2400" b="1" baseline="-25000" dirty="0">
                <a:latin typeface="Arial" panose="020B0604020202020204" pitchFamily="34" charset="0"/>
                <a:ea typeface="宋体" panose="02010600030101010101" pitchFamily="2" charset="-122"/>
              </a:endParaRPr>
            </a:p>
          </p:txBody>
        </p:sp>
        <p:sp>
          <p:nvSpPr>
            <p:cNvPr id="56381" name="Text Box 10"/>
            <p:cNvSpPr txBox="1"/>
            <p:nvPr/>
          </p:nvSpPr>
          <p:spPr>
            <a:xfrm>
              <a:off x="1056" y="2822"/>
              <a:ext cx="336"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50000"/>
                </a:spcBef>
                <a:buClrTx/>
                <a:buSzTx/>
                <a:buFontTx/>
                <a:buNone/>
              </a:pPr>
              <a:r>
                <a:rPr lang="en-US" altLang="zh-CN" sz="2400" b="1" i="1" dirty="0">
                  <a:latin typeface="Arial" panose="020B0604020202020204" pitchFamily="34" charset="0"/>
                  <a:ea typeface="宋体" panose="02010600030101010101" pitchFamily="2" charset="-122"/>
                </a:rPr>
                <a:t>g</a:t>
              </a:r>
              <a:r>
                <a:rPr lang="en-US" altLang="zh-CN" sz="2400" b="1" baseline="-25000" dirty="0">
                  <a:latin typeface="Arial" panose="020B0604020202020204" pitchFamily="34" charset="0"/>
                  <a:ea typeface="宋体" panose="02010600030101010101" pitchFamily="2" charset="-122"/>
                </a:rPr>
                <a:t>2</a:t>
              </a:r>
              <a:endParaRPr lang="en-US" altLang="zh-CN" sz="2400" b="1" baseline="-25000" dirty="0">
                <a:latin typeface="Arial" panose="020B0604020202020204" pitchFamily="34" charset="0"/>
                <a:ea typeface="宋体" panose="02010600030101010101" pitchFamily="2" charset="-122"/>
              </a:endParaRPr>
            </a:p>
          </p:txBody>
        </p:sp>
      </p:grpSp>
      <p:grpSp>
        <p:nvGrpSpPr>
          <p:cNvPr id="3" name="Group 11"/>
          <p:cNvGrpSpPr/>
          <p:nvPr/>
        </p:nvGrpSpPr>
        <p:grpSpPr>
          <a:xfrm>
            <a:off x="6553200" y="1371600"/>
            <a:ext cx="2057400" cy="3292475"/>
            <a:chOff x="3216" y="1382"/>
            <a:chExt cx="1296" cy="2074"/>
          </a:xfrm>
        </p:grpSpPr>
        <p:sp>
          <p:nvSpPr>
            <p:cNvPr id="56368" name="Text Box 12"/>
            <p:cNvSpPr txBox="1"/>
            <p:nvPr/>
          </p:nvSpPr>
          <p:spPr>
            <a:xfrm>
              <a:off x="3408" y="1679"/>
              <a:ext cx="672" cy="2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eaLnBrk="1" hangingPunct="1">
                <a:spcBef>
                  <a:spcPct val="50000"/>
                </a:spcBef>
                <a:buClrTx/>
                <a:buSzTx/>
                <a:buFontTx/>
                <a:buNone/>
              </a:pPr>
              <a:r>
                <a:rPr lang="en-US" altLang="zh-CN" sz="2000" dirty="0">
                  <a:latin typeface="Times New Roman" panose="02020603050405020304" pitchFamily="18" charset="0"/>
                  <a:ea typeface="宋体" panose="02010600030101010101" pitchFamily="2" charset="-122"/>
                </a:rPr>
                <a:t>{</a:t>
              </a:r>
              <a:r>
                <a:rPr lang="en-US" altLang="zh-CN" sz="2000" i="1" dirty="0">
                  <a:latin typeface="Times New Roman" panose="02020603050405020304" pitchFamily="18" charset="0"/>
                  <a:ea typeface="宋体" panose="02010600030101010101" pitchFamily="2" charset="-122"/>
                </a:rPr>
                <a:t>n</a:t>
              </a:r>
              <a:r>
                <a:rPr lang="en-US" altLang="zh-CN" sz="2000" dirty="0">
                  <a:latin typeface="Times New Roman" panose="02020603050405020304" pitchFamily="18" charset="0"/>
                  <a:ea typeface="宋体" panose="02010600030101010101" pitchFamily="2" charset="-122"/>
                </a:rPr>
                <a:t>1}</a:t>
              </a:r>
              <a:endParaRPr lang="en-US" altLang="zh-CN" sz="2000" dirty="0">
                <a:latin typeface="Times New Roman" panose="02020603050405020304" pitchFamily="18" charset="0"/>
                <a:ea typeface="宋体" panose="02010600030101010101" pitchFamily="2" charset="-122"/>
              </a:endParaRPr>
            </a:p>
          </p:txBody>
        </p:sp>
        <p:sp>
          <p:nvSpPr>
            <p:cNvPr id="56369" name="Text Box 13"/>
            <p:cNvSpPr txBox="1"/>
            <p:nvPr/>
          </p:nvSpPr>
          <p:spPr>
            <a:xfrm>
              <a:off x="3408" y="1862"/>
              <a:ext cx="672" cy="2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eaLnBrk="1" hangingPunct="1">
                <a:spcBef>
                  <a:spcPct val="50000"/>
                </a:spcBef>
                <a:buClrTx/>
                <a:buSzTx/>
                <a:buFontTx/>
                <a:buNone/>
              </a:pPr>
              <a:r>
                <a:rPr lang="en-US" altLang="zh-CN" sz="2000" dirty="0">
                  <a:latin typeface="Times New Roman" panose="02020603050405020304" pitchFamily="18" charset="0"/>
                  <a:ea typeface="宋体" panose="02010600030101010101" pitchFamily="2" charset="-122"/>
                </a:rPr>
                <a:t>{</a:t>
              </a:r>
              <a:r>
                <a:rPr lang="en-US" altLang="zh-CN" sz="2000" i="1" dirty="0">
                  <a:latin typeface="Times New Roman" panose="02020603050405020304" pitchFamily="18" charset="0"/>
                  <a:ea typeface="宋体" panose="02010600030101010101" pitchFamily="2" charset="-122"/>
                </a:rPr>
                <a:t>n</a:t>
              </a:r>
              <a:r>
                <a:rPr lang="en-US" altLang="zh-CN" sz="2000" dirty="0">
                  <a:latin typeface="Times New Roman" panose="02020603050405020304" pitchFamily="18" charset="0"/>
                  <a:ea typeface="宋体" panose="02010600030101010101" pitchFamily="2" charset="-122"/>
                </a:rPr>
                <a:t>1, </a:t>
              </a:r>
              <a:r>
                <a:rPr lang="en-US" altLang="zh-CN" sz="2000" i="1" dirty="0">
                  <a:latin typeface="Times New Roman" panose="02020603050405020304" pitchFamily="18" charset="0"/>
                  <a:ea typeface="宋体" panose="02010600030101010101" pitchFamily="2" charset="-122"/>
                </a:rPr>
                <a:t>n</a:t>
              </a:r>
              <a:r>
                <a:rPr lang="en-US" altLang="zh-CN" sz="2000" dirty="0">
                  <a:latin typeface="Times New Roman" panose="02020603050405020304" pitchFamily="18" charset="0"/>
                  <a:ea typeface="宋体" panose="02010600030101010101" pitchFamily="2" charset="-122"/>
                </a:rPr>
                <a:t>2}</a:t>
              </a:r>
              <a:endParaRPr lang="en-US" altLang="zh-CN" sz="2000" dirty="0">
                <a:latin typeface="Times New Roman" panose="02020603050405020304" pitchFamily="18" charset="0"/>
                <a:ea typeface="宋体" panose="02010600030101010101" pitchFamily="2" charset="-122"/>
              </a:endParaRPr>
            </a:p>
          </p:txBody>
        </p:sp>
        <p:sp>
          <p:nvSpPr>
            <p:cNvPr id="56370" name="Text Box 14"/>
            <p:cNvSpPr txBox="1"/>
            <p:nvPr/>
          </p:nvSpPr>
          <p:spPr>
            <a:xfrm>
              <a:off x="3408" y="2053"/>
              <a:ext cx="672" cy="2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eaLnBrk="1" hangingPunct="1">
                <a:spcBef>
                  <a:spcPct val="50000"/>
                </a:spcBef>
                <a:buClrTx/>
                <a:buSzTx/>
                <a:buFontTx/>
                <a:buNone/>
              </a:pPr>
              <a:r>
                <a:rPr lang="en-US" altLang="zh-CN" sz="2000" dirty="0">
                  <a:latin typeface="Times New Roman" panose="02020603050405020304" pitchFamily="18" charset="0"/>
                  <a:ea typeface="宋体" panose="02010600030101010101" pitchFamily="2" charset="-122"/>
                </a:rPr>
                <a:t>{</a:t>
              </a:r>
              <a:r>
                <a:rPr lang="en-US" altLang="zh-CN" sz="2000" i="1" dirty="0">
                  <a:latin typeface="Times New Roman" panose="02020603050405020304" pitchFamily="18" charset="0"/>
                  <a:ea typeface="宋体" panose="02010600030101010101" pitchFamily="2" charset="-122"/>
                </a:rPr>
                <a:t>n</a:t>
              </a:r>
              <a:r>
                <a:rPr lang="en-US" altLang="zh-CN" sz="2000" dirty="0">
                  <a:latin typeface="Times New Roman" panose="02020603050405020304" pitchFamily="18" charset="0"/>
                  <a:ea typeface="宋体" panose="02010600030101010101" pitchFamily="2" charset="-122"/>
                </a:rPr>
                <a:t>2}</a:t>
              </a:r>
              <a:endParaRPr lang="en-US" altLang="zh-CN" sz="2000" dirty="0">
                <a:latin typeface="Times New Roman" panose="02020603050405020304" pitchFamily="18" charset="0"/>
                <a:ea typeface="宋体" panose="02010600030101010101" pitchFamily="2" charset="-122"/>
              </a:endParaRPr>
            </a:p>
          </p:txBody>
        </p:sp>
        <p:sp>
          <p:nvSpPr>
            <p:cNvPr id="56371" name="Text Box 15"/>
            <p:cNvSpPr txBox="1"/>
            <p:nvPr/>
          </p:nvSpPr>
          <p:spPr>
            <a:xfrm>
              <a:off x="3408" y="2236"/>
              <a:ext cx="672" cy="2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eaLnBrk="1" hangingPunct="1">
                <a:spcBef>
                  <a:spcPct val="50000"/>
                </a:spcBef>
                <a:buClrTx/>
                <a:buSzTx/>
                <a:buFontTx/>
                <a:buNone/>
              </a:pPr>
              <a:r>
                <a:rPr lang="en-US" altLang="zh-CN" sz="2000" dirty="0">
                  <a:latin typeface="Times New Roman" panose="02020603050405020304" pitchFamily="18" charset="0"/>
                  <a:ea typeface="宋体" panose="02010600030101010101" pitchFamily="2" charset="-122"/>
                </a:rPr>
                <a:t>{</a:t>
              </a:r>
              <a:r>
                <a:rPr lang="en-US" altLang="zh-CN" sz="2000" i="1" dirty="0">
                  <a:latin typeface="Times New Roman" panose="02020603050405020304" pitchFamily="18" charset="0"/>
                  <a:ea typeface="宋体" panose="02010600030101010101" pitchFamily="2" charset="-122"/>
                </a:rPr>
                <a:t>n</a:t>
              </a:r>
              <a:r>
                <a:rPr lang="en-US" altLang="zh-CN" sz="2000" dirty="0">
                  <a:latin typeface="Times New Roman" panose="02020603050405020304" pitchFamily="18" charset="0"/>
                  <a:ea typeface="宋体" panose="02010600030101010101" pitchFamily="2" charset="-122"/>
                </a:rPr>
                <a:t>1, </a:t>
              </a:r>
              <a:r>
                <a:rPr lang="en-US" altLang="zh-CN" sz="2000" i="1" dirty="0">
                  <a:latin typeface="Times New Roman" panose="02020603050405020304" pitchFamily="18" charset="0"/>
                  <a:ea typeface="宋体" panose="02010600030101010101" pitchFamily="2" charset="-122"/>
                </a:rPr>
                <a:t>n</a:t>
              </a:r>
              <a:r>
                <a:rPr lang="en-US" altLang="zh-CN" sz="2000" dirty="0">
                  <a:latin typeface="Times New Roman" panose="02020603050405020304" pitchFamily="18" charset="0"/>
                  <a:ea typeface="宋体" panose="02010600030101010101" pitchFamily="2" charset="-122"/>
                </a:rPr>
                <a:t>2}</a:t>
              </a:r>
              <a:endParaRPr lang="en-US" altLang="zh-CN" sz="2000" dirty="0">
                <a:latin typeface="Times New Roman" panose="02020603050405020304" pitchFamily="18" charset="0"/>
                <a:ea typeface="宋体" panose="02010600030101010101" pitchFamily="2" charset="-122"/>
              </a:endParaRPr>
            </a:p>
          </p:txBody>
        </p:sp>
        <p:sp>
          <p:nvSpPr>
            <p:cNvPr id="56372" name="Text Box 16"/>
            <p:cNvSpPr txBox="1"/>
            <p:nvPr/>
          </p:nvSpPr>
          <p:spPr>
            <a:xfrm>
              <a:off x="3408" y="2438"/>
              <a:ext cx="672" cy="2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eaLnBrk="1" hangingPunct="1">
                <a:spcBef>
                  <a:spcPct val="50000"/>
                </a:spcBef>
                <a:buClrTx/>
                <a:buSzTx/>
                <a:buFontTx/>
                <a:buNone/>
              </a:pPr>
              <a:r>
                <a:rPr lang="en-US" altLang="zh-CN" sz="2000" dirty="0">
                  <a:latin typeface="Times New Roman" panose="02020603050405020304" pitchFamily="18" charset="0"/>
                  <a:ea typeface="宋体" panose="02010600030101010101" pitchFamily="2" charset="-122"/>
                </a:rPr>
                <a:t>{</a:t>
              </a:r>
              <a:r>
                <a:rPr lang="en-US" altLang="zh-CN" sz="2000" i="1" dirty="0">
                  <a:latin typeface="Times New Roman" panose="02020603050405020304" pitchFamily="18" charset="0"/>
                  <a:ea typeface="宋体" panose="02010600030101010101" pitchFamily="2" charset="-122"/>
                </a:rPr>
                <a:t>n</a:t>
              </a:r>
              <a:r>
                <a:rPr lang="en-US" altLang="zh-CN" sz="2000" dirty="0">
                  <a:latin typeface="Times New Roman" panose="02020603050405020304" pitchFamily="18" charset="0"/>
                  <a:ea typeface="宋体" panose="02010600030101010101" pitchFamily="2" charset="-122"/>
                </a:rPr>
                <a:t>1, </a:t>
              </a:r>
              <a:r>
                <a:rPr lang="en-US" altLang="zh-CN" sz="2000" i="1" dirty="0">
                  <a:latin typeface="Times New Roman" panose="02020603050405020304" pitchFamily="18" charset="0"/>
                  <a:ea typeface="宋体" panose="02010600030101010101" pitchFamily="2" charset="-122"/>
                </a:rPr>
                <a:t>n</a:t>
              </a:r>
              <a:r>
                <a:rPr lang="en-US" altLang="zh-CN" sz="2000" dirty="0">
                  <a:latin typeface="Times New Roman" panose="02020603050405020304" pitchFamily="18" charset="0"/>
                  <a:ea typeface="宋体" panose="02010600030101010101" pitchFamily="2" charset="-122"/>
                </a:rPr>
                <a:t>2}</a:t>
              </a:r>
              <a:endParaRPr lang="en-US" altLang="zh-CN" sz="2000" dirty="0">
                <a:latin typeface="Times New Roman" panose="02020603050405020304" pitchFamily="18" charset="0"/>
                <a:ea typeface="宋体" panose="02010600030101010101" pitchFamily="2" charset="-122"/>
              </a:endParaRPr>
            </a:p>
          </p:txBody>
        </p:sp>
        <p:sp>
          <p:nvSpPr>
            <p:cNvPr id="56373" name="Text Box 17"/>
            <p:cNvSpPr txBox="1"/>
            <p:nvPr/>
          </p:nvSpPr>
          <p:spPr>
            <a:xfrm>
              <a:off x="3408" y="2621"/>
              <a:ext cx="912" cy="2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eaLnBrk="1" hangingPunct="1">
                <a:spcBef>
                  <a:spcPct val="50000"/>
                </a:spcBef>
                <a:buClrTx/>
                <a:buSzTx/>
                <a:buFontTx/>
                <a:buNone/>
              </a:pPr>
              <a:r>
                <a:rPr lang="en-US" altLang="zh-CN" sz="2000" dirty="0">
                  <a:latin typeface="Times New Roman" panose="02020603050405020304" pitchFamily="18" charset="0"/>
                  <a:ea typeface="宋体" panose="02010600030101010101" pitchFamily="2" charset="-122"/>
                </a:rPr>
                <a:t>{</a:t>
              </a:r>
              <a:r>
                <a:rPr lang="en-US" altLang="zh-CN" sz="2000" i="1" dirty="0">
                  <a:latin typeface="Times New Roman" panose="02020603050405020304" pitchFamily="18" charset="0"/>
                  <a:ea typeface="宋体" panose="02010600030101010101" pitchFamily="2" charset="-122"/>
                </a:rPr>
                <a:t>n</a:t>
              </a:r>
              <a:r>
                <a:rPr lang="en-US" altLang="zh-CN" sz="2000" dirty="0">
                  <a:latin typeface="Times New Roman" panose="02020603050405020304" pitchFamily="18" charset="0"/>
                  <a:ea typeface="宋体" panose="02010600030101010101" pitchFamily="2" charset="-122"/>
                </a:rPr>
                <a:t>2, </a:t>
              </a:r>
              <a:r>
                <a:rPr lang="en-US" altLang="zh-CN" sz="2000" i="1" dirty="0">
                  <a:latin typeface="Times New Roman" panose="02020603050405020304" pitchFamily="18" charset="0"/>
                  <a:ea typeface="宋体" panose="02010600030101010101" pitchFamily="2" charset="-122"/>
                </a:rPr>
                <a:t>n</a:t>
              </a:r>
              <a:r>
                <a:rPr lang="en-US" altLang="zh-CN" sz="2000" dirty="0">
                  <a:latin typeface="Times New Roman" panose="02020603050405020304" pitchFamily="18" charset="0"/>
                  <a:ea typeface="宋体" panose="02010600030101010101" pitchFamily="2" charset="-122"/>
                </a:rPr>
                <a:t>3, </a:t>
              </a:r>
              <a:r>
                <a:rPr lang="en-US" altLang="zh-CN" sz="2000" i="1" dirty="0">
                  <a:latin typeface="Times New Roman" panose="02020603050405020304" pitchFamily="18" charset="0"/>
                  <a:ea typeface="宋体" panose="02010600030101010101" pitchFamily="2" charset="-122"/>
                </a:rPr>
                <a:t>n</a:t>
              </a:r>
              <a:r>
                <a:rPr lang="en-US" altLang="zh-CN" sz="2000" dirty="0">
                  <a:latin typeface="Times New Roman" panose="02020603050405020304" pitchFamily="18" charset="0"/>
                  <a:ea typeface="宋体" panose="02010600030101010101" pitchFamily="2" charset="-122"/>
                </a:rPr>
                <a:t>4}</a:t>
              </a:r>
              <a:endParaRPr lang="en-US" altLang="zh-CN" sz="2000" dirty="0">
                <a:latin typeface="Times New Roman" panose="02020603050405020304" pitchFamily="18" charset="0"/>
                <a:ea typeface="宋体" panose="02010600030101010101" pitchFamily="2" charset="-122"/>
              </a:endParaRPr>
            </a:p>
          </p:txBody>
        </p:sp>
        <p:sp>
          <p:nvSpPr>
            <p:cNvPr id="56374" name="Text Box 18"/>
            <p:cNvSpPr txBox="1"/>
            <p:nvPr/>
          </p:nvSpPr>
          <p:spPr>
            <a:xfrm>
              <a:off x="3408" y="2821"/>
              <a:ext cx="672" cy="2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eaLnBrk="1" hangingPunct="1">
                <a:spcBef>
                  <a:spcPct val="50000"/>
                </a:spcBef>
                <a:buClrTx/>
                <a:buSzTx/>
                <a:buFontTx/>
                <a:buNone/>
              </a:pPr>
              <a:r>
                <a:rPr lang="en-US" altLang="zh-CN" sz="2000" dirty="0">
                  <a:latin typeface="Times New Roman" panose="02020603050405020304" pitchFamily="18" charset="0"/>
                  <a:ea typeface="宋体" panose="02010600030101010101" pitchFamily="2" charset="-122"/>
                </a:rPr>
                <a:t>{</a:t>
              </a:r>
              <a:r>
                <a:rPr lang="en-US" altLang="zh-CN" sz="2000" i="1" dirty="0">
                  <a:latin typeface="Times New Roman" panose="02020603050405020304" pitchFamily="18" charset="0"/>
                  <a:ea typeface="宋体" panose="02010600030101010101" pitchFamily="2" charset="-122"/>
                </a:rPr>
                <a:t>n</a:t>
              </a:r>
              <a:r>
                <a:rPr lang="en-US" altLang="zh-CN" sz="2000" dirty="0">
                  <a:latin typeface="Times New Roman" panose="02020603050405020304" pitchFamily="18" charset="0"/>
                  <a:ea typeface="宋体" panose="02010600030101010101" pitchFamily="2" charset="-122"/>
                </a:rPr>
                <a:t>4}</a:t>
              </a:r>
              <a:endParaRPr lang="en-US" altLang="zh-CN" sz="2000" dirty="0">
                <a:latin typeface="Times New Roman" panose="02020603050405020304" pitchFamily="18" charset="0"/>
                <a:ea typeface="宋体" panose="02010600030101010101" pitchFamily="2" charset="-122"/>
              </a:endParaRPr>
            </a:p>
          </p:txBody>
        </p:sp>
        <p:sp>
          <p:nvSpPr>
            <p:cNvPr id="56375" name="Text Box 19"/>
            <p:cNvSpPr txBox="1"/>
            <p:nvPr/>
          </p:nvSpPr>
          <p:spPr>
            <a:xfrm>
              <a:off x="3408" y="3014"/>
              <a:ext cx="672" cy="2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eaLnBrk="1" hangingPunct="1">
                <a:spcBef>
                  <a:spcPct val="50000"/>
                </a:spcBef>
                <a:buClrTx/>
                <a:buSzTx/>
                <a:buFontTx/>
                <a:buNone/>
              </a:pPr>
              <a:r>
                <a:rPr lang="en-US" altLang="zh-CN" sz="2000" dirty="0">
                  <a:latin typeface="Times New Roman" panose="02020603050405020304" pitchFamily="18" charset="0"/>
                  <a:ea typeface="宋体" panose="02010600030101010101" pitchFamily="2" charset="-122"/>
                </a:rPr>
                <a:t>{</a:t>
              </a:r>
              <a:r>
                <a:rPr lang="en-US" altLang="zh-CN" sz="2000" i="1" dirty="0">
                  <a:latin typeface="Times New Roman" panose="02020603050405020304" pitchFamily="18" charset="0"/>
                  <a:ea typeface="宋体" panose="02010600030101010101" pitchFamily="2" charset="-122"/>
                </a:rPr>
                <a:t>n</a:t>
              </a:r>
              <a:r>
                <a:rPr lang="en-US" altLang="zh-CN" sz="2000" dirty="0">
                  <a:latin typeface="Times New Roman" panose="02020603050405020304" pitchFamily="18" charset="0"/>
                  <a:ea typeface="宋体" panose="02010600030101010101" pitchFamily="2" charset="-122"/>
                </a:rPr>
                <a:t>3, </a:t>
              </a:r>
              <a:r>
                <a:rPr lang="en-US" altLang="zh-CN" sz="2000" i="1" dirty="0">
                  <a:latin typeface="Times New Roman" panose="02020603050405020304" pitchFamily="18" charset="0"/>
                  <a:ea typeface="宋体" panose="02010600030101010101" pitchFamily="2" charset="-122"/>
                </a:rPr>
                <a:t>n</a:t>
              </a:r>
              <a:r>
                <a:rPr lang="en-US" altLang="zh-CN" sz="2000" dirty="0">
                  <a:latin typeface="Times New Roman" panose="02020603050405020304" pitchFamily="18" charset="0"/>
                  <a:ea typeface="宋体" panose="02010600030101010101" pitchFamily="2" charset="-122"/>
                </a:rPr>
                <a:t>4}</a:t>
              </a:r>
              <a:endParaRPr lang="en-US" altLang="zh-CN" sz="2000" dirty="0">
                <a:latin typeface="Times New Roman" panose="02020603050405020304" pitchFamily="18" charset="0"/>
                <a:ea typeface="宋体" panose="02010600030101010101" pitchFamily="2" charset="-122"/>
              </a:endParaRPr>
            </a:p>
          </p:txBody>
        </p:sp>
        <p:sp>
          <p:nvSpPr>
            <p:cNvPr id="56376" name="Text Box 20"/>
            <p:cNvSpPr txBox="1"/>
            <p:nvPr/>
          </p:nvSpPr>
          <p:spPr>
            <a:xfrm>
              <a:off x="3408" y="3206"/>
              <a:ext cx="672" cy="2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eaLnBrk="1" hangingPunct="1">
                <a:spcBef>
                  <a:spcPct val="50000"/>
                </a:spcBef>
                <a:buClrTx/>
                <a:buSzTx/>
                <a:buFontTx/>
                <a:buNone/>
              </a:pPr>
              <a:r>
                <a:rPr lang="en-US" altLang="zh-CN" sz="2000" dirty="0">
                  <a:latin typeface="Times New Roman" panose="02020603050405020304" pitchFamily="18" charset="0"/>
                  <a:ea typeface="宋体" panose="02010600030101010101" pitchFamily="2" charset="-122"/>
                </a:rPr>
                <a:t>{</a:t>
              </a:r>
              <a:r>
                <a:rPr lang="en-US" altLang="zh-CN" sz="2000" i="1" dirty="0">
                  <a:latin typeface="Times New Roman" panose="02020603050405020304" pitchFamily="18" charset="0"/>
                  <a:ea typeface="宋体" panose="02010600030101010101" pitchFamily="2" charset="-122"/>
                </a:rPr>
                <a:t>n</a:t>
              </a:r>
              <a:r>
                <a:rPr lang="en-US" altLang="zh-CN" sz="2000" dirty="0">
                  <a:latin typeface="Times New Roman" panose="02020603050405020304" pitchFamily="18" charset="0"/>
                  <a:ea typeface="宋体" panose="02010600030101010101" pitchFamily="2" charset="-122"/>
                </a:rPr>
                <a:t>3, </a:t>
              </a:r>
              <a:r>
                <a:rPr lang="en-US" altLang="zh-CN" sz="2000" i="1" dirty="0">
                  <a:latin typeface="Times New Roman" panose="02020603050405020304" pitchFamily="18" charset="0"/>
                  <a:ea typeface="宋体" panose="02010600030101010101" pitchFamily="2" charset="-122"/>
                </a:rPr>
                <a:t>n</a:t>
              </a:r>
              <a:r>
                <a:rPr lang="en-US" altLang="zh-CN" sz="2000" dirty="0">
                  <a:latin typeface="Times New Roman" panose="02020603050405020304" pitchFamily="18" charset="0"/>
                  <a:ea typeface="宋体" panose="02010600030101010101" pitchFamily="2" charset="-122"/>
                </a:rPr>
                <a:t>4}</a:t>
              </a:r>
              <a:endParaRPr lang="en-US" altLang="zh-CN" sz="2000" dirty="0">
                <a:latin typeface="Times New Roman" panose="02020603050405020304" pitchFamily="18" charset="0"/>
                <a:ea typeface="宋体" panose="02010600030101010101" pitchFamily="2" charset="-122"/>
              </a:endParaRPr>
            </a:p>
          </p:txBody>
        </p:sp>
        <p:sp>
          <p:nvSpPr>
            <p:cNvPr id="56377" name="Text Box 21"/>
            <p:cNvSpPr txBox="1"/>
            <p:nvPr/>
          </p:nvSpPr>
          <p:spPr>
            <a:xfrm>
              <a:off x="3216" y="1382"/>
              <a:ext cx="1296" cy="32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eaLnBrk="1" hangingPunct="1">
                <a:spcBef>
                  <a:spcPct val="50000"/>
                </a:spcBef>
                <a:buClrTx/>
                <a:buSzTx/>
                <a:buFontTx/>
                <a:buNone/>
              </a:pPr>
              <a:r>
                <a:rPr lang="en-US" altLang="zh-CN" i="1" dirty="0">
                  <a:latin typeface="Times New Roman" panose="02020603050405020304" pitchFamily="18" charset="0"/>
                  <a:ea typeface="宋体" panose="02010600030101010101" pitchFamily="2" charset="-122"/>
                </a:rPr>
                <a:t>Transactions</a:t>
              </a:r>
              <a:endParaRPr lang="en-US" altLang="zh-CN" i="1" dirty="0">
                <a:latin typeface="Times New Roman" panose="02020603050405020304" pitchFamily="18" charset="0"/>
                <a:ea typeface="宋体" panose="02010600030101010101" pitchFamily="2" charset="-122"/>
              </a:endParaRPr>
            </a:p>
          </p:txBody>
        </p:sp>
      </p:grpSp>
      <p:grpSp>
        <p:nvGrpSpPr>
          <p:cNvPr id="4" name="Group 22"/>
          <p:cNvGrpSpPr/>
          <p:nvPr/>
        </p:nvGrpSpPr>
        <p:grpSpPr>
          <a:xfrm>
            <a:off x="3886200" y="1981200"/>
            <a:ext cx="2743200" cy="2640013"/>
            <a:chOff x="1536" y="1766"/>
            <a:chExt cx="1728" cy="1663"/>
          </a:xfrm>
        </p:grpSpPr>
        <p:sp>
          <p:nvSpPr>
            <p:cNvPr id="56339" name="Rectangle 23"/>
            <p:cNvSpPr/>
            <p:nvPr/>
          </p:nvSpPr>
          <p:spPr>
            <a:xfrm>
              <a:off x="1536" y="1814"/>
              <a:ext cx="576" cy="192"/>
            </a:xfrm>
            <a:prstGeom prst="rect">
              <a:avLst/>
            </a:prstGeom>
            <a:solidFill>
              <a:srgbClr val="C0C0C0"/>
            </a:solidFill>
            <a:ln w="9525" cap="flat" cmpd="sng">
              <a:solidFill>
                <a:schemeClr val="tx1"/>
              </a:solidFill>
              <a:prstDash val="solid"/>
              <a:miter/>
              <a:headEnd type="none" w="med" len="med"/>
              <a:tailEnd type="none" w="med" len="med"/>
            </a:ln>
          </p:spPr>
          <p:txBody>
            <a:bodyPr wrap="none" tIns="0" bIns="137160"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r>
                <a:rPr lang="en-US" altLang="zh-CN" sz="2400" i="1" dirty="0">
                  <a:latin typeface="Times New Roman" panose="02020603050405020304" pitchFamily="18" charset="0"/>
                  <a:ea typeface="宋体" panose="02010600030101010101" pitchFamily="2" charset="-122"/>
                </a:rPr>
                <a:t>n</a:t>
              </a:r>
              <a:r>
                <a:rPr lang="en-US" altLang="zh-CN" sz="2400" baseline="-25000" dirty="0">
                  <a:latin typeface="Times New Roman" panose="02020603050405020304" pitchFamily="18" charset="0"/>
                  <a:ea typeface="宋体" panose="02010600030101010101" pitchFamily="2" charset="-122"/>
                </a:rPr>
                <a:t>1</a:t>
              </a:r>
              <a:endParaRPr lang="en-US" altLang="zh-CN" sz="2400" baseline="-25000" dirty="0">
                <a:latin typeface="Times New Roman" panose="02020603050405020304" pitchFamily="18" charset="0"/>
                <a:ea typeface="宋体" panose="02010600030101010101" pitchFamily="2" charset="-122"/>
              </a:endParaRPr>
            </a:p>
          </p:txBody>
        </p:sp>
        <p:sp>
          <p:nvSpPr>
            <p:cNvPr id="56340" name="Rectangle 24"/>
            <p:cNvSpPr/>
            <p:nvPr/>
          </p:nvSpPr>
          <p:spPr>
            <a:xfrm>
              <a:off x="2688" y="1766"/>
              <a:ext cx="576" cy="127"/>
            </a:xfrm>
            <a:prstGeom prst="rect">
              <a:avLst/>
            </a:prstGeom>
            <a:solidFill>
              <a:srgbClr val="FFFF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r>
                <a:rPr lang="en-US" altLang="zh-CN" sz="1800" dirty="0">
                  <a:latin typeface="Times New Roman" panose="02020603050405020304" pitchFamily="18" charset="0"/>
                  <a:ea typeface="宋体" panose="02010600030101010101" pitchFamily="2" charset="-122"/>
                </a:rPr>
                <a:t>1</a:t>
              </a:r>
              <a:endParaRPr lang="en-US" altLang="zh-CN" sz="1800" dirty="0">
                <a:latin typeface="Times New Roman" panose="02020603050405020304" pitchFamily="18" charset="0"/>
                <a:ea typeface="宋体" panose="02010600030101010101" pitchFamily="2" charset="-122"/>
              </a:endParaRPr>
            </a:p>
          </p:txBody>
        </p:sp>
        <p:sp>
          <p:nvSpPr>
            <p:cNvPr id="56341" name="Rectangle 25"/>
            <p:cNvSpPr/>
            <p:nvPr/>
          </p:nvSpPr>
          <p:spPr>
            <a:xfrm>
              <a:off x="2688" y="1958"/>
              <a:ext cx="576" cy="127"/>
            </a:xfrm>
            <a:prstGeom prst="rect">
              <a:avLst/>
            </a:prstGeom>
            <a:solidFill>
              <a:srgbClr val="FFFF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r>
                <a:rPr lang="en-US" altLang="zh-CN" sz="1800" dirty="0">
                  <a:latin typeface="Times New Roman" panose="02020603050405020304" pitchFamily="18" charset="0"/>
                  <a:ea typeface="宋体" panose="02010600030101010101" pitchFamily="2" charset="-122"/>
                </a:rPr>
                <a:t>2</a:t>
              </a:r>
              <a:endParaRPr lang="en-US" altLang="zh-CN" sz="1800" dirty="0">
                <a:latin typeface="Times New Roman" panose="02020603050405020304" pitchFamily="18" charset="0"/>
                <a:ea typeface="宋体" panose="02010600030101010101" pitchFamily="2" charset="-122"/>
              </a:endParaRPr>
            </a:p>
          </p:txBody>
        </p:sp>
        <p:sp>
          <p:nvSpPr>
            <p:cNvPr id="56342" name="Rectangle 26"/>
            <p:cNvSpPr/>
            <p:nvPr/>
          </p:nvSpPr>
          <p:spPr>
            <a:xfrm>
              <a:off x="2688" y="2150"/>
              <a:ext cx="576" cy="127"/>
            </a:xfrm>
            <a:prstGeom prst="rect">
              <a:avLst/>
            </a:prstGeom>
            <a:solidFill>
              <a:srgbClr val="FFFF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r>
                <a:rPr lang="en-US" altLang="zh-CN" sz="1800" dirty="0">
                  <a:latin typeface="Times New Roman" panose="02020603050405020304" pitchFamily="18" charset="0"/>
                  <a:ea typeface="宋体" panose="02010600030101010101" pitchFamily="2" charset="-122"/>
                </a:rPr>
                <a:t>3</a:t>
              </a:r>
              <a:endParaRPr lang="en-US" altLang="zh-CN" sz="1800" dirty="0">
                <a:latin typeface="Times New Roman" panose="02020603050405020304" pitchFamily="18" charset="0"/>
                <a:ea typeface="宋体" panose="02010600030101010101" pitchFamily="2" charset="-122"/>
              </a:endParaRPr>
            </a:p>
          </p:txBody>
        </p:sp>
        <p:sp>
          <p:nvSpPr>
            <p:cNvPr id="56343" name="Rectangle 27"/>
            <p:cNvSpPr/>
            <p:nvPr/>
          </p:nvSpPr>
          <p:spPr>
            <a:xfrm>
              <a:off x="2688" y="2342"/>
              <a:ext cx="576" cy="127"/>
            </a:xfrm>
            <a:prstGeom prst="rect">
              <a:avLst/>
            </a:prstGeom>
            <a:solidFill>
              <a:srgbClr val="FFFF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r>
                <a:rPr lang="en-US" altLang="zh-CN" sz="1800" dirty="0">
                  <a:latin typeface="Times New Roman" panose="02020603050405020304" pitchFamily="18" charset="0"/>
                  <a:ea typeface="宋体" panose="02010600030101010101" pitchFamily="2" charset="-122"/>
                </a:rPr>
                <a:t>4</a:t>
              </a:r>
              <a:endParaRPr lang="en-US" altLang="zh-CN" sz="1800" dirty="0">
                <a:latin typeface="Times New Roman" panose="02020603050405020304" pitchFamily="18" charset="0"/>
                <a:ea typeface="宋体" panose="02010600030101010101" pitchFamily="2" charset="-122"/>
              </a:endParaRPr>
            </a:p>
          </p:txBody>
        </p:sp>
        <p:sp>
          <p:nvSpPr>
            <p:cNvPr id="56344" name="Rectangle 28"/>
            <p:cNvSpPr/>
            <p:nvPr/>
          </p:nvSpPr>
          <p:spPr>
            <a:xfrm>
              <a:off x="2688" y="2534"/>
              <a:ext cx="576" cy="127"/>
            </a:xfrm>
            <a:prstGeom prst="rect">
              <a:avLst/>
            </a:prstGeom>
            <a:solidFill>
              <a:srgbClr val="FFFF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r>
                <a:rPr lang="en-US" altLang="zh-CN" sz="1800" dirty="0">
                  <a:latin typeface="Times New Roman" panose="02020603050405020304" pitchFamily="18" charset="0"/>
                  <a:ea typeface="宋体" panose="02010600030101010101" pitchFamily="2" charset="-122"/>
                </a:rPr>
                <a:t>5</a:t>
              </a:r>
              <a:endParaRPr lang="en-US" altLang="zh-CN" sz="1800" dirty="0">
                <a:latin typeface="Times New Roman" panose="02020603050405020304" pitchFamily="18" charset="0"/>
                <a:ea typeface="宋体" panose="02010600030101010101" pitchFamily="2" charset="-122"/>
              </a:endParaRPr>
            </a:p>
          </p:txBody>
        </p:sp>
        <p:sp>
          <p:nvSpPr>
            <p:cNvPr id="56345" name="Rectangle 29"/>
            <p:cNvSpPr/>
            <p:nvPr/>
          </p:nvSpPr>
          <p:spPr>
            <a:xfrm>
              <a:off x="2688" y="2726"/>
              <a:ext cx="576" cy="127"/>
            </a:xfrm>
            <a:prstGeom prst="rect">
              <a:avLst/>
            </a:prstGeom>
            <a:solidFill>
              <a:srgbClr val="FFFF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r>
                <a:rPr lang="en-US" altLang="zh-CN" sz="1800" dirty="0">
                  <a:latin typeface="Times New Roman" panose="02020603050405020304" pitchFamily="18" charset="0"/>
                  <a:ea typeface="宋体" panose="02010600030101010101" pitchFamily="2" charset="-122"/>
                </a:rPr>
                <a:t>6</a:t>
              </a:r>
              <a:endParaRPr lang="en-US" altLang="zh-CN" sz="1800" dirty="0">
                <a:latin typeface="Times New Roman" panose="02020603050405020304" pitchFamily="18" charset="0"/>
                <a:ea typeface="宋体" panose="02010600030101010101" pitchFamily="2" charset="-122"/>
              </a:endParaRPr>
            </a:p>
          </p:txBody>
        </p:sp>
        <p:sp>
          <p:nvSpPr>
            <p:cNvPr id="56346" name="Rectangle 30"/>
            <p:cNvSpPr/>
            <p:nvPr/>
          </p:nvSpPr>
          <p:spPr>
            <a:xfrm>
              <a:off x="2688" y="2918"/>
              <a:ext cx="576" cy="127"/>
            </a:xfrm>
            <a:prstGeom prst="rect">
              <a:avLst/>
            </a:prstGeom>
            <a:solidFill>
              <a:srgbClr val="FFFF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r>
                <a:rPr lang="en-US" altLang="zh-CN" sz="1800" dirty="0">
                  <a:latin typeface="Times New Roman" panose="02020603050405020304" pitchFamily="18" charset="0"/>
                  <a:ea typeface="宋体" panose="02010600030101010101" pitchFamily="2" charset="-122"/>
                </a:rPr>
                <a:t>7</a:t>
              </a:r>
              <a:endParaRPr lang="en-US" altLang="zh-CN" sz="1800" dirty="0">
                <a:latin typeface="Times New Roman" panose="02020603050405020304" pitchFamily="18" charset="0"/>
                <a:ea typeface="宋体" panose="02010600030101010101" pitchFamily="2" charset="-122"/>
              </a:endParaRPr>
            </a:p>
          </p:txBody>
        </p:sp>
        <p:sp>
          <p:nvSpPr>
            <p:cNvPr id="56347" name="Rectangle 31"/>
            <p:cNvSpPr/>
            <p:nvPr/>
          </p:nvSpPr>
          <p:spPr>
            <a:xfrm>
              <a:off x="2688" y="3110"/>
              <a:ext cx="576" cy="127"/>
            </a:xfrm>
            <a:prstGeom prst="rect">
              <a:avLst/>
            </a:prstGeom>
            <a:solidFill>
              <a:srgbClr val="FFFF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r>
                <a:rPr lang="en-US" altLang="zh-CN" sz="1800" dirty="0">
                  <a:latin typeface="Times New Roman" panose="02020603050405020304" pitchFamily="18" charset="0"/>
                  <a:ea typeface="宋体" panose="02010600030101010101" pitchFamily="2" charset="-122"/>
                </a:rPr>
                <a:t>8</a:t>
              </a:r>
              <a:endParaRPr lang="en-US" altLang="zh-CN" sz="1800" dirty="0">
                <a:latin typeface="Times New Roman" panose="02020603050405020304" pitchFamily="18" charset="0"/>
                <a:ea typeface="宋体" panose="02010600030101010101" pitchFamily="2" charset="-122"/>
              </a:endParaRPr>
            </a:p>
          </p:txBody>
        </p:sp>
        <p:sp>
          <p:nvSpPr>
            <p:cNvPr id="56348" name="Rectangle 32"/>
            <p:cNvSpPr/>
            <p:nvPr/>
          </p:nvSpPr>
          <p:spPr>
            <a:xfrm>
              <a:off x="2688" y="3302"/>
              <a:ext cx="576" cy="127"/>
            </a:xfrm>
            <a:prstGeom prst="rect">
              <a:avLst/>
            </a:prstGeom>
            <a:solidFill>
              <a:srgbClr val="FFFF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r>
                <a:rPr lang="en-US" altLang="zh-CN" sz="1800" dirty="0">
                  <a:latin typeface="Times New Roman" panose="02020603050405020304" pitchFamily="18" charset="0"/>
                  <a:ea typeface="宋体" panose="02010600030101010101" pitchFamily="2" charset="-122"/>
                </a:rPr>
                <a:t>9</a:t>
              </a:r>
              <a:endParaRPr lang="en-US" altLang="zh-CN" sz="1800" dirty="0">
                <a:latin typeface="Times New Roman" panose="02020603050405020304" pitchFamily="18" charset="0"/>
                <a:ea typeface="宋体" panose="02010600030101010101" pitchFamily="2" charset="-122"/>
              </a:endParaRPr>
            </a:p>
          </p:txBody>
        </p:sp>
        <p:cxnSp>
          <p:nvCxnSpPr>
            <p:cNvPr id="56349" name="AutoShape 33"/>
            <p:cNvCxnSpPr>
              <a:stCxn id="56339" idx="3"/>
              <a:endCxn id="56340" idx="1"/>
            </p:cNvCxnSpPr>
            <p:nvPr/>
          </p:nvCxnSpPr>
          <p:spPr>
            <a:xfrm flipV="1">
              <a:off x="2112" y="1830"/>
              <a:ext cx="576" cy="80"/>
            </a:xfrm>
            <a:prstGeom prst="straightConnector1">
              <a:avLst/>
            </a:prstGeom>
            <a:ln w="9525" cap="flat" cmpd="sng">
              <a:solidFill>
                <a:schemeClr val="tx1"/>
              </a:solidFill>
              <a:prstDash val="solid"/>
              <a:headEnd type="none" w="med" len="med"/>
              <a:tailEnd type="none" w="med" len="med"/>
            </a:ln>
          </p:spPr>
        </p:cxnSp>
        <p:cxnSp>
          <p:nvCxnSpPr>
            <p:cNvPr id="56350" name="AutoShape 34"/>
            <p:cNvCxnSpPr>
              <a:stCxn id="56339" idx="3"/>
              <a:endCxn id="56341" idx="1"/>
            </p:cNvCxnSpPr>
            <p:nvPr/>
          </p:nvCxnSpPr>
          <p:spPr>
            <a:xfrm>
              <a:off x="2112" y="1910"/>
              <a:ext cx="576" cy="112"/>
            </a:xfrm>
            <a:prstGeom prst="straightConnector1">
              <a:avLst/>
            </a:prstGeom>
            <a:ln w="9525" cap="flat" cmpd="sng">
              <a:solidFill>
                <a:schemeClr val="tx1"/>
              </a:solidFill>
              <a:prstDash val="solid"/>
              <a:headEnd type="none" w="med" len="med"/>
              <a:tailEnd type="none" w="med" len="med"/>
            </a:ln>
          </p:spPr>
        </p:cxnSp>
        <p:cxnSp>
          <p:nvCxnSpPr>
            <p:cNvPr id="56351" name="AutoShape 35"/>
            <p:cNvCxnSpPr>
              <a:stCxn id="56339" idx="3"/>
              <a:endCxn id="56343" idx="1"/>
            </p:cNvCxnSpPr>
            <p:nvPr/>
          </p:nvCxnSpPr>
          <p:spPr>
            <a:xfrm>
              <a:off x="2112" y="1910"/>
              <a:ext cx="576" cy="496"/>
            </a:xfrm>
            <a:prstGeom prst="straightConnector1">
              <a:avLst/>
            </a:prstGeom>
            <a:ln w="9525" cap="flat" cmpd="sng">
              <a:solidFill>
                <a:schemeClr val="tx1"/>
              </a:solidFill>
              <a:prstDash val="solid"/>
              <a:headEnd type="none" w="med" len="med"/>
              <a:tailEnd type="none" w="med" len="med"/>
            </a:ln>
          </p:spPr>
        </p:cxnSp>
        <p:cxnSp>
          <p:nvCxnSpPr>
            <p:cNvPr id="56352" name="AutoShape 36"/>
            <p:cNvCxnSpPr>
              <a:stCxn id="56359" idx="3"/>
              <a:endCxn id="56341" idx="1"/>
            </p:cNvCxnSpPr>
            <p:nvPr/>
          </p:nvCxnSpPr>
          <p:spPr>
            <a:xfrm flipV="1">
              <a:off x="2112" y="2022"/>
              <a:ext cx="576" cy="272"/>
            </a:xfrm>
            <a:prstGeom prst="straightConnector1">
              <a:avLst/>
            </a:prstGeom>
            <a:ln w="9525" cap="flat" cmpd="sng">
              <a:solidFill>
                <a:schemeClr val="tx1"/>
              </a:solidFill>
              <a:prstDash val="solid"/>
              <a:headEnd type="none" w="med" len="med"/>
              <a:tailEnd type="none" w="med" len="med"/>
            </a:ln>
          </p:spPr>
        </p:cxnSp>
        <p:cxnSp>
          <p:nvCxnSpPr>
            <p:cNvPr id="56353" name="AutoShape 37"/>
            <p:cNvCxnSpPr>
              <a:stCxn id="56359" idx="3"/>
              <a:endCxn id="56342" idx="1"/>
            </p:cNvCxnSpPr>
            <p:nvPr/>
          </p:nvCxnSpPr>
          <p:spPr>
            <a:xfrm flipV="1">
              <a:off x="2112" y="2214"/>
              <a:ext cx="576" cy="80"/>
            </a:xfrm>
            <a:prstGeom prst="straightConnector1">
              <a:avLst/>
            </a:prstGeom>
            <a:ln w="9525" cap="flat" cmpd="sng">
              <a:solidFill>
                <a:schemeClr val="tx1"/>
              </a:solidFill>
              <a:prstDash val="solid"/>
              <a:headEnd type="none" w="med" len="med"/>
              <a:tailEnd type="none" w="med" len="med"/>
            </a:ln>
          </p:spPr>
        </p:cxnSp>
        <p:cxnSp>
          <p:nvCxnSpPr>
            <p:cNvPr id="56354" name="AutoShape 38"/>
            <p:cNvCxnSpPr>
              <a:stCxn id="56359" idx="3"/>
              <a:endCxn id="56344" idx="1"/>
            </p:cNvCxnSpPr>
            <p:nvPr/>
          </p:nvCxnSpPr>
          <p:spPr>
            <a:xfrm>
              <a:off x="2112" y="2294"/>
              <a:ext cx="576" cy="304"/>
            </a:xfrm>
            <a:prstGeom prst="straightConnector1">
              <a:avLst/>
            </a:prstGeom>
            <a:ln w="9525" cap="flat" cmpd="sng">
              <a:solidFill>
                <a:schemeClr val="tx1"/>
              </a:solidFill>
              <a:prstDash val="solid"/>
              <a:headEnd type="none" w="med" len="med"/>
              <a:tailEnd type="none" w="med" len="med"/>
            </a:ln>
          </p:spPr>
        </p:cxnSp>
        <p:cxnSp>
          <p:nvCxnSpPr>
            <p:cNvPr id="56355" name="AutoShape 39"/>
            <p:cNvCxnSpPr>
              <a:stCxn id="56360" idx="3"/>
              <a:endCxn id="56345" idx="1"/>
            </p:cNvCxnSpPr>
            <p:nvPr/>
          </p:nvCxnSpPr>
          <p:spPr>
            <a:xfrm flipV="1">
              <a:off x="2112" y="2790"/>
              <a:ext cx="576" cy="32"/>
            </a:xfrm>
            <a:prstGeom prst="straightConnector1">
              <a:avLst/>
            </a:prstGeom>
            <a:ln w="9525" cap="flat" cmpd="sng">
              <a:solidFill>
                <a:schemeClr val="tx1"/>
              </a:solidFill>
              <a:prstDash val="solid"/>
              <a:headEnd type="none" w="med" len="med"/>
              <a:tailEnd type="none" w="med" len="med"/>
            </a:ln>
          </p:spPr>
        </p:cxnSp>
        <p:cxnSp>
          <p:nvCxnSpPr>
            <p:cNvPr id="56356" name="AutoShape 40"/>
            <p:cNvCxnSpPr>
              <a:stCxn id="56360" idx="3"/>
              <a:endCxn id="56348" idx="1"/>
            </p:cNvCxnSpPr>
            <p:nvPr/>
          </p:nvCxnSpPr>
          <p:spPr>
            <a:xfrm>
              <a:off x="2112" y="2822"/>
              <a:ext cx="576" cy="544"/>
            </a:xfrm>
            <a:prstGeom prst="straightConnector1">
              <a:avLst/>
            </a:prstGeom>
            <a:ln w="9525" cap="flat" cmpd="sng">
              <a:solidFill>
                <a:schemeClr val="tx1"/>
              </a:solidFill>
              <a:prstDash val="solid"/>
              <a:headEnd type="none" w="med" len="med"/>
              <a:tailEnd type="none" w="med" len="med"/>
            </a:ln>
          </p:spPr>
        </p:cxnSp>
        <p:cxnSp>
          <p:nvCxnSpPr>
            <p:cNvPr id="56357" name="AutoShape 41"/>
            <p:cNvCxnSpPr>
              <a:stCxn id="56359" idx="3"/>
              <a:endCxn id="56345" idx="1"/>
            </p:cNvCxnSpPr>
            <p:nvPr/>
          </p:nvCxnSpPr>
          <p:spPr>
            <a:xfrm>
              <a:off x="2112" y="2294"/>
              <a:ext cx="576" cy="496"/>
            </a:xfrm>
            <a:prstGeom prst="straightConnector1">
              <a:avLst/>
            </a:prstGeom>
            <a:ln w="9525" cap="flat" cmpd="sng">
              <a:solidFill>
                <a:schemeClr val="tx1"/>
              </a:solidFill>
              <a:prstDash val="solid"/>
              <a:headEnd type="none" w="med" len="med"/>
              <a:tailEnd type="none" w="med" len="med"/>
            </a:ln>
          </p:spPr>
        </p:cxnSp>
        <p:cxnSp>
          <p:nvCxnSpPr>
            <p:cNvPr id="56358" name="AutoShape 42"/>
            <p:cNvCxnSpPr>
              <a:stCxn id="56361" idx="3"/>
              <a:endCxn id="56347" idx="1"/>
            </p:cNvCxnSpPr>
            <p:nvPr/>
          </p:nvCxnSpPr>
          <p:spPr>
            <a:xfrm flipV="1">
              <a:off x="2112" y="3174"/>
              <a:ext cx="576" cy="32"/>
            </a:xfrm>
            <a:prstGeom prst="straightConnector1">
              <a:avLst/>
            </a:prstGeom>
            <a:ln w="9525" cap="flat" cmpd="sng">
              <a:solidFill>
                <a:schemeClr val="tx1"/>
              </a:solidFill>
              <a:prstDash val="solid"/>
              <a:headEnd type="none" w="med" len="med"/>
              <a:tailEnd type="none" w="med" len="med"/>
            </a:ln>
          </p:spPr>
        </p:cxnSp>
        <p:sp>
          <p:nvSpPr>
            <p:cNvPr id="56359" name="Rectangle 43"/>
            <p:cNvSpPr/>
            <p:nvPr/>
          </p:nvSpPr>
          <p:spPr>
            <a:xfrm>
              <a:off x="1536" y="2198"/>
              <a:ext cx="576" cy="192"/>
            </a:xfrm>
            <a:prstGeom prst="rect">
              <a:avLst/>
            </a:prstGeom>
            <a:solidFill>
              <a:srgbClr val="C0C0C0"/>
            </a:solidFill>
            <a:ln w="9525" cap="flat" cmpd="sng">
              <a:solidFill>
                <a:schemeClr val="tx1"/>
              </a:solidFill>
              <a:prstDash val="solid"/>
              <a:miter/>
              <a:headEnd type="none" w="med" len="med"/>
              <a:tailEnd type="none" w="med" len="med"/>
            </a:ln>
          </p:spPr>
          <p:txBody>
            <a:bodyPr wrap="none" tIns="0" bIns="137160"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r>
                <a:rPr lang="en-US" altLang="zh-CN" sz="2400" i="1" dirty="0">
                  <a:latin typeface="Times New Roman" panose="02020603050405020304" pitchFamily="18" charset="0"/>
                  <a:ea typeface="宋体" panose="02010600030101010101" pitchFamily="2" charset="-122"/>
                </a:rPr>
                <a:t>n</a:t>
              </a:r>
              <a:r>
                <a:rPr lang="en-US" altLang="zh-CN" sz="2400" baseline="-25000" dirty="0">
                  <a:latin typeface="Times New Roman" panose="02020603050405020304" pitchFamily="18" charset="0"/>
                  <a:ea typeface="宋体" panose="02010600030101010101" pitchFamily="2" charset="-122"/>
                </a:rPr>
                <a:t>2</a:t>
              </a:r>
              <a:endParaRPr lang="en-US" altLang="zh-CN" sz="2400" baseline="-25000" dirty="0">
                <a:latin typeface="Times New Roman" panose="02020603050405020304" pitchFamily="18" charset="0"/>
                <a:ea typeface="宋体" panose="02010600030101010101" pitchFamily="2" charset="-122"/>
              </a:endParaRPr>
            </a:p>
          </p:txBody>
        </p:sp>
        <p:sp>
          <p:nvSpPr>
            <p:cNvPr id="56360" name="Rectangle 44"/>
            <p:cNvSpPr/>
            <p:nvPr/>
          </p:nvSpPr>
          <p:spPr>
            <a:xfrm>
              <a:off x="1536" y="2726"/>
              <a:ext cx="576" cy="192"/>
            </a:xfrm>
            <a:prstGeom prst="rect">
              <a:avLst/>
            </a:prstGeom>
            <a:solidFill>
              <a:srgbClr val="C0C0C0"/>
            </a:solidFill>
            <a:ln w="9525" cap="flat" cmpd="sng">
              <a:solidFill>
                <a:schemeClr val="tx1"/>
              </a:solidFill>
              <a:prstDash val="solid"/>
              <a:miter/>
              <a:headEnd type="none" w="med" len="med"/>
              <a:tailEnd type="none" w="med" len="med"/>
            </a:ln>
          </p:spPr>
          <p:txBody>
            <a:bodyPr wrap="none" tIns="0" bIns="137160"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r>
                <a:rPr lang="en-US" altLang="zh-CN" sz="2400" i="1" dirty="0">
                  <a:latin typeface="Times New Roman" panose="02020603050405020304" pitchFamily="18" charset="0"/>
                  <a:ea typeface="宋体" panose="02010600030101010101" pitchFamily="2" charset="-122"/>
                </a:rPr>
                <a:t>n</a:t>
              </a:r>
              <a:r>
                <a:rPr lang="en-US" altLang="zh-CN" sz="2400" baseline="-25000" dirty="0">
                  <a:latin typeface="Times New Roman" panose="02020603050405020304" pitchFamily="18" charset="0"/>
                  <a:ea typeface="宋体" panose="02010600030101010101" pitchFamily="2" charset="-122"/>
                </a:rPr>
                <a:t>3</a:t>
              </a:r>
              <a:endParaRPr lang="en-US" altLang="zh-CN" sz="2400" baseline="-25000" dirty="0">
                <a:latin typeface="Times New Roman" panose="02020603050405020304" pitchFamily="18" charset="0"/>
                <a:ea typeface="宋体" panose="02010600030101010101" pitchFamily="2" charset="-122"/>
              </a:endParaRPr>
            </a:p>
          </p:txBody>
        </p:sp>
        <p:sp>
          <p:nvSpPr>
            <p:cNvPr id="56361" name="Rectangle 45"/>
            <p:cNvSpPr/>
            <p:nvPr/>
          </p:nvSpPr>
          <p:spPr>
            <a:xfrm>
              <a:off x="1536" y="3110"/>
              <a:ext cx="576" cy="192"/>
            </a:xfrm>
            <a:prstGeom prst="rect">
              <a:avLst/>
            </a:prstGeom>
            <a:solidFill>
              <a:srgbClr val="C0C0C0"/>
            </a:solidFill>
            <a:ln w="9525" cap="flat" cmpd="sng">
              <a:solidFill>
                <a:schemeClr val="tx1"/>
              </a:solidFill>
              <a:prstDash val="solid"/>
              <a:miter/>
              <a:headEnd type="none" w="med" len="med"/>
              <a:tailEnd type="none" w="med" len="med"/>
            </a:ln>
          </p:spPr>
          <p:txBody>
            <a:bodyPr wrap="none" tIns="0" bIns="137160"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r>
                <a:rPr lang="en-US" altLang="zh-CN" sz="2400" i="1" dirty="0">
                  <a:latin typeface="Times New Roman" panose="02020603050405020304" pitchFamily="18" charset="0"/>
                  <a:ea typeface="宋体" panose="02010600030101010101" pitchFamily="2" charset="-122"/>
                </a:rPr>
                <a:t>n</a:t>
              </a:r>
              <a:r>
                <a:rPr lang="en-US" altLang="zh-CN" sz="2400" baseline="-25000" dirty="0">
                  <a:latin typeface="Times New Roman" panose="02020603050405020304" pitchFamily="18" charset="0"/>
                  <a:ea typeface="宋体" panose="02010600030101010101" pitchFamily="2" charset="-122"/>
                </a:rPr>
                <a:t>4</a:t>
              </a:r>
              <a:endParaRPr lang="en-US" altLang="zh-CN" sz="2400" baseline="-25000" dirty="0">
                <a:latin typeface="Times New Roman" panose="02020603050405020304" pitchFamily="18" charset="0"/>
                <a:ea typeface="宋体" panose="02010600030101010101" pitchFamily="2" charset="-122"/>
              </a:endParaRPr>
            </a:p>
          </p:txBody>
        </p:sp>
        <p:cxnSp>
          <p:nvCxnSpPr>
            <p:cNvPr id="56362" name="AutoShape 46"/>
            <p:cNvCxnSpPr>
              <a:stCxn id="56359" idx="3"/>
              <a:endCxn id="56343" idx="1"/>
            </p:cNvCxnSpPr>
            <p:nvPr/>
          </p:nvCxnSpPr>
          <p:spPr>
            <a:xfrm>
              <a:off x="2112" y="2294"/>
              <a:ext cx="576" cy="112"/>
            </a:xfrm>
            <a:prstGeom prst="straightConnector1">
              <a:avLst/>
            </a:prstGeom>
            <a:ln w="9525" cap="flat" cmpd="sng">
              <a:solidFill>
                <a:schemeClr val="tx1"/>
              </a:solidFill>
              <a:prstDash val="solid"/>
              <a:headEnd type="none" w="med" len="med"/>
              <a:tailEnd type="none" w="med" len="med"/>
            </a:ln>
          </p:spPr>
        </p:cxnSp>
        <p:cxnSp>
          <p:nvCxnSpPr>
            <p:cNvPr id="56363" name="AutoShape 47"/>
            <p:cNvCxnSpPr>
              <a:stCxn id="56361" idx="3"/>
              <a:endCxn id="56348" idx="1"/>
            </p:cNvCxnSpPr>
            <p:nvPr/>
          </p:nvCxnSpPr>
          <p:spPr>
            <a:xfrm>
              <a:off x="2112" y="3206"/>
              <a:ext cx="576" cy="160"/>
            </a:xfrm>
            <a:prstGeom prst="straightConnector1">
              <a:avLst/>
            </a:prstGeom>
            <a:ln w="9525" cap="flat" cmpd="sng">
              <a:solidFill>
                <a:schemeClr val="tx1"/>
              </a:solidFill>
              <a:prstDash val="solid"/>
              <a:headEnd type="none" w="med" len="med"/>
              <a:tailEnd type="none" w="med" len="med"/>
            </a:ln>
          </p:spPr>
        </p:cxnSp>
        <p:cxnSp>
          <p:nvCxnSpPr>
            <p:cNvPr id="56364" name="AutoShape 48"/>
            <p:cNvCxnSpPr>
              <a:stCxn id="56360" idx="3"/>
              <a:endCxn id="56347" idx="1"/>
            </p:cNvCxnSpPr>
            <p:nvPr/>
          </p:nvCxnSpPr>
          <p:spPr>
            <a:xfrm>
              <a:off x="2112" y="2822"/>
              <a:ext cx="576" cy="352"/>
            </a:xfrm>
            <a:prstGeom prst="straightConnector1">
              <a:avLst/>
            </a:prstGeom>
            <a:ln w="9525" cap="flat" cmpd="sng">
              <a:solidFill>
                <a:schemeClr val="tx1"/>
              </a:solidFill>
              <a:prstDash val="solid"/>
              <a:headEnd type="none" w="med" len="med"/>
              <a:tailEnd type="none" w="med" len="med"/>
            </a:ln>
          </p:spPr>
        </p:cxnSp>
        <p:cxnSp>
          <p:nvCxnSpPr>
            <p:cNvPr id="56365" name="AutoShape 49"/>
            <p:cNvCxnSpPr>
              <a:stCxn id="56361" idx="3"/>
              <a:endCxn id="56345" idx="1"/>
            </p:cNvCxnSpPr>
            <p:nvPr/>
          </p:nvCxnSpPr>
          <p:spPr>
            <a:xfrm flipV="1">
              <a:off x="2112" y="2790"/>
              <a:ext cx="576" cy="416"/>
            </a:xfrm>
            <a:prstGeom prst="straightConnector1">
              <a:avLst/>
            </a:prstGeom>
            <a:ln w="9525" cap="flat" cmpd="sng">
              <a:solidFill>
                <a:schemeClr val="tx1"/>
              </a:solidFill>
              <a:prstDash val="solid"/>
              <a:headEnd type="none" w="med" len="med"/>
              <a:tailEnd type="none" w="med" len="med"/>
            </a:ln>
          </p:spPr>
        </p:cxnSp>
        <p:cxnSp>
          <p:nvCxnSpPr>
            <p:cNvPr id="56366" name="AutoShape 50"/>
            <p:cNvCxnSpPr>
              <a:stCxn id="56361" idx="3"/>
              <a:endCxn id="56346" idx="1"/>
            </p:cNvCxnSpPr>
            <p:nvPr/>
          </p:nvCxnSpPr>
          <p:spPr>
            <a:xfrm flipV="1">
              <a:off x="2112" y="2982"/>
              <a:ext cx="576" cy="224"/>
            </a:xfrm>
            <a:prstGeom prst="straightConnector1">
              <a:avLst/>
            </a:prstGeom>
            <a:ln w="9525" cap="flat" cmpd="sng">
              <a:solidFill>
                <a:schemeClr val="tx1"/>
              </a:solidFill>
              <a:prstDash val="solid"/>
              <a:headEnd type="none" w="med" len="med"/>
              <a:tailEnd type="none" w="med" len="med"/>
            </a:ln>
          </p:spPr>
        </p:cxnSp>
        <p:cxnSp>
          <p:nvCxnSpPr>
            <p:cNvPr id="56367" name="AutoShape 51"/>
            <p:cNvCxnSpPr>
              <a:stCxn id="56339" idx="3"/>
              <a:endCxn id="56344" idx="1"/>
            </p:cNvCxnSpPr>
            <p:nvPr/>
          </p:nvCxnSpPr>
          <p:spPr>
            <a:xfrm>
              <a:off x="2112" y="1910"/>
              <a:ext cx="576" cy="688"/>
            </a:xfrm>
            <a:prstGeom prst="straightConnector1">
              <a:avLst/>
            </a:prstGeom>
            <a:ln w="9525" cap="flat" cmpd="sng">
              <a:solidFill>
                <a:schemeClr val="tx1"/>
              </a:solidFill>
              <a:prstDash val="solid"/>
              <a:headEnd type="none" w="med" len="med"/>
              <a:tailEnd type="none" w="med" len="med"/>
            </a:ln>
          </p:spPr>
        </p:cxnSp>
      </p:grpSp>
      <p:sp>
        <p:nvSpPr>
          <p:cNvPr id="1944628" name="Text Box 52"/>
          <p:cNvSpPr txBox="1"/>
          <p:nvPr/>
        </p:nvSpPr>
        <p:spPr>
          <a:xfrm>
            <a:off x="152400" y="2133600"/>
            <a:ext cx="3124200" cy="15525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eaLnBrk="1" hangingPunct="1">
              <a:spcBef>
                <a:spcPct val="50000"/>
              </a:spcBef>
              <a:buClrTx/>
              <a:buSzTx/>
              <a:buFontTx/>
              <a:buNone/>
            </a:pPr>
            <a:r>
              <a:rPr lang="en-US" altLang="zh-CN" sz="2400" dirty="0">
                <a:latin typeface="Arial" panose="020B0604020202020204" pitchFamily="34" charset="0"/>
                <a:ea typeface="宋体" panose="02010600030101010101" pitchFamily="2" charset="-122"/>
              </a:rPr>
              <a:t>The tightness of a group of nodes is the support of a frequent pattern</a:t>
            </a:r>
            <a:endParaRPr lang="en-US" altLang="zh-CN" sz="2400" dirty="0">
              <a:latin typeface="Arial" panose="020B0604020202020204" pitchFamily="34" charset="0"/>
              <a:ea typeface="宋体" panose="02010600030101010101" pitchFamily="2" charset="-122"/>
            </a:endParaRPr>
          </a:p>
        </p:txBody>
      </p:sp>
      <p:grpSp>
        <p:nvGrpSpPr>
          <p:cNvPr id="5" name="Group 53"/>
          <p:cNvGrpSpPr/>
          <p:nvPr/>
        </p:nvGrpSpPr>
        <p:grpSpPr>
          <a:xfrm>
            <a:off x="7010400" y="3352800"/>
            <a:ext cx="1143000" cy="1371600"/>
            <a:chOff x="4416" y="2256"/>
            <a:chExt cx="720" cy="864"/>
          </a:xfrm>
        </p:grpSpPr>
        <p:sp>
          <p:nvSpPr>
            <p:cNvPr id="56336" name="Rectangle 54"/>
            <p:cNvSpPr/>
            <p:nvPr/>
          </p:nvSpPr>
          <p:spPr>
            <a:xfrm>
              <a:off x="4656" y="2256"/>
              <a:ext cx="480" cy="240"/>
            </a:xfrm>
            <a:prstGeom prst="rect">
              <a:avLst/>
            </a:prstGeom>
            <a:noFill/>
            <a:ln w="19050" cap="flat" cmpd="sng">
              <a:solidFill>
                <a:srgbClr val="FF0000"/>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endParaRPr lang="zh-CN" altLang="en-US" sz="2400" dirty="0">
                <a:ea typeface="宋体" panose="02010600030101010101" pitchFamily="2" charset="-122"/>
              </a:endParaRPr>
            </a:p>
          </p:txBody>
        </p:sp>
        <p:sp>
          <p:nvSpPr>
            <p:cNvPr id="56337" name="Rectangle 55"/>
            <p:cNvSpPr/>
            <p:nvPr/>
          </p:nvSpPr>
          <p:spPr>
            <a:xfrm>
              <a:off x="4416" y="2640"/>
              <a:ext cx="480" cy="240"/>
            </a:xfrm>
            <a:prstGeom prst="rect">
              <a:avLst/>
            </a:prstGeom>
            <a:noFill/>
            <a:ln w="19050" cap="flat" cmpd="sng">
              <a:solidFill>
                <a:srgbClr val="FF0000"/>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endParaRPr lang="zh-CN" altLang="en-US" sz="2400" dirty="0">
                <a:ea typeface="宋体" panose="02010600030101010101" pitchFamily="2" charset="-122"/>
              </a:endParaRPr>
            </a:p>
          </p:txBody>
        </p:sp>
        <p:sp>
          <p:nvSpPr>
            <p:cNvPr id="56338" name="Rectangle 56"/>
            <p:cNvSpPr/>
            <p:nvPr/>
          </p:nvSpPr>
          <p:spPr>
            <a:xfrm>
              <a:off x="4416" y="2880"/>
              <a:ext cx="480" cy="240"/>
            </a:xfrm>
            <a:prstGeom prst="rect">
              <a:avLst/>
            </a:prstGeom>
            <a:noFill/>
            <a:ln w="19050" cap="flat" cmpd="sng">
              <a:solidFill>
                <a:srgbClr val="FF0000"/>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endParaRPr lang="zh-CN" altLang="en-US" sz="2400" dirty="0">
                <a:ea typeface="宋体" panose="02010600030101010101" pitchFamily="2" charset="-122"/>
              </a:endParaRPr>
            </a:p>
          </p:txBody>
        </p:sp>
      </p:grpSp>
      <p:grpSp>
        <p:nvGrpSpPr>
          <p:cNvPr id="6" name="Group 57"/>
          <p:cNvGrpSpPr/>
          <p:nvPr/>
        </p:nvGrpSpPr>
        <p:grpSpPr>
          <a:xfrm>
            <a:off x="5715000" y="3505200"/>
            <a:ext cx="914400" cy="1123950"/>
            <a:chOff x="3600" y="2352"/>
            <a:chExt cx="576" cy="708"/>
          </a:xfrm>
        </p:grpSpPr>
        <p:sp>
          <p:nvSpPr>
            <p:cNvPr id="56333" name="Rectangle 58"/>
            <p:cNvSpPr/>
            <p:nvPr/>
          </p:nvSpPr>
          <p:spPr>
            <a:xfrm>
              <a:off x="3600" y="2352"/>
              <a:ext cx="576" cy="132"/>
            </a:xfrm>
            <a:prstGeom prst="rect">
              <a:avLst/>
            </a:prstGeom>
            <a:noFill/>
            <a:ln w="19050" cap="flat" cmpd="sng">
              <a:solidFill>
                <a:srgbClr val="FF0000"/>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endParaRPr lang="zh-CN" altLang="en-US" sz="2400" dirty="0">
                <a:ea typeface="宋体" panose="02010600030101010101" pitchFamily="2" charset="-122"/>
              </a:endParaRPr>
            </a:p>
          </p:txBody>
        </p:sp>
        <p:sp>
          <p:nvSpPr>
            <p:cNvPr id="56334" name="Rectangle 59"/>
            <p:cNvSpPr/>
            <p:nvPr/>
          </p:nvSpPr>
          <p:spPr>
            <a:xfrm>
              <a:off x="3600" y="2736"/>
              <a:ext cx="576" cy="132"/>
            </a:xfrm>
            <a:prstGeom prst="rect">
              <a:avLst/>
            </a:prstGeom>
            <a:noFill/>
            <a:ln w="19050" cap="flat" cmpd="sng">
              <a:solidFill>
                <a:srgbClr val="FF0000"/>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endParaRPr lang="zh-CN" altLang="en-US" sz="2400" dirty="0">
                <a:ea typeface="宋体" panose="02010600030101010101" pitchFamily="2" charset="-122"/>
              </a:endParaRPr>
            </a:p>
          </p:txBody>
        </p:sp>
        <p:sp>
          <p:nvSpPr>
            <p:cNvPr id="56335" name="Rectangle 60"/>
            <p:cNvSpPr/>
            <p:nvPr/>
          </p:nvSpPr>
          <p:spPr>
            <a:xfrm>
              <a:off x="3600" y="2928"/>
              <a:ext cx="576" cy="132"/>
            </a:xfrm>
            <a:prstGeom prst="rect">
              <a:avLst/>
            </a:prstGeom>
            <a:noFill/>
            <a:ln w="19050" cap="flat" cmpd="sng">
              <a:solidFill>
                <a:srgbClr val="FF0000"/>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endParaRPr lang="zh-CN" altLang="en-US" sz="2400" dirty="0">
                <a:ea typeface="宋体" panose="02010600030101010101" pitchFamily="2" charset="-122"/>
              </a:endParaRPr>
            </a:p>
          </p:txBody>
        </p:sp>
      </p:gr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blinds(horizontal)">
                                      <p:cBhvr>
                                        <p:cTn id="11" dur="500"/>
                                        <p:tgtEl>
                                          <p:spTgt spid="3"/>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grpId="0" nodeType="clickEffect">
                                  <p:stCondLst>
                                    <p:cond delay="0"/>
                                  </p:stCondLst>
                                  <p:childTnLst>
                                    <p:set>
                                      <p:cBhvr>
                                        <p:cTn id="15" dur="1" fill="hold">
                                          <p:stCondLst>
                                            <p:cond delay="0"/>
                                          </p:stCondLst>
                                        </p:cTn>
                                        <p:tgtEl>
                                          <p:spTgt spid="1944628"/>
                                        </p:tgtEl>
                                        <p:attrNameLst>
                                          <p:attrName>style.visibility</p:attrName>
                                        </p:attrNameLst>
                                      </p:cBhvr>
                                      <p:to>
                                        <p:strVal val="visible"/>
                                      </p:to>
                                    </p:set>
                                    <p:animEffect transition="in" filter="blinds(horizontal)">
                                      <p:cBhvr>
                                        <p:cTn id="16" dur="500"/>
                                        <p:tgtEl>
                                          <p:spTgt spid="1944628"/>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blinds(horizontal)">
                                      <p:cBhvr>
                                        <p:cTn id="21" dur="500"/>
                                        <p:tgtEl>
                                          <p:spTgt spid="6"/>
                                        </p:tgtEl>
                                      </p:cBhvr>
                                    </p:animEffect>
                                  </p:childTnLst>
                                </p:cTn>
                              </p:par>
                              <p:par>
                                <p:cTn id="22" presetID="3" presetClass="entr" presetSubtype="10" fill="hold" nodeType="with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blinds(horizontal)">
                                      <p:cBhvr>
                                        <p:cTn id="24" dur="500"/>
                                        <p:tgtEl>
                                          <p:spTgt spid="5"/>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nodeType="clickEffect">
                                  <p:stCondLst>
                                    <p:cond delay="0"/>
                                  </p:stCondLst>
                                  <p:childTnLst>
                                    <p:set>
                                      <p:cBhvr>
                                        <p:cTn id="28" dur="1" fill="hold">
                                          <p:stCondLst>
                                            <p:cond delay="0"/>
                                          </p:stCondLst>
                                        </p:cTn>
                                        <p:tgtEl>
                                          <p:spTgt spid="2"/>
                                        </p:tgtEl>
                                        <p:attrNameLst>
                                          <p:attrName>style.visibility</p:attrName>
                                        </p:attrNameLst>
                                      </p:cBhvr>
                                      <p:to>
                                        <p:strVal val="visible"/>
                                      </p:to>
                                    </p:set>
                                    <p:animEffect transition="in" filter="blinds(horizontal)">
                                      <p:cBhvr>
                                        <p:cTn id="29" dur="500"/>
                                        <p:tgtEl>
                                          <p:spTgt spid="2"/>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1944579">
                                            <p:txEl>
                                              <p:charRg st="62" end="95"/>
                                            </p:txEl>
                                          </p:spTgt>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1944579">
                                            <p:txEl>
                                              <p:charRg st="95" end="127"/>
                                            </p:txEl>
                                          </p:spTgt>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1944579">
                                            <p:txEl>
                                              <p:charRg st="127" end="21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4579" grpId="0" build="p"/>
      <p:bldP spid="1944628" grpId="0"/>
    </p:bldLst>
  </p:timing>
</p:sld>
</file>

<file path=ppt/tags/tag1.xml><?xml version="1.0" encoding="utf-8"?>
<p:tagLst xmlns:p="http://schemas.openxmlformats.org/presentationml/2006/main">
  <p:tag name="KSO_WPP_MARK_KEY" val="7618d6ee-15ee-4265-9545-681078853d8a"/>
</p:tagLst>
</file>

<file path=ppt/theme/theme1.xml><?xml version="1.0" encoding="utf-8"?>
<a:theme xmlns:a="http://schemas.openxmlformats.org/drawingml/2006/main" name="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en-US" sz="2400" b="0" i="0" u="none" strike="noStrike" cap="none" normalizeH="0" baseline="0" smtClean="0">
            <a:ln>
              <a:noFill/>
            </a:ln>
            <a:solidFill>
              <a:schemeClr val="tx1"/>
            </a:solidFill>
            <a:effectLst/>
            <a:latin typeface="Tahoma" panose="020B060403050404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en-US" sz="2400" b="0" i="0" u="none" strike="noStrike" cap="none" normalizeH="0" baseline="0" smtClean="0">
            <a:ln>
              <a:noFill/>
            </a:ln>
            <a:solidFill>
              <a:schemeClr val="tx1"/>
            </a:solidFill>
            <a:effectLst/>
            <a:latin typeface="Tahoma" panose="020B0604030504040204" pitchFamily="34" charset="0"/>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C:\Program Files\Microsoft Office\Templates\Presentation Designs\Blends.pot</Template>
  <TotalTime>0</TotalTime>
  <Words>9936</Words>
  <Application>WPS 演示</Application>
  <PresentationFormat>全屏显示(4:3)</PresentationFormat>
  <Paragraphs>918</Paragraphs>
  <Slides>40</Slides>
  <Notes>11</Notes>
  <HiddenSlides>0</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13</vt:i4>
      </vt:variant>
      <vt:variant>
        <vt:lpstr>幻灯片标题</vt:lpstr>
      </vt:variant>
      <vt:variant>
        <vt:i4>40</vt:i4>
      </vt:variant>
    </vt:vector>
  </HeadingPairs>
  <TitlesOfParts>
    <vt:vector size="68" baseType="lpstr">
      <vt:lpstr>Arial</vt:lpstr>
      <vt:lpstr>宋体</vt:lpstr>
      <vt:lpstr>Wingdings</vt:lpstr>
      <vt:lpstr>Tahoma</vt:lpstr>
      <vt:lpstr>Times New Roman</vt:lpstr>
      <vt:lpstr>Times</vt:lpstr>
      <vt:lpstr>PMingLiU</vt:lpstr>
      <vt:lpstr>MingLiU-ExtB</vt:lpstr>
      <vt:lpstr>Symbol</vt:lpstr>
      <vt:lpstr>Gulim</vt:lpstr>
      <vt:lpstr>Malgun Gothic</vt:lpstr>
      <vt:lpstr>Lucida Grande</vt:lpstr>
      <vt:lpstr>微软雅黑</vt:lpstr>
      <vt:lpstr>Arial Unicode MS</vt:lpstr>
      <vt:lpstr>Blends</vt:lpstr>
      <vt:lpstr>Excel.Sheet.8</vt:lpstr>
      <vt:lpstr>Equation.3</vt:lpstr>
      <vt:lpstr>Equation.3</vt:lpstr>
      <vt:lpstr>Excel.Sheet.8</vt:lpstr>
      <vt:lpstr>Excel.Chart.8</vt:lpstr>
      <vt:lpstr>Excel.Sheet.8</vt:lpstr>
      <vt:lpstr>Excel.Sheet.8</vt:lpstr>
      <vt:lpstr>Excel.Sheet.8</vt:lpstr>
      <vt:lpstr>Excel.Sheet.8</vt:lpstr>
      <vt:lpstr>Excel.Sheet.8</vt:lpstr>
      <vt:lpstr>Equation.3</vt:lpstr>
      <vt:lpstr>Equation.3</vt:lpstr>
      <vt:lpstr>Equation.3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S.F.U.</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 Slide Title</dc:title>
  <dc:creator>Jiawei Han</dc:creator>
  <cp:lastModifiedBy>Albert Yang</cp:lastModifiedBy>
  <cp:revision>388</cp:revision>
  <cp:lastPrinted>1999-09-10T20:38:56Z</cp:lastPrinted>
  <dcterms:created xsi:type="dcterms:W3CDTF">1998-06-19T04:38:52Z</dcterms:created>
  <dcterms:modified xsi:type="dcterms:W3CDTF">2023-06-11T09:12:50Z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32E269CD7CFB4494B5A01FC01500EE91_13</vt:lpwstr>
  </property>
  <property fmtid="{D5CDD505-2E9C-101B-9397-08002B2CF9AE}" pid="3" name="KSOProductBuildVer">
    <vt:lpwstr>2052-11.1.0.14309</vt:lpwstr>
  </property>
</Properties>
</file>