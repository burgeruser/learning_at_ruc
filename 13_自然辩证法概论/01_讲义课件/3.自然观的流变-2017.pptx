
<file path=[Content_Types].xml><?xml version="1.0" encoding="utf-8"?>
<Types xmlns="http://schemas.openxmlformats.org/package/2006/content-types">
  <Default Extension="xml" ContentType="application/vnd.openxmlformats-officedocument.presentationml.presentation.main+xml"/>
  <Default Extension="jpg" ContentType="image/jpeg"/>
  <Default Extension="png" ContentType="image/png"/>
  <Default Extension="rels" ContentType="application/vnd.openxmlformats-package.relationships+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tableStyles.xml" ContentType="application/vnd.openxmlformats-officedocument.presentationml.tableStyles+xml"/>
</Types>
</file>

<file path=_rels/.rels>&#65279;<?xml version="1.0" encoding="utf-8"?><Relationships xmlns="http://schemas.openxmlformats.org/package/2006/relationships"><Relationship Type="http://schemas.openxmlformats.org/officeDocument/2006/relationships/officeDocument" Target="/ppt/presentation.xml" Id="R367a705427184a34"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 id="317" r:id="rId64"/>
    <p:sldId id="318" r:id="rId65"/>
    <p:sldId id="319" r:id="rId66"/>
    <p:sldId id="320" r:id="rId67"/>
    <p:sldId id="321" r:id="rId68"/>
    <p:sldId id="322" r:id="rId69"/>
    <p:sldId id="323" r:id="rId70"/>
  </p:sldIdLst>
  <p:sldSz cx="12192000" cy="6858000"/>
  <p:notesSz cx="6858000" cy="9144000"/>
  <p:defaultTextStyle>
    <a:lvl1pPr marL="0" lvl="0"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sz="1800" b="0" i="0" u="none" baseline="0">
        <a:solidFill>
          <a:schemeClr val="tx1"/>
        </a:solidFill>
        <a:latin typeface="Arial"/>
        <a:ea typeface="宋体"/>
      </a:defRPr>
    </a:lvl5pPr>
  </p:defaultTextStyle>
</p:presentation>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theme" Target="/ppt/slideMasters/theme/theme1.xml" Id="rId2" /><Relationship Type="http://schemas.openxmlformats.org/officeDocument/2006/relationships/slide" Target="/ppt/slides/slide1.xml" Id="rId3" /><Relationship Type="http://schemas.openxmlformats.org/officeDocument/2006/relationships/slide" Target="/ppt/slides/slide2.xml" Id="rId4" /><Relationship Type="http://schemas.openxmlformats.org/officeDocument/2006/relationships/slide" Target="/ppt/slides/slide3.xml" Id="rId5" /><Relationship Type="http://schemas.openxmlformats.org/officeDocument/2006/relationships/slide" Target="/ppt/slides/slide4.xml" Id="rId6" /><Relationship Type="http://schemas.openxmlformats.org/officeDocument/2006/relationships/slide" Target="/ppt/slides/slide5.xml" Id="rId7" /><Relationship Type="http://schemas.openxmlformats.org/officeDocument/2006/relationships/slide" Target="/ppt/slides/slide6.xml" Id="rId8" /><Relationship Type="http://schemas.openxmlformats.org/officeDocument/2006/relationships/slide" Target="/ppt/slides/slide7.xml" Id="rId9" /><Relationship Type="http://schemas.openxmlformats.org/officeDocument/2006/relationships/slide" Target="/ppt/slides/slide8.xml" Id="rId10" /><Relationship Type="http://schemas.openxmlformats.org/officeDocument/2006/relationships/slide" Target="/ppt/slides/slide9.xml" Id="rId11" /><Relationship Type="http://schemas.openxmlformats.org/officeDocument/2006/relationships/slide" Target="/ppt/slides/slide10.xml" Id="rId12" /><Relationship Type="http://schemas.openxmlformats.org/officeDocument/2006/relationships/slide" Target="/ppt/slides/slide11.xml" Id="rId13" /><Relationship Type="http://schemas.openxmlformats.org/officeDocument/2006/relationships/slide" Target="/ppt/slides/slide12.xml" Id="rId14" /><Relationship Type="http://schemas.openxmlformats.org/officeDocument/2006/relationships/slide" Target="/ppt/slides/slide13.xml" Id="rId15" /><Relationship Type="http://schemas.openxmlformats.org/officeDocument/2006/relationships/slide" Target="/ppt/slides/slide14.xml" Id="rId16" /><Relationship Type="http://schemas.openxmlformats.org/officeDocument/2006/relationships/slide" Target="/ppt/slides/slide15.xml" Id="rId17" /><Relationship Type="http://schemas.openxmlformats.org/officeDocument/2006/relationships/slide" Target="/ppt/slides/slide16.xml" Id="rId18" /><Relationship Type="http://schemas.openxmlformats.org/officeDocument/2006/relationships/slide" Target="/ppt/slides/slide17.xml" Id="rId19" /><Relationship Type="http://schemas.openxmlformats.org/officeDocument/2006/relationships/slide" Target="/ppt/slides/slide18.xml" Id="rId20" /><Relationship Type="http://schemas.openxmlformats.org/officeDocument/2006/relationships/slide" Target="/ppt/slides/slide19.xml" Id="rId21" /><Relationship Type="http://schemas.openxmlformats.org/officeDocument/2006/relationships/slide" Target="/ppt/slides/slide20.xml" Id="rId22" /><Relationship Type="http://schemas.openxmlformats.org/officeDocument/2006/relationships/slide" Target="/ppt/slides/slide21.xml" Id="rId23" /><Relationship Type="http://schemas.openxmlformats.org/officeDocument/2006/relationships/slide" Target="/ppt/slides/slide22.xml" Id="rId24" /><Relationship Type="http://schemas.openxmlformats.org/officeDocument/2006/relationships/slide" Target="/ppt/slides/slide23.xml" Id="rId25" /><Relationship Type="http://schemas.openxmlformats.org/officeDocument/2006/relationships/slide" Target="/ppt/slides/slide24.xml" Id="rId26" /><Relationship Type="http://schemas.openxmlformats.org/officeDocument/2006/relationships/slide" Target="/ppt/slides/slide25.xml" Id="rId27" /><Relationship Type="http://schemas.openxmlformats.org/officeDocument/2006/relationships/slide" Target="/ppt/slides/slide26.xml" Id="rId28" /><Relationship Type="http://schemas.openxmlformats.org/officeDocument/2006/relationships/slide" Target="/ppt/slides/slide27.xml" Id="rId29" /><Relationship Type="http://schemas.openxmlformats.org/officeDocument/2006/relationships/slide" Target="/ppt/slides/slide28.xml" Id="rId30" /><Relationship Type="http://schemas.openxmlformats.org/officeDocument/2006/relationships/slide" Target="/ppt/slides/slide29.xml" Id="rId31" /><Relationship Type="http://schemas.openxmlformats.org/officeDocument/2006/relationships/slide" Target="/ppt/slides/slide30.xml" Id="rId32" /><Relationship Type="http://schemas.openxmlformats.org/officeDocument/2006/relationships/slide" Target="/ppt/slides/slide31.xml" Id="rId33" /><Relationship Type="http://schemas.openxmlformats.org/officeDocument/2006/relationships/slide" Target="/ppt/slides/slide32.xml" Id="rId34" /><Relationship Type="http://schemas.openxmlformats.org/officeDocument/2006/relationships/slide" Target="/ppt/slides/slide33.xml" Id="rId35" /><Relationship Type="http://schemas.openxmlformats.org/officeDocument/2006/relationships/slide" Target="/ppt/slides/slide34.xml" Id="rId36" /><Relationship Type="http://schemas.openxmlformats.org/officeDocument/2006/relationships/slide" Target="/ppt/slides/slide35.xml" Id="rId37" /><Relationship Type="http://schemas.openxmlformats.org/officeDocument/2006/relationships/slide" Target="/ppt/slides/slide36.xml" Id="rId38" /><Relationship Type="http://schemas.openxmlformats.org/officeDocument/2006/relationships/slide" Target="/ppt/slides/slide37.xml" Id="rId39" /><Relationship Type="http://schemas.openxmlformats.org/officeDocument/2006/relationships/slide" Target="/ppt/slides/slide38.xml" Id="rId40" /><Relationship Type="http://schemas.openxmlformats.org/officeDocument/2006/relationships/slide" Target="/ppt/slides/slide39.xml" Id="rId41" /><Relationship Type="http://schemas.openxmlformats.org/officeDocument/2006/relationships/slide" Target="/ppt/slides/slide40.xml" Id="rId42" /><Relationship Type="http://schemas.openxmlformats.org/officeDocument/2006/relationships/slide" Target="/ppt/slides/slide41.xml" Id="rId43" /><Relationship Type="http://schemas.openxmlformats.org/officeDocument/2006/relationships/slide" Target="/ppt/slides/slide42.xml" Id="rId44" /><Relationship Type="http://schemas.openxmlformats.org/officeDocument/2006/relationships/slide" Target="/ppt/slides/slide43.xml" Id="rId45" /><Relationship Type="http://schemas.openxmlformats.org/officeDocument/2006/relationships/slide" Target="/ppt/slides/slide44.xml" Id="rId46" /><Relationship Type="http://schemas.openxmlformats.org/officeDocument/2006/relationships/slide" Target="/ppt/slides/slide45.xml" Id="rId47" /><Relationship Type="http://schemas.openxmlformats.org/officeDocument/2006/relationships/slide" Target="/ppt/slides/slide46.xml" Id="rId48" /><Relationship Type="http://schemas.openxmlformats.org/officeDocument/2006/relationships/slide" Target="/ppt/slides/slide47.xml" Id="rId49" /><Relationship Type="http://schemas.openxmlformats.org/officeDocument/2006/relationships/slide" Target="/ppt/slides/slide48.xml" Id="rId50" /><Relationship Type="http://schemas.openxmlformats.org/officeDocument/2006/relationships/slide" Target="/ppt/slides/slide49.xml" Id="rId51" /><Relationship Type="http://schemas.openxmlformats.org/officeDocument/2006/relationships/slide" Target="/ppt/slides/slide50.xml" Id="rId52" /><Relationship Type="http://schemas.openxmlformats.org/officeDocument/2006/relationships/slide" Target="/ppt/slides/slide51.xml" Id="rId53" /><Relationship Type="http://schemas.openxmlformats.org/officeDocument/2006/relationships/slide" Target="/ppt/slides/slide52.xml" Id="rId54" /><Relationship Type="http://schemas.openxmlformats.org/officeDocument/2006/relationships/slide" Target="/ppt/slides/slide53.xml" Id="rId55" /><Relationship Type="http://schemas.openxmlformats.org/officeDocument/2006/relationships/slide" Target="/ppt/slides/slide54.xml" Id="rId56" /><Relationship Type="http://schemas.openxmlformats.org/officeDocument/2006/relationships/slide" Target="/ppt/slides/slide55.xml" Id="rId57" /><Relationship Type="http://schemas.openxmlformats.org/officeDocument/2006/relationships/slide" Target="/ppt/slides/slide56.xml" Id="rId58" /><Relationship Type="http://schemas.openxmlformats.org/officeDocument/2006/relationships/slide" Target="/ppt/slides/slide57.xml" Id="rId59" /><Relationship Type="http://schemas.openxmlformats.org/officeDocument/2006/relationships/slide" Target="/ppt/slides/slide58.xml" Id="rId60" /><Relationship Type="http://schemas.openxmlformats.org/officeDocument/2006/relationships/slide" Target="/ppt/slides/slide59.xml" Id="rId61" /><Relationship Type="http://schemas.openxmlformats.org/officeDocument/2006/relationships/slide" Target="/ppt/slides/slide60.xml" Id="rId62" /><Relationship Type="http://schemas.openxmlformats.org/officeDocument/2006/relationships/slide" Target="/ppt/slides/slide61.xml" Id="rId63" /><Relationship Type="http://schemas.openxmlformats.org/officeDocument/2006/relationships/slide" Target="/ppt/slides/slide62.xml" Id="rId64" /><Relationship Type="http://schemas.openxmlformats.org/officeDocument/2006/relationships/slide" Target="/ppt/slides/slide63.xml" Id="rId65" /><Relationship Type="http://schemas.openxmlformats.org/officeDocument/2006/relationships/slide" Target="/ppt/slides/slide64.xml" Id="rId66" /><Relationship Type="http://schemas.openxmlformats.org/officeDocument/2006/relationships/slide" Target="/ppt/slides/slide65.xml" Id="rId67" /><Relationship Type="http://schemas.openxmlformats.org/officeDocument/2006/relationships/slide" Target="/ppt/slides/slide66.xml" Id="rId68" /><Relationship Type="http://schemas.openxmlformats.org/officeDocument/2006/relationships/slide" Target="/ppt/slides/slide67.xml" Id="rId69" /><Relationship Type="http://schemas.openxmlformats.org/officeDocument/2006/relationships/slide" Target="/ppt/slides/slide68.xml" Id="rId70" /><Relationship Type="http://schemas.openxmlformats.org/officeDocument/2006/relationships/tableStyles" Target="/ppt/tableStyles.xml" Id="rId71" /></Relationship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Id1" /><Relationship Type="http://schemas.openxmlformats.org/officeDocument/2006/relationships/image" Target="/ppt/media/image.jpg" Id="rId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Id1" /></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cSld name="标题幻灯片">
    <p:bg>
      <p:bgPr>
        <a:solidFill>
          <a:schemeClr val="bg1"/>
        </a:solidFill>
      </p:bgPr>
    </p:bg>
    <p:spTree>
      <p:nvGrpSpPr>
        <p:cNvPr id="1" name=""/>
        <p:cNvGrpSpPr/>
        <p:nvPr/>
      </p:nvGrpSpPr>
      <p:grpSpPr/>
      <p:cxnSp>
        <p:nvCxnSpPr>
          <p:cNvPr id="2050" name="Line 7"/>
          <p:cNvCxnSpPr/>
          <p:nvPr/>
        </p:nvCxnSpPr>
        <p:spPr>
          <a:xfrm flipH="1">
            <a:off x="2540000" y="1219200"/>
            <a:ext cx="0" cy="2057400"/>
          </a:xfrm>
          <a:prstGeom prst="line">
            <a:avLst/>
          </a:prstGeom>
          <a:noFill/>
          <a:ln w="34925">
            <a:solidFill>
              <a:schemeClr val="tx2"/>
            </a:solidFill>
            <a:miter/>
          </a:ln>
        </p:spPr>
      </p:cxnSp>
      <p:sp>
        <p:nvSpPr>
          <p:cNvPr id="2051" name="Oval 8"/>
          <p:cNvSpPr>
            <a:spLocks noChangeArrowheads="1"/>
          </p:cNvSpPr>
          <p:nvPr/>
        </p:nvSpPr>
        <p:spPr>
          <a:xfrm>
            <a:off x="218017" y="2103438"/>
            <a:ext cx="463549" cy="347662"/>
          </a:xfrm>
          <a:prstGeom prst="ellipse">
            <a:avLst/>
          </a:prstGeom>
          <a:solidFill>
            <a:schemeClr val="tx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vl6pPr marL="2514600" lvl="5" indent="-228600">
              <a:spcBef>
                <a:spcPct val="0"/>
              </a:spcBef>
              <a:spcAft>
                <a:spcPct val="0"/>
              </a:spcAft>
              <a:defRPr lang="zh-CN">
                <a:solidFill>
                  <a:schemeClr val="tx1"/>
                </a:solidFill>
                <a:latin typeface="Arial"/>
                <a:ea typeface="宋体"/>
              </a:defRPr>
            </a:lvl6pPr>
            <a:lvl7pPr marL="2971800" lvl="6" indent="-228600">
              <a:spcBef>
                <a:spcPct val="0"/>
              </a:spcBef>
              <a:spcAft>
                <a:spcPct val="0"/>
              </a:spcAft>
              <a:defRPr lang="zh-CN">
                <a:solidFill>
                  <a:schemeClr val="tx1"/>
                </a:solidFill>
                <a:latin typeface="Arial"/>
                <a:ea typeface="宋体"/>
              </a:defRPr>
            </a:lvl7pPr>
            <a:lvl8pPr marL="3429000" lvl="7" indent="-228600">
              <a:spcBef>
                <a:spcPct val="0"/>
              </a:spcBef>
              <a:spcAft>
                <a:spcPct val="0"/>
              </a:spcAft>
              <a:defRPr lang="zh-CN">
                <a:solidFill>
                  <a:schemeClr val="tx1"/>
                </a:solidFill>
                <a:latin typeface="Arial"/>
                <a:ea typeface="宋体"/>
              </a:defRPr>
            </a:lvl8pPr>
            <a:lvl9pPr marL="3886200" lvl="8" indent="-228600">
              <a:spcBef>
                <a:spcPct val="0"/>
              </a:spcBef>
              <a:spcAft>
                <a:spcPct val="0"/>
              </a:spcAft>
              <a:defRPr lang="zh-CN">
                <a:solidFill>
                  <a:schemeClr val="tx1"/>
                </a:solidFill>
                <a:latin typeface="Arial"/>
                <a:ea typeface="宋体"/>
              </a:defRPr>
            </a:lvl9pPr>
          </a:lstStyle>
          <a:p>
            <a:pPr marL="0" lvl="0" indent="0" algn="ctr"/>
            <a:endParaRPr lang="zh-CN" sz="2400">
              <a:latin typeface="Times New Roman"/>
            </a:endParaRPr>
          </a:p>
        </p:txBody>
      </p:sp>
      <p:sp>
        <p:nvSpPr>
          <p:cNvPr id="2052" name="Oval 9"/>
          <p:cNvSpPr>
            <a:spLocks noChangeArrowheads="1"/>
          </p:cNvSpPr>
          <p:nvPr/>
        </p:nvSpPr>
        <p:spPr>
          <a:xfrm>
            <a:off x="986367" y="2105025"/>
            <a:ext cx="465667" cy="347663"/>
          </a:xfrm>
          <a:prstGeom prst="ellipse">
            <a:avLst/>
          </a:prstGeom>
          <a:solidFill>
            <a:schemeClr val="accent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vl6pPr marL="2514600" lvl="5" indent="-228600">
              <a:spcBef>
                <a:spcPct val="0"/>
              </a:spcBef>
              <a:spcAft>
                <a:spcPct val="0"/>
              </a:spcAft>
              <a:defRPr lang="zh-CN">
                <a:solidFill>
                  <a:schemeClr val="tx1"/>
                </a:solidFill>
                <a:latin typeface="Arial"/>
                <a:ea typeface="宋体"/>
              </a:defRPr>
            </a:lvl6pPr>
            <a:lvl7pPr marL="2971800" lvl="6" indent="-228600">
              <a:spcBef>
                <a:spcPct val="0"/>
              </a:spcBef>
              <a:spcAft>
                <a:spcPct val="0"/>
              </a:spcAft>
              <a:defRPr lang="zh-CN">
                <a:solidFill>
                  <a:schemeClr val="tx1"/>
                </a:solidFill>
                <a:latin typeface="Arial"/>
                <a:ea typeface="宋体"/>
              </a:defRPr>
            </a:lvl7pPr>
            <a:lvl8pPr marL="3429000" lvl="7" indent="-228600">
              <a:spcBef>
                <a:spcPct val="0"/>
              </a:spcBef>
              <a:spcAft>
                <a:spcPct val="0"/>
              </a:spcAft>
              <a:defRPr lang="zh-CN">
                <a:solidFill>
                  <a:schemeClr val="tx1"/>
                </a:solidFill>
                <a:latin typeface="Arial"/>
                <a:ea typeface="宋体"/>
              </a:defRPr>
            </a:lvl8pPr>
            <a:lvl9pPr marL="3886200" lvl="8" indent="-228600">
              <a:spcBef>
                <a:spcPct val="0"/>
              </a:spcBef>
              <a:spcAft>
                <a:spcPct val="0"/>
              </a:spcAft>
              <a:defRPr lang="zh-CN">
                <a:solidFill>
                  <a:schemeClr val="tx1"/>
                </a:solidFill>
                <a:latin typeface="Arial"/>
                <a:ea typeface="宋体"/>
              </a:defRPr>
            </a:lvl9pPr>
          </a:lstStyle>
          <a:p>
            <a:pPr marL="0" lvl="0" indent="0" algn="ctr"/>
            <a:endParaRPr lang="zh-CN" sz="2400">
              <a:latin typeface="Times New Roman"/>
            </a:endParaRPr>
          </a:p>
        </p:txBody>
      </p:sp>
      <p:sp>
        <p:nvSpPr>
          <p:cNvPr id="2053" name="Oval 10"/>
          <p:cNvSpPr>
            <a:spLocks noChangeArrowheads="1"/>
          </p:cNvSpPr>
          <p:nvPr/>
        </p:nvSpPr>
        <p:spPr>
          <a:xfrm>
            <a:off x="1756833" y="2105025"/>
            <a:ext cx="463551" cy="347663"/>
          </a:xfrm>
          <a:prstGeom prst="ellipse">
            <a:avLst/>
          </a:prstGeom>
          <a:solidFill>
            <a:schemeClr val="accent2"/>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vl6pPr marL="2514600" lvl="5" indent="-228600">
              <a:spcBef>
                <a:spcPct val="0"/>
              </a:spcBef>
              <a:spcAft>
                <a:spcPct val="0"/>
              </a:spcAft>
              <a:defRPr lang="zh-CN">
                <a:solidFill>
                  <a:schemeClr val="tx1"/>
                </a:solidFill>
                <a:latin typeface="Arial"/>
                <a:ea typeface="宋体"/>
              </a:defRPr>
            </a:lvl6pPr>
            <a:lvl7pPr marL="2971800" lvl="6" indent="-228600">
              <a:spcBef>
                <a:spcPct val="0"/>
              </a:spcBef>
              <a:spcAft>
                <a:spcPct val="0"/>
              </a:spcAft>
              <a:defRPr lang="zh-CN">
                <a:solidFill>
                  <a:schemeClr val="tx1"/>
                </a:solidFill>
                <a:latin typeface="Arial"/>
                <a:ea typeface="宋体"/>
              </a:defRPr>
            </a:lvl7pPr>
            <a:lvl8pPr marL="3429000" lvl="7" indent="-228600">
              <a:spcBef>
                <a:spcPct val="0"/>
              </a:spcBef>
              <a:spcAft>
                <a:spcPct val="0"/>
              </a:spcAft>
              <a:defRPr lang="zh-CN">
                <a:solidFill>
                  <a:schemeClr val="tx1"/>
                </a:solidFill>
                <a:latin typeface="Arial"/>
                <a:ea typeface="宋体"/>
              </a:defRPr>
            </a:lvl8pPr>
            <a:lvl9pPr marL="3886200" lvl="8" indent="-228600">
              <a:spcBef>
                <a:spcPct val="0"/>
              </a:spcBef>
              <a:spcAft>
                <a:spcPct val="0"/>
              </a:spcAft>
              <a:defRPr lang="zh-CN">
                <a:solidFill>
                  <a:schemeClr val="tx1"/>
                </a:solidFill>
                <a:latin typeface="Arial"/>
                <a:ea typeface="宋体"/>
              </a:defRPr>
            </a:lvl9pPr>
          </a:lstStyle>
          <a:p>
            <a:pPr marL="0" lvl="0" indent="0" algn="ctr"/>
            <a:endParaRPr lang="zh-CN" sz="2400">
              <a:latin typeface="Times New Roman"/>
            </a:endParaRPr>
          </a:p>
        </p:txBody>
      </p:sp>
      <p:pic>
        <p:nvPicPr>
          <p:cNvPr id="2054" name="Picture 11"/>
          <p:cNvPicPr>
            <a:picLocks noChangeAspect="0"/>
          </p:cNvPicPr>
          <p:nvPr/>
        </p:nvPicPr>
        <p:blipFill>
          <a:blip r:embed="rId2"/>
          <a:stretch/>
        </p:blipFill>
        <p:spPr>
          <a:xfrm>
            <a:off x="11176000" y="6096000"/>
            <a:ext cx="1016000" cy="762000"/>
          </a:xfrm>
          <a:prstGeom prst="rect">
            <a:avLst/>
          </a:prstGeom>
          <a:noFill/>
          <a:ln>
            <a:noFill/>
          </a:ln>
        </p:spPr>
      </p:pic>
      <p:sp>
        <p:nvSpPr>
          <p:cNvPr id="14338" name="Rectangle 2"/>
          <p:cNvSpPr>
            <a:spLocks noGrp="1" noChangeArrowheads="1"/>
          </p:cNvSpPr>
          <p:nvPr>
            <p:ph type="ctrTitle"/>
          </p:nvPr>
        </p:nvSpPr>
        <p:spPr>
          <a:xfrm>
            <a:off x="2844800" y="1371600"/>
            <a:ext cx="8636000" cy="1752600"/>
          </a:xfrm>
        </p:spPr>
        <p:txBody>
          <a:bodyPr/>
          <a:lstStyle>
            <a:lvl1pPr lvl="0">
              <a:defRPr sz="4200"/>
            </a:lvl1pPr>
          </a:lstStyle>
          <a:p>
            <a:pPr lvl="0"/>
            <a:r>
              <a:rPr lang="zh-CN"/>
              <a:t>单击此处编辑母版标题样式</a:t>
            </a:r>
          </a:p>
        </p:txBody>
      </p:sp>
      <p:sp>
        <p:nvSpPr>
          <p:cNvPr id="14339" name="Rectangle 3"/>
          <p:cNvSpPr>
            <a:spLocks noGrp="1" noChangeArrowheads="1"/>
          </p:cNvSpPr>
          <p:nvPr>
            <p:ph type="subTitle" idx="1"/>
          </p:nvPr>
        </p:nvSpPr>
        <p:spPr>
          <a:xfrm>
            <a:off x="2844800" y="3733800"/>
            <a:ext cx="8636000" cy="1981200"/>
          </a:xfrm>
        </p:spPr>
        <p:txBody>
          <a:bodyPr/>
          <a:lstStyle>
            <a:lvl1pPr marL="0" lvl="0" indent="0">
              <a:buFont typeface="Wingdings" charset="2"/>
              <a:buNone/>
              <a:defRPr sz="3400"/>
            </a:lvl1pPr>
          </a:lstStyle>
          <a:p>
            <a:pPr lvl="0"/>
            <a:r>
              <a:rPr lang="zh-CN"/>
              <a:t>单击此处编辑母版副标题样式</a:t>
            </a:r>
          </a:p>
        </p:txBody>
      </p:sp>
      <p:sp>
        <p:nvSpPr>
          <p:cNvPr id="2057" name="Rectangle 4"/>
          <p:cNvSpPr>
            <a:spLocks noGrp="1" noChangeArrowheads="1"/>
          </p:cNvSpPr>
          <p:nvPr>
            <p:ph type="dt" idx="10"/>
          </p:nvPr>
        </p:nvSpPr>
        <p:spPr>
          <a:xfrm>
            <a:off x="9448800" y="6248400"/>
            <a:ext cx="2032000" cy="457200"/>
          </a:xfrm>
          <a:prstGeom prst="rect">
            <a:avLst/>
          </a:prstGeom>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2058" name="Rectangle 5"/>
          <p:cNvSpPr>
            <a:spLocks noGrp="1" noChangeArrowheads="1"/>
          </p:cNvSpPr>
          <p:nvPr>
            <p:ph type="ftr" idx="11"/>
          </p:nvPr>
        </p:nvSpPr>
        <p:spPr>
          <a:xfrm>
            <a:off x="5080000" y="6248400"/>
            <a:ext cx="3860800" cy="457200"/>
          </a:xfrm>
          <a:prstGeom prst="rect">
            <a:avLst/>
          </a:prstGeom>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2059" name="Rectangle 6"/>
          <p:cNvSpPr>
            <a:spLocks noGrp="1" noChangeArrowheads="1"/>
          </p:cNvSpPr>
          <p:nvPr>
            <p:ph type="sldNum" idx="12"/>
          </p:nvPr>
        </p:nvSpPr>
        <p:spPr>
          <a:xfrm>
            <a:off x="2946400" y="6248400"/>
            <a:ext cx="1625600" cy="457200"/>
          </a:xfrm>
          <a:prstGeom prst="rect">
            <a:avLst/>
          </a:prstGeom>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8C1D699A-D116-44B8-8259-7770232EDACD}" type="slidenum">
              <a:rPr lang="en-US" sz="1400"/>
              <a:t>*</a:t>
            </a:fld>
            <a:endParaRPr lang="en-US" sz="140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标题和内容">
    <p:spTree>
      <p:nvGrpSpPr>
        <p:cNvPr id="1" name=""/>
        <p:cNvGrpSpPr/>
        <p:nvPr/>
      </p:nvGrpSpPr>
      <p:grpSpPr>
        <a:xfrm>
          <a:off x="0" y="0"/>
          <a:ext cx="0" cy="0"/>
        </a:xfrm>
      </p:grpSpPr>
      <p:sp>
        <p:nvSpPr>
          <p:cNvPr id="2" name="标题 1"/>
          <p:cNvSpPr>
            <a:spLocks noGrp="1"/>
          </p:cNvSpPr>
          <p:nvPr>
            <p:ph type="title"/>
          </p:nvPr>
        </p:nvSpPr>
        <p:spPr/>
        <p:txBody>
          <a:bodyPr/>
          <a:lstStyle/>
          <a:p>
            <a:r>
              <a:rPr lang="zh-CN"/>
              <a:t>单击此处编辑母版标题样式</a:t>
            </a:r>
            <a:endParaRPr lang="zh-CN"/>
          </a:p>
        </p:txBody>
      </p:sp>
      <p:sp>
        <p:nvSpPr>
          <p:cNvPr id="3" name="内容占位符 2"/>
          <p:cNvSpPr>
            <a:spLocks noGrp="1"/>
          </p:cNvSpPr>
          <p:nvPr>
            <p:ph idx="1"/>
          </p:nvPr>
        </p:nvSpPr>
        <p:spPr/>
        <p:txBody>
          <a:body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4"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5"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6"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E89D0174-BF71-4BA7-B440-D96856237337}" type="slidenum">
              <a:rPr lang="en-US" sz="1400"/>
              <a:t>*</a:t>
            </a:fld>
            <a:endParaRPr lang="en-US" sz="140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节标题">
    <p:spTree>
      <p:nvGrpSpPr>
        <p:cNvPr id="1" name=""/>
        <p:cNvGrpSpPr/>
        <p:nvPr/>
      </p:nvGrpSpPr>
      <p:grpSpPr>
        <a:xfrm>
          <a:off x="0" y="0"/>
          <a:ext cx="0" cy="0"/>
        </a:xfrm>
      </p:grpSpPr>
      <p:sp>
        <p:nvSpPr>
          <p:cNvPr id="2" name="标题 1"/>
          <p:cNvSpPr>
            <a:spLocks noGrp="1"/>
          </p:cNvSpPr>
          <p:nvPr>
            <p:ph type="title"/>
          </p:nvPr>
        </p:nvSpPr>
        <p:spPr>
          <a:xfrm>
            <a:off x="963084" y="4406900"/>
            <a:ext cx="10363200" cy="1362075"/>
          </a:xfrm>
        </p:spPr>
        <p:txBody>
          <a:bodyPr anchor="t"/>
          <a:lstStyle>
            <a:lvl1pPr lvl="0" algn="l">
              <a:defRPr sz="4000" b="1"/>
            </a:lvl1pPr>
          </a:lstStyle>
          <a:p>
            <a:r>
              <a:rPr lang="zh-CN"/>
              <a:t>单击此处编辑母版标题样式</a:t>
            </a:r>
            <a:endParaRPr lang="zh-CN"/>
          </a:p>
        </p:txBody>
      </p:sp>
      <p:sp>
        <p:nvSpPr>
          <p:cNvPr id="3" name="文本占位符 2"/>
          <p:cNvSpPr>
            <a:spLocks noGrp="1"/>
          </p:cNvSpPr>
          <p:nvPr>
            <p:ph type="body" idx="1"/>
          </p:nvPr>
        </p:nvSpPr>
        <p:spPr>
          <a:xfrm>
            <a:off x="963084" y="2906713"/>
            <a:ext cx="10363200" cy="1500187"/>
          </a:xfrm>
        </p:spPr>
        <p:txBody>
          <a:bodyPr anchor="b"/>
          <a:lstStyle>
            <a:lvl1pPr marL="0" lvl="0" indent="0">
              <a:buNone/>
              <a:defRPr sz="2000"/>
            </a:lvl1pPr>
            <a:lvl2pPr marL="457200" lvl="1" indent="0">
              <a:buNone/>
              <a:defRPr sz="1800"/>
            </a:lvl2pPr>
            <a:lvl3pPr marL="914400" lvl="2" indent="0">
              <a:buNone/>
              <a:defRPr sz="1600"/>
            </a:lvl3pPr>
            <a:lvl4pPr marL="1371600" lvl="3" indent="0">
              <a:buNone/>
              <a:defRPr sz="1400"/>
            </a:lvl4pPr>
            <a:lvl5pPr marL="1828800" lvl="4" indent="0">
              <a:buNone/>
              <a:defRPr sz="1400"/>
            </a:lvl5pPr>
            <a:lvl6pPr marL="2286000" lvl="5" indent="0">
              <a:buNone/>
              <a:defRPr sz="1400"/>
            </a:lvl6pPr>
            <a:lvl7pPr marL="2743200" lvl="6" indent="0">
              <a:buNone/>
              <a:defRPr sz="1400"/>
            </a:lvl7pPr>
            <a:lvl8pPr marL="3200400" lvl="7" indent="0">
              <a:buNone/>
              <a:defRPr sz="1400"/>
            </a:lvl8pPr>
            <a:lvl9pPr marL="3657600" lvl="8" indent="0">
              <a:buNone/>
              <a:defRPr sz="1400"/>
            </a:lvl9pPr>
          </a:lstStyle>
          <a:p>
            <a:pPr lvl="0"/>
            <a:r>
              <a:rPr lang="zh-CN"/>
              <a:t>单击此处编辑母版文本样式</a:t>
            </a:r>
          </a:p>
        </p:txBody>
      </p:sp>
      <p:sp>
        <p:nvSpPr>
          <p:cNvPr id="4"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5"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6"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08AD9158-7535-488D-B214-844CC8D37E1A}" type="slidenum">
              <a:rPr lang="en-US" sz="1400"/>
              <a:t>*</a:t>
            </a:fld>
            <a:endParaRPr lang="en-US" sz="1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两栏内容">
    <p:spTree>
      <p:nvGrpSpPr>
        <p:cNvPr id="1" name=""/>
        <p:cNvGrpSpPr/>
        <p:nvPr/>
      </p:nvGrpSpPr>
      <p:grpSpPr>
        <a:xfrm>
          <a:off x="0" y="0"/>
          <a:ext cx="0" cy="0"/>
        </a:xfrm>
      </p:grpSpPr>
      <p:sp>
        <p:nvSpPr>
          <p:cNvPr id="2" name="标题 1"/>
          <p:cNvSpPr>
            <a:spLocks noGrp="1"/>
          </p:cNvSpPr>
          <p:nvPr>
            <p:ph type="title"/>
          </p:nvPr>
        </p:nvSpPr>
        <p:spPr/>
        <p:txBody>
          <a:bodyPr/>
          <a:lstStyle/>
          <a:p>
            <a:r>
              <a:rPr lang="zh-CN"/>
              <a:t>单击此处编辑母版标题样式</a:t>
            </a:r>
            <a:endParaRPr lang="zh-CN"/>
          </a:p>
        </p:txBody>
      </p:sp>
      <p:sp>
        <p:nvSpPr>
          <p:cNvPr id="3" name="内容占位符 2"/>
          <p:cNvSpPr>
            <a:spLocks noGrp="1"/>
          </p:cNvSpPr>
          <p:nvPr>
            <p:ph idx="1"/>
          </p:nvPr>
        </p:nvSpPr>
        <p:spPr>
          <a:xfrm>
            <a:off x="2032000" y="1905000"/>
            <a:ext cx="4572000" cy="4114800"/>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4" name="内容占位符 3"/>
          <p:cNvSpPr>
            <a:spLocks noGrp="1"/>
          </p:cNvSpPr>
          <p:nvPr>
            <p:ph idx="2"/>
          </p:nvPr>
        </p:nvSpPr>
        <p:spPr>
          <a:xfrm>
            <a:off x="6807200" y="1905000"/>
            <a:ext cx="4572000" cy="4114800"/>
          </a:xfrm>
        </p:spPr>
        <p:txBody>
          <a:bodyPr/>
          <a:lstStyle>
            <a:lvl1pPr lvl="0">
              <a:defRPr sz="2800"/>
            </a:lvl1pPr>
            <a:lvl2pPr lvl="1">
              <a:defRPr sz="2400"/>
            </a:lvl2pPr>
            <a:lvl3pPr lvl="2">
              <a:defRPr sz="2000"/>
            </a:lvl3pPr>
            <a:lvl4pPr lvl="3">
              <a:defRPr sz="1800"/>
            </a:lvl4pPr>
            <a:lvl5pPr lvl="4">
              <a:defRPr sz="1800"/>
            </a:lvl5pPr>
            <a:lvl6pPr lvl="5">
              <a:defRPr sz="1800"/>
            </a:lvl6pPr>
            <a:lvl7pPr lvl="6">
              <a:defRPr sz="1800"/>
            </a:lvl7pPr>
            <a:lvl8pPr lvl="7">
              <a:defRPr sz="1800"/>
            </a:lvl8pPr>
            <a:lvl9pPr lvl="8">
              <a:defRPr sz="18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5"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6"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7"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94AFB857-3133-4596-96F1-ED047D5CA8E3}" type="slidenum">
              <a:rPr lang="en-US" sz="1400"/>
              <a:t>*</a:t>
            </a:fld>
            <a:endParaRPr lang="en-US" sz="140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比较">
    <p:spTree>
      <p:nvGrpSpPr>
        <p:cNvPr id="1" name=""/>
        <p:cNvGrpSpPr/>
        <p:nvPr/>
      </p:nvGrpSpPr>
      <p:grpSpPr>
        <a:xfrm>
          <a:off x="0" y="0"/>
          <a:ext cx="0" cy="0"/>
        </a:xfrm>
      </p:grpSpPr>
      <p:sp>
        <p:nvSpPr>
          <p:cNvPr id="2" name="标题 1"/>
          <p:cNvSpPr>
            <a:spLocks noGrp="1"/>
          </p:cNvSpPr>
          <p:nvPr>
            <p:ph type="title"/>
          </p:nvPr>
        </p:nvSpPr>
        <p:spPr>
          <a:xfrm>
            <a:off x="609600" y="274638"/>
            <a:ext cx="10972800" cy="1143000"/>
          </a:xfrm>
        </p:spPr>
        <p:txBody>
          <a:bodyPr/>
          <a:lstStyle/>
          <a:p>
            <a:r>
              <a:rPr lang="zh-CN"/>
              <a:t>单击此处编辑母版标题样式</a:t>
            </a:r>
            <a:endParaRPr lang="zh-CN"/>
          </a:p>
        </p:txBody>
      </p:sp>
      <p:sp>
        <p:nvSpPr>
          <p:cNvPr id="3" name="文本占位符 2"/>
          <p:cNvSpPr>
            <a:spLocks noGrp="1"/>
          </p:cNvSpPr>
          <p:nvPr>
            <p:ph type="body" idx="1"/>
          </p:nvPr>
        </p:nvSpPr>
        <p:spPr>
          <a:xfrm>
            <a:off x="609600" y="1535113"/>
            <a:ext cx="5386918" cy="63976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p>
        </p:txBody>
      </p:sp>
      <p:sp>
        <p:nvSpPr>
          <p:cNvPr id="4" name="内容占位符 3"/>
          <p:cNvSpPr>
            <a:spLocks noGrp="1"/>
          </p:cNvSpPr>
          <p:nvPr>
            <p:ph idx="2"/>
          </p:nvPr>
        </p:nvSpPr>
        <p:spPr>
          <a:xfrm>
            <a:off x="609600" y="2174875"/>
            <a:ext cx="5386918" cy="3951288"/>
          </a:xfrm>
        </p:spPr>
        <p:txBody>
          <a:bodyPr/>
          <a:lstStyle>
            <a:lvl1pPr lvl="0">
              <a:defRPr sz="2400"/>
            </a:lvl1pPr>
            <a:lvl2pPr lvl="1">
              <a:defRPr sz="2000"/>
            </a:lvl2pPr>
            <a:lvl3pPr lvl="2">
              <a:defRPr sz="1800"/>
            </a:lvl3pPr>
            <a:lvl4pPr lvl="3">
              <a:defRPr sz="1600"/>
            </a:lvl4pPr>
            <a:lvl5pPr lvl="4">
              <a:defRPr sz="1600"/>
            </a:lvl5pPr>
            <a:lvl6pPr lvl="5">
              <a:defRPr sz="1600"/>
            </a:lvl6pPr>
            <a:lvl7pPr lvl="6">
              <a:defRPr sz="1600"/>
            </a:lvl7pPr>
            <a:lvl8pPr lvl="7">
              <a:defRPr sz="1600"/>
            </a:lvl8pPr>
            <a:lvl9pPr lvl="8">
              <a:defRPr sz="16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5" name="文本占位符 4"/>
          <p:cNvSpPr>
            <a:spLocks noGrp="1"/>
          </p:cNvSpPr>
          <p:nvPr>
            <p:ph type="body" idx="3"/>
          </p:nvPr>
        </p:nvSpPr>
        <p:spPr>
          <a:xfrm>
            <a:off x="6193366" y="1535113"/>
            <a:ext cx="5389034" cy="639762"/>
          </a:xfrm>
        </p:spPr>
        <p:txBody>
          <a:bodyPr anchor="b"/>
          <a:lstStyle>
            <a:lvl1pPr marL="0" lvl="0" indent="0">
              <a:buNone/>
              <a:defRPr sz="2400" b="1"/>
            </a:lvl1pPr>
            <a:lvl2pPr marL="457200" lvl="1" indent="0">
              <a:buNone/>
              <a:defRPr sz="2000" b="1"/>
            </a:lvl2pPr>
            <a:lvl3pPr marL="914400" lvl="2" indent="0">
              <a:buNone/>
              <a:defRPr sz="1800" b="1"/>
            </a:lvl3pPr>
            <a:lvl4pPr marL="1371600" lvl="3" indent="0">
              <a:buNone/>
              <a:defRPr sz="1600" b="1"/>
            </a:lvl4pPr>
            <a:lvl5pPr marL="1828800" lvl="4" indent="0">
              <a:buNone/>
              <a:defRPr sz="1600" b="1"/>
            </a:lvl5pPr>
            <a:lvl6pPr marL="2286000" lvl="5" indent="0">
              <a:buNone/>
              <a:defRPr sz="1600" b="1"/>
            </a:lvl6pPr>
            <a:lvl7pPr marL="2743200" lvl="6" indent="0">
              <a:buNone/>
              <a:defRPr sz="1600" b="1"/>
            </a:lvl7pPr>
            <a:lvl8pPr marL="3200400" lvl="7" indent="0">
              <a:buNone/>
              <a:defRPr sz="1600" b="1"/>
            </a:lvl8pPr>
            <a:lvl9pPr marL="3657600" lvl="8" indent="0">
              <a:buNone/>
              <a:defRPr sz="1600" b="1"/>
            </a:lvl9pPr>
          </a:lstStyle>
          <a:p>
            <a:pPr lvl="0"/>
            <a:r>
              <a:rPr lang="zh-CN"/>
              <a:t>单击此处编辑母版文本样式</a:t>
            </a:r>
          </a:p>
        </p:txBody>
      </p:sp>
      <p:sp>
        <p:nvSpPr>
          <p:cNvPr id="6" name="内容占位符 5"/>
          <p:cNvSpPr>
            <a:spLocks noGrp="1"/>
          </p:cNvSpPr>
          <p:nvPr>
            <p:ph idx="4"/>
          </p:nvPr>
        </p:nvSpPr>
        <p:spPr>
          <a:xfrm>
            <a:off x="6193366" y="2174875"/>
            <a:ext cx="5389034" cy="3951288"/>
          </a:xfrm>
        </p:spPr>
        <p:txBody>
          <a:bodyPr/>
          <a:lstStyle>
            <a:lvl1pPr lvl="0">
              <a:defRPr sz="2400"/>
            </a:lvl1pPr>
            <a:lvl2pPr lvl="1">
              <a:defRPr sz="2000"/>
            </a:lvl2pPr>
            <a:lvl3pPr lvl="2">
              <a:defRPr sz="1800"/>
            </a:lvl3pPr>
            <a:lvl4pPr lvl="3">
              <a:defRPr sz="1600"/>
            </a:lvl4pPr>
            <a:lvl5pPr lvl="4">
              <a:defRPr sz="1600"/>
            </a:lvl5pPr>
            <a:lvl6pPr lvl="5">
              <a:defRPr sz="1600"/>
            </a:lvl6pPr>
            <a:lvl7pPr lvl="6">
              <a:defRPr sz="1600"/>
            </a:lvl7pPr>
            <a:lvl8pPr lvl="7">
              <a:defRPr sz="1600"/>
            </a:lvl8pPr>
            <a:lvl9pPr lvl="8">
              <a:defRPr sz="16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7"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8"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9"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BB1449CF-2EFD-4E9D-BD90-755A0FCD80A6}" type="slidenum">
              <a:rPr lang="en-US" sz="1400"/>
              <a:t>*</a:t>
            </a:fld>
            <a:endParaRPr lang="en-US" sz="140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仅标题">
    <p:spTree>
      <p:nvGrpSpPr>
        <p:cNvPr id="1" name=""/>
        <p:cNvGrpSpPr/>
        <p:nvPr/>
      </p:nvGrpSpPr>
      <p:grpSpPr>
        <a:xfrm>
          <a:off x="0" y="0"/>
          <a:ext cx="0" cy="0"/>
        </a:xfrm>
      </p:grpSpPr>
      <p:sp>
        <p:nvSpPr>
          <p:cNvPr id="2" name="标题 1"/>
          <p:cNvSpPr>
            <a:spLocks noGrp="1"/>
          </p:cNvSpPr>
          <p:nvPr>
            <p:ph type="title"/>
          </p:nvPr>
        </p:nvSpPr>
        <p:spPr/>
        <p:txBody>
          <a:bodyPr/>
          <a:lstStyle/>
          <a:p>
            <a:r>
              <a:rPr lang="zh-CN"/>
              <a:t>单击此处编辑母版标题样式</a:t>
            </a:r>
            <a:endParaRPr lang="zh-CN"/>
          </a:p>
        </p:txBody>
      </p:sp>
      <p:sp>
        <p:nvSpPr>
          <p:cNvPr id="3"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4"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5"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AF3A9A17-CBF0-44EE-BC1F-E1CEF2C8F25E}" type="slidenum">
              <a:rPr lang="en-US" sz="1400"/>
              <a:t>*</a:t>
            </a:fld>
            <a:endParaRPr lang="en-US" sz="140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空白">
    <p:spTree>
      <p:nvGrpSpPr>
        <p:cNvPr id="1" name=""/>
        <p:cNvGrpSpPr/>
        <p:nvPr/>
      </p:nvGrpSpPr>
      <p:grpSpPr>
        <a:xfrm>
          <a:off x="0" y="0"/>
          <a:ext cx="0" cy="0"/>
        </a:xfrm>
      </p:grpSpPr>
      <p:sp>
        <p:nvSpPr>
          <p:cNvPr id="2"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3"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4"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F4EFC8B9-0F40-411A-8072-7D0C1F907427}" type="slidenum">
              <a:rPr lang="en-US" sz="1400"/>
              <a:t>*</a:t>
            </a:fld>
            <a:endParaRPr lang="en-US" sz="140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内容与标题">
    <p:spTree>
      <p:nvGrpSpPr>
        <p:cNvPr id="1" name=""/>
        <p:cNvGrpSpPr/>
        <p:nvPr/>
      </p:nvGrpSpPr>
      <p:grpSpPr>
        <a:xfrm>
          <a:off x="0" y="0"/>
          <a:ext cx="0" cy="0"/>
        </a:xfrm>
      </p:grpSpPr>
      <p:sp>
        <p:nvSpPr>
          <p:cNvPr id="2" name="标题 1"/>
          <p:cNvSpPr>
            <a:spLocks noGrp="1"/>
          </p:cNvSpPr>
          <p:nvPr>
            <p:ph type="title"/>
          </p:nvPr>
        </p:nvSpPr>
        <p:spPr>
          <a:xfrm>
            <a:off x="609600" y="273050"/>
            <a:ext cx="4011084" cy="1162050"/>
          </a:xfrm>
        </p:spPr>
        <p:txBody>
          <a:bodyPr anchor="b"/>
          <a:lstStyle>
            <a:lvl1pPr lvl="0" algn="l">
              <a:defRPr sz="2000" b="1"/>
            </a:lvl1pPr>
          </a:lstStyle>
          <a:p>
            <a:r>
              <a:rPr lang="zh-CN"/>
              <a:t>单击此处编辑母版标题样式</a:t>
            </a:r>
            <a:endParaRPr lang="zh-CN"/>
          </a:p>
        </p:txBody>
      </p:sp>
      <p:sp>
        <p:nvSpPr>
          <p:cNvPr id="3" name="内容占位符 2"/>
          <p:cNvSpPr>
            <a:spLocks noGrp="1"/>
          </p:cNvSpPr>
          <p:nvPr>
            <p:ph idx="1"/>
          </p:nvPr>
        </p:nvSpPr>
        <p:spPr>
          <a:xfrm>
            <a:off x="4766734" y="273050"/>
            <a:ext cx="6815666" cy="5853113"/>
          </a:xfrm>
        </p:spPr>
        <p:txBody>
          <a:bodyPr/>
          <a:lstStyle>
            <a:lvl1pPr lvl="0">
              <a:defRPr sz="3200"/>
            </a:lvl1pPr>
            <a:lvl2pPr lvl="1">
              <a:defRPr sz="2800"/>
            </a:lvl2pPr>
            <a:lvl3pPr lvl="2">
              <a:defRPr sz="2400"/>
            </a:lvl3pPr>
            <a:lvl4pPr lvl="3">
              <a:defRPr sz="2000"/>
            </a:lvl4pPr>
            <a:lvl5pPr lvl="4">
              <a:defRPr sz="2000"/>
            </a:lvl5pPr>
            <a:lvl6pPr lvl="5">
              <a:defRPr sz="2000"/>
            </a:lvl6pPr>
            <a:lvl7pPr lvl="6">
              <a:defRPr sz="2000"/>
            </a:lvl7pPr>
            <a:lvl8pPr lvl="7">
              <a:defRPr sz="2000"/>
            </a:lvl8pPr>
            <a:lvl9pPr lvl="8">
              <a:defRPr sz="2000"/>
            </a:lvl9pPr>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4" name="文本占位符 3"/>
          <p:cNvSpPr>
            <a:spLocks noGrp="1"/>
          </p:cNvSpPr>
          <p:nvPr>
            <p:ph type="body" idx="2"/>
          </p:nvPr>
        </p:nvSpPr>
        <p:spPr>
          <a:xfrm>
            <a:off x="609600" y="1435100"/>
            <a:ext cx="4011084" cy="4691063"/>
          </a:xfrm>
        </p:spPr>
        <p:txBody>
          <a:bodyPr/>
          <a:lstStyle>
            <a:lvl1pPr marL="0" lvl="0" indent="0">
              <a:buNone/>
              <a:defRPr sz="14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t>单击此处编辑母版文本样式</a:t>
            </a:r>
          </a:p>
        </p:txBody>
      </p:sp>
      <p:sp>
        <p:nvSpPr>
          <p:cNvPr id="5"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6"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7"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691D1EED-0E7E-40F5-9029-DEF1E498A991}" type="slidenum">
              <a:rPr lang="en-US" sz="1400"/>
              <a:t>*</a:t>
            </a:fld>
            <a:endParaRPr lang="en-US" sz="140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图片与标题">
    <p:spTree>
      <p:nvGrpSpPr>
        <p:cNvPr id="1" name=""/>
        <p:cNvGrpSpPr/>
        <p:nvPr/>
      </p:nvGrpSpPr>
      <p:grpSpPr>
        <a:xfrm>
          <a:off x="0" y="0"/>
          <a:ext cx="0" cy="0"/>
        </a:xfrm>
      </p:grpSpPr>
      <p:sp>
        <p:nvSpPr>
          <p:cNvPr id="2" name="标题 1"/>
          <p:cNvSpPr>
            <a:spLocks noGrp="1"/>
          </p:cNvSpPr>
          <p:nvPr>
            <p:ph type="title"/>
          </p:nvPr>
        </p:nvSpPr>
        <p:spPr>
          <a:xfrm>
            <a:off x="2389717" y="4800600"/>
            <a:ext cx="7315200" cy="566738"/>
          </a:xfrm>
        </p:spPr>
        <p:txBody>
          <a:bodyPr anchor="b"/>
          <a:lstStyle>
            <a:lvl1pPr lvl="0" algn="l">
              <a:defRPr sz="2000" b="1"/>
            </a:lvl1pPr>
          </a:lstStyle>
          <a:p>
            <a:r>
              <a:rPr lang="zh-CN"/>
              <a:t>单击此处编辑母版标题样式</a:t>
            </a:r>
            <a:endParaRPr lang="zh-CN"/>
          </a:p>
        </p:txBody>
      </p:sp>
      <p:sp>
        <p:nvSpPr>
          <p:cNvPr id="3" name="图片占位符 2"/>
          <p:cNvSpPr>
            <a:spLocks noGrp="1"/>
          </p:cNvSpPr>
          <p:nvPr>
            <p:ph type="pic" idx="1"/>
          </p:nvPr>
        </p:nvSpPr>
        <p:spPr>
          <a:xfrm>
            <a:off x="2389717" y="612775"/>
            <a:ext cx="7315200" cy="4114800"/>
          </a:xfrm>
        </p:spPr>
        <p:txBody>
          <a:bodyPr vert="horz" wrap="square" lIns="91440" tIns="45720" rIns="91440" bIns="45720" numCol="1" anchor="t" anchorCtr="0"/>
          <a:lstStyle>
            <a:lvl1pPr marL="0" lvl="0" indent="0">
              <a:buNone/>
              <a:defRPr sz="3200"/>
            </a:lvl1pPr>
            <a:lvl2pPr marL="457200" lvl="1" indent="0">
              <a:buNone/>
              <a:defRPr sz="2800"/>
            </a:lvl2pPr>
            <a:lvl3pPr marL="914400" lvl="2" indent="0">
              <a:buNone/>
              <a:defRPr sz="2400"/>
            </a:lvl3pPr>
            <a:lvl4pPr marL="1371600" lvl="3" indent="0">
              <a:buNone/>
              <a:defRPr sz="2000"/>
            </a:lvl4pPr>
            <a:lvl5pPr marL="1828800" lvl="4" indent="0">
              <a:buNone/>
              <a:defRPr sz="2000"/>
            </a:lvl5pPr>
            <a:lvl6pPr marL="2286000" lvl="5" indent="0">
              <a:buNone/>
              <a:defRPr sz="2000"/>
            </a:lvl6pPr>
            <a:lvl7pPr marL="2743200" lvl="6" indent="0">
              <a:buNone/>
              <a:defRPr sz="2000"/>
            </a:lvl7pPr>
            <a:lvl8pPr marL="3200400" lvl="7" indent="0">
              <a:buNone/>
              <a:defRPr sz="2000"/>
            </a:lvl8pPr>
            <a:lvl9pPr marL="3657600" lvl="8" indent="0">
              <a:buNone/>
              <a:defRPr sz="2000"/>
            </a:lvl9pPr>
          </a:lstStyle>
          <a:p>
            <a:pPr marL="0" lvl="0" indent="0" algn="l" defTabSz="914400">
              <a:lnSpc>
                <a:spcPct val="100000"/>
              </a:lnSpc>
              <a:spcBef>
                <a:spcPct val="20000"/>
              </a:spcBef>
              <a:spcAft>
                <a:spcPct val="0"/>
              </a:spcAft>
              <a:buClr>
                <a:schemeClr val="tx1"/>
              </a:buClr>
              <a:buSzPct val="70000"/>
              <a:buFont typeface="Wingdings" charset="2"/>
              <a:buNone/>
            </a:pPr>
            <a:endParaRPr lang="zh-CN" sz="3200" b="0" i="0" u="none" strike="noStrike" kern="0" spc="0" baseline="0">
              <a:ln>
                <a:noFill/>
              </a:ln>
              <a:solidFill>
                <a:schemeClr val="tx2"/>
              </a:solidFill>
              <a:latin typeface="Arial"/>
              <a:ea typeface="楷体"/>
            </a:endParaRPr>
          </a:p>
        </p:txBody>
      </p:sp>
      <p:sp>
        <p:nvSpPr>
          <p:cNvPr id="4" name="文本占位符 3"/>
          <p:cNvSpPr>
            <a:spLocks noGrp="1"/>
          </p:cNvSpPr>
          <p:nvPr>
            <p:ph type="body" idx="2"/>
          </p:nvPr>
        </p:nvSpPr>
        <p:spPr>
          <a:xfrm>
            <a:off x="2389717" y="5367338"/>
            <a:ext cx="7315200" cy="804862"/>
          </a:xfrm>
        </p:spPr>
        <p:txBody>
          <a:bodyPr/>
          <a:lstStyle>
            <a:lvl1pPr marL="0" lvl="0" indent="0">
              <a:buNone/>
              <a:defRPr sz="1400"/>
            </a:lvl1pPr>
            <a:lvl2pPr marL="457200" lvl="1" indent="0">
              <a:buNone/>
              <a:defRPr sz="1200"/>
            </a:lvl2pPr>
            <a:lvl3pPr marL="914400" lvl="2" indent="0">
              <a:buNone/>
              <a:defRPr sz="1000"/>
            </a:lvl3pPr>
            <a:lvl4pPr marL="1371600" lvl="3" indent="0">
              <a:buNone/>
              <a:defRPr sz="900"/>
            </a:lvl4pPr>
            <a:lvl5pPr marL="1828800" lvl="4" indent="0">
              <a:buNone/>
              <a:defRPr sz="900"/>
            </a:lvl5pPr>
            <a:lvl6pPr marL="2286000" lvl="5" indent="0">
              <a:buNone/>
              <a:defRPr sz="900"/>
            </a:lvl6pPr>
            <a:lvl7pPr marL="2743200" lvl="6" indent="0">
              <a:buNone/>
              <a:defRPr sz="900"/>
            </a:lvl7pPr>
            <a:lvl8pPr marL="3200400" lvl="7" indent="0">
              <a:buNone/>
              <a:defRPr sz="900"/>
            </a:lvl8pPr>
            <a:lvl9pPr marL="3657600" lvl="8" indent="0">
              <a:buNone/>
              <a:defRPr sz="900"/>
            </a:lvl9pPr>
          </a:lstStyle>
          <a:p>
            <a:pPr lvl="0"/>
            <a:r>
              <a:rPr lang="zh-CN"/>
              <a:t>单击此处编辑母版文本样式</a:t>
            </a:r>
          </a:p>
        </p:txBody>
      </p:sp>
      <p:sp>
        <p:nvSpPr>
          <p:cNvPr id="5"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6"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7"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C4930E78-DC68-4C89-933B-0DF9E3BA4E6D}" type="slidenum">
              <a:rPr lang="en-US" sz="1400"/>
              <a:t>*</a:t>
            </a:fld>
            <a:endParaRPr lang="en-US" sz="140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标题和竖排文字">
    <p:spTree>
      <p:nvGrpSpPr>
        <p:cNvPr id="1" name=""/>
        <p:cNvGrpSpPr/>
        <p:nvPr/>
      </p:nvGrpSpPr>
      <p:grpSpPr>
        <a:xfrm>
          <a:off x="0" y="0"/>
          <a:ext cx="0" cy="0"/>
        </a:xfrm>
      </p:grpSpPr>
      <p:sp>
        <p:nvSpPr>
          <p:cNvPr id="2" name="标题 1"/>
          <p:cNvSpPr>
            <a:spLocks noGrp="1"/>
          </p:cNvSpPr>
          <p:nvPr>
            <p:ph type="title"/>
          </p:nvPr>
        </p:nvSpPr>
        <p:spPr/>
        <p:txBody>
          <a:bodyPr/>
          <a:lstStyle/>
          <a:p>
            <a:r>
              <a:rPr lang="zh-CN"/>
              <a:t>单击此处编辑母版标题样式</a:t>
            </a:r>
            <a:endParaRPr lang="zh-CN"/>
          </a:p>
        </p:txBody>
      </p:sp>
      <p:sp>
        <p:nvSpPr>
          <p:cNvPr id="3" name="竖排文字占位符 2"/>
          <p:cNvSpPr>
            <a:spLocks noGrp="1"/>
          </p:cNvSpPr>
          <p:nvPr>
            <p:ph type="body" idx="1"/>
          </p:nvPr>
        </p:nvSpPr>
        <p:spPr/>
        <p:txBody>
          <a:bodyPr vert="eaVert"/>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4"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5"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6"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43F33C8B-3E8C-4F69-BB6F-87A5984CD5DB}" type="slidenum">
              <a:rPr lang="en-US" sz="1400"/>
              <a:t>*</a:t>
            </a:fld>
            <a:endParaRPr lang="en-US" sz="140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垂直排列标题与文本">
    <p:spTree>
      <p:nvGrpSpPr>
        <p:cNvPr id="1" name=""/>
        <p:cNvGrpSpPr/>
        <p:nvPr/>
      </p:nvGrpSpPr>
      <p:grpSpPr>
        <a:xfrm>
          <a:off x="0" y="0"/>
          <a:ext cx="0" cy="0"/>
        </a:xfrm>
      </p:grpSpPr>
      <p:sp>
        <p:nvSpPr>
          <p:cNvPr id="2" name="竖排标题 1"/>
          <p:cNvSpPr>
            <a:spLocks noGrp="1"/>
          </p:cNvSpPr>
          <p:nvPr>
            <p:ph type="title"/>
          </p:nvPr>
        </p:nvSpPr>
        <p:spPr>
          <a:xfrm>
            <a:off x="9042400" y="190500"/>
            <a:ext cx="2336800" cy="5829300"/>
          </a:xfrm>
        </p:spPr>
        <p:txBody>
          <a:bodyPr vert="eaVert"/>
          <a:lstStyle/>
          <a:p>
            <a:r>
              <a:rPr lang="zh-CN"/>
              <a:t>单击此处编辑母版标题样式</a:t>
            </a:r>
            <a:endParaRPr lang="zh-CN"/>
          </a:p>
        </p:txBody>
      </p:sp>
      <p:sp>
        <p:nvSpPr>
          <p:cNvPr id="3" name="竖排文字占位符 2"/>
          <p:cNvSpPr>
            <a:spLocks noGrp="1"/>
          </p:cNvSpPr>
          <p:nvPr>
            <p:ph type="body" idx="1"/>
          </p:nvPr>
        </p:nvSpPr>
        <p:spPr>
          <a:xfrm>
            <a:off x="2032000" y="190500"/>
            <a:ext cx="6807200" cy="5829300"/>
          </a:xfrm>
        </p:spPr>
        <p:txBody>
          <a:bodyPr vert="eaVert"/>
          <a:lstStyle/>
          <a:p>
            <a:pPr lvl="0"/>
            <a:r>
              <a:rPr lang="zh-CN"/>
              <a:t>单击此处编辑母版文本样式</a:t>
            </a:r>
          </a:p>
          <a:p>
            <a:pPr lvl="1"/>
            <a:r>
              <a:rPr lang="zh-CN"/>
              <a:t>第二级</a:t>
            </a:r>
          </a:p>
          <a:p>
            <a:pPr lvl="2"/>
            <a:r>
              <a:rPr lang="zh-CN"/>
              <a:t>第三级</a:t>
            </a:r>
          </a:p>
          <a:p>
            <a:pPr lvl="3"/>
            <a:r>
              <a:rPr lang="zh-CN"/>
              <a:t>第四级</a:t>
            </a:r>
          </a:p>
          <a:p>
            <a:pPr lvl="4"/>
            <a:r>
              <a:rPr lang="zh-CN"/>
              <a:t>第五级</a:t>
            </a:r>
            <a:endParaRPr lang="zh-CN"/>
          </a:p>
        </p:txBody>
      </p:sp>
      <p:sp>
        <p:nvSpPr>
          <p:cNvPr id="4" name="Rectangle 4"/>
          <p:cNvSpPr>
            <a:spLocks noGrp="1" noChangeArrowheads="1"/>
          </p:cNvSpPr>
          <p:nvPr>
            <p:ph type="dt" idx="10"/>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5" name="Rectangle 5"/>
          <p:cNvSpPr>
            <a:spLocks noGrp="1" noChangeArrowheads="1"/>
          </p:cNvSpPr>
          <p:nvPr>
            <p:ph type="ftr" idx="11"/>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6" name="Rectangle 6"/>
          <p:cNvSpPr>
            <a:spLocks noGrp="1" noChangeArrowheads="1"/>
          </p:cNvSpPr>
          <p:nvPr>
            <p:ph type="sldNum" idx="12"/>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7467A2AF-00BF-41EE-B609-21FED41D4927}" type="slidenum">
              <a:rPr lang="en-US" sz="1400"/>
              <a:t>*</a:t>
            </a:fld>
            <a:endParaRPr lang="en-US" sz="1400"/>
          </a:p>
        </p:txBody>
      </p:sp>
    </p:spTree>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1.xml" Id="rId1" /><Relationship Type="http://schemas.openxmlformats.org/officeDocument/2006/relationships/slideLayout" Target="/ppt/slideLayouts/slideLayout2.xml" Id="rId2" /><Relationship Type="http://schemas.openxmlformats.org/officeDocument/2006/relationships/slideLayout" Target="/ppt/slideLayouts/slideLayout3.xml" Id="rId3" /><Relationship Type="http://schemas.openxmlformats.org/officeDocument/2006/relationships/slideLayout" Target="/ppt/slideLayouts/slideLayout4.xml" Id="rId4" /><Relationship Type="http://schemas.openxmlformats.org/officeDocument/2006/relationships/slideLayout" Target="/ppt/slideLayouts/slideLayout5.xml" Id="rId5" /><Relationship Type="http://schemas.openxmlformats.org/officeDocument/2006/relationships/slideLayout" Target="/ppt/slideLayouts/slideLayout6.xml" Id="rId6" /><Relationship Type="http://schemas.openxmlformats.org/officeDocument/2006/relationships/slideLayout" Target="/ppt/slideLayouts/slideLayout7.xml" Id="rId7" /><Relationship Type="http://schemas.openxmlformats.org/officeDocument/2006/relationships/slideLayout" Target="/ppt/slideLayouts/slideLayout8.xml" Id="rId8" /><Relationship Type="http://schemas.openxmlformats.org/officeDocument/2006/relationships/slideLayout" Target="/ppt/slideLayouts/slideLayout9.xml" Id="rId9" /><Relationship Type="http://schemas.openxmlformats.org/officeDocument/2006/relationships/slideLayout" Target="/ppt/slideLayouts/slideLayout10.xml" Id="rId10" /><Relationship Type="http://schemas.openxmlformats.org/officeDocument/2006/relationships/slideLayout" Target="/ppt/slideLayouts/slideLayout11.xml" Id="rId11" /><Relationship Type="http://schemas.openxmlformats.org/officeDocument/2006/relationships/theme" Target="/ppt/slideMasters/theme/theme1.xml" Id="rId12" /><Relationship Type="http://schemas.openxmlformats.org/officeDocument/2006/relationships/image" Target="/ppt/media/image.jpg" Id="rId13"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p:bgPr>
    </p:bg>
    <p:spTree>
      <p:nvGrpSpPr>
        <p:cNvPr id="1" name=""/>
        <p:cNvGrpSpPr/>
        <p:nvPr/>
      </p:nvGrpSpPr>
      <p:grpSpPr/>
      <p:sp>
        <p:nvSpPr>
          <p:cNvPr id="1026" name="Rectangle 2"/>
          <p:cNvSpPr>
            <a:spLocks noGrp="1"/>
          </p:cNvSpPr>
          <p:nvPr>
            <p:ph type="title"/>
          </p:nvPr>
        </p:nvSpPr>
        <p:spPr>
          <a:xfrm>
            <a:off x="2032000" y="190500"/>
            <a:ext cx="9347200" cy="1527175"/>
          </a:xfrm>
          <a:prstGeom prst="rect">
            <a:avLst/>
          </a:prstGeom>
          <a:noFill/>
          <a:ln>
            <a:noFill/>
          </a:ln>
        </p:spPr>
        <p:txBody>
          <a:bodyPr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t>单击此处编辑母版标题样式</a:t>
            </a:r>
          </a:p>
        </p:txBody>
      </p:sp>
      <p:sp>
        <p:nvSpPr>
          <p:cNvPr id="1027" name="Rectangle 3"/>
          <p:cNvSpPr>
            <a:spLocks noGrp="1"/>
          </p:cNvSpPr>
          <p:nvPr>
            <p:ph type="body" idx="1"/>
          </p:nvPr>
        </p:nvSpPr>
        <p:spPr>
          <a:xfrm>
            <a:off x="2032000" y="1905000"/>
            <a:ext cx="9347200" cy="4114800"/>
          </a:xfrm>
          <a:prstGeom prst="rect">
            <a:avLst/>
          </a:prstGeom>
          <a:noFill/>
          <a:ln>
            <a:noFill/>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t>单击此处编辑母版文本样式</a:t>
            </a:r>
          </a:p>
          <a:p>
            <a:pPr lvl="1"/>
            <a:r>
              <a:t>第二级</a:t>
            </a:r>
          </a:p>
          <a:p>
            <a:pPr lvl="2"/>
            <a:r>
              <a:t>第三级</a:t>
            </a:r>
          </a:p>
          <a:p>
            <a:pPr lvl="3"/>
            <a:r>
              <a:t>第四级</a:t>
            </a:r>
          </a:p>
          <a:p>
            <a:pPr lvl="4"/>
            <a:r>
              <a:t>第五级</a:t>
            </a:r>
          </a:p>
        </p:txBody>
      </p:sp>
      <p:sp>
        <p:nvSpPr>
          <p:cNvPr id="1028" name="Rectangle 4"/>
          <p:cNvSpPr>
            <a:spLocks noGrp="1" noChangeArrowheads="1"/>
          </p:cNvSpPr>
          <p:nvPr>
            <p:ph type="dt" idx="2"/>
          </p:nvPr>
        </p:nvSpPr>
        <p:spPr>
          <a:xfrm>
            <a:off x="8839200" y="6248400"/>
            <a:ext cx="25400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r"/>
            <a:endParaRPr lang="en-US" sz="1000"/>
          </a:p>
        </p:txBody>
      </p:sp>
      <p:sp>
        <p:nvSpPr>
          <p:cNvPr id="1029" name="Rectangle 5"/>
          <p:cNvSpPr>
            <a:spLocks noGrp="1" noChangeArrowheads="1"/>
          </p:cNvSpPr>
          <p:nvPr>
            <p:ph type="ftr" idx="3"/>
          </p:nvPr>
        </p:nvSpPr>
        <p:spPr>
          <a:xfrm>
            <a:off x="4368800" y="6248400"/>
            <a:ext cx="38608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lgn="ctr"/>
            <a:endParaRPr lang="en-US" sz="1000"/>
          </a:p>
        </p:txBody>
      </p:sp>
      <p:sp>
        <p:nvSpPr>
          <p:cNvPr id="1030" name="Rectangle 6"/>
          <p:cNvSpPr>
            <a:spLocks noGrp="1" noChangeArrowheads="1"/>
          </p:cNvSpPr>
          <p:nvPr>
            <p:ph type="sldNum" idx="4"/>
          </p:nvPr>
        </p:nvSpPr>
        <p:spPr>
          <a:xfrm>
            <a:off x="2032000" y="6248400"/>
            <a:ext cx="1727200" cy="457200"/>
          </a:xfrm>
          <a:prstGeom prst="rect">
            <a:avLst/>
          </a:prstGeom>
          <a:noFill/>
          <a:ln>
            <a:noFill/>
          </a:ln>
        </p:spPr>
        <p:txBody>
          <a:bodyPr numCol="1"/>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stStyle>
          <a:p>
            <a:pPr marL="0" lvl="0" indent="0"/>
            <a:fld id="{9E4324A8-92A1-4922-9156-85860094AD46}" type="slidenum">
              <a:rPr lang="en-US" sz="1400"/>
              <a:t>*</a:t>
            </a:fld>
            <a:endParaRPr lang="en-US" sz="1400"/>
          </a:p>
        </p:txBody>
      </p:sp>
      <p:cxnSp>
        <p:nvCxnSpPr>
          <p:cNvPr id="1031" name="Line 7"/>
          <p:cNvCxnSpPr/>
          <p:nvPr/>
        </p:nvCxnSpPr>
        <p:spPr>
          <a:xfrm flipH="1" flipV="1">
            <a:off x="1828800" y="304800"/>
            <a:ext cx="0" cy="1295400"/>
          </a:xfrm>
          <a:prstGeom prst="line">
            <a:avLst/>
          </a:prstGeom>
          <a:noFill/>
          <a:ln w="38100">
            <a:solidFill>
              <a:schemeClr val="tx2"/>
            </a:solidFill>
            <a:miter/>
          </a:ln>
        </p:spPr>
      </p:cxnSp>
      <p:sp>
        <p:nvSpPr>
          <p:cNvPr id="1032" name="Oval 8"/>
          <p:cNvSpPr>
            <a:spLocks noChangeArrowheads="1"/>
          </p:cNvSpPr>
          <p:nvPr/>
        </p:nvSpPr>
        <p:spPr>
          <a:xfrm>
            <a:off x="203200" y="838200"/>
            <a:ext cx="304800" cy="228600"/>
          </a:xfrm>
          <a:prstGeom prst="ellipse">
            <a:avLst/>
          </a:prstGeom>
          <a:solidFill>
            <a:schemeClr val="tx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vl6pPr marL="2514600" lvl="5" indent="-228600">
              <a:spcBef>
                <a:spcPct val="0"/>
              </a:spcBef>
              <a:spcAft>
                <a:spcPct val="0"/>
              </a:spcAft>
              <a:defRPr lang="zh-CN">
                <a:solidFill>
                  <a:schemeClr val="tx1"/>
                </a:solidFill>
                <a:latin typeface="Arial"/>
                <a:ea typeface="宋体"/>
              </a:defRPr>
            </a:lvl6pPr>
            <a:lvl7pPr marL="2971800" lvl="6" indent="-228600">
              <a:spcBef>
                <a:spcPct val="0"/>
              </a:spcBef>
              <a:spcAft>
                <a:spcPct val="0"/>
              </a:spcAft>
              <a:defRPr lang="zh-CN">
                <a:solidFill>
                  <a:schemeClr val="tx1"/>
                </a:solidFill>
                <a:latin typeface="Arial"/>
                <a:ea typeface="宋体"/>
              </a:defRPr>
            </a:lvl7pPr>
            <a:lvl8pPr marL="3429000" lvl="7" indent="-228600">
              <a:spcBef>
                <a:spcPct val="0"/>
              </a:spcBef>
              <a:spcAft>
                <a:spcPct val="0"/>
              </a:spcAft>
              <a:defRPr lang="zh-CN">
                <a:solidFill>
                  <a:schemeClr val="tx1"/>
                </a:solidFill>
                <a:latin typeface="Arial"/>
                <a:ea typeface="宋体"/>
              </a:defRPr>
            </a:lvl8pPr>
            <a:lvl9pPr marL="3886200" lvl="8" indent="-228600">
              <a:spcBef>
                <a:spcPct val="0"/>
              </a:spcBef>
              <a:spcAft>
                <a:spcPct val="0"/>
              </a:spcAft>
              <a:defRPr lang="zh-CN">
                <a:solidFill>
                  <a:schemeClr val="tx1"/>
                </a:solidFill>
                <a:latin typeface="Arial"/>
                <a:ea typeface="宋体"/>
              </a:defRPr>
            </a:lvl9pPr>
          </a:lstStyle>
          <a:p>
            <a:pPr marL="0" lvl="0" indent="0" algn="ctr"/>
            <a:endParaRPr lang="zh-CN" sz="2400">
              <a:latin typeface="Times New Roman"/>
            </a:endParaRPr>
          </a:p>
        </p:txBody>
      </p:sp>
      <p:sp>
        <p:nvSpPr>
          <p:cNvPr id="1033" name="Oval 9"/>
          <p:cNvSpPr>
            <a:spLocks noChangeArrowheads="1"/>
          </p:cNvSpPr>
          <p:nvPr/>
        </p:nvSpPr>
        <p:spPr>
          <a:xfrm>
            <a:off x="719667" y="838200"/>
            <a:ext cx="304800" cy="228600"/>
          </a:xfrm>
          <a:prstGeom prst="ellipse">
            <a:avLst/>
          </a:prstGeom>
          <a:solidFill>
            <a:schemeClr val="accent1"/>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vl6pPr marL="2514600" lvl="5" indent="-228600">
              <a:spcBef>
                <a:spcPct val="0"/>
              </a:spcBef>
              <a:spcAft>
                <a:spcPct val="0"/>
              </a:spcAft>
              <a:defRPr lang="zh-CN">
                <a:solidFill>
                  <a:schemeClr val="tx1"/>
                </a:solidFill>
                <a:latin typeface="Arial"/>
                <a:ea typeface="宋体"/>
              </a:defRPr>
            </a:lvl6pPr>
            <a:lvl7pPr marL="2971800" lvl="6" indent="-228600">
              <a:spcBef>
                <a:spcPct val="0"/>
              </a:spcBef>
              <a:spcAft>
                <a:spcPct val="0"/>
              </a:spcAft>
              <a:defRPr lang="zh-CN">
                <a:solidFill>
                  <a:schemeClr val="tx1"/>
                </a:solidFill>
                <a:latin typeface="Arial"/>
                <a:ea typeface="宋体"/>
              </a:defRPr>
            </a:lvl7pPr>
            <a:lvl8pPr marL="3429000" lvl="7" indent="-228600">
              <a:spcBef>
                <a:spcPct val="0"/>
              </a:spcBef>
              <a:spcAft>
                <a:spcPct val="0"/>
              </a:spcAft>
              <a:defRPr lang="zh-CN">
                <a:solidFill>
                  <a:schemeClr val="tx1"/>
                </a:solidFill>
                <a:latin typeface="Arial"/>
                <a:ea typeface="宋体"/>
              </a:defRPr>
            </a:lvl8pPr>
            <a:lvl9pPr marL="3886200" lvl="8" indent="-228600">
              <a:spcBef>
                <a:spcPct val="0"/>
              </a:spcBef>
              <a:spcAft>
                <a:spcPct val="0"/>
              </a:spcAft>
              <a:defRPr lang="zh-CN">
                <a:solidFill>
                  <a:schemeClr val="tx1"/>
                </a:solidFill>
                <a:latin typeface="Arial"/>
                <a:ea typeface="宋体"/>
              </a:defRPr>
            </a:lvl9pPr>
          </a:lstStyle>
          <a:p>
            <a:pPr marL="0" lvl="0" indent="0" algn="ctr"/>
            <a:endParaRPr lang="zh-CN" sz="2400">
              <a:latin typeface="Times New Roman"/>
            </a:endParaRPr>
          </a:p>
        </p:txBody>
      </p:sp>
      <p:sp>
        <p:nvSpPr>
          <p:cNvPr id="1034" name="Oval 10"/>
          <p:cNvSpPr>
            <a:spLocks noChangeArrowheads="1"/>
          </p:cNvSpPr>
          <p:nvPr/>
        </p:nvSpPr>
        <p:spPr>
          <a:xfrm>
            <a:off x="1236133" y="838200"/>
            <a:ext cx="304800" cy="228600"/>
          </a:xfrm>
          <a:prstGeom prst="ellipse">
            <a:avLst/>
          </a:prstGeom>
          <a:solidFill>
            <a:schemeClr val="accent2"/>
          </a:solidFill>
          <a:ln>
            <a:noFill/>
          </a:ln>
        </p:spPr>
        <p:txBody>
          <a:bodyPr wrap="none" anchor="ctr" anchorCtr="0"/>
          <a:lstStyle>
            <a:lvl1pPr marL="0" lvl="0"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1pPr>
            <a:lvl2pPr marL="457200" lvl="1"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2pPr>
            <a:lvl3pPr marL="914400" lvl="2"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3pPr>
            <a:lvl4pPr marL="1371600" lvl="3"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4pPr>
            <a:lvl5pPr marL="1828800" lvl="4" indent="0" algn="l" defTabSz="914400">
              <a:lnSpc>
                <a:spcPct val="100000"/>
              </a:lnSpc>
              <a:spcBef>
                <a:spcPct val="0"/>
              </a:spcBef>
              <a:spcAft>
                <a:spcPct val="0"/>
              </a:spcAft>
              <a:buClrTx/>
              <a:buSzTx/>
              <a:buFontTx/>
              <a:buNone/>
              <a:defRPr lang="zh-CN" sz="1800" b="0" i="0" u="none" baseline="0">
                <a:solidFill>
                  <a:schemeClr val="tx1"/>
                </a:solidFill>
                <a:latin typeface="Arial"/>
                <a:ea typeface="宋体"/>
              </a:defRPr>
            </a:lvl5pPr>
            <a:lvl6pPr marL="2514600" lvl="5" indent="-228600">
              <a:spcBef>
                <a:spcPct val="0"/>
              </a:spcBef>
              <a:spcAft>
                <a:spcPct val="0"/>
              </a:spcAft>
              <a:defRPr lang="zh-CN">
                <a:solidFill>
                  <a:schemeClr val="tx1"/>
                </a:solidFill>
                <a:latin typeface="Arial"/>
                <a:ea typeface="宋体"/>
              </a:defRPr>
            </a:lvl6pPr>
            <a:lvl7pPr marL="2971800" lvl="6" indent="-228600">
              <a:spcBef>
                <a:spcPct val="0"/>
              </a:spcBef>
              <a:spcAft>
                <a:spcPct val="0"/>
              </a:spcAft>
              <a:defRPr lang="zh-CN">
                <a:solidFill>
                  <a:schemeClr val="tx1"/>
                </a:solidFill>
                <a:latin typeface="Arial"/>
                <a:ea typeface="宋体"/>
              </a:defRPr>
            </a:lvl7pPr>
            <a:lvl8pPr marL="3429000" lvl="7" indent="-228600">
              <a:spcBef>
                <a:spcPct val="0"/>
              </a:spcBef>
              <a:spcAft>
                <a:spcPct val="0"/>
              </a:spcAft>
              <a:defRPr lang="zh-CN">
                <a:solidFill>
                  <a:schemeClr val="tx1"/>
                </a:solidFill>
                <a:latin typeface="Arial"/>
                <a:ea typeface="宋体"/>
              </a:defRPr>
            </a:lvl8pPr>
            <a:lvl9pPr marL="3886200" lvl="8" indent="-228600">
              <a:spcBef>
                <a:spcPct val="0"/>
              </a:spcBef>
              <a:spcAft>
                <a:spcPct val="0"/>
              </a:spcAft>
              <a:defRPr lang="zh-CN">
                <a:solidFill>
                  <a:schemeClr val="tx1"/>
                </a:solidFill>
                <a:latin typeface="Arial"/>
                <a:ea typeface="宋体"/>
              </a:defRPr>
            </a:lvl9pPr>
          </a:lstStyle>
          <a:p>
            <a:pPr marL="0" lvl="0" indent="0" algn="ctr"/>
            <a:endParaRPr lang="zh-CN" sz="2400">
              <a:latin typeface="Times New Roman"/>
            </a:endParaRPr>
          </a:p>
        </p:txBody>
      </p:sp>
      <p:pic>
        <p:nvPicPr>
          <p:cNvPr id="1035" name="Picture 11"/>
          <p:cNvPicPr>
            <a:picLocks noChangeAspect="0"/>
          </p:cNvPicPr>
          <p:nvPr/>
        </p:nvPicPr>
        <p:blipFill>
          <a:blip r:embed="rId13"/>
          <a:stretch/>
        </p:blipFill>
        <p:spPr>
          <a:xfrm>
            <a:off x="11176000" y="6096000"/>
            <a:ext cx="1016000" cy="762000"/>
          </a:xfrm>
          <a:prstGeom prst="rect">
            <a:avLst/>
          </a:prstGeom>
          <a:noFill/>
          <a:ln>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0" lvl="0" indent="0" algn="l" defTabSz="914400">
        <a:lnSpc>
          <a:spcPct val="100000"/>
        </a:lnSpc>
        <a:spcBef>
          <a:spcPct val="0"/>
        </a:spcBef>
        <a:spcAft>
          <a:spcPct val="0"/>
        </a:spcAft>
        <a:buClrTx/>
        <a:buSzTx/>
        <a:buFontTx/>
        <a:buNone/>
        <a:defRPr sz="4000" b="1" i="0" u="none" baseline="0">
          <a:solidFill>
            <a:schemeClr val="tx2"/>
          </a:solidFill>
          <a:latin typeface="Arial"/>
          <a:ea typeface="黑体"/>
        </a:defRPr>
      </a:lvl1pPr>
      <a:lvl2pPr lvl="1" algn="l">
        <a:spcBef>
          <a:spcPct val="0"/>
        </a:spcBef>
        <a:spcAft>
          <a:spcPct val="0"/>
        </a:spcAft>
        <a:defRPr sz="4000" b="1">
          <a:solidFill>
            <a:schemeClr val="tx2"/>
          </a:solidFill>
          <a:latin typeface="Arial"/>
          <a:ea typeface="黑体"/>
        </a:defRPr>
      </a:lvl2pPr>
      <a:lvl3pPr lvl="2" algn="l">
        <a:spcBef>
          <a:spcPct val="0"/>
        </a:spcBef>
        <a:spcAft>
          <a:spcPct val="0"/>
        </a:spcAft>
        <a:defRPr sz="4000" b="1">
          <a:solidFill>
            <a:schemeClr val="tx2"/>
          </a:solidFill>
          <a:latin typeface="Arial"/>
          <a:ea typeface="黑体"/>
        </a:defRPr>
      </a:lvl3pPr>
      <a:lvl4pPr lvl="3" algn="l">
        <a:spcBef>
          <a:spcPct val="0"/>
        </a:spcBef>
        <a:spcAft>
          <a:spcPct val="0"/>
        </a:spcAft>
        <a:defRPr sz="4000" b="1">
          <a:solidFill>
            <a:schemeClr val="tx2"/>
          </a:solidFill>
          <a:latin typeface="Arial"/>
          <a:ea typeface="黑体"/>
        </a:defRPr>
      </a:lvl4pPr>
      <a:lvl5pPr lvl="4" algn="l">
        <a:spcBef>
          <a:spcPct val="0"/>
        </a:spcBef>
        <a:spcAft>
          <a:spcPct val="0"/>
        </a:spcAft>
        <a:defRPr sz="4000" b="1">
          <a:solidFill>
            <a:schemeClr val="tx2"/>
          </a:solidFill>
          <a:latin typeface="Arial"/>
          <a:ea typeface="黑体"/>
        </a:defRPr>
      </a:lvl5pPr>
      <a:lvl6pPr marL="457200" lvl="5" algn="l">
        <a:spcBef>
          <a:spcPct val="0"/>
        </a:spcBef>
        <a:spcAft>
          <a:spcPct val="0"/>
        </a:spcAft>
        <a:defRPr sz="4000" b="1">
          <a:solidFill>
            <a:schemeClr val="tx2"/>
          </a:solidFill>
          <a:latin typeface="Arial"/>
          <a:ea typeface="黑体"/>
        </a:defRPr>
      </a:lvl6pPr>
      <a:lvl7pPr marL="914400" lvl="6" algn="l">
        <a:spcBef>
          <a:spcPct val="0"/>
        </a:spcBef>
        <a:spcAft>
          <a:spcPct val="0"/>
        </a:spcAft>
        <a:defRPr sz="4000" b="1">
          <a:solidFill>
            <a:schemeClr val="tx2"/>
          </a:solidFill>
          <a:latin typeface="Arial"/>
          <a:ea typeface="黑体"/>
        </a:defRPr>
      </a:lvl7pPr>
      <a:lvl8pPr marL="1371600" lvl="7" algn="l">
        <a:spcBef>
          <a:spcPct val="0"/>
        </a:spcBef>
        <a:spcAft>
          <a:spcPct val="0"/>
        </a:spcAft>
        <a:defRPr sz="4000" b="1">
          <a:solidFill>
            <a:schemeClr val="tx2"/>
          </a:solidFill>
          <a:latin typeface="Arial"/>
          <a:ea typeface="黑体"/>
        </a:defRPr>
      </a:lvl8pPr>
      <a:lvl9pPr marL="1828800" lvl="8" algn="l">
        <a:spcBef>
          <a:spcPct val="0"/>
        </a:spcBef>
        <a:spcAft>
          <a:spcPct val="0"/>
        </a:spcAft>
        <a:defRPr sz="4000" b="1">
          <a:solidFill>
            <a:schemeClr val="tx2"/>
          </a:solidFill>
          <a:latin typeface="Arial"/>
          <a:ea typeface="黑体"/>
        </a:defRPr>
      </a:lvl9pPr>
    </p:titleStyle>
    <p:bodyStyle>
      <a:lvl1pPr marL="342900" lvl="0" indent="-342900" algn="l" defTabSz="914400">
        <a:lnSpc>
          <a:spcPct val="100000"/>
        </a:lnSpc>
        <a:spcBef>
          <a:spcPct val="20000"/>
        </a:spcBef>
        <a:spcAft>
          <a:spcPct val="0"/>
        </a:spcAft>
        <a:buClr>
          <a:schemeClr val="tx1"/>
        </a:buClr>
        <a:buSzPct val="70000"/>
        <a:buFont typeface="Wingdings" charset="2"/>
        <a:buChar char="¢"/>
        <a:defRPr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sz="3200" b="0" i="0" u="none" baseline="0">
          <a:solidFill>
            <a:schemeClr val="tx2"/>
          </a:solidFill>
          <a:latin typeface="Arial"/>
          <a:ea typeface="楷体"/>
        </a:defRPr>
      </a:lvl5pPr>
      <a:lvl6pPr marL="2514600" lvl="5" indent="-228600" algn="l">
        <a:spcBef>
          <a:spcPct val="20000"/>
        </a:spcBef>
        <a:spcAft>
          <a:spcPct val="0"/>
        </a:spcAft>
        <a:buChar char="•"/>
        <a:defRPr sz="3200">
          <a:solidFill>
            <a:schemeClr val="tx2"/>
          </a:solidFill>
          <a:latin typeface="Arial"/>
          <a:ea typeface="楷体"/>
        </a:defRPr>
      </a:lvl6pPr>
      <a:lvl7pPr marL="2971800" lvl="6" indent="-228600" algn="l">
        <a:spcBef>
          <a:spcPct val="20000"/>
        </a:spcBef>
        <a:spcAft>
          <a:spcPct val="0"/>
        </a:spcAft>
        <a:buChar char="•"/>
        <a:defRPr sz="3200">
          <a:solidFill>
            <a:schemeClr val="tx2"/>
          </a:solidFill>
          <a:latin typeface="Arial"/>
          <a:ea typeface="楷体"/>
        </a:defRPr>
      </a:lvl7pPr>
      <a:lvl8pPr marL="3429000" lvl="7" indent="-228600" algn="l">
        <a:spcBef>
          <a:spcPct val="20000"/>
        </a:spcBef>
        <a:spcAft>
          <a:spcPct val="0"/>
        </a:spcAft>
        <a:buChar char="•"/>
        <a:defRPr sz="3200">
          <a:solidFill>
            <a:schemeClr val="tx2"/>
          </a:solidFill>
          <a:latin typeface="Arial"/>
          <a:ea typeface="楷体"/>
        </a:defRPr>
      </a:lvl8pPr>
      <a:lvl9pPr marL="3886200" lvl="8" indent="-228600" algn="l">
        <a:spcBef>
          <a:spcPct val="20000"/>
        </a:spcBef>
        <a:spcAft>
          <a:spcPct val="0"/>
        </a:spcAft>
        <a:buChar char="•"/>
        <a:defRPr sz="3200">
          <a:solidFill>
            <a:schemeClr val="tx2"/>
          </a:solidFill>
          <a:latin typeface="Arial"/>
          <a:ea typeface="楷体"/>
        </a:defRPr>
      </a:lvl9pPr>
    </p:bodyStyle>
    <p:otherStyle>
      <a:lvl1pPr marL="0" lvl="0" indent="0" algn="l" defTabSz="914400">
        <a:lnSpc>
          <a:spcPct val="100000"/>
        </a:lnSpc>
        <a:spcBef>
          <a:spcPct val="0"/>
        </a:spcBef>
        <a:spcAft>
          <a:spcPct val="0"/>
        </a:spcAft>
        <a:buClrTx/>
        <a:buSzTx/>
        <a:buFontTx/>
        <a:buNone/>
        <a:defRPr sz="1800" b="0" i="0" u="none" kern="1200" baseline="0">
          <a:solidFill>
            <a:schemeClr val="tx1"/>
          </a:solidFill>
          <a:latin typeface="Arial"/>
          <a:ea typeface="楷体"/>
        </a:defRPr>
      </a:lvl1pPr>
      <a:lvl2pPr marL="457200" lvl="1" indent="0" algn="l" defTabSz="914400">
        <a:lnSpc>
          <a:spcPct val="100000"/>
        </a:lnSpc>
        <a:spcBef>
          <a:spcPct val="0"/>
        </a:spcBef>
        <a:spcAft>
          <a:spcPct val="0"/>
        </a:spcAft>
        <a:buClrTx/>
        <a:buSzTx/>
        <a:buFontTx/>
        <a:buNone/>
        <a:defRPr sz="1800" b="0" i="0" u="none" kern="1200" baseline="0">
          <a:solidFill>
            <a:schemeClr val="tx1"/>
          </a:solidFill>
          <a:latin typeface="Arial"/>
          <a:ea typeface="楷体"/>
        </a:defRPr>
      </a:lvl2pPr>
      <a:lvl3pPr marL="914400" lvl="2" indent="0" algn="l" defTabSz="914400">
        <a:lnSpc>
          <a:spcPct val="100000"/>
        </a:lnSpc>
        <a:spcBef>
          <a:spcPct val="0"/>
        </a:spcBef>
        <a:spcAft>
          <a:spcPct val="0"/>
        </a:spcAft>
        <a:buClrTx/>
        <a:buSzTx/>
        <a:buFontTx/>
        <a:buNone/>
        <a:defRPr sz="1800" b="0" i="0" u="none" kern="1200" baseline="0">
          <a:solidFill>
            <a:schemeClr val="tx1"/>
          </a:solidFill>
          <a:latin typeface="Arial"/>
          <a:ea typeface="楷体"/>
        </a:defRPr>
      </a:lvl3pPr>
      <a:lvl4pPr marL="1371600" lvl="3" indent="0" algn="l" defTabSz="914400">
        <a:lnSpc>
          <a:spcPct val="100000"/>
        </a:lnSpc>
        <a:spcBef>
          <a:spcPct val="0"/>
        </a:spcBef>
        <a:spcAft>
          <a:spcPct val="0"/>
        </a:spcAft>
        <a:buClrTx/>
        <a:buSzTx/>
        <a:buFontTx/>
        <a:buNone/>
        <a:defRPr sz="1800" b="0" i="0" u="none" kern="1200" baseline="0">
          <a:solidFill>
            <a:schemeClr val="tx1"/>
          </a:solidFill>
          <a:latin typeface="Arial"/>
          <a:ea typeface="楷体"/>
        </a:defRPr>
      </a:lvl4pPr>
      <a:lvl5pPr marL="1828800" lvl="4" indent="0" algn="l" defTabSz="914400">
        <a:lnSpc>
          <a:spcPct val="100000"/>
        </a:lnSpc>
        <a:spcBef>
          <a:spcPct val="0"/>
        </a:spcBef>
        <a:spcAft>
          <a:spcPct val="0"/>
        </a:spcAft>
        <a:buClrTx/>
        <a:buSzTx/>
        <a:buFontTx/>
        <a:buNone/>
        <a:defRPr sz="1800" b="0" i="0" u="none" kern="1200" baseline="0">
          <a:solidFill>
            <a:schemeClr val="tx1"/>
          </a:solidFill>
          <a:latin typeface="Arial"/>
          <a:ea typeface="楷体"/>
        </a:defRPr>
      </a:lvl5pPr>
      <a:lvl6pPr marL="2286000" lvl="5" algn="l" defTabSz="914400">
        <a:defRPr sz="1800" kern="1200">
          <a:solidFill>
            <a:schemeClr val="tx1"/>
          </a:solidFill>
          <a:latin typeface="Arial"/>
          <a:ea typeface="楷体"/>
        </a:defRPr>
      </a:lvl6pPr>
      <a:lvl7pPr marL="2743200" lvl="6" algn="l" defTabSz="914400">
        <a:defRPr sz="1800" kern="1200">
          <a:solidFill>
            <a:schemeClr val="tx1"/>
          </a:solidFill>
          <a:latin typeface="Arial"/>
          <a:ea typeface="楷体"/>
        </a:defRPr>
      </a:lvl7pPr>
      <a:lvl8pPr marL="3200400" lvl="7" algn="l" defTabSz="914400">
        <a:defRPr sz="1800" kern="1200">
          <a:solidFill>
            <a:schemeClr val="tx1"/>
          </a:solidFill>
          <a:latin typeface="Arial"/>
          <a:ea typeface="楷体"/>
        </a:defRPr>
      </a:lvl8pPr>
      <a:lvl9pPr marL="3657600" lvl="8" algn="l" defTabSz="914400">
        <a:defRPr sz="1800" kern="1200">
          <a:solidFill>
            <a:schemeClr val="tx1"/>
          </a:solidFill>
          <a:latin typeface="Arial"/>
          <a:ea typeface="楷体"/>
        </a:defRPr>
      </a:lvl9pPr>
    </p:otherStyle>
  </p:txStyles>
</p:sldMaster>
</file>

<file path=ppt/slideMasters/theme/theme1.xml><?xml version="1.0" encoding="utf-8"?>
<a:theme xmlns:thm15="http://schemas.microsoft.com/office/thememl/2012/main" xmlns:a="http://schemas.openxmlformats.org/drawingml/2006/main" name="Office 主题​​">
  <a:themeElements>
    <a:clrScheme name="Office">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Office">
      <a:majorFont>
        <a:latin typeface="微软雅黑"/>
        <a:ea typeface=""/>
        <a:cs typeface=""/>
        <a:font script="Jpan" typeface="游ゴシック Light"/>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微软雅黑"/>
        <a:ea typeface=""/>
        <a:cs typeface=""/>
        <a:font script="Jpan" typeface="游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slides/_rels/slide1.xml.rels>&#65279;<?xml version="1.0" encoding="utf-8"?><Relationships xmlns="http://schemas.openxmlformats.org/package/2006/relationships"><Relationship Type="http://schemas.openxmlformats.org/officeDocument/2006/relationships/slideLayout" Target="/ppt/slideLayouts/slideLayout1.xml" Id="rId1"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jpg" Id="rI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3.jpg" Id="rI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4.jpg" Id="rId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5.jpg" Id="rId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slide" Target="/ppt/slides/slide10.xml" Id="rId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Id1"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6.jpg" Id="rId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7.jpg" Id="rId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8.jpg" Id="rId2"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9.jpg" Id="rId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0.jpg" Id="rId2" /></Relationships>
</file>

<file path=ppt/slides/_rels/slide30.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1.jpg" Id="rId2" /></Relationships>
</file>

<file path=ppt/slides/_rels/slide31.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2.jpg" Id="rId2" /></Relationships>
</file>

<file path=ppt/slides/_rels/slide32.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3.jpg" Id="rId2" /></Relationships>
</file>

<file path=ppt/slides/_rels/slide33.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14.jpg" Id="rId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png" Id="rI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15.jpg" Id="rId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16.jpg" Id="rId2" /><Relationship Type="http://schemas.openxmlformats.org/officeDocument/2006/relationships/image" Target="/ppt/media/image17.jpg" Id="rId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18.jpg" Id="rId2" /><Relationship Type="http://schemas.openxmlformats.org/officeDocument/2006/relationships/image" Target="/ppt/media/image19.jpg" Id="rId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20.jpg" Id="rId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png" Id="rId2" /></Relationships>
</file>

<file path=ppt/slides/_rels/slide46.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21.jpg" Id="rId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2.jpg" Id="rId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3.jpg" Id="rId2"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Id1"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24.jpg" Id="rId2"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1.xml" Id="rId1" /><Relationship Type="http://schemas.openxmlformats.org/officeDocument/2006/relationships/image" Target="/ppt/media/image25.jpg" Id="rId2"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26.jpg" Id="rId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2.xml" Id="rId1" /><Relationship Type="http://schemas.openxmlformats.org/officeDocument/2006/relationships/image" Target="/ppt/media/image3.png" Id="rId2"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27.jpg" Id="rId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28.jpg" Id="rId2"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29.jpg" Id="rId2"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30.jpg" Id="rId2"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Id1" /><Relationship Type="http://schemas.openxmlformats.org/officeDocument/2006/relationships/image" Target="/ppt/media/image31.jpg" Id="rId2"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1.xml" Id="rId1" /><Relationship Type="http://schemas.openxmlformats.org/officeDocument/2006/relationships/image" Target="/ppt/media/image32.jpg" Id="rId2" /><Relationship Type="http://schemas.openxmlformats.org/officeDocument/2006/relationships/hyperlink" Target="http://gd.nfdaily.cn/content/2009-09/01/content_5674302.htm" TargetMode="External" Id="rId3" /></Relationships>
</file>

<file path=ppt/slides/_rels/slide64.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5.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6.xml.rels>&#65279;<?xml version="1.0" encoding="utf-8"?><Relationships xmlns="http://schemas.openxmlformats.org/package/2006/relationships"><Relationship Type="http://schemas.openxmlformats.org/officeDocument/2006/relationships/slideLayout" Target="/ppt/slideLayouts/slideLayout2.xml" Id="rId1" /></Relationships>
</file>

<file path=ppt/slides/_rels/slide67.xml.rels>&#65279;<?xml version="1.0" encoding="utf-8"?><Relationships xmlns="http://schemas.openxmlformats.org/package/2006/relationships"><Relationship Type="http://schemas.openxmlformats.org/officeDocument/2006/relationships/slideLayout" Target="/ppt/slideLayouts/slideLayout7.xml" Id="rId1" /><Relationship Type="http://schemas.openxmlformats.org/officeDocument/2006/relationships/image" Target="/ppt/media/image33.jpg" Id="rId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2.xml" Id="rId1" /></Relationships>
</file>

<file path=ppt/slides/slide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074" name="Rectangle 2"/>
          <p:cNvSpPr>
            <a:spLocks noGrp="1"/>
          </p:cNvSpPr>
          <p:nvPr>
            <p:ph type="ctrTitle"/>
          </p:nvPr>
        </p:nvSpPr>
        <p:spPr>
          <a:xfrm>
            <a:off x="2844800" y="1371600"/>
            <a:ext cx="8636000" cy="1752600"/>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stStyle>
          <a:p>
            <a:pPr lvl="0"/>
            <a:r>
              <a:rPr lang="zh-CN" sz="4200"/>
              <a:t>第三讲 自然观的流变</a:t>
            </a:r>
            <a:endParaRPr lang="zh-CN" sz="4200"/>
          </a:p>
        </p:txBody>
      </p:sp>
      <p:sp>
        <p:nvSpPr>
          <p:cNvPr id="3075" name="Rectangle 3"/>
          <p:cNvSpPr>
            <a:spLocks noGrp="1"/>
          </p:cNvSpPr>
          <p:nvPr>
            <p:ph type="subTitle" idx="1"/>
          </p:nvPr>
        </p:nvSpPr>
        <p:spPr>
          <a:xfrm>
            <a:off x="2844800" y="3276600"/>
            <a:ext cx="8636000" cy="1981200"/>
          </a:xfrm>
          <a:prstGeom prst="rect">
            <a:avLst/>
          </a:prstGeom>
          <a:noFill/>
          <a:ln>
            <a:miter/>
          </a:ln>
        </p:spPr>
        <p:txBody>
          <a:bodyPr vert="horz" wrap="square" lIns="91440" tIns="45720" rIns="91440" bIns="45720" anchor="t" anchorCtr="0"/>
          <a:lstStyle>
            <a:lvl1pPr marL="0" lvl="0" indent="0" algn="ctr" defTabSz="914400">
              <a:lnSpc>
                <a:spcPct val="100000"/>
              </a:lnSpc>
              <a:spcBef>
                <a:spcPct val="20000"/>
              </a:spcBef>
              <a:spcAft>
                <a:spcPct val="0"/>
              </a:spcAft>
              <a:buClr>
                <a:schemeClr val="tx1"/>
              </a:buClr>
              <a:buSzPct val="70000"/>
              <a:buFont typeface="Wingdings" charset="2"/>
              <a:buNone/>
              <a:defRPr lang="zh-CN" sz="3200" b="0" i="0" u="none" baseline="0">
                <a:solidFill>
                  <a:schemeClr val="tx2"/>
                </a:solidFill>
                <a:latin typeface="Arial"/>
                <a:ea typeface="楷体"/>
              </a:defRPr>
            </a:lvl1pPr>
            <a:lvl2pPr marL="457200" lvl="1" indent="0" algn="ctr" defTabSz="914400">
              <a:lnSpc>
                <a:spcPct val="100000"/>
              </a:lnSpc>
              <a:spcBef>
                <a:spcPct val="20000"/>
              </a:spcBef>
              <a:spcAft>
                <a:spcPct val="0"/>
              </a:spcAft>
              <a:buClr>
                <a:schemeClr val="accent1"/>
              </a:buClr>
              <a:buSzPct val="75000"/>
              <a:buFont typeface="Wingdings" charset="2"/>
              <a:buNone/>
              <a:defRPr lang="zh-CN" sz="3200" b="0" i="0" u="none" baseline="0">
                <a:solidFill>
                  <a:schemeClr val="tx2"/>
                </a:solidFill>
                <a:latin typeface="Arial"/>
                <a:ea typeface="楷体"/>
              </a:defRPr>
            </a:lvl2pPr>
            <a:lvl3pPr marL="914400" lvl="2" indent="0" algn="ctr" defTabSz="914400">
              <a:lnSpc>
                <a:spcPct val="100000"/>
              </a:lnSpc>
              <a:spcBef>
                <a:spcPct val="20000"/>
              </a:spcBef>
              <a:spcAft>
                <a:spcPct val="0"/>
              </a:spcAft>
              <a:buClr>
                <a:schemeClr val="accent2"/>
              </a:buClr>
              <a:buSzTx/>
              <a:buFontTx/>
              <a:buNone/>
              <a:defRPr lang="zh-CN" sz="3200" b="0" i="0" u="none" baseline="0">
                <a:solidFill>
                  <a:schemeClr val="tx2"/>
                </a:solidFill>
                <a:latin typeface="Arial"/>
                <a:ea typeface="楷体"/>
              </a:defRPr>
            </a:lvl3pPr>
            <a:lvl4pPr marL="1371600" lvl="3" indent="0" algn="ctr" defTabSz="914400">
              <a:lnSpc>
                <a:spcPct val="100000"/>
              </a:lnSpc>
              <a:spcBef>
                <a:spcPct val="20000"/>
              </a:spcBef>
              <a:spcAft>
                <a:spcPct val="0"/>
              </a:spcAft>
              <a:buClr>
                <a:schemeClr val="tx1"/>
              </a:buClr>
              <a:buSzTx/>
              <a:buFontTx/>
              <a:buNone/>
              <a:defRPr lang="zh-CN" sz="3200" b="0" i="0" u="none" baseline="0">
                <a:solidFill>
                  <a:schemeClr val="tx2"/>
                </a:solidFill>
                <a:latin typeface="Arial"/>
                <a:ea typeface="楷体"/>
              </a:defRPr>
            </a:lvl4pPr>
            <a:lvl5pPr marL="1828800" lvl="4" indent="0" algn="ctr" defTabSz="914400">
              <a:lnSpc>
                <a:spcPct val="100000"/>
              </a:lnSpc>
              <a:spcBef>
                <a:spcPct val="20000"/>
              </a:spcBef>
              <a:spcAft>
                <a:spcPct val="0"/>
              </a:spcAft>
              <a:buClrTx/>
              <a:buSzTx/>
              <a:buFontTx/>
              <a:buNone/>
              <a:defRPr lang="zh-CN" sz="3200" b="0" i="0" u="none" baseline="0">
                <a:solidFill>
                  <a:schemeClr val="tx2"/>
                </a:solidFill>
                <a:latin typeface="Arial"/>
                <a:ea typeface="楷体"/>
              </a:defRPr>
            </a:lvl5pPr>
          </a:lstStyle>
          <a:p>
            <a:pPr marL="0" lvl="0" indent="0" algn="l"/>
            <a:r>
              <a:rPr lang="zh-CN" sz="3400"/>
              <a:t>刘永谋</a:t>
            </a:r>
            <a:endParaRPr lang="zh-CN" sz="3400"/>
          </a:p>
          <a:p>
            <a:pPr marL="0" lvl="0" indent="0" algn="l"/>
            <a:r>
              <a:rPr lang="en-US" sz="3400"/>
              <a:t>liuyongmou@ruc.edu.cn</a:t>
            </a:r>
            <a:endParaRPr lang="en-US" sz="3400"/>
          </a:p>
        </p:txBody>
      </p:sp>
      <p:sp>
        <p:nvSpPr>
          <p:cNvPr id="3076" name=""/>
          <p:cNvSpPr txBox="1"/>
          <p:nvPr/>
        </p:nvSpPr>
        <p:spPr>
          <a:xfrm>
            <a:off x="11329358" y="4284453"/>
            <a:ext cx="1778000" cy="368300"/>
          </a:xfrm>
          <a:prstGeom prst="rect">
            <a:avLst/>
          </a:prstGeom>
          <a:ln w="6350">
            <a:prstDash val="solid"/>
          </a:ln>
        </p:spPr>
        <p:txBody>
          <a:bodyPr>
            <a:spAutoFit/>
          </a:bodyPr>
          <a:lstStyle/>
          <a:p/>
        </p:txBody>
      </p:sp>
      <p:sp>
        <p:nvSpPr>
          <p:cNvPr id="3077" name=""/>
          <p:cNvSpPr txBox="1"/>
          <p:nvPr/>
        </p:nvSpPr>
        <p:spPr>
          <a:xfrm>
            <a:off x="4826000" y="2921000"/>
            <a:ext cx="2540000" cy="361950"/>
          </a:xfrm>
          <a:prstGeom prst="rect">
            <a:avLst/>
          </a:prstGeom>
        </p:spPr>
        <p:txBody>
          <a:bodyPr>
            <a:spAutoFit/>
          </a:bodyPr>
          <a:lstStyle/>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098"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自然观</a:t>
            </a:r>
            <a:endParaRPr lang="zh-CN"/>
          </a:p>
        </p:txBody>
      </p:sp>
      <p:sp>
        <p:nvSpPr>
          <p:cNvPr id="4099" name="Rectangle 3"/>
          <p:cNvSpPr>
            <a:spLocks noGrp="1"/>
          </p:cNvSpPr>
          <p:nvPr>
            <p:ph type="body" idx="1"/>
          </p:nvPr>
        </p:nvSpPr>
        <p:spPr>
          <a:xfrm>
            <a:off x="914400" y="1676400"/>
            <a:ext cx="10972800" cy="4495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自然与</a:t>
            </a:r>
            <a:r>
              <a:rPr lang="en-US"/>
              <a:t>nature</a:t>
            </a:r>
            <a:endParaRPr lang="en-US"/>
          </a:p>
          <a:p>
            <a:pPr lvl="0"/>
            <a:r>
              <a:rPr lang="zh-CN"/>
              <a:t>自然观是人们对自然界总的认识观点。它的形成和发展同人与自然的关系和科学技术的发展水平密切相关。</a:t>
            </a:r>
            <a:endParaRPr lang="en-US"/>
          </a:p>
          <a:p>
            <a:pPr lvl="0"/>
            <a:r>
              <a:rPr lang="zh-CN"/>
              <a:t>自在自然</a:t>
            </a:r>
            <a:r>
              <a:rPr lang="en-US"/>
              <a:t>.</a:t>
            </a:r>
            <a:r>
              <a:rPr lang="zh-CN"/>
              <a:t>人化自然</a:t>
            </a:r>
            <a:r>
              <a:rPr lang="en-US"/>
              <a:t>.</a:t>
            </a:r>
            <a:r>
              <a:rPr lang="zh-CN"/>
              <a:t>人工自然</a:t>
            </a:r>
            <a:endParaRPr lang="en-US"/>
          </a:p>
          <a:p>
            <a:pPr lvl="0"/>
            <a:r>
              <a:rPr lang="zh-CN"/>
              <a:t>有没有与人完全无关的自然？（人择原理）</a:t>
            </a:r>
            <a:endParaRPr lang="en-US"/>
          </a:p>
          <a:p>
            <a:pPr lvl="0"/>
            <a:r>
              <a:rPr lang="zh-CN"/>
              <a:t>“自然的数字化”</a:t>
            </a:r>
            <a:endParaRPr lang="zh-C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122"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人与自然关系三阶段</a:t>
            </a:r>
            <a:endParaRPr lang="zh-CN"/>
          </a:p>
        </p:txBody>
      </p:sp>
      <p:sp>
        <p:nvSpPr>
          <p:cNvPr id="5123"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混沌</a:t>
            </a:r>
            <a:endParaRPr lang="zh-CN"/>
          </a:p>
          <a:p>
            <a:pPr lvl="0"/>
            <a:r>
              <a:rPr lang="zh-CN"/>
              <a:t>征服</a:t>
            </a:r>
            <a:endParaRPr lang="zh-CN"/>
          </a:p>
          <a:p>
            <a:pPr lvl="0"/>
            <a:r>
              <a:rPr lang="zh-CN"/>
              <a:t>互动</a:t>
            </a:r>
            <a:endParaRPr lang="en-US"/>
          </a:p>
          <a:p>
            <a:pPr lvl="0"/>
            <a:r>
              <a:rPr lang="zh-CN"/>
              <a:t>另一</a:t>
            </a:r>
            <a:r>
              <a:rPr lang="zh-CN"/>
              <a:t>种观点</a:t>
            </a:r>
            <a:endParaRPr lang="zh-C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146" name="Rectangle 2"/>
          <p:cNvSpPr>
            <a:spLocks noGrp="1"/>
          </p:cNvSpPr>
          <p:nvPr>
            <p:ph type="title"/>
          </p:nvPr>
        </p:nvSpPr>
        <p:spPr>
          <a:xfrm>
            <a:off x="2032000" y="190500"/>
            <a:ext cx="96520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sz="3600"/>
              <a:t>第三讲 自然观流变</a:t>
            </a:r>
            <a:endParaRPr lang="zh-CN" sz="3600"/>
          </a:p>
        </p:txBody>
      </p:sp>
      <p:sp>
        <p:nvSpPr>
          <p:cNvPr id="6147" name="Rectangle 3"/>
          <p:cNvSpPr>
            <a:spLocks noGrp="1"/>
          </p:cNvSpPr>
          <p:nvPr>
            <p:ph type="body" idx="1"/>
          </p:nvPr>
        </p:nvSpPr>
        <p:spPr>
          <a:xfrm>
            <a:off x="2032000" y="2057400"/>
            <a:ext cx="72136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古代自然观</a:t>
            </a:r>
            <a:endParaRPr lang="zh-CN"/>
          </a:p>
          <a:p>
            <a:pPr lvl="0"/>
            <a:r>
              <a:rPr lang="zh-CN"/>
              <a:t>现代自然观</a:t>
            </a:r>
            <a:endParaRPr lang="zh-CN"/>
          </a:p>
          <a:p>
            <a:pPr lvl="0"/>
            <a:r>
              <a:rPr lang="zh-CN"/>
              <a:t>全球性问题与可持续发展</a:t>
            </a:r>
            <a:endParaRPr lang="zh-C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7170" name="Rectangle 2"/>
          <p:cNvSpPr>
            <a:spLocks noGrp="1"/>
          </p:cNvSpPr>
          <p:nvPr>
            <p:ph type="title"/>
          </p:nvPr>
        </p:nvSpPr>
        <p:spPr>
          <a:xfrm>
            <a:off x="1930400" y="1828800"/>
            <a:ext cx="102616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solidFill>
                  <a:schemeClr val="tx1"/>
                </a:solidFill>
              </a:rPr>
              <a:t>一、古代自然观</a:t>
            </a:r>
            <a:endParaRPr lang="zh-CN">
              <a:solidFill>
                <a:schemeClr val="tx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8194" name="Rectangle 2"/>
          <p:cNvSpPr>
            <a:spLocks noGrp="1"/>
          </p:cNvSpPr>
          <p:nvPr>
            <p:ph type="title"/>
          </p:nvPr>
        </p:nvSpPr>
        <p:spPr>
          <a:xfrm>
            <a:off x="1727200" y="19812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1.</a:t>
            </a:r>
            <a:r>
              <a:rPr lang="zh-CN"/>
              <a:t>中国古代自然观与宇宙观</a:t>
            </a:r>
            <a:endParaRPr lang="zh-C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9218"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阴阳学说</a:t>
            </a:r>
            <a:endParaRPr lang="zh-CN"/>
          </a:p>
        </p:txBody>
      </p:sp>
      <p:sp>
        <p:nvSpPr>
          <p:cNvPr id="9219" name="Rectangle 3"/>
          <p:cNvSpPr>
            <a:spLocks noGrp="1"/>
          </p:cNvSpPr>
          <p:nvPr>
            <p:ph type="body" idx="1"/>
          </p:nvPr>
        </p:nvSpPr>
        <p:spPr>
          <a:xfrm>
            <a:off x="5994400" y="1905000"/>
            <a:ext cx="4775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一阴一阳之谓道</a:t>
            </a:r>
            <a:endParaRPr lang="zh-CN"/>
          </a:p>
          <a:p>
            <a:pPr lvl="0"/>
            <a:r>
              <a:rPr lang="zh-CN"/>
              <a:t>阴阳不测之谓神</a:t>
            </a:r>
            <a:endParaRPr lang="zh-CN"/>
          </a:p>
          <a:p>
            <a:pPr lvl="0"/>
            <a:r>
              <a:rPr lang="zh-CN"/>
              <a:t>易有太极，是生两仪，两仪生四象，四象生八卦</a:t>
            </a:r>
            <a:endParaRPr lang="zh-CN"/>
          </a:p>
        </p:txBody>
      </p:sp>
      <p:pic>
        <p:nvPicPr>
          <p:cNvPr id="9220" name="Picture 10"/>
          <p:cNvPicPr>
            <a:picLocks noChangeAspect="1"/>
          </p:cNvPicPr>
          <p:nvPr/>
        </p:nvPicPr>
        <p:blipFill>
          <a:blip r:embed="rId2"/>
          <a:stretch/>
        </p:blipFill>
        <p:spPr>
          <a:xfrm>
            <a:off x="2743200" y="2057400"/>
            <a:ext cx="3013075" cy="3657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0242" name="Rectangle 2"/>
          <p:cNvSpPr>
            <a:spLocks noGrp="1"/>
          </p:cNvSpPr>
          <p:nvPr>
            <p:ph type="title"/>
          </p:nvPr>
        </p:nvSpPr>
        <p:spPr>
          <a:xfrm>
            <a:off x="2032000" y="190500"/>
            <a:ext cx="9347200" cy="1028700"/>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五行学说</a:t>
            </a:r>
            <a:endParaRPr lang="zh-CN"/>
          </a:p>
        </p:txBody>
      </p:sp>
      <p:sp>
        <p:nvSpPr>
          <p:cNvPr id="10243" name="Rectangle 3"/>
          <p:cNvSpPr>
            <a:spLocks noGrp="1"/>
          </p:cNvSpPr>
          <p:nvPr>
            <p:ph type="body" idx="1"/>
          </p:nvPr>
        </p:nvSpPr>
        <p:spPr>
          <a:xfrm>
            <a:off x="711200" y="4572000"/>
            <a:ext cx="11074400" cy="19050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nSpc>
                <a:spcPct val="80000"/>
              </a:lnSpc>
            </a:pPr>
            <a:r>
              <a:rPr lang="zh-CN" sz="2400"/>
              <a:t>夫和实生物，同则不继。以他平他谓之和，故能丰长而物归之。若以同裨同，尽乃弃矣。故先王以土与金木水火杂，以成百物。</a:t>
            </a:r>
            <a:endParaRPr lang="zh-CN" sz="2400"/>
          </a:p>
          <a:p>
            <a:pPr lvl="0">
              <a:lnSpc>
                <a:spcPct val="80000"/>
              </a:lnSpc>
            </a:pPr>
            <a:r>
              <a:rPr lang="zh-CN" sz="2400"/>
              <a:t>一曰水，二曰火，三曰木，四曰金，五曰土。水曰润下，火曰炎上，木曰曲直，金曰从革，土爰稼穑。润下作咸，炎上作苦，曲直作酸，从革作辛，稼穑作甘。</a:t>
            </a:r>
            <a:endParaRPr lang="zh-CN" sz="2400"/>
          </a:p>
        </p:txBody>
      </p:sp>
      <p:pic>
        <p:nvPicPr>
          <p:cNvPr id="10244" name="Picture 4"/>
          <p:cNvPicPr>
            <a:picLocks noChangeAspect="1"/>
          </p:cNvPicPr>
          <p:nvPr/>
        </p:nvPicPr>
        <p:blipFill>
          <a:blip r:embed="rId2"/>
          <a:stretch/>
        </p:blipFill>
        <p:spPr>
          <a:xfrm>
            <a:off x="2286000" y="1143000"/>
            <a:ext cx="7620000" cy="330041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1266" name="Rectangle 2"/>
          <p:cNvSpPr>
            <a:spLocks noGrp="1"/>
          </p:cNvSpPr>
          <p:nvPr>
            <p:ph type="title"/>
          </p:nvPr>
        </p:nvSpPr>
        <p:spPr>
          <a:xfrm>
            <a:off x="2032000" y="190500"/>
            <a:ext cx="39624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八卦学说</a:t>
            </a:r>
            <a:endParaRPr lang="zh-CN"/>
          </a:p>
        </p:txBody>
      </p:sp>
      <p:sp>
        <p:nvSpPr>
          <p:cNvPr id="11267" name="Rectangle 23"/>
          <p:cNvSpPr>
            <a:spLocks noGrp="1"/>
          </p:cNvSpPr>
          <p:nvPr>
            <p:ph type="body" idx="1"/>
          </p:nvPr>
        </p:nvSpPr>
        <p:spPr>
          <a:xfrm>
            <a:off x="7315200" y="533400"/>
            <a:ext cx="4064000" cy="6019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nSpc>
                <a:spcPct val="90000"/>
              </a:lnSpc>
            </a:pPr>
            <a:r>
              <a:rPr lang="zh-CN" sz="2800"/>
              <a:t>八卦，亦名经卦，其基本符号是</a:t>
            </a:r>
            <a:r>
              <a:rPr lang="zh-CN" sz="2800">
                <a:latin typeface="楷体"/>
              </a:rPr>
              <a:t>“</a:t>
            </a:r>
            <a:r>
              <a:rPr lang="en-US" sz="2800">
                <a:latin typeface="楷体"/>
              </a:rPr>
              <a:t>—”</a:t>
            </a:r>
            <a:r>
              <a:rPr lang="zh-CN" sz="2800"/>
              <a:t>和</a:t>
            </a:r>
            <a:r>
              <a:rPr lang="zh-CN" sz="2800">
                <a:latin typeface="楷体"/>
              </a:rPr>
              <a:t>“</a:t>
            </a:r>
            <a:r>
              <a:rPr lang="en-US" sz="2800"/>
              <a:t>--</a:t>
            </a:r>
            <a:r>
              <a:rPr lang="en-US" sz="2800">
                <a:latin typeface="楷体"/>
              </a:rPr>
              <a:t>”</a:t>
            </a:r>
            <a:r>
              <a:rPr lang="zh-CN" sz="2800"/>
              <a:t>，叫做</a:t>
            </a:r>
            <a:r>
              <a:rPr lang="zh-CN" sz="2800">
                <a:latin typeface="楷体"/>
              </a:rPr>
              <a:t>“</a:t>
            </a:r>
            <a:r>
              <a:rPr lang="zh-CN" sz="2800"/>
              <a:t>爻</a:t>
            </a:r>
            <a:r>
              <a:rPr lang="zh-CN" sz="2800">
                <a:latin typeface="楷体"/>
              </a:rPr>
              <a:t>”</a:t>
            </a:r>
            <a:r>
              <a:rPr lang="zh-CN" sz="2800"/>
              <a:t>，</a:t>
            </a:r>
            <a:r>
              <a:rPr lang="zh-CN" sz="2800">
                <a:latin typeface="楷体"/>
              </a:rPr>
              <a:t>“</a:t>
            </a:r>
            <a:r>
              <a:rPr lang="en-US" sz="2800">
                <a:latin typeface="楷体"/>
              </a:rPr>
              <a:t>—”</a:t>
            </a:r>
            <a:endParaRPr lang="en-US" sz="2800"/>
          </a:p>
          <a:p>
            <a:pPr lvl="0">
              <a:lnSpc>
                <a:spcPct val="90000"/>
              </a:lnSpc>
            </a:pPr>
            <a:r>
              <a:rPr lang="zh-CN" sz="2800"/>
              <a:t>是阳爻，</a:t>
            </a:r>
            <a:r>
              <a:rPr lang="zh-CN" sz="2800">
                <a:latin typeface="楷体"/>
              </a:rPr>
              <a:t>“</a:t>
            </a:r>
            <a:r>
              <a:rPr lang="en-US" sz="2800"/>
              <a:t>--</a:t>
            </a:r>
            <a:r>
              <a:rPr lang="en-US" sz="2800">
                <a:latin typeface="楷体"/>
              </a:rPr>
              <a:t>”</a:t>
            </a:r>
            <a:r>
              <a:rPr lang="zh-CN" sz="2800"/>
              <a:t>是阴爻。每</a:t>
            </a:r>
            <a:r>
              <a:rPr lang="en-US" sz="2800"/>
              <a:t>3</a:t>
            </a:r>
            <a:r>
              <a:rPr lang="zh-CN" sz="2800"/>
              <a:t>个爻组成</a:t>
            </a:r>
            <a:r>
              <a:rPr lang="en-US" sz="2800"/>
              <a:t>1</a:t>
            </a:r>
            <a:r>
              <a:rPr lang="zh-CN" sz="2800"/>
              <a:t>个符号，叫做</a:t>
            </a:r>
            <a:r>
              <a:rPr lang="zh-CN" sz="2800">
                <a:latin typeface="楷体"/>
              </a:rPr>
              <a:t>“</a:t>
            </a:r>
            <a:r>
              <a:rPr lang="zh-CN" sz="2800"/>
              <a:t>卦</a:t>
            </a:r>
            <a:r>
              <a:rPr lang="zh-CN" sz="2800">
                <a:latin typeface="楷体"/>
              </a:rPr>
              <a:t>”</a:t>
            </a:r>
            <a:r>
              <a:rPr lang="zh-CN" sz="2800"/>
              <a:t>，阴阳</a:t>
            </a:r>
            <a:r>
              <a:rPr lang="en-US" sz="2800"/>
              <a:t>2</a:t>
            </a:r>
            <a:r>
              <a:rPr lang="zh-CN" sz="2800"/>
              <a:t>爻错综配合组成</a:t>
            </a:r>
            <a:r>
              <a:rPr lang="en-US" sz="2800"/>
              <a:t>8</a:t>
            </a:r>
            <a:r>
              <a:rPr lang="zh-CN" sz="2800"/>
              <a:t>个符号即</a:t>
            </a:r>
            <a:r>
              <a:rPr lang="en-US" sz="2800"/>
              <a:t>8</a:t>
            </a:r>
            <a:r>
              <a:rPr lang="zh-CN" sz="2800"/>
              <a:t>卦，分别代表天、地、雷、风、水、火、山、泽。 </a:t>
            </a:r>
            <a:endParaRPr lang="zh-CN" sz="2800"/>
          </a:p>
        </p:txBody>
      </p:sp>
      <p:pic>
        <p:nvPicPr>
          <p:cNvPr id="11268" name="Picture 4"/>
          <p:cNvPicPr>
            <a:picLocks noChangeAspect="1"/>
          </p:cNvPicPr>
          <p:nvPr/>
        </p:nvPicPr>
        <p:blipFill>
          <a:blip r:embed="rId2"/>
          <a:stretch/>
        </p:blipFill>
        <p:spPr>
          <a:xfrm>
            <a:off x="1676400" y="1600200"/>
            <a:ext cx="5181600" cy="507206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2290"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道家自然观</a:t>
            </a:r>
            <a:endParaRPr lang="zh-CN"/>
          </a:p>
        </p:txBody>
      </p:sp>
      <p:sp>
        <p:nvSpPr>
          <p:cNvPr id="12291"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道生一，一生二，二生三，三生万物。万物负阴而抱阳，冲气以为和</a:t>
            </a:r>
            <a:endParaRPr lang="zh-CN"/>
          </a:p>
          <a:p>
            <a:pPr lvl="0"/>
            <a:r>
              <a:rPr lang="zh-CN"/>
              <a:t>人法地，地法天，天法道，道法自然</a:t>
            </a:r>
            <a:endParaRPr lang="zh-CN"/>
          </a:p>
          <a:p>
            <a:pPr lvl="0"/>
            <a:r>
              <a:rPr lang="zh-CN"/>
              <a:t>主要观点：天道自然</a:t>
            </a:r>
            <a:r>
              <a:rPr lang="en-US">
                <a:latin typeface="楷体"/>
              </a:rPr>
              <a:t>·</a:t>
            </a:r>
            <a:r>
              <a:rPr lang="zh-CN"/>
              <a:t>执一齐物</a:t>
            </a:r>
            <a:r>
              <a:rPr lang="en-US">
                <a:latin typeface="楷体"/>
              </a:rPr>
              <a:t>·</a:t>
            </a:r>
            <a:r>
              <a:rPr lang="zh-CN"/>
              <a:t>循环异变</a:t>
            </a:r>
            <a:r>
              <a:rPr lang="en-US">
                <a:latin typeface="楷体"/>
              </a:rPr>
              <a:t>·</a:t>
            </a:r>
            <a:r>
              <a:rPr lang="zh-CN"/>
              <a:t>静观止察 </a:t>
            </a:r>
            <a:endParaRPr lang="zh-CN"/>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3314" name="标题 1"/>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气论</a:t>
            </a:r>
            <a:endParaRPr lang="zh-CN"/>
          </a:p>
        </p:txBody>
      </p:sp>
      <p:sp>
        <p:nvSpPr>
          <p:cNvPr id="13315" name="内容占位符 2"/>
          <p:cNvSpPr>
            <a:spLocks noGrp="1"/>
          </p:cNvSpPr>
          <p:nvPr>
            <p:ph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《白虎通义·天地》：“天地者，元气之所生，万物之祖特。</a:t>
            </a:r>
            <a:r>
              <a:rPr lang="zh-CN"/>
              <a:t>”</a:t>
            </a:r>
            <a:endParaRPr lang="en-US"/>
          </a:p>
          <a:p>
            <a:pPr lvl="0"/>
            <a:r>
              <a:rPr lang="zh-CN"/>
              <a:t>《论衡·自然》</a:t>
            </a:r>
            <a:r>
              <a:rPr lang="zh-CN"/>
              <a:t>中，“天地合气，万物自生，犹夫妇合气，子自生矣。”</a:t>
            </a:r>
            <a:endParaRPr lang="zh-CN"/>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4338" name="Rectangle 3"/>
          <p:cNvSpPr>
            <a:spLocks noGrp="1"/>
          </p:cNvSpPr>
          <p:nvPr>
            <p:ph type="body" idx="1"/>
          </p:nvPr>
        </p:nvSpPr>
        <p:spPr>
          <a:xfrm>
            <a:off x="8128000" y="838200"/>
            <a:ext cx="3556000" cy="39624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gn="just"/>
            <a:r>
              <a:rPr lang="zh-CN" b="1">
                <a:latin typeface="楷体"/>
              </a:rPr>
              <a:t>盖天说</a:t>
            </a:r>
            <a:endParaRPr lang="zh-CN" b="1">
              <a:latin typeface="楷体"/>
            </a:endParaRPr>
          </a:p>
          <a:p>
            <a:pPr lvl="0">
              <a:buNone/>
            </a:pPr>
            <a:r>
              <a:rPr lang="zh-CN">
                <a:latin typeface="楷体"/>
              </a:rPr>
              <a:t> “盖天说”起源于周朝，主张“天圆如张盖，地方如棋盘” 。</a:t>
            </a:r>
            <a:endParaRPr lang="zh-CN">
              <a:latin typeface="楷体"/>
            </a:endParaRPr>
          </a:p>
        </p:txBody>
      </p:sp>
      <p:pic>
        <p:nvPicPr>
          <p:cNvPr id="14339" name="Picture 5"/>
          <p:cNvPicPr>
            <a:picLocks noChangeAspect="1"/>
          </p:cNvPicPr>
          <p:nvPr/>
        </p:nvPicPr>
        <p:blipFill>
          <a:blip r:embed="rId2"/>
          <a:stretch/>
        </p:blipFill>
        <p:spPr>
          <a:xfrm>
            <a:off x="1981200" y="1752600"/>
            <a:ext cx="5562600" cy="37465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5362" name="Rectangle 3"/>
          <p:cNvSpPr>
            <a:spLocks noGrp="1"/>
          </p:cNvSpPr>
          <p:nvPr>
            <p:ph type="body" idx="1"/>
          </p:nvPr>
        </p:nvSpPr>
        <p:spPr>
          <a:xfrm>
            <a:off x="2133600" y="609600"/>
            <a:ext cx="8534400" cy="57150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gn="just"/>
            <a:r>
              <a:rPr lang="zh-CN" b="1">
                <a:latin typeface="楷体"/>
              </a:rPr>
              <a:t>浑天说</a:t>
            </a:r>
            <a:endParaRPr lang="zh-CN" b="1">
              <a:latin typeface="楷体"/>
            </a:endParaRPr>
          </a:p>
          <a:p>
            <a:pPr lvl="0" algn="just">
              <a:buNone/>
            </a:pPr>
            <a:r>
              <a:rPr lang="zh-CN">
                <a:latin typeface="楷体"/>
              </a:rPr>
              <a:t> “浑天说” 最早起源于战国时慎到“天体如弹丸”的思想，后来被东汉的张衡发扬光大。</a:t>
            </a:r>
            <a:endParaRPr lang="zh-CN">
              <a:latin typeface="楷体"/>
            </a:endParaRPr>
          </a:p>
          <a:p>
            <a:pPr lvl="0" algn="just"/>
            <a:r>
              <a:rPr lang="zh-CN" b="1">
                <a:latin typeface="楷体"/>
              </a:rPr>
              <a:t>宣夜说</a:t>
            </a:r>
            <a:endParaRPr lang="zh-CN" b="1">
              <a:latin typeface="楷体"/>
            </a:endParaRPr>
          </a:p>
          <a:p>
            <a:pPr lvl="0" algn="just">
              <a:buNone/>
            </a:pPr>
            <a:r>
              <a:rPr lang="zh-CN">
                <a:latin typeface="楷体"/>
              </a:rPr>
              <a:t> “宣夜说”可以追溯到殷商时期，东汉郄萌对它作了系统表述。“宣夜说”认为，天是无形的，由无边无涯的气体组成，日月星辰自然地漂浮在空气中。</a:t>
            </a:r>
            <a:r>
              <a:rPr lang="zh-CN">
                <a:latin typeface="楷体_GB2312"/>
                <a:ea typeface="楷体_GB2312"/>
              </a:rPr>
              <a:t> </a:t>
            </a:r>
            <a:endParaRPr lang="zh-CN">
              <a:latin typeface="楷体_GB2312"/>
              <a:ea typeface="楷体_GB2312"/>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6386" name="标题 1"/>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佛教宇宙自然观</a:t>
            </a:r>
            <a:endParaRPr lang="zh-CN"/>
          </a:p>
        </p:txBody>
      </p:sp>
      <p:sp>
        <p:nvSpPr>
          <p:cNvPr id="16387" name="内容占位符 2"/>
          <p:cNvSpPr>
            <a:spLocks noGrp="1"/>
          </p:cNvSpPr>
          <p:nvPr>
            <p:ph idx="1"/>
          </p:nvPr>
        </p:nvSpPr>
        <p:spPr>
          <a:xfrm>
            <a:off x="2032000" y="1676400"/>
            <a:ext cx="9347200" cy="43434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娑</a:t>
            </a:r>
            <a:r>
              <a:rPr lang="zh-CN"/>
              <a:t>婆世界，三界六道，须弥铁围，重重大海</a:t>
            </a:r>
            <a:r>
              <a:rPr lang="zh-CN"/>
              <a:t>。</a:t>
            </a:r>
            <a:endParaRPr lang="en-US"/>
          </a:p>
          <a:p>
            <a:pPr lvl="0"/>
            <a:r>
              <a:rPr lang="zh-CN"/>
              <a:t>有情</a:t>
            </a:r>
            <a:r>
              <a:rPr lang="zh-CN"/>
              <a:t>世界，生气相同，地火水风，四大皆空</a:t>
            </a:r>
            <a:r>
              <a:rPr lang="zh-CN"/>
              <a:t>。</a:t>
            </a:r>
            <a:endParaRPr lang="en-US"/>
          </a:p>
          <a:p>
            <a:pPr lvl="0"/>
            <a:r>
              <a:rPr lang="zh-CN"/>
              <a:t>三千</a:t>
            </a:r>
            <a:r>
              <a:rPr lang="zh-CN"/>
              <a:t>大千，无限佛土，有同有异，屈伸能至</a:t>
            </a:r>
            <a:r>
              <a:rPr lang="zh-CN"/>
              <a:t>。</a:t>
            </a:r>
            <a:endParaRPr lang="en-US"/>
          </a:p>
          <a:p>
            <a:pPr lvl="0"/>
            <a:r>
              <a:rPr lang="zh-CN"/>
              <a:t>觉</a:t>
            </a:r>
            <a:r>
              <a:rPr lang="zh-CN"/>
              <a:t>者脱出三界，不落五行，入于涅盘，又十方示现，无处不在。</a:t>
            </a:r>
            <a:endParaRPr lang="zh-CN"/>
          </a:p>
          <a:p>
            <a:pPr lvl="0"/>
            <a:endParaRPr lang="zh-C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7410" name="Rectangle 2"/>
          <p:cNvSpPr>
            <a:spLocks noGrp="1"/>
          </p:cNvSpPr>
          <p:nvPr>
            <p:ph type="title"/>
          </p:nvPr>
        </p:nvSpPr>
        <p:spPr>
          <a:xfrm>
            <a:off x="1930400" y="17526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2.</a:t>
            </a:r>
            <a:r>
              <a:rPr lang="zh-CN"/>
              <a:t>西方古代自然观</a:t>
            </a:r>
            <a:endParaRPr lang="zh-CN"/>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8434" name="Rectangle 3"/>
          <p:cNvSpPr>
            <a:spLocks noGrp="1"/>
          </p:cNvSpPr>
          <p:nvPr>
            <p:ph type="body" idx="1"/>
          </p:nvPr>
        </p:nvSpPr>
        <p:spPr>
          <a:xfrm>
            <a:off x="2336800" y="1143000"/>
            <a:ext cx="8331200" cy="47244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gn="just">
              <a:buFont typeface="Wingdings" charset="2"/>
              <a:buChar char="F"/>
            </a:pPr>
            <a:r>
              <a:rPr lang="zh-CN">
                <a:latin typeface="楷体"/>
              </a:rPr>
              <a:t>泰勒斯：世界的本原是水</a:t>
            </a:r>
            <a:endParaRPr lang="zh-CN">
              <a:latin typeface="楷体"/>
            </a:endParaRPr>
          </a:p>
          <a:p>
            <a:pPr lvl="0" algn="just">
              <a:buFont typeface="Wingdings" charset="2"/>
              <a:buChar char="F"/>
            </a:pPr>
            <a:r>
              <a:rPr lang="zh-CN">
                <a:latin typeface="楷体"/>
              </a:rPr>
              <a:t>阿那克西曼德：世界的本原是“无定” </a:t>
            </a:r>
            <a:endParaRPr lang="zh-CN">
              <a:latin typeface="楷体"/>
            </a:endParaRPr>
          </a:p>
          <a:p>
            <a:pPr lvl="0" algn="just">
              <a:buFont typeface="Wingdings" charset="2"/>
              <a:buChar char="F"/>
            </a:pPr>
            <a:r>
              <a:rPr lang="zh-CN">
                <a:latin typeface="楷体"/>
              </a:rPr>
              <a:t>阿那克西米尼：世界的本原是气，万物是气的凝聚和疏散的产物。</a:t>
            </a:r>
            <a:endParaRPr lang="zh-CN">
              <a:latin typeface="楷体"/>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19458" name="Rectangle 3"/>
          <p:cNvSpPr>
            <a:spLocks noGrp="1"/>
          </p:cNvSpPr>
          <p:nvPr>
            <p:ph type="body" idx="1"/>
          </p:nvPr>
        </p:nvSpPr>
        <p:spPr>
          <a:xfrm>
            <a:off x="1828800" y="1741488"/>
            <a:ext cx="8940800" cy="4887912"/>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gn="just">
              <a:buFont typeface="Wingdings" charset="2"/>
              <a:buChar char="F"/>
            </a:pPr>
            <a:r>
              <a:rPr lang="zh-CN">
                <a:latin typeface="楷体"/>
              </a:rPr>
              <a:t>赫拉克利特：世界的本原是火，一切皆流，无物常住。变中之不变者，是逻各斯（</a:t>
            </a:r>
            <a:r>
              <a:rPr lang="en-US">
                <a:latin typeface="楷体"/>
              </a:rPr>
              <a:t>logos</a:t>
            </a:r>
            <a:r>
              <a:rPr lang="zh-CN">
                <a:latin typeface="楷体"/>
              </a:rPr>
              <a:t>）。</a:t>
            </a:r>
            <a:endParaRPr lang="zh-CN">
              <a:latin typeface="楷体"/>
            </a:endParaRPr>
          </a:p>
          <a:p>
            <a:pPr lvl="0" algn="just">
              <a:buFont typeface="Wingdings" charset="2"/>
              <a:buChar char="F"/>
            </a:pPr>
            <a:r>
              <a:rPr lang="zh-CN">
                <a:latin typeface="楷体"/>
              </a:rPr>
              <a:t>德谟克利特：原子论</a:t>
            </a:r>
            <a:endParaRPr lang="zh-CN">
              <a:latin typeface="楷体"/>
            </a:endParaRPr>
          </a:p>
          <a:p>
            <a:pPr lvl="0" algn="just">
              <a:buFont typeface="Wingdings" charset="2"/>
              <a:buChar char="F"/>
            </a:pPr>
            <a:endParaRPr lang="en-US">
              <a:latin typeface="楷体"/>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0482" name="Rectangle 3"/>
          <p:cNvSpPr>
            <a:spLocks noGrp="1"/>
          </p:cNvSpPr>
          <p:nvPr>
            <p:ph type="body" idx="1"/>
          </p:nvPr>
        </p:nvSpPr>
        <p:spPr>
          <a:xfrm>
            <a:off x="2032000" y="838200"/>
            <a:ext cx="9245600" cy="53340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gn="just">
              <a:buFont typeface="Wingdings" charset="2"/>
              <a:buChar char="F"/>
            </a:pPr>
            <a:r>
              <a:rPr lang="zh-CN">
                <a:latin typeface="楷体"/>
              </a:rPr>
              <a:t>毕达哥拉斯：世界的本原是数。</a:t>
            </a:r>
            <a:endParaRPr lang="zh-CN">
              <a:latin typeface="楷体"/>
            </a:endParaRPr>
          </a:p>
          <a:p>
            <a:pPr lvl="0" algn="just">
              <a:buFont typeface="Wingdings" charset="2"/>
              <a:buChar char="F"/>
            </a:pPr>
            <a:r>
              <a:rPr lang="zh-CN">
                <a:latin typeface="楷体"/>
              </a:rPr>
              <a:t>柏拉图：一类事物有一个共同的单一、绝对、不动和永恒的理念，理念构成了理念世界，理念世界是真实的世界。具体的事物分有理念，造物主摹仿理念创造具体事物，具体事物组成可感世界，可感世界是理念世界的摹本。</a:t>
            </a:r>
            <a:endParaRPr lang="zh-CN">
              <a:latin typeface="楷体"/>
            </a:endParaRPr>
          </a:p>
        </p:txBody>
      </p:sp>
      <p:sp>
        <p:nvSpPr>
          <p:cNvPr id="20483" name="AutoShape 4">
            <a:hlinkClick r:id="rId2" action="ppaction://hlinksldjump"/>
          </p:cNvPr>
          <p:cNvSpPr/>
          <p:nvPr/>
        </p:nvSpPr>
        <p:spPr>
          <a:xfrm>
            <a:off x="10134600" y="6324600"/>
            <a:ext cx="228600" cy="228600"/>
          </a:xfrm>
          <a:prstGeom prst="actionButtonBackPrevious">
            <a:avLst/>
          </a:prstGeom>
          <a:noFill/>
          <a:ln>
            <a:solidFill>
              <a:schemeClr val="tx1"/>
            </a:solidFill>
            <a:miter/>
          </a:ln>
        </p:spPr>
        <p:txBody>
          <a:bodyPr wrap="none"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0"/>
              </a:spcBef>
              <a:buClrTx/>
              <a:buSzTx/>
              <a:buFontTx/>
              <a:buNone/>
            </a:pPr>
            <a:endParaRPr lang="zh-CN" sz="1800">
              <a:solidFill>
                <a:schemeClr val="tx1"/>
              </a:solidFill>
              <a:ea typeface="宋体"/>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1506"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sz="3600"/>
              <a:t>中世纪神学自然观</a:t>
            </a:r>
            <a:endParaRPr lang="zh-CN" sz="3600"/>
          </a:p>
        </p:txBody>
      </p:sp>
      <p:sp>
        <p:nvSpPr>
          <p:cNvPr id="21507" name="Rectangle 3"/>
          <p:cNvSpPr>
            <a:spLocks noGrp="1"/>
          </p:cNvSpPr>
          <p:nvPr>
            <p:ph type="body" idx="1"/>
          </p:nvPr>
        </p:nvSpPr>
        <p:spPr>
          <a:xfrm>
            <a:off x="1930400" y="16002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sz="2800"/>
              <a:t>基本观点：上帝是终极的、全能的造物主，自然界的一切都是上帝创造的；上帝创世之前没有时间和空间，时空是从上帝创世开始的，时空是有限的，上帝是永恒的并超越于时空之外；自然界的一切运动和变化都合乎造物主的目的，上帝是自然界一切现象变化的终极原因；对自然及其运动变化的本性或形式的探讨的最终目的是为了证明上帝的全能、至上和仁慈。 </a:t>
            </a:r>
            <a:endParaRPr lang="zh-CN" sz="2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2530" name="Rectangle 3"/>
          <p:cNvSpPr>
            <a:spLocks noGrp="1"/>
          </p:cNvSpPr>
          <p:nvPr>
            <p:ph type="title"/>
          </p:nvPr>
        </p:nvSpPr>
        <p:spPr>
          <a:xfrm>
            <a:off x="1930400" y="1752600"/>
            <a:ext cx="7315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sz="3600">
                <a:solidFill>
                  <a:schemeClr val="tx1"/>
                </a:solidFill>
              </a:rPr>
              <a:t>二</a:t>
            </a:r>
            <a:r>
              <a:rPr lang="zh-CN" sz="3600">
                <a:solidFill>
                  <a:schemeClr val="tx1"/>
                </a:solidFill>
              </a:rPr>
              <a:t>、现代自然观</a:t>
            </a:r>
            <a:endParaRPr lang="zh-CN" sz="3600">
              <a:solidFill>
                <a:schemeClr val="tx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3554" name="Rectangle 2"/>
          <p:cNvSpPr>
            <a:spLocks noGrp="1"/>
          </p:cNvSpPr>
          <p:nvPr>
            <p:ph type="title"/>
          </p:nvPr>
        </p:nvSpPr>
        <p:spPr>
          <a:xfrm>
            <a:off x="1930400" y="18288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1.</a:t>
            </a:r>
            <a:r>
              <a:rPr lang="zh-CN"/>
              <a:t>机械自然观</a:t>
            </a:r>
            <a:endParaRPr 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24578" name="Picture 4"/>
          <p:cNvPicPr>
            <a:picLocks noChangeAspect="1"/>
          </p:cNvPicPr>
          <p:nvPr/>
        </p:nvPicPr>
        <p:blipFill>
          <a:blip r:embed="rId2"/>
          <a:stretch/>
        </p:blipFill>
        <p:spPr>
          <a:xfrm>
            <a:off x="1524000" y="1600200"/>
            <a:ext cx="9144000" cy="35814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5602" name="Rectangle 3"/>
          <p:cNvSpPr>
            <a:spLocks noGrp="1"/>
          </p:cNvSpPr>
          <p:nvPr>
            <p:ph type="body" idx="1"/>
          </p:nvPr>
        </p:nvSpPr>
        <p:spPr>
          <a:xfrm>
            <a:off x="812800" y="3505200"/>
            <a:ext cx="10566400" cy="2209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nSpc>
                <a:spcPct val="90000"/>
              </a:lnSpc>
            </a:pPr>
            <a:r>
              <a:rPr lang="zh-CN" sz="2400"/>
              <a:t>轨道定律：所有行星绕太阳运动的轨道都是椭圆</a:t>
            </a:r>
            <a:r>
              <a:rPr lang="en-US" sz="2400"/>
              <a:t>,</a:t>
            </a:r>
            <a:r>
              <a:rPr lang="zh-CN" sz="2400"/>
              <a:t>太阳处在椭圆的一个焦点上。 </a:t>
            </a:r>
            <a:endParaRPr lang="zh-CN" sz="2400"/>
          </a:p>
          <a:p>
            <a:pPr lvl="0">
              <a:lnSpc>
                <a:spcPct val="90000"/>
              </a:lnSpc>
            </a:pPr>
            <a:r>
              <a:rPr lang="zh-CN" sz="2400"/>
              <a:t>面积定律：对于任何一个行星来说</a:t>
            </a:r>
            <a:r>
              <a:rPr lang="en-US" sz="2400"/>
              <a:t>,</a:t>
            </a:r>
            <a:r>
              <a:rPr lang="zh-CN" sz="2400"/>
              <a:t>它与太阳的连线在相等的时间扫过相等的面积 </a:t>
            </a:r>
            <a:endParaRPr lang="zh-CN" sz="2400"/>
          </a:p>
          <a:p>
            <a:pPr lvl="0">
              <a:lnSpc>
                <a:spcPct val="90000"/>
              </a:lnSpc>
            </a:pPr>
            <a:r>
              <a:rPr lang="zh-CN" sz="2400"/>
              <a:t>周期定律：所有的行星的轨道的半长轴的三次方跟公转周期的二次方的比值都相等。 </a:t>
            </a:r>
            <a:endParaRPr lang="zh-CN" sz="2400"/>
          </a:p>
        </p:txBody>
      </p:sp>
      <p:pic>
        <p:nvPicPr>
          <p:cNvPr id="25603" name="Picture 4"/>
          <p:cNvPicPr>
            <a:picLocks noChangeAspect="1"/>
          </p:cNvPicPr>
          <p:nvPr/>
        </p:nvPicPr>
        <p:blipFill>
          <a:blip r:embed="rId2"/>
          <a:stretch/>
        </p:blipFill>
        <p:spPr>
          <a:xfrm>
            <a:off x="2438400" y="914400"/>
            <a:ext cx="7239000" cy="24384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26626" name="Picture 2"/>
          <p:cNvPicPr>
            <a:picLocks noChangeAspect="1"/>
          </p:cNvPicPr>
          <p:nvPr/>
        </p:nvPicPr>
        <p:blipFill>
          <a:blip r:embed="rId2"/>
          <a:stretch/>
        </p:blipFill>
        <p:spPr>
          <a:xfrm>
            <a:off x="1524000" y="0"/>
            <a:ext cx="9144000" cy="688498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7650"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近代科学方法变革</a:t>
            </a:r>
            <a:endParaRPr lang="zh-CN"/>
          </a:p>
        </p:txBody>
      </p:sp>
      <p:pic>
        <p:nvPicPr>
          <p:cNvPr id="27651" name="Picture 4"/>
          <p:cNvPicPr>
            <a:picLocks noChangeAspect="1"/>
          </p:cNvPicPr>
          <p:nvPr>
            <p:ph type="body" idx="1"/>
          </p:nvPr>
        </p:nvPicPr>
        <p:blipFill>
          <a:blip r:embed="rId2"/>
          <a:stretch/>
        </p:blipFill>
        <p:spPr>
          <a:xfrm>
            <a:off x="1524000" y="1600200"/>
            <a:ext cx="9144000" cy="44958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8674"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基本观点</a:t>
            </a:r>
            <a:endParaRPr lang="zh-CN"/>
          </a:p>
        </p:txBody>
      </p:sp>
      <p:sp>
        <p:nvSpPr>
          <p:cNvPr id="28675" name="Rectangle 3"/>
          <p:cNvSpPr>
            <a:spLocks noGrp="1"/>
          </p:cNvSpPr>
          <p:nvPr>
            <p:ph type="body" idx="1"/>
          </p:nvPr>
        </p:nvSpPr>
        <p:spPr>
          <a:xfrm>
            <a:off x="812800" y="1600200"/>
            <a:ext cx="10871200" cy="45720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sz="2800"/>
              <a:t>机器的自然图景和严格的机械决定论是机械论形而上学自然观的基本命题。机器的自然图景认为自然界、宇宙被描绘成一架硕大无比的、精确的机器在运转，不仅如此，栖息、居住在地球这颗行星上的一切动物包括人类在内，也无一不是机器。严格的机械决定论（拉普拉斯决定论）认为应该把宇宙的目前状态看作宇宙的过去状态的结果，同时又把它看作今后发生的事件的原因。把自然界的法则简单地理解为机械的因果必然性，夸大必然性而否定偶然性。 </a:t>
            </a:r>
            <a:endParaRPr lang="zh-CN" sz="280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29698" name="Rectangle 2"/>
          <p:cNvSpPr>
            <a:spLocks noGrp="1"/>
          </p:cNvSpPr>
          <p:nvPr>
            <p:ph type="title"/>
          </p:nvPr>
        </p:nvSpPr>
        <p:spPr>
          <a:xfrm>
            <a:off x="1930400" y="19050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人是机器？ </a:t>
            </a:r>
            <a:endParaRPr lang="zh-CN"/>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0722" name="Rectangle 2"/>
          <p:cNvSpPr>
            <a:spLocks noGrp="1"/>
          </p:cNvSpPr>
          <p:nvPr>
            <p:ph type="title"/>
          </p:nvPr>
        </p:nvSpPr>
        <p:spPr>
          <a:xfrm>
            <a:off x="1727200" y="19812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2.</a:t>
            </a:r>
            <a:r>
              <a:rPr lang="zh-CN"/>
              <a:t>辩证唯物主义自然观</a:t>
            </a:r>
            <a:endParaRPr 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31746" name="Picture 8"/>
          <p:cNvPicPr>
            <a:picLocks noChangeAspect="1"/>
          </p:cNvPicPr>
          <p:nvPr/>
        </p:nvPicPr>
        <p:blipFill>
          <a:blip r:embed="rId2"/>
          <a:stretch/>
        </p:blipFill>
        <p:spPr>
          <a:xfrm>
            <a:off x="1524000" y="0"/>
            <a:ext cx="9144000" cy="69342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32770" name="Picture 6"/>
          <p:cNvPicPr>
            <a:picLocks noChangeAspect="1"/>
          </p:cNvPicPr>
          <p:nvPr/>
        </p:nvPicPr>
        <p:blipFill>
          <a:blip r:embed="rId2"/>
          <a:stretch/>
        </p:blipFill>
        <p:spPr>
          <a:xfrm>
            <a:off x="1524000" y="0"/>
            <a:ext cx="9144000" cy="6858000"/>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33794" name="Picture 6"/>
          <p:cNvPicPr>
            <a:picLocks noChangeAspect="1"/>
          </p:cNvPicPr>
          <p:nvPr/>
        </p:nvPicPr>
        <p:blipFill>
          <a:blip r:embed="rId2"/>
          <a:stretch/>
        </p:blipFill>
        <p:spPr>
          <a:xfrm>
            <a:off x="1524000" y="0"/>
            <a:ext cx="9144000" cy="6938963"/>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34818" name="Picture 5"/>
          <p:cNvPicPr>
            <a:picLocks noChangeAspect="1"/>
          </p:cNvPicPr>
          <p:nvPr/>
        </p:nvPicPr>
        <p:blipFill>
          <a:blip r:embed="rId2"/>
          <a:stretch/>
        </p:blipFill>
        <p:spPr>
          <a:xfrm>
            <a:off x="1524000" y="0"/>
            <a:ext cx="9144000" cy="685800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35842" name="Picture 5"/>
          <p:cNvPicPr>
            <a:picLocks noChangeAspect="1"/>
          </p:cNvPicPr>
          <p:nvPr/>
        </p:nvPicPr>
        <p:blipFill>
          <a:blip r:embed="rId2"/>
          <a:stretch/>
        </p:blipFill>
        <p:spPr>
          <a:xfrm>
            <a:off x="1524000" y="0"/>
            <a:ext cx="9144000" cy="68580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6866"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基本观点</a:t>
            </a:r>
            <a:endParaRPr lang="zh-CN"/>
          </a:p>
        </p:txBody>
      </p:sp>
      <p:sp>
        <p:nvSpPr>
          <p:cNvPr id="36867"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自然界是物质的，物质是万物的本原和基础，自然界除了运动着的物质及其表现形式之外，什么都没有；运动无论在量上还是在质上都是不灭的；意识和思维是物质高度发展的产物，即人脑的属性和机能；时间和空间是物质的固有属性和存在方式；</a:t>
            </a:r>
            <a:endParaRPr 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7890"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基本观点</a:t>
            </a:r>
            <a:endParaRPr lang="zh-CN"/>
          </a:p>
        </p:txBody>
      </p:sp>
      <p:sp>
        <p:nvSpPr>
          <p:cNvPr id="37891"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nSpc>
                <a:spcPct val="90000"/>
              </a:lnSpc>
            </a:pPr>
            <a:r>
              <a:rPr lang="zh-CN"/>
              <a:t>整个自然界是一个普遍联系和相互作用的整体，它在永恒的流动和循环中运动着，自然界的一切现象都是矛盾的统一体，它们既是对立的，又是统一的，并且在一定条件下相互转化，由此推动着自然界的运动和发展；在自然的发展过程中，在自然的特定领域发展的特定阶段上产生了人类和人类社会；</a:t>
            </a:r>
            <a:endParaRPr lang="zh-CN"/>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8914"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基本观点</a:t>
            </a:r>
            <a:endParaRPr lang="zh-CN"/>
          </a:p>
        </p:txBody>
      </p:sp>
      <p:sp>
        <p:nvSpPr>
          <p:cNvPr id="38915"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随着人类的社会实践活动的深入展开，使原有的自然部分领域不断得到认识和改造，于是出现了一个与外在于人的活动的</a:t>
            </a:r>
            <a:r>
              <a:rPr lang="zh-CN">
                <a:latin typeface="楷体"/>
              </a:rPr>
              <a:t>“</a:t>
            </a:r>
            <a:r>
              <a:rPr lang="zh-CN"/>
              <a:t>纯自然</a:t>
            </a:r>
            <a:r>
              <a:rPr lang="zh-CN">
                <a:latin typeface="楷体"/>
              </a:rPr>
              <a:t>”</a:t>
            </a:r>
            <a:r>
              <a:rPr lang="zh-CN"/>
              <a:t>所不同的具有新质的</a:t>
            </a:r>
            <a:r>
              <a:rPr lang="zh-CN">
                <a:latin typeface="楷体"/>
              </a:rPr>
              <a:t>“</a:t>
            </a:r>
            <a:r>
              <a:rPr lang="zh-CN"/>
              <a:t>人化自然</a:t>
            </a:r>
            <a:r>
              <a:rPr lang="zh-CN">
                <a:latin typeface="楷体"/>
              </a:rPr>
              <a:t>”</a:t>
            </a:r>
            <a:r>
              <a:rPr lang="zh-CN"/>
              <a:t>，这种人化自然也就是进入人类文化或文明的自然界，是人的现实的自然界。 </a:t>
            </a:r>
            <a:endParaRPr lang="zh-CN"/>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39938" name="Rectangle 2"/>
          <p:cNvSpPr>
            <a:spLocks noGrp="1"/>
          </p:cNvSpPr>
          <p:nvPr>
            <p:ph type="title"/>
          </p:nvPr>
        </p:nvSpPr>
        <p:spPr>
          <a:xfrm>
            <a:off x="1930400" y="16764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3</a:t>
            </a:r>
            <a:r>
              <a:rPr lang="en-US"/>
              <a:t>.</a:t>
            </a:r>
            <a:r>
              <a:rPr lang="en-US"/>
              <a:t>20</a:t>
            </a:r>
            <a:r>
              <a:rPr lang="zh-CN"/>
              <a:t>世纪的新自然观</a:t>
            </a:r>
            <a:endParaRPr lang="zh-CN"/>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0962"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经典物理学的两朵乌云</a:t>
            </a:r>
            <a:endParaRPr lang="zh-CN"/>
          </a:p>
        </p:txBody>
      </p:sp>
      <p:grpSp>
        <p:nvGrpSpPr>
          <p:cNvPr id="40963" name="Group 3"/>
          <p:cNvGrpSpPr/>
          <p:nvPr/>
        </p:nvGrpSpPr>
        <p:grpSpPr>
          <a:xfrm>
            <a:off x="1676400" y="1447800"/>
            <a:ext cx="7086600" cy="3794125"/>
            <a:chOff x="288" y="1162"/>
            <a:chExt cx="5520" cy="2880"/>
          </a:xfrm>
        </p:grpSpPr>
        <p:cxnSp>
          <p:nvCxnSpPr>
            <p:cNvPr id="40966" name="Line 4"/>
            <p:cNvCxnSpPr/>
            <p:nvPr/>
          </p:nvCxnSpPr>
          <p:spPr>
            <a:xfrm flipH="1">
              <a:off x="2256" y="2352"/>
              <a:ext cx="480" cy="480"/>
            </a:xfrm>
            <a:prstGeom prst="line">
              <a:avLst/>
            </a:prstGeom>
            <a:noFill/>
            <a:ln>
              <a:solidFill>
                <a:schemeClr val="tx1"/>
              </a:solidFill>
              <a:miter/>
            </a:ln>
          </p:spPr>
        </p:cxnSp>
        <p:cxnSp>
          <p:nvCxnSpPr>
            <p:cNvPr id="40967" name="Line 5"/>
            <p:cNvCxnSpPr/>
            <p:nvPr/>
          </p:nvCxnSpPr>
          <p:spPr>
            <a:xfrm>
              <a:off x="864" y="2544"/>
              <a:ext cx="1680" cy="0"/>
            </a:xfrm>
            <a:prstGeom prst="line">
              <a:avLst/>
            </a:prstGeom>
            <a:noFill/>
            <a:ln>
              <a:solidFill>
                <a:schemeClr val="tx1"/>
              </a:solidFill>
              <a:miter/>
              <a:tailEnd type="triangle"/>
            </a:ln>
          </p:spPr>
        </p:cxnSp>
        <p:cxnSp>
          <p:nvCxnSpPr>
            <p:cNvPr id="40968" name="Line 6"/>
            <p:cNvCxnSpPr/>
            <p:nvPr/>
          </p:nvCxnSpPr>
          <p:spPr>
            <a:xfrm flipH="1">
              <a:off x="2544" y="1440"/>
              <a:ext cx="0" cy="1056"/>
            </a:xfrm>
            <a:prstGeom prst="line">
              <a:avLst/>
            </a:prstGeom>
            <a:noFill/>
            <a:ln>
              <a:solidFill>
                <a:schemeClr val="tx1"/>
              </a:solidFill>
              <a:miter/>
              <a:tailEnd type="triangle"/>
            </a:ln>
          </p:spPr>
        </p:cxnSp>
        <p:cxnSp>
          <p:nvCxnSpPr>
            <p:cNvPr id="40969" name="Line 7"/>
            <p:cNvCxnSpPr/>
            <p:nvPr/>
          </p:nvCxnSpPr>
          <p:spPr>
            <a:xfrm flipH="1" flipV="1">
              <a:off x="2592" y="1440"/>
              <a:ext cx="0" cy="1056"/>
            </a:xfrm>
            <a:prstGeom prst="line">
              <a:avLst/>
            </a:prstGeom>
            <a:noFill/>
            <a:ln>
              <a:solidFill>
                <a:schemeClr val="tx1"/>
              </a:solidFill>
              <a:miter/>
              <a:tailEnd type="triangle"/>
            </a:ln>
          </p:spPr>
        </p:cxnSp>
        <p:cxnSp>
          <p:nvCxnSpPr>
            <p:cNvPr id="40970" name="Line 8"/>
            <p:cNvCxnSpPr/>
            <p:nvPr/>
          </p:nvCxnSpPr>
          <p:spPr>
            <a:xfrm flipV="1">
              <a:off x="2352" y="1440"/>
              <a:ext cx="480" cy="0"/>
            </a:xfrm>
            <a:prstGeom prst="line">
              <a:avLst/>
            </a:prstGeom>
            <a:noFill/>
            <a:ln>
              <a:solidFill>
                <a:schemeClr val="tx1"/>
              </a:solidFill>
              <a:miter/>
            </a:ln>
          </p:spPr>
        </p:cxnSp>
        <p:cxnSp>
          <p:nvCxnSpPr>
            <p:cNvPr id="40971" name="Line 9"/>
            <p:cNvCxnSpPr/>
            <p:nvPr/>
          </p:nvCxnSpPr>
          <p:spPr>
            <a:xfrm>
              <a:off x="2544" y="2544"/>
              <a:ext cx="1296" cy="0"/>
            </a:xfrm>
            <a:prstGeom prst="line">
              <a:avLst/>
            </a:prstGeom>
            <a:noFill/>
            <a:ln>
              <a:solidFill>
                <a:schemeClr val="tx1"/>
              </a:solidFill>
              <a:miter/>
              <a:tailEnd type="triangle"/>
            </a:ln>
          </p:spPr>
        </p:cxnSp>
        <p:cxnSp>
          <p:nvCxnSpPr>
            <p:cNvPr id="40972" name="Line 10"/>
            <p:cNvCxnSpPr/>
            <p:nvPr/>
          </p:nvCxnSpPr>
          <p:spPr>
            <a:xfrm flipH="1">
              <a:off x="3888" y="2352"/>
              <a:ext cx="0" cy="480"/>
            </a:xfrm>
            <a:prstGeom prst="line">
              <a:avLst/>
            </a:prstGeom>
            <a:noFill/>
            <a:ln>
              <a:solidFill>
                <a:schemeClr val="tx1"/>
              </a:solidFill>
              <a:miter/>
            </a:ln>
          </p:spPr>
        </p:cxnSp>
        <p:cxnSp>
          <p:nvCxnSpPr>
            <p:cNvPr id="40973" name="Line 11"/>
            <p:cNvCxnSpPr/>
            <p:nvPr/>
          </p:nvCxnSpPr>
          <p:spPr>
            <a:xfrm flipH="1">
              <a:off x="2496" y="2592"/>
              <a:ext cx="1344" cy="0"/>
            </a:xfrm>
            <a:prstGeom prst="line">
              <a:avLst/>
            </a:prstGeom>
            <a:noFill/>
            <a:ln>
              <a:solidFill>
                <a:schemeClr val="tx1"/>
              </a:solidFill>
              <a:miter/>
              <a:tailEnd type="triangle"/>
            </a:ln>
          </p:spPr>
        </p:cxnSp>
        <p:cxnSp>
          <p:nvCxnSpPr>
            <p:cNvPr id="40974" name="Line 12"/>
            <p:cNvCxnSpPr/>
            <p:nvPr/>
          </p:nvCxnSpPr>
          <p:spPr>
            <a:xfrm flipH="1">
              <a:off x="2496" y="2592"/>
              <a:ext cx="0" cy="672"/>
            </a:xfrm>
            <a:prstGeom prst="line">
              <a:avLst/>
            </a:prstGeom>
            <a:noFill/>
            <a:ln>
              <a:solidFill>
                <a:schemeClr val="tx1"/>
              </a:solidFill>
              <a:miter/>
              <a:tailEnd type="triangle"/>
            </a:ln>
          </p:spPr>
        </p:cxnSp>
        <p:cxnSp>
          <p:nvCxnSpPr>
            <p:cNvPr id="40975" name="Line 13"/>
            <p:cNvCxnSpPr/>
            <p:nvPr/>
          </p:nvCxnSpPr>
          <p:spPr>
            <a:xfrm flipH="1">
              <a:off x="2544" y="2544"/>
              <a:ext cx="0" cy="720"/>
            </a:xfrm>
            <a:prstGeom prst="line">
              <a:avLst/>
            </a:prstGeom>
            <a:noFill/>
            <a:ln>
              <a:solidFill>
                <a:schemeClr val="tx1"/>
              </a:solidFill>
              <a:miter/>
              <a:tailEnd type="triangle"/>
            </a:ln>
          </p:spPr>
        </p:cxnSp>
        <p:sp>
          <p:nvSpPr>
            <p:cNvPr id="40976" name="Rectangle 14"/>
            <p:cNvSpPr/>
            <p:nvPr/>
          </p:nvSpPr>
          <p:spPr>
            <a:xfrm>
              <a:off x="2448" y="3264"/>
              <a:ext cx="144" cy="480"/>
            </a:xfrm>
            <a:prstGeom prst="rect">
              <a:avLst/>
            </a:prstGeom>
            <a:solidFill>
              <a:schemeClr val="accent1"/>
            </a:solidFill>
            <a:ln>
              <a:solidFill>
                <a:schemeClr val="tx1"/>
              </a:solidFill>
              <a:miter/>
            </a:ln>
          </p:spPr>
          <p:txBody>
            <a:bodyPr wrap="none"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0"/>
                </a:spcBef>
                <a:buClrTx/>
                <a:buSzTx/>
                <a:buFontTx/>
                <a:buNone/>
              </a:pPr>
              <a:endParaRPr lang="zh-CN" sz="1800">
                <a:solidFill>
                  <a:schemeClr val="tx1"/>
                </a:solidFill>
                <a:ea typeface="宋体"/>
              </a:endParaRPr>
            </a:p>
          </p:txBody>
        </p:sp>
        <p:sp>
          <p:nvSpPr>
            <p:cNvPr id="40977" name="Rectangle 15"/>
            <p:cNvSpPr/>
            <p:nvPr/>
          </p:nvSpPr>
          <p:spPr>
            <a:xfrm>
              <a:off x="624" y="2448"/>
              <a:ext cx="336" cy="144"/>
            </a:xfrm>
            <a:prstGeom prst="rect">
              <a:avLst/>
            </a:prstGeom>
            <a:solidFill>
              <a:schemeClr val="accent1"/>
            </a:solidFill>
            <a:ln>
              <a:solidFill>
                <a:schemeClr val="tx1"/>
              </a:solidFill>
              <a:miter/>
            </a:ln>
          </p:spPr>
          <p:txBody>
            <a:bodyPr wrap="none"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0"/>
                </a:spcBef>
                <a:buClrTx/>
                <a:buSzTx/>
                <a:buFontTx/>
                <a:buNone/>
              </a:pPr>
              <a:endParaRPr lang="zh-CN" sz="1800">
                <a:solidFill>
                  <a:schemeClr val="tx1"/>
                </a:solidFill>
                <a:ea typeface="宋体"/>
              </a:endParaRPr>
            </a:p>
          </p:txBody>
        </p:sp>
        <p:sp>
          <p:nvSpPr>
            <p:cNvPr id="40978" name="Text Box 16"/>
            <p:cNvSpPr/>
            <p:nvPr/>
          </p:nvSpPr>
          <p:spPr>
            <a:xfrm>
              <a:off x="1680" y="1295"/>
              <a:ext cx="528" cy="394"/>
            </a:xfrm>
            <a:prstGeom prst="rect">
              <a:avLst/>
            </a:prstGeom>
            <a:noFill/>
            <a:ln>
              <a:noFill/>
            </a:ln>
          </p:spPr>
          <p:txBody>
            <a:bodyPr>
              <a:spAutoFit/>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50000"/>
                </a:spcBef>
                <a:buClrTx/>
                <a:buSzTx/>
                <a:buFontTx/>
                <a:buNone/>
              </a:pPr>
              <a:r>
                <a:rPr lang="en-US" sz="2800">
                  <a:solidFill>
                    <a:schemeClr val="tx1"/>
                  </a:solidFill>
                  <a:latin typeface="Times New Roman"/>
                  <a:ea typeface="宋体"/>
                </a:rPr>
                <a:t>M1</a:t>
              </a:r>
              <a:endParaRPr lang="en-US" sz="2800">
                <a:solidFill>
                  <a:schemeClr val="tx1"/>
                </a:solidFill>
                <a:latin typeface="Times New Roman"/>
                <a:ea typeface="宋体"/>
              </a:endParaRPr>
            </a:p>
          </p:txBody>
        </p:sp>
        <p:sp>
          <p:nvSpPr>
            <p:cNvPr id="40979" name="Text Box 17"/>
            <p:cNvSpPr/>
            <p:nvPr/>
          </p:nvSpPr>
          <p:spPr>
            <a:xfrm>
              <a:off x="4223" y="2544"/>
              <a:ext cx="577" cy="394"/>
            </a:xfrm>
            <a:prstGeom prst="rect">
              <a:avLst/>
            </a:prstGeom>
            <a:noFill/>
            <a:ln>
              <a:noFill/>
            </a:ln>
          </p:spPr>
          <p:txBody>
            <a:bodyPr>
              <a:spAutoFit/>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50000"/>
                </a:spcBef>
                <a:buClrTx/>
                <a:buSzTx/>
                <a:buFontTx/>
                <a:buNone/>
              </a:pPr>
              <a:r>
                <a:rPr lang="en-US" sz="2800">
                  <a:solidFill>
                    <a:schemeClr val="tx1"/>
                  </a:solidFill>
                  <a:latin typeface="Times New Roman"/>
                  <a:ea typeface="宋体"/>
                </a:rPr>
                <a:t>M2</a:t>
              </a:r>
              <a:endParaRPr lang="en-US" sz="2800">
                <a:solidFill>
                  <a:schemeClr val="tx1"/>
                </a:solidFill>
                <a:latin typeface="Times New Roman"/>
                <a:ea typeface="宋体"/>
              </a:endParaRPr>
            </a:p>
          </p:txBody>
        </p:sp>
        <p:sp>
          <p:nvSpPr>
            <p:cNvPr id="40980" name="Freeform 18"/>
            <p:cNvSpPr/>
            <p:nvPr/>
          </p:nvSpPr>
          <p:spPr>
            <a:xfrm>
              <a:off x="1296" y="1776"/>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1" name="Freeform 19"/>
            <p:cNvSpPr/>
            <p:nvPr/>
          </p:nvSpPr>
          <p:spPr>
            <a:xfrm>
              <a:off x="1344" y="1968"/>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2" name="Freeform 20"/>
            <p:cNvSpPr/>
            <p:nvPr/>
          </p:nvSpPr>
          <p:spPr>
            <a:xfrm>
              <a:off x="1392" y="2160"/>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3" name="Freeform 21"/>
            <p:cNvSpPr/>
            <p:nvPr/>
          </p:nvSpPr>
          <p:spPr>
            <a:xfrm>
              <a:off x="1392" y="2304"/>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4" name="Freeform 22"/>
            <p:cNvSpPr/>
            <p:nvPr/>
          </p:nvSpPr>
          <p:spPr>
            <a:xfrm>
              <a:off x="1344" y="3168"/>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5" name="Freeform 23"/>
            <p:cNvSpPr/>
            <p:nvPr/>
          </p:nvSpPr>
          <p:spPr>
            <a:xfrm>
              <a:off x="1344" y="2784"/>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6" name="Freeform 24"/>
            <p:cNvSpPr/>
            <p:nvPr/>
          </p:nvSpPr>
          <p:spPr>
            <a:xfrm>
              <a:off x="1392" y="2976"/>
              <a:ext cx="3408" cy="168"/>
            </a:xfrm>
            <a:custGeom>
              <a:pathLst>
                <a:path w="3408" h="168">
                  <a:moveTo>
                    <a:pt x="0" y="24"/>
                  </a:moveTo>
                  <a:cubicBezTo>
                    <a:pt x="336" y="12"/>
                    <a:pt x="672" y="0"/>
                    <a:pt x="960" y="24"/>
                  </a:cubicBezTo>
                  <a:cubicBezTo>
                    <a:pt x="1248" y="48"/>
                    <a:pt x="1520" y="168"/>
                    <a:pt x="1728" y="168"/>
                  </a:cubicBezTo>
                  <a:cubicBezTo>
                    <a:pt x="1936" y="168"/>
                    <a:pt x="2032" y="24"/>
                    <a:pt x="2208" y="24"/>
                  </a:cubicBezTo>
                  <a:cubicBezTo>
                    <a:pt x="2384" y="24"/>
                    <a:pt x="2584" y="168"/>
                    <a:pt x="2784" y="168"/>
                  </a:cubicBezTo>
                  <a:cubicBezTo>
                    <a:pt x="2984" y="168"/>
                    <a:pt x="3196" y="96"/>
                    <a:pt x="3408" y="24"/>
                  </a:cubicBezTo>
                </a:path>
              </a:pathLst>
            </a:custGeom>
            <a:noFill/>
            <a:ln w="9525">
              <a:solidFill>
                <a:schemeClr val="tx1"/>
              </a:solidFill>
              <a:round/>
            </a:ln>
          </p:spPr>
        </p:sp>
        <p:sp>
          <p:nvSpPr>
            <p:cNvPr id="40987" name="Text Box 25"/>
            <p:cNvSpPr/>
            <p:nvPr/>
          </p:nvSpPr>
          <p:spPr>
            <a:xfrm>
              <a:off x="4704" y="1824"/>
              <a:ext cx="1104" cy="394"/>
            </a:xfrm>
            <a:prstGeom prst="rect">
              <a:avLst/>
            </a:prstGeom>
            <a:noFill/>
            <a:ln>
              <a:noFill/>
            </a:ln>
          </p:spPr>
          <p:txBody>
            <a:bodyPr>
              <a:spAutoFit/>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50000"/>
                </a:spcBef>
                <a:buClrTx/>
                <a:buSzTx/>
                <a:buFontTx/>
                <a:buNone/>
              </a:pPr>
              <a:r>
                <a:rPr lang="zh-CN" sz="2800">
                  <a:solidFill>
                    <a:schemeClr val="tx1"/>
                  </a:solidFill>
                  <a:latin typeface="Times New Roman"/>
                  <a:ea typeface="宋体"/>
                </a:rPr>
                <a:t>以太海</a:t>
              </a:r>
              <a:endParaRPr lang="zh-CN" sz="2800">
                <a:solidFill>
                  <a:schemeClr val="tx1"/>
                </a:solidFill>
                <a:latin typeface="Times New Roman"/>
                <a:ea typeface="宋体"/>
              </a:endParaRPr>
            </a:p>
          </p:txBody>
        </p:sp>
        <p:cxnSp>
          <p:nvCxnSpPr>
            <p:cNvPr id="40988" name="Line 26"/>
            <p:cNvCxnSpPr/>
            <p:nvPr/>
          </p:nvCxnSpPr>
          <p:spPr>
            <a:xfrm>
              <a:off x="2976" y="1680"/>
              <a:ext cx="912" cy="0"/>
            </a:xfrm>
            <a:prstGeom prst="line">
              <a:avLst/>
            </a:prstGeom>
            <a:noFill/>
            <a:ln>
              <a:solidFill>
                <a:schemeClr val="tx1"/>
              </a:solidFill>
              <a:miter/>
              <a:tailEnd type="triangle"/>
            </a:ln>
          </p:spPr>
        </p:cxnSp>
        <p:sp>
          <p:nvSpPr>
            <p:cNvPr id="40989" name="Text Box 27"/>
            <p:cNvSpPr/>
            <p:nvPr/>
          </p:nvSpPr>
          <p:spPr>
            <a:xfrm>
              <a:off x="3937" y="1536"/>
              <a:ext cx="1007" cy="624"/>
            </a:xfrm>
            <a:prstGeom prst="rect">
              <a:avLst/>
            </a:prstGeom>
            <a:noFill/>
            <a:ln>
              <a:noFill/>
            </a:ln>
          </p:spPr>
          <p:txBody>
            <a:bodyPr>
              <a:spAutoFit/>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50000"/>
                </a:spcBef>
                <a:buClrTx/>
                <a:buSzTx/>
                <a:buFontTx/>
                <a:buNone/>
              </a:pPr>
              <a:r>
                <a:rPr lang="zh-CN" sz="2400">
                  <a:solidFill>
                    <a:schemeClr val="tx1"/>
                  </a:solidFill>
                  <a:latin typeface="Times New Roman"/>
                  <a:ea typeface="宋体"/>
                </a:rPr>
                <a:t>运动方向</a:t>
              </a:r>
              <a:endParaRPr lang="zh-CN" sz="2400">
                <a:solidFill>
                  <a:schemeClr val="tx1"/>
                </a:solidFill>
                <a:latin typeface="Times New Roman"/>
                <a:ea typeface="宋体"/>
              </a:endParaRPr>
            </a:p>
          </p:txBody>
        </p:sp>
        <p:sp>
          <p:nvSpPr>
            <p:cNvPr id="40990" name="Text Box 28"/>
            <p:cNvSpPr/>
            <p:nvPr/>
          </p:nvSpPr>
          <p:spPr>
            <a:xfrm>
              <a:off x="288" y="2832"/>
              <a:ext cx="816" cy="347"/>
            </a:xfrm>
            <a:prstGeom prst="rect">
              <a:avLst/>
            </a:prstGeom>
            <a:noFill/>
            <a:ln>
              <a:noFill/>
            </a:ln>
          </p:spPr>
          <p:txBody>
            <a:bodyPr>
              <a:spAutoFit/>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50000"/>
                </a:spcBef>
                <a:buClrTx/>
                <a:buSzTx/>
                <a:buFontTx/>
                <a:buNone/>
              </a:pPr>
              <a:r>
                <a:rPr lang="zh-CN" sz="2400">
                  <a:solidFill>
                    <a:schemeClr val="tx1"/>
                  </a:solidFill>
                  <a:latin typeface="Times New Roman"/>
                  <a:ea typeface="宋体"/>
                </a:rPr>
                <a:t>光源</a:t>
              </a:r>
              <a:endParaRPr lang="zh-CN" sz="2400">
                <a:solidFill>
                  <a:schemeClr val="tx1"/>
                </a:solidFill>
                <a:latin typeface="Times New Roman"/>
                <a:ea typeface="宋体"/>
              </a:endParaRPr>
            </a:p>
          </p:txBody>
        </p:sp>
        <p:sp>
          <p:nvSpPr>
            <p:cNvPr id="40991" name="Text Box 29"/>
            <p:cNvSpPr/>
            <p:nvPr/>
          </p:nvSpPr>
          <p:spPr>
            <a:xfrm>
              <a:off x="2736" y="3600"/>
              <a:ext cx="912" cy="347"/>
            </a:xfrm>
            <a:prstGeom prst="rect">
              <a:avLst/>
            </a:prstGeom>
            <a:noFill/>
            <a:ln>
              <a:noFill/>
            </a:ln>
          </p:spPr>
          <p:txBody>
            <a:bodyPr>
              <a:spAutoFit/>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50000"/>
                </a:spcBef>
                <a:buClrTx/>
                <a:buSzTx/>
                <a:buFontTx/>
                <a:buNone/>
              </a:pPr>
              <a:r>
                <a:rPr lang="zh-CN" sz="2400">
                  <a:solidFill>
                    <a:schemeClr val="tx1"/>
                  </a:solidFill>
                  <a:latin typeface="Times New Roman"/>
                  <a:ea typeface="宋体"/>
                </a:rPr>
                <a:t>接收器</a:t>
              </a:r>
              <a:endParaRPr lang="zh-CN" sz="2400">
                <a:solidFill>
                  <a:schemeClr val="tx1"/>
                </a:solidFill>
                <a:latin typeface="Times New Roman"/>
                <a:ea typeface="宋体"/>
              </a:endParaRPr>
            </a:p>
          </p:txBody>
        </p:sp>
        <p:sp>
          <p:nvSpPr>
            <p:cNvPr id="40992" name="Oval 30"/>
            <p:cNvSpPr/>
            <p:nvPr/>
          </p:nvSpPr>
          <p:spPr>
            <a:xfrm>
              <a:off x="521" y="1162"/>
              <a:ext cx="3936" cy="2880"/>
            </a:xfrm>
            <a:prstGeom prst="ellipse">
              <a:avLst/>
            </a:prstGeom>
            <a:noFill/>
            <a:ln>
              <a:solidFill>
                <a:schemeClr val="tx1"/>
              </a:solidFill>
              <a:miter/>
            </a:ln>
          </p:spPr>
          <p:txBody>
            <a:bodyPr wrap="none" anchor="ctr"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spcBef>
                  <a:spcPct val="0"/>
                </a:spcBef>
                <a:buClrTx/>
                <a:buSzTx/>
                <a:buFontTx/>
                <a:buNone/>
              </a:pPr>
              <a:endParaRPr lang="zh-CN" sz="1800">
                <a:solidFill>
                  <a:schemeClr val="tx1"/>
                </a:solidFill>
                <a:ea typeface="宋体"/>
              </a:endParaRPr>
            </a:p>
          </p:txBody>
        </p:sp>
      </p:grpSp>
      <p:pic>
        <p:nvPicPr>
          <p:cNvPr id="40964" name="Picture 31"/>
          <p:cNvPicPr>
            <a:picLocks noChangeAspect="1"/>
          </p:cNvPicPr>
          <p:nvPr/>
        </p:nvPicPr>
        <p:blipFill>
          <a:blip r:embed="rId2"/>
          <a:stretch/>
        </p:blipFill>
        <p:spPr>
          <a:xfrm>
            <a:off x="6172200" y="4070350"/>
            <a:ext cx="3657600" cy="2863850"/>
          </a:xfrm>
          <a:prstGeom prst="rect">
            <a:avLst/>
          </a:prstGeom>
          <a:noFill/>
          <a:ln>
            <a:noFill/>
          </a:ln>
        </p:spPr>
      </p:pic>
      <p:sp>
        <p:nvSpPr>
          <p:cNvPr id="40965" name="Rectangle 32"/>
          <p:cNvSpPr>
            <a:spLocks noGrp="1"/>
          </p:cNvSpPr>
          <p:nvPr>
            <p:ph type="body" idx="1"/>
          </p:nvPr>
        </p:nvSpPr>
        <p:spPr>
          <a:xfrm>
            <a:off x="1219200" y="5562600"/>
            <a:ext cx="4673600" cy="7620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nSpc>
                <a:spcPct val="90000"/>
              </a:lnSpc>
            </a:pPr>
            <a:r>
              <a:rPr lang="zh-CN" sz="2400"/>
              <a:t>迈克尔逊－莫雷实验</a:t>
            </a:r>
            <a:endParaRPr lang="zh-CN"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1986"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经典物理学的两朵乌云</a:t>
            </a:r>
            <a:endParaRPr lang="zh-CN"/>
          </a:p>
        </p:txBody>
      </p:sp>
      <p:sp>
        <p:nvSpPr>
          <p:cNvPr id="41987" name="Rectangle 3"/>
          <p:cNvSpPr>
            <a:spLocks noGrp="1"/>
          </p:cNvSpPr>
          <p:nvPr>
            <p:ph type="body" idx="1"/>
          </p:nvPr>
        </p:nvSpPr>
        <p:spPr>
          <a:xfrm>
            <a:off x="2844800" y="5257800"/>
            <a:ext cx="6604000" cy="6096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黑体辐射的</a:t>
            </a:r>
            <a:r>
              <a:rPr lang="zh-CN">
                <a:latin typeface="楷体"/>
              </a:rPr>
              <a:t>“</a:t>
            </a:r>
            <a:r>
              <a:rPr lang="zh-CN"/>
              <a:t>紫外灾难</a:t>
            </a:r>
            <a:r>
              <a:rPr lang="zh-CN">
                <a:latin typeface="楷体"/>
              </a:rPr>
              <a:t>”</a:t>
            </a:r>
            <a:endParaRPr lang="zh-CN"/>
          </a:p>
        </p:txBody>
      </p:sp>
      <p:grpSp>
        <p:nvGrpSpPr>
          <p:cNvPr id="41988" name="Group 4"/>
          <p:cNvGrpSpPr/>
          <p:nvPr/>
        </p:nvGrpSpPr>
        <p:grpSpPr>
          <a:xfrm>
            <a:off x="2057400" y="1676400"/>
            <a:ext cx="7578725" cy="3429000"/>
            <a:chOff x="336" y="1056"/>
            <a:chExt cx="4774" cy="2160"/>
          </a:xfrm>
        </p:grpSpPr>
        <p:sp>
          <p:nvSpPr>
            <p:cNvPr id="41989" name="Freeform 5"/>
            <p:cNvSpPr/>
            <p:nvPr/>
          </p:nvSpPr>
          <p:spPr>
            <a:xfrm>
              <a:off x="1396" y="1485"/>
              <a:ext cx="2956" cy="1672"/>
            </a:xfrm>
            <a:custGeom>
              <a:pathLst>
                <a:path w="2956" h="1672">
                  <a:moveTo>
                    <a:pt x="0" y="1672"/>
                  </a:moveTo>
                  <a:cubicBezTo>
                    <a:pt x="219" y="1300"/>
                    <a:pt x="437" y="929"/>
                    <a:pt x="572" y="686"/>
                  </a:cubicBezTo>
                  <a:cubicBezTo>
                    <a:pt x="707" y="443"/>
                    <a:pt x="707" y="322"/>
                    <a:pt x="811" y="214"/>
                  </a:cubicBezTo>
                  <a:cubicBezTo>
                    <a:pt x="914" y="107"/>
                    <a:pt x="1057" y="0"/>
                    <a:pt x="1192" y="43"/>
                  </a:cubicBezTo>
                  <a:cubicBezTo>
                    <a:pt x="1327" y="86"/>
                    <a:pt x="1470" y="264"/>
                    <a:pt x="1621" y="472"/>
                  </a:cubicBezTo>
                  <a:cubicBezTo>
                    <a:pt x="1772" y="679"/>
                    <a:pt x="1875" y="1100"/>
                    <a:pt x="2098" y="1286"/>
                  </a:cubicBezTo>
                  <a:cubicBezTo>
                    <a:pt x="2320" y="1472"/>
                    <a:pt x="2813" y="1536"/>
                    <a:pt x="2956" y="1586"/>
                  </a:cubicBezTo>
                </a:path>
              </a:pathLst>
            </a:custGeom>
            <a:noFill/>
            <a:ln w="57150" cap="flat" cmpd="sng">
              <a:solidFill>
                <a:schemeClr val="tx1"/>
              </a:solidFill>
              <a:prstDash val="solid"/>
              <a:miter/>
              <a:headEnd type="none" w="med" len="med"/>
              <a:tailEnd type="none" w="med" len="med"/>
            </a:ln>
          </p:spPr>
        </p:sp>
        <p:cxnSp>
          <p:nvCxnSpPr>
            <p:cNvPr id="41990" name="Line 6"/>
            <p:cNvCxnSpPr/>
            <p:nvPr/>
          </p:nvCxnSpPr>
          <p:spPr>
            <a:xfrm flipH="1" flipV="1">
              <a:off x="1121" y="1672"/>
              <a:ext cx="0" cy="1544"/>
            </a:xfrm>
            <a:prstGeom prst="line">
              <a:avLst/>
            </a:prstGeom>
            <a:noFill/>
            <a:ln w="38100">
              <a:solidFill>
                <a:schemeClr val="tx1"/>
              </a:solidFill>
              <a:miter/>
              <a:tailEnd type="triangle"/>
            </a:ln>
          </p:spPr>
        </p:cxnSp>
        <p:cxnSp>
          <p:nvCxnSpPr>
            <p:cNvPr id="41991" name="Line 7"/>
            <p:cNvCxnSpPr/>
            <p:nvPr/>
          </p:nvCxnSpPr>
          <p:spPr>
            <a:xfrm>
              <a:off x="1104" y="3200"/>
              <a:ext cx="4006" cy="1"/>
            </a:xfrm>
            <a:prstGeom prst="line">
              <a:avLst/>
            </a:prstGeom>
            <a:noFill/>
            <a:ln w="38100">
              <a:solidFill>
                <a:schemeClr val="tx1"/>
              </a:solidFill>
              <a:miter/>
              <a:tailEnd type="triangle"/>
            </a:ln>
          </p:spPr>
        </p:cxnSp>
        <p:sp>
          <p:nvSpPr>
            <p:cNvPr id="41992" name="Freeform 8"/>
            <p:cNvSpPr/>
            <p:nvPr/>
          </p:nvSpPr>
          <p:spPr>
            <a:xfrm>
              <a:off x="1313" y="1099"/>
              <a:ext cx="953" cy="2015"/>
            </a:xfrm>
            <a:custGeom>
              <a:pathLst>
                <a:path w="953" h="2015">
                  <a:moveTo>
                    <a:pt x="0" y="2015"/>
                  </a:moveTo>
                  <a:cubicBezTo>
                    <a:pt x="278" y="1626"/>
                    <a:pt x="556" y="1236"/>
                    <a:pt x="715" y="900"/>
                  </a:cubicBezTo>
                  <a:cubicBezTo>
                    <a:pt x="874" y="564"/>
                    <a:pt x="913" y="282"/>
                    <a:pt x="953" y="0"/>
                  </a:cubicBezTo>
                </a:path>
              </a:pathLst>
            </a:custGeom>
            <a:noFill/>
            <a:ln w="9525" cap="flat" cmpd="sng">
              <a:solidFill>
                <a:schemeClr val="hlink"/>
              </a:solidFill>
              <a:prstDash val="solid"/>
              <a:miter/>
              <a:headEnd type="none" w="med" len="med"/>
              <a:tailEnd type="none" w="med" len="med"/>
            </a:ln>
          </p:spPr>
        </p:sp>
        <p:sp>
          <p:nvSpPr>
            <p:cNvPr id="41993" name="Freeform 9"/>
            <p:cNvSpPr/>
            <p:nvPr/>
          </p:nvSpPr>
          <p:spPr>
            <a:xfrm>
              <a:off x="2731" y="1056"/>
              <a:ext cx="1526" cy="1972"/>
            </a:xfrm>
            <a:custGeom>
              <a:pathLst>
                <a:path w="1526" h="1972">
                  <a:moveTo>
                    <a:pt x="0" y="0"/>
                  </a:moveTo>
                  <a:cubicBezTo>
                    <a:pt x="76" y="382"/>
                    <a:pt x="151" y="765"/>
                    <a:pt x="238" y="1029"/>
                  </a:cubicBezTo>
                  <a:cubicBezTo>
                    <a:pt x="326" y="1293"/>
                    <a:pt x="310" y="1429"/>
                    <a:pt x="525" y="1586"/>
                  </a:cubicBezTo>
                  <a:cubicBezTo>
                    <a:pt x="739" y="1743"/>
                    <a:pt x="1359" y="1908"/>
                    <a:pt x="1526" y="1972"/>
                  </a:cubicBezTo>
                </a:path>
              </a:pathLst>
            </a:custGeom>
            <a:noFill/>
            <a:ln w="57150" cap="flat" cmpd="sng">
              <a:solidFill>
                <a:schemeClr val="accent1"/>
              </a:solidFill>
              <a:prstDash val="solid"/>
              <a:miter/>
              <a:headEnd type="none" w="med" len="med"/>
              <a:tailEnd type="none" w="med" len="med"/>
            </a:ln>
          </p:spPr>
        </p:sp>
        <p:sp>
          <p:nvSpPr>
            <p:cNvPr id="41994" name="AutoShape 10"/>
            <p:cNvSpPr/>
            <p:nvPr/>
          </p:nvSpPr>
          <p:spPr>
            <a:xfrm>
              <a:off x="2189" y="1785"/>
              <a:ext cx="620" cy="1115"/>
            </a:xfrm>
            <a:prstGeom prst="cloudCallout">
              <a:avLst>
                <a:gd name="adj1" fmla="val -43227"/>
                <a:gd name="adj2" fmla="val -66500"/>
              </a:avLst>
            </a:prstGeom>
            <a:solidFill>
              <a:schemeClr val="accent1"/>
            </a:solidFill>
            <a:ln>
              <a:solidFill>
                <a:schemeClr val="tx1"/>
              </a:solidFill>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lgn="ctr">
                <a:spcBef>
                  <a:spcPct val="0"/>
                </a:spcBef>
                <a:buClrTx/>
                <a:buSzTx/>
                <a:buFontTx/>
                <a:buNone/>
              </a:pPr>
              <a:r>
                <a:rPr lang="zh-CN" sz="2400">
                  <a:solidFill>
                    <a:schemeClr val="tx1"/>
                  </a:solidFill>
                  <a:latin typeface="Tahoma"/>
                  <a:ea typeface="宋体"/>
                </a:rPr>
                <a:t>实验曲线</a:t>
              </a:r>
              <a:endParaRPr lang="zh-CN" sz="2400">
                <a:solidFill>
                  <a:schemeClr val="tx1"/>
                </a:solidFill>
                <a:latin typeface="Tahoma"/>
                <a:ea typeface="宋体"/>
              </a:endParaRPr>
            </a:p>
          </p:txBody>
        </p:sp>
        <p:sp>
          <p:nvSpPr>
            <p:cNvPr id="41995" name="AutoShape 11"/>
            <p:cNvSpPr/>
            <p:nvPr/>
          </p:nvSpPr>
          <p:spPr>
            <a:xfrm>
              <a:off x="2939" y="1528"/>
              <a:ext cx="1717" cy="343"/>
            </a:xfrm>
            <a:prstGeom prst="wedgeRoundRectCallout">
              <a:avLst>
                <a:gd name="adj1" fmla="val -44523"/>
                <a:gd name="adj2" fmla="val 70116"/>
                <a:gd name="adj3" fmla="val 16667"/>
              </a:avLst>
            </a:prstGeom>
            <a:solidFill>
              <a:schemeClr val="accent2"/>
            </a:solidFill>
            <a:ln>
              <a:solidFill>
                <a:schemeClr val="tx1"/>
              </a:solidFill>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lgn="ctr">
                <a:spcBef>
                  <a:spcPct val="0"/>
                </a:spcBef>
                <a:buClrTx/>
                <a:buSzTx/>
                <a:buFontTx/>
                <a:buNone/>
              </a:pPr>
              <a:r>
                <a:rPr lang="zh-CN" sz="2400">
                  <a:solidFill>
                    <a:schemeClr val="tx1"/>
                  </a:solidFill>
                  <a:latin typeface="Tahoma"/>
                  <a:ea typeface="宋体"/>
                </a:rPr>
                <a:t>理论拟合的曲线</a:t>
              </a:r>
              <a:r>
                <a:rPr lang="en-US" sz="2400">
                  <a:solidFill>
                    <a:schemeClr val="tx1"/>
                  </a:solidFill>
                  <a:latin typeface="Tahoma"/>
                  <a:ea typeface="宋体"/>
                </a:rPr>
                <a:t>2</a:t>
              </a:r>
              <a:endParaRPr lang="en-US" sz="2400">
                <a:solidFill>
                  <a:schemeClr val="tx1"/>
                </a:solidFill>
                <a:latin typeface="Tahoma"/>
                <a:ea typeface="宋体"/>
              </a:endParaRPr>
            </a:p>
          </p:txBody>
        </p:sp>
        <p:sp>
          <p:nvSpPr>
            <p:cNvPr id="41996" name="AutoShape 12"/>
            <p:cNvSpPr/>
            <p:nvPr/>
          </p:nvSpPr>
          <p:spPr>
            <a:xfrm>
              <a:off x="336" y="1296"/>
              <a:ext cx="1776" cy="384"/>
            </a:xfrm>
            <a:prstGeom prst="wedgeRoundRectCallout">
              <a:avLst>
                <a:gd name="adj1" fmla="val 34458"/>
                <a:gd name="adj2" fmla="val 126301"/>
                <a:gd name="adj3" fmla="val 16667"/>
              </a:avLst>
            </a:prstGeom>
            <a:solidFill>
              <a:srgbClr val="CCFFFF"/>
            </a:solidFill>
            <a:ln>
              <a:solidFill>
                <a:schemeClr val="tx1"/>
              </a:solidFill>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lgn="ctr">
                <a:spcBef>
                  <a:spcPct val="0"/>
                </a:spcBef>
                <a:buClrTx/>
                <a:buSzTx/>
                <a:buFontTx/>
                <a:buNone/>
              </a:pPr>
              <a:r>
                <a:rPr lang="zh-CN" sz="2400">
                  <a:solidFill>
                    <a:schemeClr val="tx1"/>
                  </a:solidFill>
                  <a:latin typeface="Tahoma"/>
                  <a:ea typeface="宋体"/>
                </a:rPr>
                <a:t>理论拟合的曲线</a:t>
              </a:r>
              <a:r>
                <a:rPr lang="en-US" sz="2400">
                  <a:solidFill>
                    <a:schemeClr val="tx1"/>
                  </a:solidFill>
                  <a:latin typeface="Tahoma"/>
                  <a:ea typeface="宋体"/>
                </a:rPr>
                <a:t>1</a:t>
              </a:r>
              <a:endParaRPr lang="en-US" sz="2400">
                <a:solidFill>
                  <a:schemeClr val="tx1"/>
                </a:solidFill>
                <a:latin typeface="Tahoma"/>
                <a:ea typeface="宋体"/>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43010" name="Picture 2"/>
          <p:cNvPicPr>
            <a:picLocks noChangeAspect="1"/>
          </p:cNvPicPr>
          <p:nvPr/>
        </p:nvPicPr>
        <p:blipFill>
          <a:blip r:embed="rId2"/>
          <a:stretch/>
        </p:blipFill>
        <p:spPr>
          <a:xfrm>
            <a:off x="1524000" y="0"/>
            <a:ext cx="9144000" cy="6950075"/>
          </a:xfrm>
          <a:prstGeom prst="rect">
            <a:avLst/>
          </a:prstGeom>
          <a:noFill/>
          <a:ln>
            <a:noFill/>
          </a:ln>
        </p:spPr>
      </p:pic>
      <p:sp>
        <p:nvSpPr>
          <p:cNvPr id="43011" name="Rectangle 3"/>
          <p:cNvSpPr>
            <a:spLocks noGrp="1"/>
          </p:cNvSpPr>
          <p:nvPr>
            <p:ph type="title"/>
          </p:nvPr>
        </p:nvSpPr>
        <p:spPr>
          <a:xfrm>
            <a:off x="5689600" y="5978525"/>
            <a:ext cx="6400800" cy="8794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sz="3200">
                <a:solidFill>
                  <a:srgbClr val="66FF33"/>
                </a:solidFill>
              </a:rPr>
              <a:t>世纪之交三大物理学发现</a:t>
            </a:r>
            <a:endParaRPr lang="zh-CN" sz="3200">
              <a:solidFill>
                <a:srgbClr val="66FF33"/>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grpSp>
        <p:nvGrpSpPr>
          <p:cNvPr id="44034" name="Group 2"/>
          <p:cNvGrpSpPr/>
          <p:nvPr/>
        </p:nvGrpSpPr>
        <p:grpSpPr>
          <a:xfrm>
            <a:off x="2590800" y="1066800"/>
            <a:ext cx="3200400" cy="5334000"/>
            <a:chOff x="240" y="576"/>
            <a:chExt cx="2736" cy="3024"/>
          </a:xfrm>
        </p:grpSpPr>
        <p:pic>
          <p:nvPicPr>
            <p:cNvPr id="44038" name="Picture 3"/>
            <p:cNvPicPr>
              <a:picLocks noChangeAspect="1"/>
            </p:cNvPicPr>
            <p:nvPr/>
          </p:nvPicPr>
          <p:blipFill>
            <a:blip r:embed="rId2"/>
            <a:stretch/>
          </p:blipFill>
          <p:spPr>
            <a:xfrm>
              <a:off x="240" y="576"/>
              <a:ext cx="2736" cy="2642"/>
            </a:xfrm>
            <a:prstGeom prst="rect">
              <a:avLst/>
            </a:prstGeom>
            <a:noFill/>
            <a:ln>
              <a:noFill/>
            </a:ln>
          </p:spPr>
        </p:pic>
        <p:sp>
          <p:nvSpPr>
            <p:cNvPr id="44039" name="Text Box 4"/>
            <p:cNvSpPr/>
            <p:nvPr/>
          </p:nvSpPr>
          <p:spPr>
            <a:xfrm>
              <a:off x="294" y="3158"/>
              <a:ext cx="2682" cy="442"/>
            </a:xfrm>
            <a:prstGeom prst="rect">
              <a:avLst/>
            </a:prstGeom>
            <a:solidFill>
              <a:srgbClr val="FFFF99"/>
            </a:solidFill>
            <a:ln>
              <a:solidFill>
                <a:srgbClr val="000000"/>
              </a:solidFill>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lgn="ctr">
                <a:spcBef>
                  <a:spcPct val="0"/>
                </a:spcBef>
                <a:buClrTx/>
                <a:buSzTx/>
                <a:buFontTx/>
                <a:buNone/>
              </a:pPr>
              <a:r>
                <a:rPr lang="zh-CN" sz="2400">
                  <a:solidFill>
                    <a:schemeClr val="tx1"/>
                  </a:solidFill>
                  <a:latin typeface="黑体"/>
                  <a:ea typeface="黑体"/>
                </a:rPr>
                <a:t>世界上第一张</a:t>
              </a:r>
              <a:r>
                <a:rPr lang="en-US" sz="2400">
                  <a:solidFill>
                    <a:schemeClr val="tx1"/>
                  </a:solidFill>
                  <a:latin typeface="黑体"/>
                  <a:ea typeface="黑体"/>
                </a:rPr>
                <a:t>X</a:t>
              </a:r>
              <a:r>
                <a:rPr lang="zh-CN" sz="2400">
                  <a:solidFill>
                    <a:schemeClr val="tx1"/>
                  </a:solidFill>
                  <a:latin typeface="黑体"/>
                  <a:ea typeface="黑体"/>
                </a:rPr>
                <a:t>光片</a:t>
              </a:r>
              <a:r>
                <a:rPr lang="en-US" sz="2400">
                  <a:solidFill>
                    <a:schemeClr val="tx1"/>
                  </a:solidFill>
                  <a:latin typeface="黑体"/>
                  <a:ea typeface="黑体"/>
                </a:rPr>
                <a:t>——</a:t>
              </a:r>
              <a:r>
                <a:rPr lang="zh-CN" sz="2400">
                  <a:solidFill>
                    <a:schemeClr val="tx1"/>
                  </a:solidFill>
                  <a:latin typeface="黑体"/>
                  <a:ea typeface="黑体"/>
                </a:rPr>
                <a:t>伦琴夫人的手</a:t>
              </a:r>
              <a:endParaRPr lang="zh-CN" sz="2400">
                <a:solidFill>
                  <a:schemeClr val="tx1"/>
                </a:solidFill>
                <a:latin typeface="黑体"/>
                <a:ea typeface="黑体"/>
              </a:endParaRPr>
            </a:p>
          </p:txBody>
        </p:sp>
      </p:grpSp>
      <p:grpSp>
        <p:nvGrpSpPr>
          <p:cNvPr id="44035" name="Group 5"/>
          <p:cNvGrpSpPr/>
          <p:nvPr/>
        </p:nvGrpSpPr>
        <p:grpSpPr>
          <a:xfrm>
            <a:off x="6400800" y="990600"/>
            <a:ext cx="3200400" cy="5441950"/>
            <a:chOff x="7632" y="9838"/>
            <a:chExt cx="2520" cy="3770"/>
          </a:xfrm>
        </p:grpSpPr>
        <p:pic>
          <p:nvPicPr>
            <p:cNvPr id="44036" name="Picture 6"/>
            <p:cNvPicPr>
              <a:picLocks noChangeAspect="1"/>
            </p:cNvPicPr>
            <p:nvPr/>
          </p:nvPicPr>
          <p:blipFill>
            <a:blip r:embed="rId3"/>
            <a:stretch/>
          </p:blipFill>
          <p:spPr>
            <a:xfrm>
              <a:off x="7632" y="9838"/>
              <a:ext cx="2448" cy="3374"/>
            </a:xfrm>
            <a:prstGeom prst="rect">
              <a:avLst/>
            </a:prstGeom>
            <a:noFill/>
            <a:ln>
              <a:noFill/>
            </a:ln>
          </p:spPr>
        </p:pic>
        <p:sp>
          <p:nvSpPr>
            <p:cNvPr id="44037" name="Text Box 7"/>
            <p:cNvSpPr/>
            <p:nvPr/>
          </p:nvSpPr>
          <p:spPr>
            <a:xfrm>
              <a:off x="7632" y="13140"/>
              <a:ext cx="2520" cy="468"/>
            </a:xfrm>
            <a:prstGeom prst="rect">
              <a:avLst/>
            </a:prstGeom>
            <a:solidFill>
              <a:srgbClr val="FFFF99"/>
            </a:solidFill>
            <a:ln>
              <a:solidFill>
                <a:srgbClr val="000000"/>
              </a:solidFill>
              <a:miter/>
            </a:ln>
          </p:spPr>
          <p:txBody>
            <a:bodyPr/>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marL="0" lvl="0" indent="0" algn="ctr">
                <a:spcBef>
                  <a:spcPct val="0"/>
                </a:spcBef>
                <a:buClrTx/>
                <a:buSzTx/>
                <a:buFontTx/>
                <a:buNone/>
              </a:pPr>
              <a:r>
                <a:rPr lang="zh-CN" sz="2400">
                  <a:solidFill>
                    <a:schemeClr val="tx1"/>
                  </a:solidFill>
                  <a:latin typeface="楷体_GB2312"/>
                  <a:ea typeface="黑体"/>
                </a:rPr>
                <a:t>居里夫人在实验室</a:t>
              </a:r>
              <a:endParaRPr lang="zh-CN" sz="2400">
                <a:solidFill>
                  <a:schemeClr val="tx1"/>
                </a:solidFill>
                <a:ea typeface="黑体"/>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5058" name="Rectangle 2"/>
          <p:cNvSpPr>
            <a:spLocks noGrp="1"/>
          </p:cNvSpPr>
          <p:nvPr>
            <p:ph type="title"/>
          </p:nvPr>
        </p:nvSpPr>
        <p:spPr>
          <a:xfrm>
            <a:off x="2032000" y="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新物理学体系</a:t>
            </a:r>
            <a:endParaRPr lang="zh-CN"/>
          </a:p>
        </p:txBody>
      </p:sp>
      <p:sp>
        <p:nvSpPr>
          <p:cNvPr id="45059" name="Rectangle 3"/>
          <p:cNvSpPr>
            <a:spLocks noGrp="1"/>
          </p:cNvSpPr>
          <p:nvPr>
            <p:ph type="body" idx="1"/>
          </p:nvPr>
        </p:nvSpPr>
        <p:spPr>
          <a:xfrm>
            <a:off x="1727200" y="1752600"/>
            <a:ext cx="9144000" cy="3733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en-US"/>
              <a:t>20</a:t>
            </a:r>
            <a:r>
              <a:rPr lang="zh-CN"/>
              <a:t>世纪初，正是在解决新实验事实同旧理论之间的矛盾的过程中，爱因斯坦和普朗克等科学家创立了以相对论和量子力学为支柱的现代物理学理论体系。</a:t>
            </a:r>
            <a:endParaRPr 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6082"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相对论</a:t>
            </a:r>
            <a:endParaRPr lang="zh-CN"/>
          </a:p>
        </p:txBody>
      </p:sp>
      <p:pic>
        <p:nvPicPr>
          <p:cNvPr id="46083" name="Picture 4"/>
          <p:cNvPicPr>
            <a:picLocks noChangeAspect="1"/>
          </p:cNvPicPr>
          <p:nvPr/>
        </p:nvPicPr>
        <p:blipFill>
          <a:blip r:embed="rId2"/>
          <a:stretch/>
        </p:blipFill>
        <p:spPr>
          <a:xfrm>
            <a:off x="2500313" y="1981200"/>
            <a:ext cx="3138487" cy="4114800"/>
          </a:xfrm>
          <a:prstGeom prst="rect">
            <a:avLst/>
          </a:prstGeom>
          <a:noFill/>
          <a:ln>
            <a:noFill/>
          </a:ln>
        </p:spPr>
      </p:pic>
      <p:pic>
        <p:nvPicPr>
          <p:cNvPr id="46084" name="Picture 5"/>
          <p:cNvPicPr>
            <a:picLocks noChangeAspect="1"/>
          </p:cNvPicPr>
          <p:nvPr/>
        </p:nvPicPr>
        <p:blipFill>
          <a:blip r:embed="rId3"/>
          <a:stretch/>
        </p:blipFill>
        <p:spPr>
          <a:xfrm>
            <a:off x="6248400" y="304800"/>
            <a:ext cx="2957513" cy="41148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47106" name="Picture 2"/>
          <p:cNvPicPr>
            <a:picLocks noChangeAspect="1"/>
          </p:cNvPicPr>
          <p:nvPr/>
        </p:nvPicPr>
        <p:blipFill>
          <a:blip r:embed="rId2"/>
          <a:stretch/>
        </p:blipFill>
        <p:spPr>
          <a:xfrm>
            <a:off x="2819400" y="1085850"/>
            <a:ext cx="7848600" cy="5772150"/>
          </a:xfrm>
          <a:prstGeom prst="rect">
            <a:avLst/>
          </a:prstGeom>
          <a:noFill/>
          <a:ln>
            <a:noFill/>
          </a:ln>
        </p:spPr>
      </p:pic>
      <p:sp>
        <p:nvSpPr>
          <p:cNvPr id="47107" name="Rectangle 3"/>
          <p:cNvSpPr>
            <a:spLocks noGrp="1"/>
          </p:cNvSpPr>
          <p:nvPr>
            <p:ph type="title"/>
          </p:nvPr>
        </p:nvSpPr>
        <p:spPr>
          <a:xfrm>
            <a:off x="2032000" y="304800"/>
            <a:ext cx="2743200" cy="7270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sz="3200"/>
              <a:t>量子力学</a:t>
            </a:r>
            <a:endParaRPr lang="zh-CN" sz="320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48130"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普遍联系的系统自然观</a:t>
            </a:r>
            <a:endParaRPr lang="zh-CN"/>
          </a:p>
        </p:txBody>
      </p:sp>
      <p:sp>
        <p:nvSpPr>
          <p:cNvPr id="48131" name="Rectangle 3"/>
          <p:cNvSpPr>
            <a:spLocks noGrp="1"/>
          </p:cNvSpPr>
          <p:nvPr>
            <p:ph type="body" idx="1"/>
          </p:nvPr>
        </p:nvSpPr>
        <p:spPr>
          <a:xfrm>
            <a:off x="406400" y="5410200"/>
            <a:ext cx="10871200" cy="1066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solidFill>
                  <a:schemeClr val="tx1"/>
                </a:solidFill>
              </a:rPr>
              <a:t>系统是由若干相互联系、相互作用的要素组成的具有特定结构与功能的有机整体。</a:t>
            </a:r>
            <a:r>
              <a:rPr lang="zh-CN"/>
              <a:t> </a:t>
            </a:r>
            <a:endParaRPr lang="zh-CN"/>
          </a:p>
        </p:txBody>
      </p:sp>
      <p:pic>
        <p:nvPicPr>
          <p:cNvPr id="48132" name="Picture 4"/>
          <p:cNvPicPr>
            <a:picLocks noChangeAspect="1"/>
          </p:cNvPicPr>
          <p:nvPr/>
        </p:nvPicPr>
        <p:blipFill>
          <a:blip r:embed="rId2"/>
          <a:stretch/>
        </p:blipFill>
        <p:spPr>
          <a:xfrm>
            <a:off x="1524000" y="1600200"/>
            <a:ext cx="9144000" cy="3810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49154" name="Picture 2"/>
          <p:cNvPicPr>
            <a:picLocks noChangeAspect="1"/>
          </p:cNvPicPr>
          <p:nvPr/>
        </p:nvPicPr>
        <p:blipFill>
          <a:blip r:embed="rId2"/>
          <a:stretch/>
        </p:blipFill>
        <p:spPr>
          <a:xfrm>
            <a:off x="1524000" y="0"/>
            <a:ext cx="9144000" cy="685800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0178"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基本思想</a:t>
            </a:r>
            <a:endParaRPr lang="zh-CN"/>
          </a:p>
        </p:txBody>
      </p:sp>
      <p:sp>
        <p:nvSpPr>
          <p:cNvPr id="50179"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描绘出一幅从基本粒子、原子、分子化合物直到人类，从微观领域到宇观天体系统演化的自组织、自我运动、自我创造的辩证的演化发展的自然图景。</a:t>
            </a:r>
            <a:endParaRPr 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1202"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普里高津的</a:t>
            </a:r>
            <a:r>
              <a:rPr lang="zh-CN">
                <a:latin typeface="黑体"/>
              </a:rPr>
              <a:t>“</a:t>
            </a:r>
            <a:r>
              <a:rPr lang="zh-CN"/>
              <a:t>耗散结构论</a:t>
            </a:r>
            <a:r>
              <a:rPr lang="zh-CN">
                <a:latin typeface="黑体"/>
              </a:rPr>
              <a:t>”</a:t>
            </a:r>
            <a:endParaRPr lang="zh-CN"/>
          </a:p>
        </p:txBody>
      </p:sp>
      <p:sp>
        <p:nvSpPr>
          <p:cNvPr id="51203" name="Rectangle 3"/>
          <p:cNvSpPr>
            <a:spLocks noGrp="1"/>
          </p:cNvSpPr>
          <p:nvPr>
            <p:ph type="body" idx="1"/>
          </p:nvPr>
        </p:nvSpPr>
        <p:spPr>
          <a:xfrm>
            <a:off x="4978400" y="1905000"/>
            <a:ext cx="64008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nSpc>
                <a:spcPct val="90000"/>
              </a:lnSpc>
            </a:pPr>
            <a:r>
              <a:rPr lang="zh-CN"/>
              <a:t>基本思想：一个远离平衡态的开放系统，通过不断与外界交换物质和能力，在外界条件达到一定阈值的时候就能从无序状态过渡到有序状态，这样的结构就是耗散结构，而耗散结构理论就是研究耗散结构的。</a:t>
            </a:r>
            <a:endParaRPr lang="zh-CN"/>
          </a:p>
        </p:txBody>
      </p:sp>
      <p:pic>
        <p:nvPicPr>
          <p:cNvPr id="51204" name="Picture 4"/>
          <p:cNvPicPr>
            <a:picLocks noChangeAspect="1"/>
          </p:cNvPicPr>
          <p:nvPr/>
        </p:nvPicPr>
        <p:blipFill>
          <a:blip r:embed="rId2"/>
          <a:stretch/>
        </p:blipFill>
        <p:spPr>
          <a:xfrm>
            <a:off x="1905000" y="1905000"/>
            <a:ext cx="3200400" cy="39624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52226" name="Picture 2"/>
          <p:cNvPicPr>
            <a:picLocks noChangeAspect="1"/>
          </p:cNvPicPr>
          <p:nvPr/>
        </p:nvPicPr>
        <p:blipFill>
          <a:blip r:embed="rId2"/>
          <a:stretch/>
        </p:blipFill>
        <p:spPr>
          <a:xfrm>
            <a:off x="1524000" y="1570038"/>
            <a:ext cx="7924800" cy="5287962"/>
          </a:xfrm>
          <a:prstGeom prst="rect">
            <a:avLst/>
          </a:prstGeom>
          <a:noFill/>
          <a:ln>
            <a:noFill/>
          </a:ln>
        </p:spPr>
      </p:pic>
      <p:sp>
        <p:nvSpPr>
          <p:cNvPr id="52227" name="Rectangle 3"/>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天人和谐的生态自然观</a:t>
            </a:r>
            <a:endParaRPr lang="zh-CN"/>
          </a:p>
        </p:txBody>
      </p:sp>
      <p:sp>
        <p:nvSpPr>
          <p:cNvPr id="52228" name="Rectangle 4"/>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生态系统是生命系统。</a:t>
            </a:r>
            <a:endParaRPr lang="zh-CN"/>
          </a:p>
          <a:p>
            <a:pPr lvl="0"/>
            <a:r>
              <a:rPr lang="zh-CN"/>
              <a:t>生态系统具有显著的整体性</a:t>
            </a:r>
            <a:endParaRPr lang="zh-CN"/>
          </a:p>
          <a:p>
            <a:pPr lvl="0"/>
            <a:r>
              <a:rPr lang="zh-CN"/>
              <a:t>生态系统是自组织的开放系统</a:t>
            </a:r>
            <a:endParaRPr lang="zh-CN"/>
          </a:p>
          <a:p>
            <a:pPr lvl="0"/>
            <a:r>
              <a:rPr lang="zh-CN"/>
              <a:t>生态系统是动态平衡系统</a:t>
            </a:r>
            <a:endParaRPr lang="zh-CN"/>
          </a:p>
          <a:p>
            <a:pPr lvl="0"/>
            <a:r>
              <a:rPr lang="zh-CN"/>
              <a:t>生态平衡是稳定性和变化性相统一的平衡。</a:t>
            </a:r>
            <a:endParaRPr lang="zh-CN"/>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3250" name="标题 1"/>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盖娅假说</a:t>
            </a:r>
            <a:endParaRPr lang="zh-CN"/>
          </a:p>
        </p:txBody>
      </p:sp>
      <p:sp>
        <p:nvSpPr>
          <p:cNvPr id="53251" name="内容占位符 2"/>
          <p:cNvSpPr>
            <a:spLocks noGrp="1"/>
          </p:cNvSpPr>
          <p:nvPr>
            <p:ph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核心思想是：整个地球是一个生命有机体，是一个</a:t>
            </a:r>
            <a:r>
              <a:rPr lang="en-US"/>
              <a:t>“</a:t>
            </a:r>
            <a:r>
              <a:rPr lang="zh-CN"/>
              <a:t>巨生命系统</a:t>
            </a:r>
            <a:r>
              <a:rPr lang="en-US"/>
              <a:t>”</a:t>
            </a:r>
            <a:r>
              <a:rPr lang="zh-CN"/>
              <a:t>（</a:t>
            </a:r>
            <a:r>
              <a:rPr lang="en-US"/>
              <a:t>Mega-life System</a:t>
            </a:r>
            <a:r>
              <a:rPr lang="zh-CN"/>
              <a:t>），通俗地说：</a:t>
            </a:r>
            <a:r>
              <a:rPr lang="en-US"/>
              <a:t>“</a:t>
            </a:r>
            <a:r>
              <a:rPr lang="zh-CN"/>
              <a:t>地球是活的！</a:t>
            </a:r>
            <a:r>
              <a:rPr lang="en-US"/>
              <a:t>”</a:t>
            </a:r>
            <a:endParaRPr 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4274" name="标题 1"/>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量子世界观</a:t>
            </a:r>
            <a:endParaRPr lang="zh-CN"/>
          </a:p>
        </p:txBody>
      </p:sp>
      <p:sp>
        <p:nvSpPr>
          <p:cNvPr id="54275" name="内容占位符 2"/>
          <p:cNvSpPr>
            <a:spLocks noGrp="1"/>
          </p:cNvSpPr>
          <p:nvPr>
            <p:ph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宇宙大爆炸</a:t>
            </a:r>
            <a:endParaRPr lang="en-US"/>
          </a:p>
          <a:p>
            <a:pPr lvl="0"/>
            <a:r>
              <a:rPr lang="zh-CN"/>
              <a:t>量子离散</a:t>
            </a:r>
            <a:endParaRPr lang="en-US"/>
          </a:p>
          <a:p>
            <a:pPr lvl="0"/>
            <a:r>
              <a:rPr lang="zh-CN"/>
              <a:t>测</a:t>
            </a:r>
            <a:r>
              <a:rPr lang="zh-CN"/>
              <a:t>不准定律</a:t>
            </a:r>
            <a:endParaRPr lang="en-US"/>
          </a:p>
          <a:p>
            <a:pPr lvl="0"/>
            <a:r>
              <a:rPr lang="zh-CN"/>
              <a:t>相对时空观</a:t>
            </a:r>
            <a:endParaRPr lang="en-US"/>
          </a:p>
          <a:p>
            <a:pPr lvl="0"/>
            <a:r>
              <a:rPr lang="zh-CN"/>
              <a:t>质能互换</a:t>
            </a:r>
            <a:endParaRPr lang="en-US"/>
          </a:p>
          <a:p>
            <a:pPr lvl="0"/>
            <a:r>
              <a:rPr lang="zh-CN"/>
              <a:t>波粒二象性</a:t>
            </a:r>
            <a:endParaRPr lang="en-US"/>
          </a:p>
          <a:p>
            <a:pPr lvl="0"/>
            <a:r>
              <a:rPr lang="zh-CN"/>
              <a:t>量子纠缠</a:t>
            </a:r>
            <a:endParaRPr lang="zh-CN"/>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5298" name="Rectangle 2"/>
          <p:cNvSpPr>
            <a:spLocks noGrp="1"/>
          </p:cNvSpPr>
          <p:nvPr>
            <p:ph type="title"/>
          </p:nvPr>
        </p:nvSpPr>
        <p:spPr>
          <a:xfrm>
            <a:off x="1828800" y="22098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solidFill>
                  <a:schemeClr val="tx1"/>
                </a:solidFill>
              </a:rPr>
              <a:t>三、全球问题与可持续发展</a:t>
            </a:r>
            <a:endParaRPr lang="zh-CN">
              <a:solidFill>
                <a:schemeClr val="tx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6322" name="Rectangle 2"/>
          <p:cNvSpPr>
            <a:spLocks noGrp="1"/>
          </p:cNvSpPr>
          <p:nvPr>
            <p:ph type="title"/>
          </p:nvPr>
        </p:nvSpPr>
        <p:spPr>
          <a:xfrm>
            <a:off x="1930400" y="16764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1</a:t>
            </a:r>
            <a:r>
              <a:rPr lang="en-US"/>
              <a:t>.</a:t>
            </a:r>
            <a:r>
              <a:rPr lang="zh-CN"/>
              <a:t>全球性问题</a:t>
            </a:r>
            <a:endParaRPr lang="zh-CN"/>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57346" name="Picture 4"/>
          <p:cNvPicPr>
            <a:picLocks noChangeAspect="1"/>
          </p:cNvPicPr>
          <p:nvPr/>
        </p:nvPicPr>
        <p:blipFill>
          <a:blip r:embed="rId2"/>
          <a:stretch/>
        </p:blipFill>
        <p:spPr>
          <a:xfrm>
            <a:off x="2819400" y="1752600"/>
            <a:ext cx="7010400" cy="3983038"/>
          </a:xfrm>
          <a:prstGeom prst="rect">
            <a:avLst/>
          </a:prstGeom>
          <a:noFill/>
          <a:ln>
            <a:noFill/>
          </a:ln>
        </p:spPr>
      </p:pic>
      <p:sp>
        <p:nvSpPr>
          <p:cNvPr id="57347" name="Rectangle 5"/>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人口问题</a:t>
            </a:r>
            <a:endParaRPr lang="zh-CN"/>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8370" name="Rectangle 2"/>
          <p:cNvSpPr>
            <a:spLocks noGrp="1"/>
          </p:cNvSpPr>
          <p:nvPr>
            <p:ph type="title"/>
          </p:nvPr>
        </p:nvSpPr>
        <p:spPr>
          <a:xfrm>
            <a:off x="9753600" y="190500"/>
            <a:ext cx="1625600" cy="5829300"/>
          </a:xfrm>
          <a:prstGeom prst="rect">
            <a:avLst/>
          </a:prstGeom>
          <a:noFill/>
          <a:ln>
            <a:miter/>
          </a:ln>
        </p:spPr>
        <p:txBody>
          <a:bodyPr vert="vert"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温室效应</a:t>
            </a:r>
            <a:endParaRPr lang="zh-CN"/>
          </a:p>
        </p:txBody>
      </p:sp>
      <p:pic>
        <p:nvPicPr>
          <p:cNvPr id="58371" name="Picture 3"/>
          <p:cNvPicPr>
            <a:picLocks noChangeAspect="1"/>
          </p:cNvPicPr>
          <p:nvPr/>
        </p:nvPicPr>
        <p:blipFill>
          <a:blip r:embed="rId2"/>
          <a:stretch/>
        </p:blipFill>
        <p:spPr>
          <a:xfrm>
            <a:off x="1524000" y="1447800"/>
            <a:ext cx="7391400" cy="54102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59394"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厄尔尼诺现象</a:t>
            </a:r>
            <a:endParaRPr lang="zh-CN"/>
          </a:p>
        </p:txBody>
      </p:sp>
      <p:pic>
        <p:nvPicPr>
          <p:cNvPr id="59395" name="Picture 3"/>
          <p:cNvPicPr>
            <a:picLocks noChangeAspect="1"/>
          </p:cNvPicPr>
          <p:nvPr/>
        </p:nvPicPr>
        <p:blipFill>
          <a:blip r:embed="rId2"/>
          <a:stretch/>
        </p:blipFill>
        <p:spPr>
          <a:xfrm>
            <a:off x="1524000" y="1649413"/>
            <a:ext cx="8382000" cy="5208587"/>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0418"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臭氧空洞</a:t>
            </a:r>
            <a:endParaRPr lang="zh-CN"/>
          </a:p>
        </p:txBody>
      </p:sp>
      <p:pic>
        <p:nvPicPr>
          <p:cNvPr id="60419" name="Picture 3"/>
          <p:cNvPicPr>
            <a:picLocks noChangeAspect="1"/>
          </p:cNvPicPr>
          <p:nvPr/>
        </p:nvPicPr>
        <p:blipFill>
          <a:blip r:embed="rId2"/>
          <a:stretch/>
        </p:blipFill>
        <p:spPr>
          <a:xfrm>
            <a:off x="2819400" y="1649413"/>
            <a:ext cx="5562600" cy="520858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1442"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土地荒漠化</a:t>
            </a:r>
            <a:endParaRPr lang="zh-CN"/>
          </a:p>
        </p:txBody>
      </p:sp>
      <p:pic>
        <p:nvPicPr>
          <p:cNvPr id="61443" name="Picture 3"/>
          <p:cNvPicPr>
            <a:picLocks noChangeAspect="1"/>
          </p:cNvPicPr>
          <p:nvPr/>
        </p:nvPicPr>
        <p:blipFill>
          <a:blip r:embed="rId2"/>
          <a:stretch/>
        </p:blipFill>
        <p:spPr>
          <a:xfrm>
            <a:off x="1524000" y="1600200"/>
            <a:ext cx="8305800" cy="52578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2466"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酸雨</a:t>
            </a:r>
            <a:endParaRPr lang="zh-CN"/>
          </a:p>
        </p:txBody>
      </p:sp>
      <p:pic>
        <p:nvPicPr>
          <p:cNvPr id="62467" name="Picture 3"/>
          <p:cNvPicPr>
            <a:picLocks noChangeAspect="1"/>
          </p:cNvPicPr>
          <p:nvPr/>
        </p:nvPicPr>
        <p:blipFill>
          <a:blip r:embed="rId2"/>
          <a:stretch/>
        </p:blipFill>
        <p:spPr>
          <a:xfrm>
            <a:off x="2819400" y="1676400"/>
            <a:ext cx="7162800" cy="4262438"/>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3490"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森林破坏</a:t>
            </a:r>
            <a:endParaRPr lang="zh-CN"/>
          </a:p>
        </p:txBody>
      </p:sp>
      <p:pic>
        <p:nvPicPr>
          <p:cNvPr id="63491" name="Picture 3"/>
          <p:cNvPicPr>
            <a:picLocks noChangeAspect="1"/>
          </p:cNvPicPr>
          <p:nvPr/>
        </p:nvPicPr>
        <p:blipFill>
          <a:blip r:embed="rId2"/>
          <a:stretch/>
        </p:blipFill>
        <p:spPr>
          <a:xfrm>
            <a:off x="1524000" y="1371600"/>
            <a:ext cx="8153400" cy="54864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4514"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生物灭绝</a:t>
            </a:r>
            <a:endParaRPr lang="zh-CN"/>
          </a:p>
        </p:txBody>
      </p:sp>
      <p:pic>
        <p:nvPicPr>
          <p:cNvPr id="64515" name="Picture 3"/>
          <p:cNvPicPr>
            <a:picLocks noChangeAspect="1"/>
          </p:cNvPicPr>
          <p:nvPr/>
        </p:nvPicPr>
        <p:blipFill>
          <a:blip r:embed="rId2"/>
          <a:stretch/>
        </p:blipFill>
        <p:spPr>
          <a:xfrm>
            <a:off x="1524000" y="1600200"/>
            <a:ext cx="8048625" cy="52578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5538"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水资源问题</a:t>
            </a:r>
            <a:endParaRPr lang="zh-CN"/>
          </a:p>
        </p:txBody>
      </p:sp>
      <p:pic>
        <p:nvPicPr>
          <p:cNvPr id="65539" name="Picture 3"/>
          <p:cNvPicPr>
            <a:picLocks noChangeAspect="1"/>
          </p:cNvPicPr>
          <p:nvPr/>
        </p:nvPicPr>
        <p:blipFill>
          <a:blip r:embed="rId2"/>
          <a:stretch/>
        </p:blipFill>
        <p:spPr>
          <a:xfrm>
            <a:off x="1524000" y="1601788"/>
            <a:ext cx="8153400" cy="5256212"/>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6562" name="Rectangle 2"/>
          <p:cNvSpPr>
            <a:spLocks noGrp="1"/>
          </p:cNvSpPr>
          <p:nvPr>
            <p:ph type="title"/>
          </p:nvPr>
        </p:nvSpPr>
        <p:spPr>
          <a:xfrm>
            <a:off x="9042400" y="419100"/>
            <a:ext cx="2336800" cy="5829300"/>
          </a:xfrm>
          <a:prstGeom prst="rect">
            <a:avLst/>
          </a:prstGeom>
          <a:noFill/>
          <a:ln>
            <a:miter/>
          </a:ln>
        </p:spPr>
        <p:txBody>
          <a:bodyPr vert="vert"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solidFill>
                  <a:srgbClr val="FF0000"/>
                </a:solidFill>
              </a:rPr>
              <a:t>中国生态环境令人担忧！</a:t>
            </a:r>
            <a:endParaRPr lang="zh-CN">
              <a:solidFill>
                <a:srgbClr val="FF0000"/>
              </a:solidFill>
            </a:endParaRPr>
          </a:p>
        </p:txBody>
      </p:sp>
      <p:pic>
        <p:nvPicPr>
          <p:cNvPr id="66563" name="Picture 3">
            <a:hlinkClick r:id="rId3"/>
          </p:cNvPr>
          <p:cNvPicPr>
            <a:picLocks noChangeAspect="1"/>
          </p:cNvPicPr>
          <p:nvPr/>
        </p:nvPicPr>
        <p:blipFill>
          <a:blip r:embed="rId2"/>
          <a:stretch/>
        </p:blipFill>
        <p:spPr>
          <a:xfrm>
            <a:off x="3048000" y="0"/>
            <a:ext cx="5181600" cy="6858000"/>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7586" name="Rectangle 2"/>
          <p:cNvSpPr>
            <a:spLocks noGrp="1"/>
          </p:cNvSpPr>
          <p:nvPr>
            <p:ph type="title"/>
          </p:nvPr>
        </p:nvSpPr>
        <p:spPr>
          <a:xfrm>
            <a:off x="1930400" y="15240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2.</a:t>
            </a:r>
            <a:r>
              <a:rPr lang="zh-CN"/>
              <a:t>可持续发展</a:t>
            </a:r>
            <a:endParaRPr lang="zh-CN"/>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8610"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en-US"/>
              <a:t>3</a:t>
            </a:r>
            <a:r>
              <a:rPr lang="zh-CN"/>
              <a:t>、可持续发展观的提出</a:t>
            </a:r>
            <a:endParaRPr lang="zh-CN"/>
          </a:p>
        </p:txBody>
      </p:sp>
      <p:sp>
        <p:nvSpPr>
          <p:cNvPr id="68611"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en-US"/>
              <a:t>1981</a:t>
            </a:r>
            <a:r>
              <a:rPr lang="zh-CN"/>
              <a:t>年，美国著名学者布朗出版了</a:t>
            </a:r>
            <a:r>
              <a:rPr lang="en-US"/>
              <a:t>《</a:t>
            </a:r>
            <a:r>
              <a:rPr lang="zh-CN"/>
              <a:t>建设一个可持续发展的社会</a:t>
            </a:r>
            <a:r>
              <a:rPr lang="en-US"/>
              <a:t>》</a:t>
            </a:r>
            <a:r>
              <a:rPr lang="zh-CN"/>
              <a:t>一书，首次阐述了可持续发展的思想，提出以控制人口增长、保护资源基础和开发再生能源来实现可持续发展的三大途径。 </a:t>
            </a:r>
            <a:endParaRPr lang="zh-CN"/>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69634" name="Rectangle 2"/>
          <p:cNvSpPr>
            <a:spLocks noGrp="1"/>
          </p:cNvSpPr>
          <p:nvPr>
            <p:ph type="title"/>
          </p:nvPr>
        </p:nvSpPr>
        <p:spPr>
          <a:xfrm>
            <a:off x="2032000" y="190500"/>
            <a:ext cx="9347200" cy="1527175"/>
          </a:xfrm>
          <a:prstGeom prst="rect">
            <a:avLst/>
          </a:prstGeom>
          <a:noFill/>
          <a:ln>
            <a:miter/>
          </a:ln>
        </p:spPr>
        <p:txBody>
          <a:bodyPr vert="horz" wrap="square" lIns="91440" tIns="45720" rIns="91440" bIns="45720" anchor="ctr" anchorCtr="0"/>
          <a:lstStyle>
            <a:lvl1pPr marL="0" lvl="0" indent="0" algn="l" defTabSz="914400">
              <a:lnSpc>
                <a:spcPct val="100000"/>
              </a:lnSpc>
              <a:spcBef>
                <a:spcPct val="0"/>
              </a:spcBef>
              <a:spcAft>
                <a:spcPct val="0"/>
              </a:spcAft>
              <a:buClrTx/>
              <a:buSzTx/>
              <a:buFontTx/>
              <a:buNone/>
              <a:defRPr lang="zh-CN" sz="4000" b="1" i="0" u="none" baseline="0">
                <a:solidFill>
                  <a:schemeClr val="tx2"/>
                </a:solidFill>
                <a:latin typeface="Arial"/>
                <a:ea typeface="黑体"/>
              </a:defRPr>
            </a:lvl1pPr>
            <a:lvl2pPr lvl="1" algn="l">
              <a:spcBef>
                <a:spcPct val="0"/>
              </a:spcBef>
              <a:spcAft>
                <a:spcPct val="0"/>
              </a:spcAft>
              <a:defRPr lang="zh-CN" sz="4000" b="1">
                <a:solidFill>
                  <a:schemeClr val="tx2"/>
                </a:solidFill>
                <a:latin typeface="Arial"/>
                <a:ea typeface="黑体"/>
              </a:defRPr>
            </a:lvl2pPr>
            <a:lvl3pPr lvl="2" algn="l">
              <a:spcBef>
                <a:spcPct val="0"/>
              </a:spcBef>
              <a:spcAft>
                <a:spcPct val="0"/>
              </a:spcAft>
              <a:defRPr lang="zh-CN" sz="4000" b="1">
                <a:solidFill>
                  <a:schemeClr val="tx2"/>
                </a:solidFill>
                <a:latin typeface="Arial"/>
                <a:ea typeface="黑体"/>
              </a:defRPr>
            </a:lvl3pPr>
            <a:lvl4pPr lvl="3" algn="l">
              <a:spcBef>
                <a:spcPct val="0"/>
              </a:spcBef>
              <a:spcAft>
                <a:spcPct val="0"/>
              </a:spcAft>
              <a:defRPr lang="zh-CN" sz="4000" b="1">
                <a:solidFill>
                  <a:schemeClr val="tx2"/>
                </a:solidFill>
                <a:latin typeface="Arial"/>
                <a:ea typeface="黑体"/>
              </a:defRPr>
            </a:lvl4pPr>
            <a:lvl5pPr lvl="4" algn="l">
              <a:spcBef>
                <a:spcPct val="0"/>
              </a:spcBef>
              <a:spcAft>
                <a:spcPct val="0"/>
              </a:spcAft>
              <a:defRPr lang="zh-CN" sz="4000" b="1">
                <a:solidFill>
                  <a:schemeClr val="tx2"/>
                </a:solidFill>
                <a:latin typeface="Arial"/>
                <a:ea typeface="黑体"/>
              </a:defRPr>
            </a:lvl5pPr>
            <a:lvl6pPr marL="457200" lvl="5" algn="l">
              <a:spcBef>
                <a:spcPct val="0"/>
              </a:spcBef>
              <a:spcAft>
                <a:spcPct val="0"/>
              </a:spcAft>
              <a:defRPr lang="zh-CN" sz="4000" b="1">
                <a:solidFill>
                  <a:schemeClr val="tx2"/>
                </a:solidFill>
                <a:latin typeface="Arial"/>
                <a:ea typeface="黑体"/>
              </a:defRPr>
            </a:lvl6pPr>
            <a:lvl7pPr marL="914400" lvl="6" algn="l">
              <a:spcBef>
                <a:spcPct val="0"/>
              </a:spcBef>
              <a:spcAft>
                <a:spcPct val="0"/>
              </a:spcAft>
              <a:defRPr lang="zh-CN" sz="4000" b="1">
                <a:solidFill>
                  <a:schemeClr val="tx2"/>
                </a:solidFill>
                <a:latin typeface="Arial"/>
                <a:ea typeface="黑体"/>
              </a:defRPr>
            </a:lvl7pPr>
            <a:lvl8pPr marL="1371600" lvl="7" algn="l">
              <a:spcBef>
                <a:spcPct val="0"/>
              </a:spcBef>
              <a:spcAft>
                <a:spcPct val="0"/>
              </a:spcAft>
              <a:defRPr lang="zh-CN" sz="4000" b="1">
                <a:solidFill>
                  <a:schemeClr val="tx2"/>
                </a:solidFill>
                <a:latin typeface="Arial"/>
                <a:ea typeface="黑体"/>
              </a:defRPr>
            </a:lvl8pPr>
            <a:lvl9pPr marL="1828800" lvl="8" algn="l">
              <a:spcBef>
                <a:spcPct val="0"/>
              </a:spcBef>
              <a:spcAft>
                <a:spcPct val="0"/>
              </a:spcAft>
              <a:defRPr lang="zh-CN" sz="4000" b="1">
                <a:solidFill>
                  <a:schemeClr val="tx2"/>
                </a:solidFill>
                <a:latin typeface="Arial"/>
                <a:ea typeface="黑体"/>
              </a:defRPr>
            </a:lvl9pPr>
          </a:lstStyle>
          <a:p>
            <a:pPr lvl="0"/>
            <a:r>
              <a:rPr lang="zh-CN"/>
              <a:t>基本原则</a:t>
            </a:r>
            <a:endParaRPr lang="zh-CN"/>
          </a:p>
        </p:txBody>
      </p:sp>
      <p:sp>
        <p:nvSpPr>
          <p:cNvPr id="69635" name="Rectangle 3"/>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r>
              <a:rPr lang="zh-CN"/>
              <a:t>发展原则</a:t>
            </a:r>
            <a:endParaRPr lang="zh-CN"/>
          </a:p>
          <a:p>
            <a:pPr lvl="0"/>
            <a:r>
              <a:rPr lang="zh-CN"/>
              <a:t>可持续原则</a:t>
            </a:r>
            <a:endParaRPr lang="zh-CN"/>
          </a:p>
          <a:p>
            <a:pPr lvl="0"/>
            <a:r>
              <a:rPr lang="zh-CN"/>
              <a:t>共同性原则</a:t>
            </a:r>
            <a:endParaRPr lang="zh-CN"/>
          </a:p>
          <a:p>
            <a:pPr lvl="0"/>
            <a:r>
              <a:rPr lang="zh-CN"/>
              <a:t>公平性原则</a:t>
            </a:r>
            <a:endParaRPr lang="zh-CN"/>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pic>
        <p:nvPicPr>
          <p:cNvPr id="70658" name="Picture 2"/>
          <p:cNvPicPr>
            <a:picLocks noChangeAspect="1"/>
          </p:cNvPicPr>
          <p:nvPr/>
        </p:nvPicPr>
        <p:blipFill>
          <a:blip r:embed="rId2"/>
          <a:stretch/>
        </p:blipFill>
        <p:spPr>
          <a:xfrm>
            <a:off x="1524000" y="0"/>
            <a:ext cx="9144000" cy="6858000"/>
          </a:xfrm>
          <a:prstGeom prst="rect">
            <a:avLst/>
          </a:prstGeom>
          <a:noFill/>
          <a:ln>
            <a:noFill/>
          </a:ln>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
    <p:spTree>
      <p:nvGrpSpPr>
        <p:cNvPr id="1" name=""/>
        <p:cNvGrpSpPr/>
        <p:nvPr/>
      </p:nvGrpSpPr>
      <p:grpSpPr/>
      <p:sp>
        <p:nvSpPr>
          <p:cNvPr id="71682" name="Rectangle 2"/>
          <p:cNvSpPr>
            <a:spLocks noGrp="1"/>
          </p:cNvSpPr>
          <p:nvPr>
            <p:ph type="body" idx="1"/>
          </p:nvPr>
        </p:nvSpPr>
        <p:spPr>
          <a:xfrm>
            <a:off x="2032000" y="1905000"/>
            <a:ext cx="9347200" cy="4114800"/>
          </a:xfrm>
          <a:prstGeom prst="rect">
            <a:avLst/>
          </a:prstGeom>
          <a:noFill/>
          <a:ln>
            <a:miter/>
          </a:ln>
        </p:spPr>
        <p:txBody>
          <a:bodyPr vert="horz" wrap="square" lIns="91440" tIns="45720" rIns="91440" bIns="45720" anchor="t" anchorCtr="0"/>
          <a:lstStyle>
            <a:lvl1pPr marL="342900" lvl="0" indent="-342900" algn="l" defTabSz="914400">
              <a:lnSpc>
                <a:spcPct val="100000"/>
              </a:lnSpc>
              <a:spcBef>
                <a:spcPct val="20000"/>
              </a:spcBef>
              <a:spcAft>
                <a:spcPct val="0"/>
              </a:spcAft>
              <a:buClr>
                <a:schemeClr val="tx1"/>
              </a:buClr>
              <a:buSzPct val="70000"/>
              <a:buFont typeface="Wingdings" charset="2"/>
              <a:buChar char="¢"/>
              <a:defRPr lang="zh-CN" sz="3200" b="0" i="0" u="none" baseline="0">
                <a:solidFill>
                  <a:schemeClr val="tx2"/>
                </a:solidFill>
                <a:latin typeface="Arial"/>
                <a:ea typeface="楷体"/>
              </a:defRPr>
            </a:lvl1pPr>
            <a:lvl2pPr marL="742950" lvl="1" indent="-285750" algn="l" defTabSz="914400">
              <a:lnSpc>
                <a:spcPct val="100000"/>
              </a:lnSpc>
              <a:spcBef>
                <a:spcPct val="20000"/>
              </a:spcBef>
              <a:spcAft>
                <a:spcPct val="0"/>
              </a:spcAft>
              <a:buClr>
                <a:schemeClr val="accent1"/>
              </a:buClr>
              <a:buSzPct val="75000"/>
              <a:buFont typeface="Wingdings" charset="2"/>
              <a:buChar char="l"/>
              <a:defRPr lang="zh-CN" sz="3200" b="0" i="0" u="none" baseline="0">
                <a:solidFill>
                  <a:schemeClr val="tx2"/>
                </a:solidFill>
                <a:latin typeface="Arial"/>
                <a:ea typeface="楷体"/>
              </a:defRPr>
            </a:lvl2pPr>
            <a:lvl3pPr marL="1143000" lvl="2" indent="-228600" algn="l" defTabSz="914400">
              <a:lnSpc>
                <a:spcPct val="100000"/>
              </a:lnSpc>
              <a:spcBef>
                <a:spcPct val="20000"/>
              </a:spcBef>
              <a:spcAft>
                <a:spcPct val="0"/>
              </a:spcAft>
              <a:buClr>
                <a:schemeClr val="accent2"/>
              </a:buClr>
              <a:buSzTx/>
              <a:buFontTx/>
              <a:buChar char="•"/>
              <a:defRPr lang="zh-CN" sz="3200" b="0" i="0" u="none" baseline="0">
                <a:solidFill>
                  <a:schemeClr val="tx2"/>
                </a:solidFill>
                <a:latin typeface="Arial"/>
                <a:ea typeface="楷体"/>
              </a:defRPr>
            </a:lvl3pPr>
            <a:lvl4pPr marL="1600200" lvl="3" indent="-228600" algn="l" defTabSz="914400">
              <a:lnSpc>
                <a:spcPct val="100000"/>
              </a:lnSpc>
              <a:spcBef>
                <a:spcPct val="20000"/>
              </a:spcBef>
              <a:spcAft>
                <a:spcPct val="0"/>
              </a:spcAft>
              <a:buClr>
                <a:schemeClr val="tx1"/>
              </a:buClr>
              <a:buSzTx/>
              <a:buFontTx/>
              <a:buChar char="•"/>
              <a:defRPr lang="zh-CN" sz="3200" b="0" i="0" u="none" baseline="0">
                <a:solidFill>
                  <a:schemeClr val="tx2"/>
                </a:solidFill>
                <a:latin typeface="Arial"/>
                <a:ea typeface="楷体"/>
              </a:defRPr>
            </a:lvl4pPr>
            <a:lvl5pPr marL="2057400" lvl="4" indent="-228600" algn="l" defTabSz="914400">
              <a:lnSpc>
                <a:spcPct val="100000"/>
              </a:lnSpc>
              <a:spcBef>
                <a:spcPct val="20000"/>
              </a:spcBef>
              <a:spcAft>
                <a:spcPct val="0"/>
              </a:spcAft>
              <a:buClrTx/>
              <a:buSzTx/>
              <a:buFontTx/>
              <a:buChar char="•"/>
              <a:defRPr lang="zh-CN" sz="3200" b="0" i="0" u="none" baseline="0">
                <a:solidFill>
                  <a:schemeClr val="tx2"/>
                </a:solidFill>
                <a:latin typeface="Arial"/>
                <a:ea typeface="楷体"/>
              </a:defRPr>
            </a:lvl5pPr>
            <a:lvl6pPr marL="2514600" lvl="5" indent="-228600" algn="l">
              <a:spcBef>
                <a:spcPct val="20000"/>
              </a:spcBef>
              <a:spcAft>
                <a:spcPct val="0"/>
              </a:spcAft>
              <a:buChar char="•"/>
              <a:defRPr lang="zh-CN" sz="3200">
                <a:solidFill>
                  <a:schemeClr val="tx2"/>
                </a:solidFill>
                <a:latin typeface="Arial"/>
                <a:ea typeface="楷体"/>
              </a:defRPr>
            </a:lvl6pPr>
            <a:lvl7pPr marL="2971800" lvl="6" indent="-228600" algn="l">
              <a:spcBef>
                <a:spcPct val="20000"/>
              </a:spcBef>
              <a:spcAft>
                <a:spcPct val="0"/>
              </a:spcAft>
              <a:buChar char="•"/>
              <a:defRPr lang="zh-CN" sz="3200">
                <a:solidFill>
                  <a:schemeClr val="tx2"/>
                </a:solidFill>
                <a:latin typeface="Arial"/>
                <a:ea typeface="楷体"/>
              </a:defRPr>
            </a:lvl7pPr>
            <a:lvl8pPr marL="3429000" lvl="7" indent="-228600" algn="l">
              <a:spcBef>
                <a:spcPct val="20000"/>
              </a:spcBef>
              <a:spcAft>
                <a:spcPct val="0"/>
              </a:spcAft>
              <a:buChar char="•"/>
              <a:defRPr lang="zh-CN" sz="3200">
                <a:solidFill>
                  <a:schemeClr val="tx2"/>
                </a:solidFill>
                <a:latin typeface="Arial"/>
                <a:ea typeface="楷体"/>
              </a:defRPr>
            </a:lvl8pPr>
            <a:lvl9pPr marL="3886200" lvl="8" indent="-228600" algn="l">
              <a:spcBef>
                <a:spcPct val="20000"/>
              </a:spcBef>
              <a:spcAft>
                <a:spcPct val="0"/>
              </a:spcAft>
              <a:buChar char="•"/>
              <a:defRPr lang="zh-CN" sz="3200">
                <a:solidFill>
                  <a:schemeClr val="tx2"/>
                </a:solidFill>
                <a:latin typeface="Arial"/>
                <a:ea typeface="楷体"/>
              </a:defRPr>
            </a:lvl9pPr>
          </a:lstStyle>
          <a:p>
            <a:pPr lvl="0" algn="ctr"/>
            <a:r>
              <a:rPr lang="zh-CN" sz="6000">
                <a:solidFill>
                  <a:schemeClr val="tx1"/>
                </a:solidFill>
                <a:ea typeface="黑体"/>
              </a:rPr>
              <a:t>谢谢大家！</a:t>
            </a:r>
            <a:endParaRPr lang="zh-CN" sz="6000">
              <a:solidFill>
                <a:schemeClr val="tx1"/>
              </a:solidFill>
              <a:ea typeface="黑体"/>
            </a:endParaRPr>
          </a:p>
        </p:txBody>
      </p:sp>
    </p:spTree>
  </p:cSld>
  <p:clrMapOvr>
    <a:masterClrMapping/>
  </p:clrMapOvr>
</p:sld>
</file>