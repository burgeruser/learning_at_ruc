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tableStyles.xml" ContentType="application/vnd.openxmlformats-officedocument.presentationml.tableStyl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64e417e3568450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9144000" cy="6858000"/>
  <p:notesSz cx="6858000" cy="9144000"/>
  <p:defaultTextStyle>
    <a:lvl1pPr marL="0" lvl="0" indent="0" algn="l" defTabSz="91440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sz="1800" b="0" i="0" u="none" baseline="0">
        <a:solidFill>
          <a:schemeClr val="tx1"/>
        </a:solidFill>
        <a:latin typeface="Arial"/>
        <a:ea typeface="宋体"/>
      </a:defRPr>
    </a:lvl1pPr>
    <a:lvl2pPr marL="457200" lvl="1" indent="0" algn="l" defTabSz="91440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sz="1800" b="0" i="0" u="none" baseline="0">
        <a:solidFill>
          <a:schemeClr val="tx1"/>
        </a:solidFill>
        <a:latin typeface="Arial"/>
        <a:ea typeface="宋体"/>
      </a:defRPr>
    </a:lvl2pPr>
    <a:lvl3pPr marL="914400" lvl="2" indent="0" algn="l" defTabSz="91440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sz="1800" b="0" i="0" u="none" baseline="0">
        <a:solidFill>
          <a:schemeClr val="tx1"/>
        </a:solidFill>
        <a:latin typeface="Arial"/>
        <a:ea typeface="宋体"/>
      </a:defRPr>
    </a:lvl3pPr>
    <a:lvl4pPr marL="1371600" lvl="3" indent="0" algn="l" defTabSz="91440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sz="1800" b="0" i="0" u="none" baseline="0">
        <a:solidFill>
          <a:schemeClr val="tx1"/>
        </a:solidFill>
        <a:latin typeface="Arial"/>
        <a:ea typeface="宋体"/>
      </a:defRPr>
    </a:lvl4pPr>
    <a:lvl5pPr marL="1828800" lvl="4" indent="0" algn="l" defTabSz="91440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sz="1800" b="0" i="0" u="none" baseline="0">
        <a:solidFill>
          <a:schemeClr val="tx1"/>
        </a:solidFill>
        <a:latin typeface="Arial"/>
        <a:ea typeface="宋体"/>
      </a:defRPr>
    </a:lvl5pPr>
  </p:defaultTextStyle>
</p:presentation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slideMasters/theme/theme1.xml" Id="rId2" /><Relationship Type="http://schemas.openxmlformats.org/officeDocument/2006/relationships/slide" Target="/ppt/slides/slide1.xml" Id="rId3" /><Relationship Type="http://schemas.openxmlformats.org/officeDocument/2006/relationships/slide" Target="/ppt/slides/slide2.xml" Id="rId4" /><Relationship Type="http://schemas.openxmlformats.org/officeDocument/2006/relationships/slide" Target="/ppt/slides/slide3.xml" Id="rId5" /><Relationship Type="http://schemas.openxmlformats.org/officeDocument/2006/relationships/slide" Target="/ppt/slides/slide4.xml" Id="rId6" /><Relationship Type="http://schemas.openxmlformats.org/officeDocument/2006/relationships/slide" Target="/ppt/slides/slide5.xml" Id="rId7" /><Relationship Type="http://schemas.openxmlformats.org/officeDocument/2006/relationships/slide" Target="/ppt/slides/slide6.xml" Id="rId8" /><Relationship Type="http://schemas.openxmlformats.org/officeDocument/2006/relationships/slide" Target="/ppt/slides/slide7.xml" Id="rId9" /><Relationship Type="http://schemas.openxmlformats.org/officeDocument/2006/relationships/slide" Target="/ppt/slides/slide8.xml" Id="rId10" /><Relationship Type="http://schemas.openxmlformats.org/officeDocument/2006/relationships/slide" Target="/ppt/slides/slide9.xml" Id="rId11" /><Relationship Type="http://schemas.openxmlformats.org/officeDocument/2006/relationships/slide" Target="/ppt/slides/slide10.xml" Id="rId12" /><Relationship Type="http://schemas.openxmlformats.org/officeDocument/2006/relationships/slide" Target="/ppt/slides/slide11.xml" Id="rId13" /><Relationship Type="http://schemas.openxmlformats.org/officeDocument/2006/relationships/slide" Target="/ppt/slides/slide12.xml" Id="rId14" /><Relationship Type="http://schemas.openxmlformats.org/officeDocument/2006/relationships/slide" Target="/ppt/slides/slide13.xml" Id="rId15" /><Relationship Type="http://schemas.openxmlformats.org/officeDocument/2006/relationships/slide" Target="/ppt/slides/slide14.xml" Id="rId16" /><Relationship Type="http://schemas.openxmlformats.org/officeDocument/2006/relationships/slide" Target="/ppt/slides/slide15.xml" Id="rId17" /><Relationship Type="http://schemas.openxmlformats.org/officeDocument/2006/relationships/slide" Target="/ppt/slides/slide16.xml" Id="rId18" /><Relationship Type="http://schemas.openxmlformats.org/officeDocument/2006/relationships/slide" Target="/ppt/slides/slide17.xml" Id="rId19" /><Relationship Type="http://schemas.openxmlformats.org/officeDocument/2006/relationships/slide" Target="/ppt/slides/slide18.xml" Id="rId20" /><Relationship Type="http://schemas.openxmlformats.org/officeDocument/2006/relationships/slide" Target="/ppt/slides/slide19.xml" Id="rId21" /><Relationship Type="http://schemas.openxmlformats.org/officeDocument/2006/relationships/slide" Target="/ppt/slides/slide20.xml" Id="rId22" /><Relationship Type="http://schemas.openxmlformats.org/officeDocument/2006/relationships/slide" Target="/ppt/slides/slide21.xml" Id="rId23" /><Relationship Type="http://schemas.openxmlformats.org/officeDocument/2006/relationships/slide" Target="/ppt/slides/slide22.xml" Id="rId24" /><Relationship Type="http://schemas.openxmlformats.org/officeDocument/2006/relationships/tableStyles" Target="/ppt/tableStyles.xml" Id="rId2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image" Target="/ppt/media/image.jpg" Id="rId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/>
      <p:pic>
        <p:nvPicPr>
          <p:cNvPr id="8194" name=""/>
          <p:cNvPicPr>
            <a:picLocks noChangeAspect="0"/>
          </p:cNvPicPr>
          <p:nvPr/>
        </p:nvPicPr>
        <p:blipFill>
          <a:blip r:embed="rId2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95" name="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="ctr" anchorCtr="0"/>
          <a:lstStyle>
            <a:lvl1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4400" b="1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</a:lstStyle>
          <a:p>
            <a:pPr lvl="0"/>
            <a:r>
              <a:t>单击此处编辑母版标题样式</a:t>
            </a:r>
          </a:p>
        </p:txBody>
      </p:sp>
      <p:sp>
        <p:nvSpPr>
          <p:cNvPr id="8196" name="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lvl="0" indent="0" algn="ctr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 lang="zh-CN" sz="32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  <a:lvl2pPr marL="457200" lvl="1" indent="0" algn="ctr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 lang="zh-CN" sz="2800" b="0" i="0" u="none" baseline="0">
                <a:solidFill>
                  <a:srgbClr val="083D8A"/>
                </a:solidFill>
                <a:latin typeface="Arial"/>
                <a:ea typeface="宋体"/>
              </a:defRPr>
            </a:lvl2pPr>
            <a:lvl3pPr marL="914400" lvl="2" indent="0" algn="ctr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 lang="zh-CN" sz="2400" b="0" i="0" u="none" baseline="0">
                <a:solidFill>
                  <a:srgbClr val="083D8A"/>
                </a:solidFill>
                <a:latin typeface="Arial"/>
                <a:ea typeface="宋体"/>
              </a:defRPr>
            </a:lvl3pPr>
            <a:lvl4pPr marL="1371600" lvl="3" indent="0" algn="ctr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4pPr>
            <a:lvl5pPr marL="1828800" lvl="4" indent="0" algn="ctr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5pPr>
          </a:lstStyle>
          <a:p>
            <a:pPr lvl="0"/>
            <a:r>
              <a:t>单击此处编辑母版副标题样式</a:t>
            </a:r>
          </a:p>
        </p:txBody>
      </p:sp>
      <p:sp>
        <p:nvSpPr>
          <p:cNvPr id="8197" name=""/>
          <p:cNvSpPr>
            <a:spLocks noGrp="1"/>
          </p:cNvSpPr>
          <p:nvPr>
            <p:ph type="dt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1800" b="0" i="0" u="none" baseline="0">
                <a:solidFill>
                  <a:schemeClr val="tx1"/>
                </a:solidFill>
                <a:latin typeface="Arial"/>
                <a:ea typeface="宋体"/>
              </a:defRPr>
            </a:lvl1pPr>
            <a:lvl2pPr marL="457200" lvl="1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1800" b="0" i="0" u="none" baseline="0">
                <a:solidFill>
                  <a:schemeClr val="tx1"/>
                </a:solidFill>
                <a:latin typeface="Arial"/>
                <a:ea typeface="宋体"/>
              </a:defRPr>
            </a:lvl2pPr>
            <a:lvl3pPr marL="914400" lvl="2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1800" b="0" i="0" u="none" baseline="0">
                <a:solidFill>
                  <a:schemeClr val="tx1"/>
                </a:solidFill>
                <a:latin typeface="Arial"/>
                <a:ea typeface="宋体"/>
              </a:defRPr>
            </a:lvl3pPr>
            <a:lvl4pPr marL="1371600" lvl="3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1800" b="0" i="0" u="none" baseline="0">
                <a:solidFill>
                  <a:schemeClr val="tx1"/>
                </a:solidFill>
                <a:latin typeface="Arial"/>
                <a:ea typeface="宋体"/>
              </a:defRPr>
            </a:lvl4pPr>
            <a:lvl5pPr marL="1828800" lvl="4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1800" b="0" i="0" u="none" baseline="0">
                <a:solidFill>
                  <a:schemeClr val="tx1"/>
                </a:solidFill>
                <a:latin typeface="Arial"/>
                <a:ea typeface="宋体"/>
              </a:defRPr>
            </a:lvl5pPr>
          </a:lstStyle>
          <a:p>
            <a:pPr lvl="0"/>
            <a:fld id="{7826CD68-9B79-4756-98EB-A8F178F685D8}" type="datetime1">
              <a:rPr sz="1400">
                <a:solidFill>
                  <a:srgbClr val="083D8A"/>
                </a:solidFill>
              </a:rPr>
              <a:t>*</a:t>
            </a:fld>
            <a:endParaRPr sz="1400">
              <a:solidFill>
                <a:srgbClr val="083D8A"/>
              </a:solidFill>
            </a:endParaRPr>
          </a:p>
        </p:txBody>
      </p:sp>
      <p:sp>
        <p:nvSpPr>
          <p:cNvPr id="8198" name=""/>
          <p:cNvSpPr>
            <a:spLocks noGrp="1"/>
          </p:cNvSpPr>
          <p:nvPr>
            <p:ph type="ft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1800" b="0" i="0" u="none" baseline="0">
                <a:solidFill>
                  <a:schemeClr val="tx1"/>
                </a:solidFill>
                <a:latin typeface="Arial"/>
                <a:ea typeface="宋体"/>
              </a:defRPr>
            </a:lvl1pPr>
            <a:lvl2pPr marL="457200" lvl="1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1800" b="0" i="0" u="none" baseline="0">
                <a:solidFill>
                  <a:schemeClr val="tx1"/>
                </a:solidFill>
                <a:latin typeface="Arial"/>
                <a:ea typeface="宋体"/>
              </a:defRPr>
            </a:lvl2pPr>
            <a:lvl3pPr marL="914400" lvl="2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1800" b="0" i="0" u="none" baseline="0">
                <a:solidFill>
                  <a:schemeClr val="tx1"/>
                </a:solidFill>
                <a:latin typeface="Arial"/>
                <a:ea typeface="宋体"/>
              </a:defRPr>
            </a:lvl3pPr>
            <a:lvl4pPr marL="1371600" lvl="3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1800" b="0" i="0" u="none" baseline="0">
                <a:solidFill>
                  <a:schemeClr val="tx1"/>
                </a:solidFill>
                <a:latin typeface="Arial"/>
                <a:ea typeface="宋体"/>
              </a:defRPr>
            </a:lvl4pPr>
            <a:lvl5pPr marL="1828800" lvl="4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1800" b="0" i="0" u="none" baseline="0">
                <a:solidFill>
                  <a:schemeClr val="tx1"/>
                </a:solidFill>
                <a:latin typeface="Arial"/>
                <a:ea typeface="宋体"/>
              </a:defRPr>
            </a:lvl5pPr>
          </a:lstStyle>
          <a:p>
            <a:pPr lvl="0" algn="ctr"/>
            <a:fld id="{AAE7F58C-A80A-4E88-A855-A0E5166D5DAD}" type="footer">
              <a:rPr sz="1400">
                <a:solidFill>
                  <a:srgbClr val="083D8A"/>
                </a:solidFill>
              </a:rPr>
              <a:t>*</a:t>
            </a:fld>
            <a:endParaRPr sz="1400">
              <a:solidFill>
                <a:srgbClr val="083D8A"/>
              </a:solidFill>
            </a:endParaRPr>
          </a:p>
        </p:txBody>
      </p:sp>
      <p:sp>
        <p:nvSpPr>
          <p:cNvPr id="8199" name=""/>
          <p:cNvSpPr>
            <a:spLocks noGrp="1"/>
          </p:cNvSpPr>
          <p:nvPr>
            <p:ph type="sldNum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1800" b="0" i="0" u="none" baseline="0">
                <a:solidFill>
                  <a:schemeClr val="tx1"/>
                </a:solidFill>
                <a:latin typeface="Arial"/>
                <a:ea typeface="宋体"/>
              </a:defRPr>
            </a:lvl1pPr>
            <a:lvl2pPr marL="457200" lvl="1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1800" b="0" i="0" u="none" baseline="0">
                <a:solidFill>
                  <a:schemeClr val="tx1"/>
                </a:solidFill>
                <a:latin typeface="Arial"/>
                <a:ea typeface="宋体"/>
              </a:defRPr>
            </a:lvl2pPr>
            <a:lvl3pPr marL="914400" lvl="2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1800" b="0" i="0" u="none" baseline="0">
                <a:solidFill>
                  <a:schemeClr val="tx1"/>
                </a:solidFill>
                <a:latin typeface="Arial"/>
                <a:ea typeface="宋体"/>
              </a:defRPr>
            </a:lvl3pPr>
            <a:lvl4pPr marL="1371600" lvl="3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1800" b="0" i="0" u="none" baseline="0">
                <a:solidFill>
                  <a:schemeClr val="tx1"/>
                </a:solidFill>
                <a:latin typeface="Arial"/>
                <a:ea typeface="宋体"/>
              </a:defRPr>
            </a:lvl4pPr>
            <a:lvl5pPr marL="1828800" lvl="4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1800" b="0" i="0" u="none" baseline="0">
                <a:solidFill>
                  <a:schemeClr val="tx1"/>
                </a:solidFill>
                <a:latin typeface="Arial"/>
                <a:ea typeface="宋体"/>
              </a:defRPr>
            </a:lvl5pPr>
          </a:lstStyle>
          <a:p>
            <a:pPr lvl="0" algn="r"/>
            <a:fld id="{D2544144-2057-4A0C-99F1-80B6AC3DD1D4}" type="slidenum">
              <a:rPr sz="1400">
                <a:solidFill>
                  <a:srgbClr val="083D8A"/>
                </a:solidFill>
              </a:rPr>
              <a:t>*</a:t>
            </a:fld>
            <a:endParaRPr sz="1400">
              <a:solidFill>
                <a:srgbClr val="083D8A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/>
            <a:fld id="{8B27F5AD-19EF-408D-AFD4-E005D8BAAAC9}" type="datetime1">
              <a:rPr sz="1400">
                <a:solidFill>
                  <a:srgbClr val="083D8A"/>
                </a:solidFill>
              </a:rPr>
              <a:t>*</a:t>
            </a:fld>
            <a:endParaRPr sz="1400">
              <a:solidFill>
                <a:srgbClr val="083D8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algn="ctr"/>
            <a:fld id="{52AC6B48-EC38-41D9-A33F-DE71AB60DEF6}" type="footer">
              <a:rPr sz="1400">
                <a:solidFill>
                  <a:srgbClr val="083D8A"/>
                </a:solidFill>
              </a:rPr>
              <a:t>*</a:t>
            </a:fld>
            <a:endParaRPr sz="1400">
              <a:solidFill>
                <a:srgbClr val="083D8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algn="r"/>
            <a:fld id="{F078C4DC-CE7D-4721-8728-BBCD69EF8386}" type="slidenum">
              <a:rPr sz="1400">
                <a:solidFill>
                  <a:srgbClr val="083D8A"/>
                </a:solidFill>
              </a:r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/>
            <a:fld id="{901142E5-F978-479C-A0E7-12FD2A751353}" type="datetime1">
              <a:rPr sz="1400">
                <a:solidFill>
                  <a:srgbClr val="083D8A"/>
                </a:solidFill>
              </a:rPr>
              <a:t>*</a:t>
            </a:fld>
            <a:endParaRPr sz="1400">
              <a:solidFill>
                <a:srgbClr val="083D8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algn="ctr"/>
            <a:fld id="{1AAE0A99-970E-4E11-868D-8521F99218E2}" type="footer">
              <a:rPr sz="1400">
                <a:solidFill>
                  <a:srgbClr val="083D8A"/>
                </a:solidFill>
              </a:rPr>
              <a:t>*</a:t>
            </a:fld>
            <a:endParaRPr sz="1400">
              <a:solidFill>
                <a:srgbClr val="083D8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algn="r"/>
            <a:fld id="{DBEDDF85-9B91-47CC-8D9F-ED10763164D9}" type="slidenum">
              <a:rPr sz="1400">
                <a:solidFill>
                  <a:srgbClr val="083D8A"/>
                </a:solidFill>
              </a:r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lvl="0">
              <a:defRPr sz="28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  <a:lvl6pPr lvl="5">
              <a:defRPr sz="1800"/>
            </a:lvl6pPr>
            <a:lvl7pPr lvl="6">
              <a:defRPr sz="1800"/>
            </a:lvl7pPr>
            <a:lvl8pPr lvl="7">
              <a:defRPr sz="1800"/>
            </a:lvl8pPr>
            <a:lvl9pPr lvl="8"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 lvl="0">
              <a:defRPr sz="28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  <a:lvl6pPr lvl="5">
              <a:defRPr sz="1800"/>
            </a:lvl6pPr>
            <a:lvl7pPr lvl="6">
              <a:defRPr sz="1800"/>
            </a:lvl7pPr>
            <a:lvl8pPr lvl="7">
              <a:defRPr sz="1800"/>
            </a:lvl8pPr>
            <a:lvl9pPr lvl="8"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/>
            <a:fld id="{36899489-6EC3-4670-B579-3FDBF53C7952}" type="datetime1">
              <a:rPr sz="1400">
                <a:solidFill>
                  <a:srgbClr val="083D8A"/>
                </a:solidFill>
              </a:rPr>
              <a:t>*</a:t>
            </a:fld>
            <a:endParaRPr sz="1400">
              <a:solidFill>
                <a:srgbClr val="083D8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algn="ctr"/>
            <a:fld id="{F6FB63D6-A011-4E5F-95DB-AAD9E3562AEA}" type="footer">
              <a:rPr sz="1400">
                <a:solidFill>
                  <a:srgbClr val="083D8A"/>
                </a:solidFill>
              </a:rPr>
              <a:t>*</a:t>
            </a:fld>
            <a:endParaRPr sz="1400">
              <a:solidFill>
                <a:srgbClr val="083D8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algn="r"/>
            <a:fld id="{5AC6751B-2406-489B-AED9-B6C48763DE45}" type="slidenum">
              <a:rPr sz="1400">
                <a:solidFill>
                  <a:srgbClr val="083D8A"/>
                </a:solidFill>
              </a:r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theme" Target="/ppt/slideMasters/theme/theme1.xml" Id="rId5" /><Relationship Type="http://schemas.openxmlformats.org/officeDocument/2006/relationships/image" Target="/ppt/media/image2.jpg" Id="rId6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/>
      <p:pic>
        <p:nvPicPr>
          <p:cNvPr id="7170" name="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miter/>
          </a:ln>
        </p:spPr>
      </p:pic>
      <p:sp>
        <p:nvSpPr>
          <p:cNvPr id="7171" name=""/>
          <p:cNvSpPr>
            <a:spLocks noGrp="1"/>
          </p:cNvSpPr>
          <p:nvPr>
            <p:ph type="title"/>
          </p:nvPr>
        </p:nvSpPr>
        <p:spPr>
          <a:xfrm>
            <a:off x="468313" y="54927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="ctr" anchorCtr="0"/>
          <a:lstStyle>
            <a:lvl1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44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</a:lstStyle>
          <a:p>
            <a:pPr lvl="0"/>
            <a:r>
              <a:t>单击此处编辑母版标题样式</a:t>
            </a:r>
          </a:p>
        </p:txBody>
      </p:sp>
      <p:sp>
        <p:nvSpPr>
          <p:cNvPr id="7172" name=""/>
          <p:cNvSpPr>
            <a:spLocks noGrp="1"/>
          </p:cNvSpPr>
          <p:nvPr>
            <p:ph type="body" idx="1"/>
          </p:nvPr>
        </p:nvSpPr>
        <p:spPr>
          <a:xfrm>
            <a:off x="457200" y="1773238"/>
            <a:ext cx="8229600" cy="43529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32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  <a:lvl2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800" b="0" i="0" u="none" baseline="0">
                <a:solidFill>
                  <a:srgbClr val="083D8A"/>
                </a:solidFill>
                <a:latin typeface="Arial"/>
                <a:ea typeface="宋体"/>
              </a:defRPr>
            </a:lvl2pPr>
            <a:lvl3pPr marL="1143000" lvl="2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2400" b="0" i="0" u="none" baseline="0">
                <a:solidFill>
                  <a:srgbClr val="083D8A"/>
                </a:solidFill>
                <a:latin typeface="Arial"/>
                <a:ea typeface="宋体"/>
              </a:defRPr>
            </a:lvl3pPr>
            <a:lvl4pPr marL="1600200" lvl="3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4pPr>
            <a:lvl5pPr marL="2057400" lvl="4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5pPr>
          </a:lstStyle>
          <a:p>
            <a:pPr lvl="0"/>
            <a:r>
              <a:t>单击此处编辑母版文本样式</a:t>
            </a:r>
          </a:p>
          <a:p>
            <a:pPr lvl="1"/>
            <a:r>
              <a:t>第二级</a:t>
            </a:r>
          </a:p>
          <a:p>
            <a:pPr lvl="2"/>
            <a:r>
              <a:t>第三级</a:t>
            </a:r>
          </a:p>
          <a:p>
            <a:pPr lvl="3"/>
            <a:r>
              <a:t>第四级</a:t>
            </a:r>
          </a:p>
          <a:p>
            <a:pPr lvl="4"/>
            <a:r>
              <a:t>第五级</a:t>
            </a:r>
          </a:p>
        </p:txBody>
      </p:sp>
      <p:sp>
        <p:nvSpPr>
          <p:cNvPr id="7173" name=""/>
          <p:cNvSpPr>
            <a:spLocks noGrp="1"/>
          </p:cNvSpPr>
          <p:nvPr>
            <p:ph type="dt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1800" b="0" i="0" u="none" baseline="0">
                <a:solidFill>
                  <a:schemeClr val="tx1"/>
                </a:solidFill>
                <a:latin typeface="Arial"/>
                <a:ea typeface="宋体"/>
              </a:defRPr>
            </a:lvl1pPr>
            <a:lvl2pPr marL="457200" lvl="1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1800" b="0" i="0" u="none" baseline="0">
                <a:solidFill>
                  <a:schemeClr val="tx1"/>
                </a:solidFill>
                <a:latin typeface="Arial"/>
                <a:ea typeface="宋体"/>
              </a:defRPr>
            </a:lvl2pPr>
            <a:lvl3pPr marL="914400" lvl="2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1800" b="0" i="0" u="none" baseline="0">
                <a:solidFill>
                  <a:schemeClr val="tx1"/>
                </a:solidFill>
                <a:latin typeface="Arial"/>
                <a:ea typeface="宋体"/>
              </a:defRPr>
            </a:lvl3pPr>
            <a:lvl4pPr marL="1371600" lvl="3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1800" b="0" i="0" u="none" baseline="0">
                <a:solidFill>
                  <a:schemeClr val="tx1"/>
                </a:solidFill>
                <a:latin typeface="Arial"/>
                <a:ea typeface="宋体"/>
              </a:defRPr>
            </a:lvl4pPr>
            <a:lvl5pPr marL="1828800" lvl="4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1800" b="0" i="0" u="none" baseline="0">
                <a:solidFill>
                  <a:schemeClr val="tx1"/>
                </a:solidFill>
                <a:latin typeface="Arial"/>
                <a:ea typeface="宋体"/>
              </a:defRPr>
            </a:lvl5pPr>
          </a:lstStyle>
          <a:p>
            <a:pPr lvl="0"/>
            <a:fld id="{FB6EF6F0-AC30-459C-88FE-67DAF476D51B}" type="datetime1">
              <a:rPr sz="1400">
                <a:solidFill>
                  <a:srgbClr val="083D8A"/>
                </a:solidFill>
              </a:rPr>
              <a:t>*</a:t>
            </a:fld>
            <a:endParaRPr sz="1400">
              <a:solidFill>
                <a:srgbClr val="083D8A"/>
              </a:solidFill>
            </a:endParaRPr>
          </a:p>
        </p:txBody>
      </p:sp>
      <p:sp>
        <p:nvSpPr>
          <p:cNvPr id="7174" name=""/>
          <p:cNvSpPr>
            <a:spLocks noGrp="1"/>
          </p:cNvSpPr>
          <p:nvPr>
            <p:ph type="ft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1800" b="0" i="0" u="none" baseline="0">
                <a:solidFill>
                  <a:schemeClr val="tx1"/>
                </a:solidFill>
                <a:latin typeface="Arial"/>
                <a:ea typeface="宋体"/>
              </a:defRPr>
            </a:lvl1pPr>
            <a:lvl2pPr marL="457200" lvl="1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1800" b="0" i="0" u="none" baseline="0">
                <a:solidFill>
                  <a:schemeClr val="tx1"/>
                </a:solidFill>
                <a:latin typeface="Arial"/>
                <a:ea typeface="宋体"/>
              </a:defRPr>
            </a:lvl2pPr>
            <a:lvl3pPr marL="914400" lvl="2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1800" b="0" i="0" u="none" baseline="0">
                <a:solidFill>
                  <a:schemeClr val="tx1"/>
                </a:solidFill>
                <a:latin typeface="Arial"/>
                <a:ea typeface="宋体"/>
              </a:defRPr>
            </a:lvl3pPr>
            <a:lvl4pPr marL="1371600" lvl="3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1800" b="0" i="0" u="none" baseline="0">
                <a:solidFill>
                  <a:schemeClr val="tx1"/>
                </a:solidFill>
                <a:latin typeface="Arial"/>
                <a:ea typeface="宋体"/>
              </a:defRPr>
            </a:lvl4pPr>
            <a:lvl5pPr marL="1828800" lvl="4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1800" b="0" i="0" u="none" baseline="0">
                <a:solidFill>
                  <a:schemeClr val="tx1"/>
                </a:solidFill>
                <a:latin typeface="Arial"/>
                <a:ea typeface="宋体"/>
              </a:defRPr>
            </a:lvl5pPr>
          </a:lstStyle>
          <a:p>
            <a:pPr lvl="0" algn="ctr"/>
            <a:fld id="{2092539A-6871-4330-854C-3B931D4495A2}" type="footer">
              <a:rPr sz="1400">
                <a:solidFill>
                  <a:srgbClr val="083D8A"/>
                </a:solidFill>
              </a:rPr>
              <a:t>*</a:t>
            </a:fld>
            <a:endParaRPr sz="1400">
              <a:solidFill>
                <a:srgbClr val="083D8A"/>
              </a:solidFill>
            </a:endParaRPr>
          </a:p>
        </p:txBody>
      </p:sp>
      <p:sp>
        <p:nvSpPr>
          <p:cNvPr id="7175" name=""/>
          <p:cNvSpPr>
            <a:spLocks noGrp="1"/>
          </p:cNvSpPr>
          <p:nvPr>
            <p:ph type="sldNum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1800" b="0" i="0" u="none" baseline="0">
                <a:solidFill>
                  <a:schemeClr val="tx1"/>
                </a:solidFill>
                <a:latin typeface="Arial"/>
                <a:ea typeface="宋体"/>
              </a:defRPr>
            </a:lvl1pPr>
            <a:lvl2pPr marL="457200" lvl="1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1800" b="0" i="0" u="none" baseline="0">
                <a:solidFill>
                  <a:schemeClr val="tx1"/>
                </a:solidFill>
                <a:latin typeface="Arial"/>
                <a:ea typeface="宋体"/>
              </a:defRPr>
            </a:lvl2pPr>
            <a:lvl3pPr marL="914400" lvl="2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1800" b="0" i="0" u="none" baseline="0">
                <a:solidFill>
                  <a:schemeClr val="tx1"/>
                </a:solidFill>
                <a:latin typeface="Arial"/>
                <a:ea typeface="宋体"/>
              </a:defRPr>
            </a:lvl3pPr>
            <a:lvl4pPr marL="1371600" lvl="3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1800" b="0" i="0" u="none" baseline="0">
                <a:solidFill>
                  <a:schemeClr val="tx1"/>
                </a:solidFill>
                <a:latin typeface="Arial"/>
                <a:ea typeface="宋体"/>
              </a:defRPr>
            </a:lvl4pPr>
            <a:lvl5pPr marL="1828800" lvl="4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1800" b="0" i="0" u="none" baseline="0">
                <a:solidFill>
                  <a:schemeClr val="tx1"/>
                </a:solidFill>
                <a:latin typeface="Arial"/>
                <a:ea typeface="宋体"/>
              </a:defRPr>
            </a:lvl5pPr>
          </a:lstStyle>
          <a:p>
            <a:pPr lvl="0" algn="r"/>
            <a:fld id="{790CAC2C-3369-4601-A8AB-E07853093C2C}" type="slidenum">
              <a:rPr sz="1400">
                <a:solidFill>
                  <a:srgbClr val="083D8A"/>
                </a:solidFill>
              </a:rPr>
              <a:t>*</a:t>
            </a:fld>
            <a:endParaRPr sz="1400">
              <a:solidFill>
                <a:srgbClr val="083D8A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marL="0" lvl="0" indent="0" algn="ctr" defTabSz="914400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4400" b="0" i="0" u="none" baseline="0">
          <a:solidFill>
            <a:srgbClr val="083D8A"/>
          </a:solidFill>
          <a:latin typeface="Arial"/>
          <a:ea typeface="宋体"/>
        </a:defRPr>
      </a:lvl1pPr>
    </p:titleStyle>
    <p:bodyStyle>
      <a:lvl1pPr marL="342900" lvl="0" indent="-342900" algn="l" defTabSz="914400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•"/>
        <a:defRPr sz="3200" b="0" i="0" u="none" baseline="0">
          <a:solidFill>
            <a:srgbClr val="083D8A"/>
          </a:solidFill>
          <a:latin typeface="Arial"/>
          <a:ea typeface="宋体"/>
        </a:defRPr>
      </a:lvl1pPr>
      <a:lvl2pPr marL="742950" lvl="1" indent="-285750" algn="l" defTabSz="914400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–"/>
        <a:defRPr sz="2800" b="0" i="0" u="none" baseline="0">
          <a:solidFill>
            <a:srgbClr val="083D8A"/>
          </a:solidFill>
          <a:latin typeface="Arial"/>
          <a:ea typeface="宋体"/>
        </a:defRPr>
      </a:lvl2pPr>
      <a:lvl3pPr marL="1143000" lvl="2" indent="-228600" algn="l" defTabSz="914400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•"/>
        <a:defRPr sz="2400" b="0" i="0" u="none" baseline="0">
          <a:solidFill>
            <a:srgbClr val="083D8A"/>
          </a:solidFill>
          <a:latin typeface="Arial"/>
          <a:ea typeface="宋体"/>
        </a:defRPr>
      </a:lvl3pPr>
      <a:lvl4pPr marL="1600200" lvl="3" indent="-228600" algn="l" defTabSz="914400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–"/>
        <a:defRPr sz="2000" b="0" i="0" u="none" baseline="0">
          <a:solidFill>
            <a:srgbClr val="083D8A"/>
          </a:solidFill>
          <a:latin typeface="Arial"/>
          <a:ea typeface="宋体"/>
        </a:defRPr>
      </a:lvl4pPr>
      <a:lvl5pPr marL="2057400" lvl="4" indent="-228600" algn="l" defTabSz="914400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»"/>
        <a:defRPr sz="2000" b="0" i="0" u="none" baseline="0">
          <a:solidFill>
            <a:srgbClr val="083D8A"/>
          </a:solidFill>
          <a:latin typeface="Arial"/>
          <a:ea typeface="宋体"/>
        </a:defRPr>
      </a:lvl5pPr>
    </p:bodyStyle>
    <p:otherStyle/>
  </p:txStyles>
</p:sldMaster>
</file>

<file path=ppt/slideMasters/theme/theme1.xml><?xml version="1.0" encoding="utf-8"?>
<a:theme xmlns:thm15="http://schemas.microsoft.com/office/thememl/2012/main"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999"/>
      </a:hlink>
      <a:folHlink>
        <a:srgbClr val="99CC00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3.jpg" Id="rI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Relationship Type="http://schemas.openxmlformats.org/officeDocument/2006/relationships/image" Target="/ppt/media/image4.jpg" Id="rI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Relationship Type="http://schemas.openxmlformats.org/officeDocument/2006/relationships/image" Target="/ppt/media/image5.jpg" Id="rI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Relationship Type="http://schemas.openxmlformats.org/officeDocument/2006/relationships/image" Target="/ppt/media/image6.jpg" Id="rI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Relationship Type="http://schemas.openxmlformats.org/officeDocument/2006/relationships/image" Target="/ppt/media/image7.jpg" Id="rI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Relationship Type="http://schemas.openxmlformats.org/officeDocument/2006/relationships/image" Target="/ppt/media/image8.jpg" Id="rI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Relationship Type="http://schemas.openxmlformats.org/officeDocument/2006/relationships/image" Target="/ppt/media/image9.jpg" Id="rId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Id1" /><Relationship Type="http://schemas.openxmlformats.org/officeDocument/2006/relationships/image" Target="/ppt/media/image10.jpg" Id="rId2" /><Relationship Type="http://schemas.openxmlformats.org/officeDocument/2006/relationships/image" Target="/ppt/media/image11.jpg" Id="rId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Relationship Type="http://schemas.openxmlformats.org/officeDocument/2006/relationships/image" Target="/ppt/media/image12.jpg" Id="rId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Relationship Type="http://schemas.openxmlformats.org/officeDocument/2006/relationships/image" Target="/ppt/media/image13.jpg" Id="rId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Relationship Type="http://schemas.openxmlformats.org/officeDocument/2006/relationships/image" Target="/ppt/media/image14.jpg" Id="rId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Relationship Type="http://schemas.openxmlformats.org/officeDocument/2006/relationships/image" Target="/ppt/media/image15.jpg" Id="rId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Relationship Type="http://schemas.openxmlformats.org/officeDocument/2006/relationships/image" Target="/ppt/media/image16.jpg" Id="rId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5122" name=""/>
          <p:cNvSpPr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miter/>
          </a:ln>
        </p:spPr>
        <p:txBody>
          <a:bodyPr anchor="ctr" anchorCtr="0"/>
          <a:lstStyle/>
          <a:p>
            <a:pPr lvl="0"/>
            <a:r>
              <a:rPr sz="4000"/>
              <a:t>第六讲 当代科技的若干伦理问题</a:t>
            </a:r>
            <a:endParaRPr sz="4000"/>
          </a:p>
        </p:txBody>
      </p:sp>
      <p:sp>
        <p:nvSpPr>
          <p:cNvPr id="5123" name=""/>
          <p:cNvSpPr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miter/>
          </a:ln>
        </p:spPr>
        <p:txBody>
          <a:bodyPr/>
          <a:lstStyle/>
          <a:p>
            <a:pPr lvl="0"/>
            <a:r>
              <a:t>刘永谋</a:t>
            </a:r>
          </a:p>
          <a:p>
            <a:pPr lvl="0"/>
            <a:r>
              <a:t>liuyongmou@ruc.edu.cn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11270" name=""/>
          <p:cNvSpPr/>
          <p:nvPr>
            <p:ph type="title"/>
          </p:nvPr>
        </p:nvSpPr>
        <p:spPr>
          <a:xfrm>
            <a:off x="533400" y="685800"/>
            <a:ext cx="8229600" cy="974725"/>
          </a:xfrm>
          <a:prstGeom prst="rect">
            <a:avLst/>
          </a:prstGeom>
          <a:noFill/>
          <a:ln>
            <a:miter/>
          </a:ln>
        </p:spPr>
        <p:txBody>
          <a:bodyPr anchor="ctr" anchorCtr="0"/>
          <a:lstStyle>
            <a:lvl1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44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</a:lstStyle>
          <a:p>
            <a:pPr lvl="0"/>
            <a:r>
              <a:rPr sz="4000" b="1"/>
              <a:t>气候变化争论的困局</a:t>
            </a:r>
            <a:endParaRPr sz="4000" b="1"/>
          </a:p>
        </p:txBody>
      </p:sp>
      <p:sp>
        <p:nvSpPr>
          <p:cNvPr id="11267" name=""/>
          <p:cNvSpPr/>
          <p:nvPr>
            <p:ph type="body" idx="1"/>
          </p:nvPr>
        </p:nvSpPr>
        <p:spPr>
          <a:xfrm>
            <a:off x="1295400" y="1600200"/>
            <a:ext cx="6705600" cy="4221163"/>
          </a:xfrm>
          <a:prstGeom prst="rect">
            <a:avLst/>
          </a:prstGeom>
          <a:noFill/>
          <a:ln>
            <a:miter/>
          </a:ln>
        </p:spPr>
        <p:txBody>
          <a:bodyPr/>
          <a:lstStyle>
            <a:lvl1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32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  <a:lvl2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800" b="0" i="0" u="none" baseline="0">
                <a:solidFill>
                  <a:srgbClr val="083D8A"/>
                </a:solidFill>
                <a:latin typeface="Arial"/>
                <a:ea typeface="宋体"/>
              </a:defRPr>
            </a:lvl2pPr>
            <a:lvl3pPr marL="1143000" lvl="2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2400" b="0" i="0" u="none" baseline="0">
                <a:solidFill>
                  <a:srgbClr val="083D8A"/>
                </a:solidFill>
                <a:latin typeface="Arial"/>
                <a:ea typeface="宋体"/>
              </a:defRPr>
            </a:lvl3pPr>
            <a:lvl4pPr marL="1600200" lvl="3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4pPr>
            <a:lvl5pPr marL="2057400" lvl="4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5pPr>
          </a:lstStyle>
          <a:p>
            <a:pPr lvl="0"/>
            <a:r>
              <a:t>曲棍球曲线</a:t>
            </a:r>
          </a:p>
        </p:txBody>
      </p:sp>
      <p:pic>
        <p:nvPicPr>
          <p:cNvPr id="11269" name=""/>
          <p:cNvPicPr>
            <a:picLocks noChangeAspect="0"/>
          </p:cNvPicPr>
          <p:nvPr/>
        </p:nvPicPr>
        <p:blipFill>
          <a:blip r:embed="rId2"/>
          <a:stretch/>
        </p:blipFill>
        <p:spPr>
          <a:xfrm>
            <a:off x="2362200" y="2286000"/>
            <a:ext cx="5791200" cy="4083050"/>
          </a:xfrm>
          <a:prstGeom prst="rect">
            <a:avLst/>
          </a:prstGeom>
          <a:noFill/>
          <a:ln>
            <a:miter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31747" name=""/>
          <p:cNvSpPr/>
          <p:nvPr>
            <p:ph type="body" idx="1"/>
          </p:nvPr>
        </p:nvSpPr>
        <p:spPr>
          <a:xfrm>
            <a:off x="5943600" y="1752600"/>
            <a:ext cx="2590800" cy="4352925"/>
          </a:xfrm>
          <a:prstGeom prst="rect">
            <a:avLst/>
          </a:prstGeom>
          <a:noFill/>
          <a:ln>
            <a:miter/>
          </a:ln>
        </p:spPr>
        <p:txBody>
          <a:bodyPr/>
          <a:lstStyle>
            <a:lvl1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32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  <a:lvl2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800" b="0" i="0" u="none" baseline="0">
                <a:solidFill>
                  <a:srgbClr val="083D8A"/>
                </a:solidFill>
                <a:latin typeface="Arial"/>
                <a:ea typeface="宋体"/>
              </a:defRPr>
            </a:lvl2pPr>
            <a:lvl3pPr marL="1143000" lvl="2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2400" b="0" i="0" u="none" baseline="0">
                <a:solidFill>
                  <a:srgbClr val="083D8A"/>
                </a:solidFill>
                <a:latin typeface="Arial"/>
                <a:ea typeface="宋体"/>
              </a:defRPr>
            </a:lvl3pPr>
            <a:lvl4pPr marL="1600200" lvl="3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4pPr>
            <a:lvl5pPr marL="2057400" lvl="4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5pPr>
          </a:lstStyle>
          <a:p>
            <a:pPr lvl="0"/>
            <a:r>
              <a:t>地球会再次成为一个大雪球么？</a:t>
            </a:r>
          </a:p>
        </p:txBody>
      </p:sp>
      <p:pic>
        <p:nvPicPr>
          <p:cNvPr id="31749" name=""/>
          <p:cNvPicPr>
            <a:picLocks noChangeAspect="0"/>
          </p:cNvPicPr>
          <p:nvPr/>
        </p:nvPicPr>
        <p:blipFill>
          <a:blip r:embed="rId2"/>
          <a:stretch/>
        </p:blipFill>
        <p:spPr>
          <a:xfrm>
            <a:off x="457200" y="457200"/>
            <a:ext cx="5483225" cy="5791200"/>
          </a:xfrm>
          <a:prstGeom prst="rect">
            <a:avLst/>
          </a:prstGeom>
          <a:noFill/>
          <a:ln>
            <a:miter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32771" name=""/>
          <p:cNvSpPr/>
          <p:nvPr>
            <p:ph type="body" idx="1"/>
          </p:nvPr>
        </p:nvSpPr>
        <p:spPr>
          <a:xfrm>
            <a:off x="8153400" y="1752600"/>
            <a:ext cx="609600" cy="4352925"/>
          </a:xfrm>
          <a:prstGeom prst="rect">
            <a:avLst/>
          </a:prstGeom>
          <a:noFill/>
          <a:ln>
            <a:miter/>
          </a:ln>
        </p:spPr>
        <p:txBody>
          <a:bodyPr vert="vert"/>
          <a:lstStyle>
            <a:lvl1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32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  <a:lvl2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800" b="0" i="0" u="none" baseline="0">
                <a:solidFill>
                  <a:srgbClr val="083D8A"/>
                </a:solidFill>
                <a:latin typeface="Arial"/>
                <a:ea typeface="宋体"/>
              </a:defRPr>
            </a:lvl2pPr>
            <a:lvl3pPr marL="1143000" lvl="2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2400" b="0" i="0" u="none" baseline="0">
                <a:solidFill>
                  <a:srgbClr val="083D8A"/>
                </a:solidFill>
                <a:latin typeface="Arial"/>
                <a:ea typeface="宋体"/>
              </a:defRPr>
            </a:lvl3pPr>
            <a:lvl4pPr marL="1600200" lvl="3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4pPr>
            <a:lvl5pPr marL="2057400" lvl="4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5pPr>
          </a:lstStyle>
          <a:p>
            <a:pPr lvl="0">
              <a:lnSpc>
                <a:spcPct val="90000"/>
              </a:lnSpc>
            </a:pPr>
            <a:r>
              <a:rPr sz="2800"/>
              <a:t>世界气候大会的争吵</a:t>
            </a:r>
            <a:endParaRPr sz="2800"/>
          </a:p>
        </p:txBody>
      </p:sp>
      <p:pic>
        <p:nvPicPr>
          <p:cNvPr id="32773" name=""/>
          <p:cNvPicPr>
            <a:picLocks noChangeAspect="0"/>
          </p:cNvPicPr>
          <p:nvPr/>
        </p:nvPicPr>
        <p:blipFill>
          <a:blip r:embed="rId2"/>
          <a:stretch/>
        </p:blipFill>
        <p:spPr>
          <a:xfrm>
            <a:off x="0" y="381000"/>
            <a:ext cx="8001000" cy="5257800"/>
          </a:xfrm>
          <a:prstGeom prst="rect">
            <a:avLst/>
          </a:prstGeom>
          <a:noFill/>
          <a:ln>
            <a:miter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10243" name=""/>
          <p:cNvSpPr/>
          <p:nvPr>
            <p:ph type="body" idx="1"/>
          </p:nvPr>
        </p:nvSpPr>
        <p:spPr>
          <a:xfrm>
            <a:off x="457200" y="1773238"/>
            <a:ext cx="8229600" cy="4352925"/>
          </a:xfrm>
          <a:prstGeom prst="rect">
            <a:avLst/>
          </a:prstGeom>
          <a:noFill/>
          <a:ln>
            <a:miter/>
          </a:ln>
        </p:spPr>
        <p:txBody>
          <a:bodyPr/>
          <a:lstStyle>
            <a:lvl1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32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  <a:lvl2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800" b="0" i="0" u="none" baseline="0">
                <a:solidFill>
                  <a:srgbClr val="083D8A"/>
                </a:solidFill>
                <a:latin typeface="Arial"/>
                <a:ea typeface="宋体"/>
              </a:defRPr>
            </a:lvl2pPr>
            <a:lvl3pPr marL="1143000" lvl="2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2400" b="0" i="0" u="none" baseline="0">
                <a:solidFill>
                  <a:srgbClr val="083D8A"/>
                </a:solidFill>
                <a:latin typeface="Arial"/>
                <a:ea typeface="宋体"/>
              </a:defRPr>
            </a:lvl3pPr>
            <a:lvl4pPr marL="1600200" lvl="3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4pPr>
            <a:lvl5pPr marL="2057400" lvl="4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5pPr>
          </a:lstStyle>
          <a:p>
            <a:pPr lvl="0" algn="just"/>
            <a:r>
              <a:t>一、人类中心主义与反人类中心主义问题</a:t>
            </a:r>
          </a:p>
          <a:p>
            <a:pPr lvl="0"/>
            <a:r>
              <a:t>二、“电子圆形监狱”与网络隐私权问题 </a:t>
            </a:r>
          </a:p>
          <a:p>
            <a:pPr lvl="0" algn="just"/>
            <a:r>
              <a:t>三、转基因食安全问题</a:t>
            </a:r>
          </a:p>
          <a:p>
            <a:pPr lvl="0">
              <a:buNone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12290" name=""/>
          <p:cNvSpPr/>
          <p:nvPr>
            <p:ph type="title"/>
          </p:nvPr>
        </p:nvSpPr>
        <p:spPr>
          <a:xfrm>
            <a:off x="1828800" y="1828800"/>
            <a:ext cx="5791200" cy="1981200"/>
          </a:xfrm>
          <a:prstGeom prst="rect">
            <a:avLst/>
          </a:prstGeom>
          <a:noFill/>
          <a:ln>
            <a:miter/>
          </a:ln>
        </p:spPr>
        <p:txBody>
          <a:bodyPr anchor="ctr" anchorCtr="0"/>
          <a:lstStyle>
            <a:lvl1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44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</a:lstStyle>
          <a:p>
            <a:pPr lvl="0"/>
            <a:r>
              <a:rPr b="1"/>
              <a:t>一、人类中心主义与反人类中心主义问题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13314" name=""/>
          <p:cNvSpPr/>
          <p:nvPr>
            <p:ph type="title"/>
          </p:nvPr>
        </p:nvSpPr>
        <p:spPr>
          <a:xfrm>
            <a:off x="468313" y="549275"/>
            <a:ext cx="8229600" cy="1143000"/>
          </a:xfrm>
          <a:prstGeom prst="rect">
            <a:avLst/>
          </a:prstGeom>
          <a:noFill/>
          <a:ln>
            <a:miter/>
          </a:ln>
        </p:spPr>
        <p:txBody>
          <a:bodyPr anchor="ctr" anchorCtr="0"/>
          <a:lstStyle>
            <a:lvl1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44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</a:lstStyle>
          <a:p>
            <a:pPr lvl="0"/>
            <a:r>
              <a:t>1.</a:t>
            </a:r>
            <a:r>
              <a:t>为什么保护环境</a:t>
            </a:r>
          </a:p>
        </p:txBody>
      </p:sp>
      <p:sp>
        <p:nvSpPr>
          <p:cNvPr id="13315" name=""/>
          <p:cNvSpPr/>
          <p:nvPr>
            <p:ph type="body" idx="1"/>
          </p:nvPr>
        </p:nvSpPr>
        <p:spPr>
          <a:xfrm>
            <a:off x="5486400" y="1828800"/>
            <a:ext cx="3352800" cy="4352925"/>
          </a:xfrm>
          <a:prstGeom prst="rect">
            <a:avLst/>
          </a:prstGeom>
          <a:noFill/>
          <a:ln>
            <a:miter/>
          </a:ln>
        </p:spPr>
        <p:txBody>
          <a:bodyPr/>
          <a:lstStyle>
            <a:lvl1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32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  <a:lvl2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800" b="0" i="0" u="none" baseline="0">
                <a:solidFill>
                  <a:srgbClr val="083D8A"/>
                </a:solidFill>
                <a:latin typeface="Arial"/>
                <a:ea typeface="宋体"/>
              </a:defRPr>
            </a:lvl2pPr>
            <a:lvl3pPr marL="1143000" lvl="2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2400" b="0" i="0" u="none" baseline="0">
                <a:solidFill>
                  <a:srgbClr val="083D8A"/>
                </a:solidFill>
                <a:latin typeface="Arial"/>
                <a:ea typeface="宋体"/>
              </a:defRPr>
            </a:lvl3pPr>
            <a:lvl4pPr marL="1600200" lvl="3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4pPr>
            <a:lvl5pPr marL="2057400" lvl="4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5pPr>
          </a:lstStyle>
          <a:p>
            <a:pPr lvl="0"/>
            <a:r>
              <a:t>两种逻辑与两种主义</a:t>
            </a:r>
          </a:p>
          <a:p>
            <a:pPr lvl="0"/>
            <a:r>
              <a:t>人类中心主义的问题</a:t>
            </a:r>
          </a:p>
          <a:p>
            <a:pPr lvl="0"/>
            <a:r>
              <a:t>反人类中心主义的问题</a:t>
            </a:r>
          </a:p>
        </p:txBody>
      </p:sp>
      <p:pic>
        <p:nvPicPr>
          <p:cNvPr id="13317" name=""/>
          <p:cNvPicPr>
            <a:picLocks noChangeAspect="0"/>
          </p:cNvPicPr>
          <p:nvPr/>
        </p:nvPicPr>
        <p:blipFill>
          <a:blip r:embed="rId2"/>
          <a:stretch/>
        </p:blipFill>
        <p:spPr>
          <a:xfrm>
            <a:off x="457200" y="1676400"/>
            <a:ext cx="4724400" cy="3937000"/>
          </a:xfrm>
          <a:prstGeom prst="rect">
            <a:avLst/>
          </a:prstGeom>
          <a:noFill/>
          <a:ln>
            <a:miter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14338" name=""/>
          <p:cNvSpPr/>
          <p:nvPr>
            <p:ph type="title"/>
          </p:nvPr>
        </p:nvSpPr>
        <p:spPr>
          <a:xfrm>
            <a:off x="468313" y="549275"/>
            <a:ext cx="8229600" cy="1143000"/>
          </a:xfrm>
          <a:prstGeom prst="rect">
            <a:avLst/>
          </a:prstGeom>
          <a:noFill/>
          <a:ln>
            <a:miter/>
          </a:ln>
        </p:spPr>
        <p:txBody>
          <a:bodyPr anchor="ctr" anchorCtr="0"/>
          <a:lstStyle>
            <a:lvl1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44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</a:lstStyle>
          <a:p>
            <a:pPr lvl="0"/>
            <a:r>
              <a:t>2.</a:t>
            </a:r>
            <a:r>
              <a:t>什么是非人类中心主义</a:t>
            </a:r>
          </a:p>
        </p:txBody>
      </p:sp>
      <p:sp>
        <p:nvSpPr>
          <p:cNvPr id="14339" name=""/>
          <p:cNvSpPr/>
          <p:nvPr>
            <p:ph type="body" idx="1"/>
          </p:nvPr>
        </p:nvSpPr>
        <p:spPr>
          <a:xfrm>
            <a:off x="457200" y="1773238"/>
            <a:ext cx="8229600" cy="4352925"/>
          </a:xfrm>
          <a:prstGeom prst="rect">
            <a:avLst/>
          </a:prstGeom>
          <a:noFill/>
          <a:ln>
            <a:miter/>
          </a:ln>
        </p:spPr>
        <p:txBody>
          <a:bodyPr/>
          <a:lstStyle>
            <a:lvl1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32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  <a:lvl2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800" b="0" i="0" u="none" baseline="0">
                <a:solidFill>
                  <a:srgbClr val="083D8A"/>
                </a:solidFill>
                <a:latin typeface="Arial"/>
                <a:ea typeface="宋体"/>
              </a:defRPr>
            </a:lvl2pPr>
            <a:lvl3pPr marL="1143000" lvl="2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2400" b="0" i="0" u="none" baseline="0">
                <a:solidFill>
                  <a:srgbClr val="083D8A"/>
                </a:solidFill>
                <a:latin typeface="Arial"/>
                <a:ea typeface="宋体"/>
              </a:defRPr>
            </a:lvl3pPr>
            <a:lvl4pPr marL="1600200" lvl="3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4pPr>
            <a:lvl5pPr marL="2057400" lvl="4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5pPr>
          </a:lstStyle>
          <a:p>
            <a:pPr lvl="0"/>
            <a:r>
              <a:t>动物解放</a:t>
            </a:r>
            <a:r>
              <a:t>/</a:t>
            </a:r>
            <a:r>
              <a:t>权利论</a:t>
            </a:r>
          </a:p>
          <a:p>
            <a:pPr lvl="0"/>
            <a:r>
              <a:t>生物中心主义</a:t>
            </a:r>
          </a:p>
          <a:p>
            <a:pPr lvl="0"/>
            <a:r>
              <a:t>生态中心主义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15362" name=""/>
          <p:cNvSpPr/>
          <p:nvPr>
            <p:ph type="title"/>
          </p:nvPr>
        </p:nvSpPr>
        <p:spPr>
          <a:xfrm>
            <a:off x="468313" y="381000"/>
            <a:ext cx="8229600" cy="1143000"/>
          </a:xfrm>
          <a:prstGeom prst="rect">
            <a:avLst/>
          </a:prstGeom>
          <a:noFill/>
          <a:ln>
            <a:miter/>
          </a:ln>
        </p:spPr>
        <p:txBody>
          <a:bodyPr anchor="ctr" anchorCtr="0"/>
          <a:lstStyle>
            <a:lvl1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44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</a:lstStyle>
          <a:p>
            <a:pPr lvl="0"/>
            <a:r>
              <a:t>3.</a:t>
            </a:r>
            <a:r>
              <a:t>基本评价</a:t>
            </a:r>
          </a:p>
        </p:txBody>
      </p:sp>
      <p:sp>
        <p:nvSpPr>
          <p:cNvPr id="15366" name=""/>
          <p:cNvSpPr/>
          <p:nvPr>
            <p:ph type="body" idx="1"/>
          </p:nvPr>
        </p:nvSpPr>
        <p:spPr>
          <a:xfrm>
            <a:off x="7620000" y="1600200"/>
            <a:ext cx="762000" cy="4352925"/>
          </a:xfrm>
          <a:prstGeom prst="rect">
            <a:avLst/>
          </a:prstGeom>
          <a:noFill/>
          <a:ln>
            <a:miter/>
          </a:ln>
        </p:spPr>
        <p:txBody>
          <a:bodyPr vert="vert"/>
          <a:lstStyle>
            <a:lvl1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32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  <a:lvl2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800" b="0" i="0" u="none" baseline="0">
                <a:solidFill>
                  <a:srgbClr val="083D8A"/>
                </a:solidFill>
                <a:latin typeface="Arial"/>
                <a:ea typeface="宋体"/>
              </a:defRPr>
            </a:lvl2pPr>
            <a:lvl3pPr marL="1143000" lvl="2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2400" b="0" i="0" u="none" baseline="0">
                <a:solidFill>
                  <a:srgbClr val="083D8A"/>
                </a:solidFill>
                <a:latin typeface="Arial"/>
                <a:ea typeface="宋体"/>
              </a:defRPr>
            </a:lvl3pPr>
            <a:lvl4pPr marL="1600200" lvl="3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4pPr>
            <a:lvl5pPr marL="2057400" lvl="4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5pPr>
          </a:lstStyle>
          <a:p>
            <a:pPr lvl="0"/>
            <a:r>
              <a:t>怒江大峡谷</a:t>
            </a:r>
          </a:p>
        </p:txBody>
      </p:sp>
      <p:pic>
        <p:nvPicPr>
          <p:cNvPr id="15368" name=""/>
          <p:cNvPicPr>
            <a:picLocks noChangeAspect="0"/>
          </p:cNvPicPr>
          <p:nvPr/>
        </p:nvPicPr>
        <p:blipFill>
          <a:blip r:embed="rId2"/>
          <a:stretch/>
        </p:blipFill>
        <p:spPr>
          <a:xfrm>
            <a:off x="1066800" y="1447800"/>
            <a:ext cx="6248400" cy="4427538"/>
          </a:xfrm>
          <a:prstGeom prst="rect">
            <a:avLst/>
          </a:prstGeom>
          <a:noFill/>
          <a:ln>
            <a:miter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16386" name=""/>
          <p:cNvSpPr/>
          <p:nvPr>
            <p:ph type="title"/>
          </p:nvPr>
        </p:nvSpPr>
        <p:spPr>
          <a:xfrm>
            <a:off x="468313" y="549275"/>
            <a:ext cx="8229600" cy="1143000"/>
          </a:xfrm>
          <a:prstGeom prst="rect">
            <a:avLst/>
          </a:prstGeom>
          <a:noFill/>
          <a:ln>
            <a:miter/>
          </a:ln>
        </p:spPr>
        <p:txBody>
          <a:bodyPr anchor="ctr" anchorCtr="0"/>
          <a:lstStyle>
            <a:lvl1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44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</a:lstStyle>
          <a:p>
            <a:pPr lvl="0"/>
            <a:r>
              <a:t>4.</a:t>
            </a:r>
            <a:r>
              <a:t>非人类中心主义是泛灵论？</a:t>
            </a:r>
          </a:p>
        </p:txBody>
      </p:sp>
      <p:sp>
        <p:nvSpPr>
          <p:cNvPr id="16387" name=""/>
          <p:cNvSpPr/>
          <p:nvPr>
            <p:ph type="body" idx="1"/>
          </p:nvPr>
        </p:nvSpPr>
        <p:spPr>
          <a:xfrm>
            <a:off x="6248400" y="1905000"/>
            <a:ext cx="1905000" cy="4352925"/>
          </a:xfrm>
          <a:prstGeom prst="rect">
            <a:avLst/>
          </a:prstGeom>
          <a:noFill/>
          <a:ln>
            <a:miter/>
          </a:ln>
        </p:spPr>
        <p:txBody>
          <a:bodyPr/>
          <a:lstStyle>
            <a:lvl1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32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  <a:lvl2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800" b="0" i="0" u="none" baseline="0">
                <a:solidFill>
                  <a:srgbClr val="083D8A"/>
                </a:solidFill>
                <a:latin typeface="Arial"/>
                <a:ea typeface="宋体"/>
              </a:defRPr>
            </a:lvl2pPr>
            <a:lvl3pPr marL="1143000" lvl="2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2400" b="0" i="0" u="none" baseline="0">
                <a:solidFill>
                  <a:srgbClr val="083D8A"/>
                </a:solidFill>
                <a:latin typeface="Arial"/>
                <a:ea typeface="宋体"/>
              </a:defRPr>
            </a:lvl3pPr>
            <a:lvl4pPr marL="1600200" lvl="3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4pPr>
            <a:lvl5pPr marL="2057400" lvl="4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5pPr>
          </a:lstStyle>
          <a:p>
            <a:pPr lvl="0"/>
            <a:r>
              <a:t>泛灵论</a:t>
            </a:r>
          </a:p>
          <a:p>
            <a:pPr lvl="0"/>
            <a:r>
              <a:t>非科学的价值</a:t>
            </a:r>
          </a:p>
        </p:txBody>
      </p:sp>
      <p:pic>
        <p:nvPicPr>
          <p:cNvPr id="16389" name=""/>
          <p:cNvPicPr>
            <a:picLocks noChangeAspect="0"/>
          </p:cNvPicPr>
          <p:nvPr/>
        </p:nvPicPr>
        <p:blipFill>
          <a:blip r:embed="rId2"/>
          <a:stretch/>
        </p:blipFill>
        <p:spPr>
          <a:xfrm>
            <a:off x="914400" y="1676400"/>
            <a:ext cx="4876800" cy="3902075"/>
          </a:xfrm>
          <a:prstGeom prst="rect">
            <a:avLst/>
          </a:prstGeom>
          <a:noFill/>
          <a:ln>
            <a:miter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18434" name=""/>
          <p:cNvSpPr/>
          <p:nvPr>
            <p:ph type="title"/>
          </p:nvPr>
        </p:nvSpPr>
        <p:spPr>
          <a:xfrm>
            <a:off x="1219200" y="1600200"/>
            <a:ext cx="6324600" cy="1600200"/>
          </a:xfrm>
          <a:prstGeom prst="rect">
            <a:avLst/>
          </a:prstGeom>
          <a:noFill/>
          <a:ln>
            <a:miter/>
          </a:ln>
        </p:spPr>
        <p:txBody>
          <a:bodyPr anchor="ctr" anchorCtr="0"/>
          <a:lstStyle>
            <a:lvl1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44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</a:lstStyle>
          <a:p>
            <a:pPr lvl="0"/>
            <a:r>
              <a:rPr b="1"/>
              <a:t>二、“电子圆形监狱”与网络隐私权问题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19459" name=""/>
          <p:cNvSpPr/>
          <p:nvPr>
            <p:ph type="body" idx="1"/>
          </p:nvPr>
        </p:nvSpPr>
        <p:spPr>
          <a:xfrm>
            <a:off x="533400" y="914400"/>
            <a:ext cx="8458200" cy="1143000"/>
          </a:xfrm>
          <a:prstGeom prst="rect">
            <a:avLst/>
          </a:prstGeom>
          <a:noFill/>
          <a:ln>
            <a:miter/>
          </a:ln>
        </p:spPr>
        <p:txBody>
          <a:bodyPr/>
          <a:lstStyle>
            <a:lvl1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32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  <a:lvl2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800" b="0" i="0" u="none" baseline="0">
                <a:solidFill>
                  <a:srgbClr val="083D8A"/>
                </a:solidFill>
                <a:latin typeface="Arial"/>
                <a:ea typeface="宋体"/>
              </a:defRPr>
            </a:lvl2pPr>
            <a:lvl3pPr marL="1143000" lvl="2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2400" b="0" i="0" u="none" baseline="0">
                <a:solidFill>
                  <a:srgbClr val="083D8A"/>
                </a:solidFill>
                <a:latin typeface="Arial"/>
                <a:ea typeface="宋体"/>
              </a:defRPr>
            </a:lvl3pPr>
            <a:lvl4pPr marL="1600200" lvl="3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4pPr>
            <a:lvl5pPr marL="2057400" lvl="4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5pPr>
          </a:lstStyle>
          <a:p>
            <a:pPr lvl="0"/>
            <a:r>
              <a:t>电子监控（</a:t>
            </a:r>
            <a:r>
              <a:t>electronic monitoring and surveillance</a:t>
            </a:r>
            <a:r>
              <a:t>，</a:t>
            </a:r>
            <a:r>
              <a:t>EM/S</a:t>
            </a:r>
            <a:r>
              <a:t>） </a:t>
            </a:r>
          </a:p>
        </p:txBody>
      </p:sp>
      <p:pic>
        <p:nvPicPr>
          <p:cNvPr id="19461" name=""/>
          <p:cNvPicPr>
            <a:picLocks noChangeAspect="0"/>
          </p:cNvPicPr>
          <p:nvPr/>
        </p:nvPicPr>
        <p:blipFill>
          <a:blip r:embed="rId2"/>
          <a:stretch/>
        </p:blipFill>
        <p:spPr>
          <a:xfrm>
            <a:off x="1752600" y="2133600"/>
            <a:ext cx="6248400" cy="3344863"/>
          </a:xfrm>
          <a:prstGeom prst="rect">
            <a:avLst/>
          </a:prstGeom>
          <a:noFill/>
          <a:ln>
            <a:miter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20482" name=""/>
          <p:cNvSpPr/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miter/>
          </a:ln>
        </p:spPr>
        <p:txBody>
          <a:bodyPr anchor="ctr" anchorCtr="0"/>
          <a:lstStyle>
            <a:lvl1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44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</a:lstStyle>
          <a:p>
            <a:pPr lvl="0"/>
            <a:r>
              <a:rPr sz="4000"/>
              <a:t>1.</a:t>
            </a:r>
            <a:r>
              <a:rPr sz="4000"/>
              <a:t>圆形监狱的概念、机制与隐喻</a:t>
            </a:r>
            <a:endParaRPr sz="4000"/>
          </a:p>
        </p:txBody>
      </p:sp>
      <p:grpSp>
        <p:nvGrpSpPr>
          <p:cNvPr id="20484" name=""/>
          <p:cNvGrpSpPr/>
          <p:nvPr/>
        </p:nvGrpSpPr>
        <p:grpSpPr>
          <a:xfrm>
            <a:off x="2209800" y="1066800"/>
            <a:ext cx="5410200" cy="5334000"/>
            <a:chOff x="3840" y="8246"/>
            <a:chExt cx="4161" cy="4316"/>
          </a:xfrm>
        </p:grpSpPr>
        <p:grpSp>
          <p:nvGrpSpPr>
            <p:cNvPr id="20485" name=""/>
            <p:cNvGrpSpPr/>
            <p:nvPr/>
          </p:nvGrpSpPr>
          <p:grpSpPr>
            <a:xfrm>
              <a:off x="3840" y="8246"/>
              <a:ext cx="4161" cy="3818"/>
              <a:chOff x="2010" y="3707"/>
              <a:chExt cx="4600" cy="4482"/>
            </a:xfrm>
          </p:grpSpPr>
          <p:sp>
            <p:nvSpPr>
              <p:cNvPr id="20486" name=""/>
              <p:cNvSpPr/>
              <p:nvPr/>
            </p:nvSpPr>
            <p:spPr>
              <a:xfrm>
                <a:off x="2010" y="3707"/>
                <a:ext cx="4600" cy="4482"/>
              </a:xfrm>
              <a:prstGeom prst="donut">
                <a:avLst>
                  <a:gd name="adj" fmla="val 19824"/>
                </a:avLst>
              </a:prstGeom>
              <a:solidFill>
                <a:srgbClr val="C0C0C0">
                  <a:alpha val="30000"/>
                </a:srgbClr>
              </a:solidFill>
              <a:ln>
                <a:solidFill>
                  <a:srgbClr val="000000"/>
                </a:solidFill>
                <a:miter/>
              </a:ln>
            </p:spPr>
            <p:txBody>
              <a:bodyPr/>
              <a:lstStyle>
                <a:lvl1pPr marL="0" lvl="0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1pPr>
                <a:lvl2pPr marL="457200" lvl="1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2pPr>
                <a:lvl3pPr marL="914400" lvl="2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3pPr>
                <a:lvl4pPr marL="1371600" lvl="3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4pPr>
                <a:lvl5pPr marL="1828800" lvl="4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5pPr>
              </a:lstStyle>
              <a:p>
                <a:pPr lvl="0"/>
              </a:p>
            </p:txBody>
          </p:sp>
          <p:sp>
            <p:nvSpPr>
              <p:cNvPr id="20487" name=""/>
              <p:cNvSpPr/>
              <p:nvPr/>
            </p:nvSpPr>
            <p:spPr>
              <a:xfrm>
                <a:off x="3840" y="5468"/>
                <a:ext cx="876" cy="996"/>
              </a:xfrm>
              <a:prstGeom prst="flowChartConnector">
                <a:avLst/>
              </a:prstGeom>
              <a:noFill/>
              <a:ln>
                <a:solidFill>
                  <a:srgbClr val="000000"/>
                </a:solidFill>
                <a:miter/>
              </a:ln>
            </p:spPr>
            <p:txBody>
              <a:bodyPr/>
              <a:lstStyle>
                <a:lvl1pPr marL="0" lvl="0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1pPr>
                <a:lvl2pPr marL="457200" lvl="1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2pPr>
                <a:lvl3pPr marL="914400" lvl="2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3pPr>
                <a:lvl4pPr marL="1371600" lvl="3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4pPr>
                <a:lvl5pPr marL="1828800" lvl="4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5pPr>
              </a:lstStyle>
              <a:p>
                <a:pPr lvl="0" algn="just"/>
                <a:r>
                  <a:rPr sz="2000" b="1">
                    <a:latin typeface="Times New Roman"/>
                  </a:rPr>
                  <a:t>塔楼</a:t>
                </a:r>
                <a:endParaRPr sz="2000"/>
              </a:p>
            </p:txBody>
          </p:sp>
          <p:cxnSp>
            <p:nvCxnSpPr>
              <p:cNvPr id="20488" name=""/>
              <p:cNvCxnSpPr/>
              <p:nvPr/>
            </p:nvCxnSpPr>
            <p:spPr>
              <a:xfrm>
                <a:off x="2615" y="4472"/>
                <a:ext cx="657" cy="498"/>
              </a:xfrm>
              <a:prstGeom prst="line">
                <a:avLst/>
              </a:prstGeom>
              <a:noFill/>
              <a:ln>
                <a:solidFill>
                  <a:srgbClr val="000000"/>
                </a:solidFill>
                <a:miter/>
              </a:ln>
            </p:spPr>
          </p:cxnSp>
          <p:cxnSp>
            <p:nvCxnSpPr>
              <p:cNvPr id="20489" name=""/>
              <p:cNvCxnSpPr/>
              <p:nvPr/>
            </p:nvCxnSpPr>
            <p:spPr>
              <a:xfrm flipV="1">
                <a:off x="4278" y="3746"/>
                <a:ext cx="1" cy="830"/>
              </a:xfrm>
              <a:prstGeom prst="line">
                <a:avLst/>
              </a:prstGeom>
              <a:noFill/>
              <a:ln>
                <a:solidFill>
                  <a:srgbClr val="000000"/>
                </a:solidFill>
                <a:miter/>
              </a:ln>
            </p:spPr>
          </p:cxnSp>
          <p:cxnSp>
            <p:nvCxnSpPr>
              <p:cNvPr id="20490" name=""/>
              <p:cNvCxnSpPr/>
              <p:nvPr/>
            </p:nvCxnSpPr>
            <p:spPr>
              <a:xfrm flipV="1">
                <a:off x="4278" y="7294"/>
                <a:ext cx="1" cy="830"/>
              </a:xfrm>
              <a:prstGeom prst="line">
                <a:avLst/>
              </a:prstGeom>
              <a:noFill/>
              <a:ln>
                <a:solidFill>
                  <a:srgbClr val="000000"/>
                </a:solidFill>
                <a:miter/>
              </a:ln>
            </p:spPr>
          </p:cxnSp>
          <p:cxnSp>
            <p:nvCxnSpPr>
              <p:cNvPr id="20491" name=""/>
              <p:cNvCxnSpPr/>
              <p:nvPr/>
            </p:nvCxnSpPr>
            <p:spPr>
              <a:xfrm>
                <a:off x="2036" y="5966"/>
                <a:ext cx="876" cy="1"/>
              </a:xfrm>
              <a:prstGeom prst="line">
                <a:avLst/>
              </a:prstGeom>
              <a:noFill/>
              <a:ln>
                <a:solidFill>
                  <a:srgbClr val="000000"/>
                </a:solidFill>
                <a:miter/>
              </a:ln>
            </p:spPr>
          </p:cxnSp>
          <p:cxnSp>
            <p:nvCxnSpPr>
              <p:cNvPr id="20492" name=""/>
              <p:cNvCxnSpPr/>
              <p:nvPr/>
            </p:nvCxnSpPr>
            <p:spPr>
              <a:xfrm>
                <a:off x="5696" y="5965"/>
                <a:ext cx="876" cy="1"/>
              </a:xfrm>
              <a:prstGeom prst="line">
                <a:avLst/>
              </a:prstGeom>
              <a:noFill/>
              <a:ln>
                <a:solidFill>
                  <a:srgbClr val="000000"/>
                </a:solidFill>
                <a:miter/>
              </a:ln>
            </p:spPr>
          </p:cxnSp>
          <p:cxnSp>
            <p:nvCxnSpPr>
              <p:cNvPr id="20493" name=""/>
              <p:cNvCxnSpPr/>
              <p:nvPr/>
            </p:nvCxnSpPr>
            <p:spPr>
              <a:xfrm>
                <a:off x="5295" y="6962"/>
                <a:ext cx="657" cy="498"/>
              </a:xfrm>
              <a:prstGeom prst="line">
                <a:avLst/>
              </a:prstGeom>
              <a:noFill/>
              <a:ln>
                <a:solidFill>
                  <a:srgbClr val="000000"/>
                </a:solidFill>
                <a:miter/>
              </a:ln>
            </p:spPr>
          </p:cxnSp>
          <p:cxnSp>
            <p:nvCxnSpPr>
              <p:cNvPr id="20494" name=""/>
              <p:cNvCxnSpPr/>
              <p:nvPr/>
            </p:nvCxnSpPr>
            <p:spPr>
              <a:xfrm flipV="1">
                <a:off x="5258" y="4306"/>
                <a:ext cx="542" cy="664"/>
              </a:xfrm>
              <a:prstGeom prst="line">
                <a:avLst/>
              </a:prstGeom>
              <a:noFill/>
              <a:ln>
                <a:solidFill>
                  <a:srgbClr val="000000"/>
                </a:solidFill>
                <a:miter/>
              </a:ln>
            </p:spPr>
          </p:cxnSp>
          <p:cxnSp>
            <p:nvCxnSpPr>
              <p:cNvPr id="20495" name=""/>
              <p:cNvCxnSpPr/>
              <p:nvPr/>
            </p:nvCxnSpPr>
            <p:spPr>
              <a:xfrm flipV="1">
                <a:off x="2682" y="6809"/>
                <a:ext cx="542" cy="664"/>
              </a:xfrm>
              <a:prstGeom prst="line">
                <a:avLst/>
              </a:prstGeom>
              <a:noFill/>
              <a:ln>
                <a:solidFill>
                  <a:srgbClr val="000000"/>
                </a:solidFill>
                <a:miter/>
              </a:ln>
            </p:spPr>
          </p:cxnSp>
          <p:sp>
            <p:nvSpPr>
              <p:cNvPr id="20496" name=""/>
              <p:cNvSpPr/>
              <p:nvPr/>
            </p:nvSpPr>
            <p:spPr>
              <a:xfrm>
                <a:off x="3183" y="4075"/>
                <a:ext cx="657" cy="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/>
              <a:lstStyle>
                <a:lvl1pPr marL="0" lvl="0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1pPr>
                <a:lvl2pPr marL="457200" lvl="1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2pPr>
                <a:lvl3pPr marL="914400" lvl="2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3pPr>
                <a:lvl4pPr marL="1371600" lvl="3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4pPr>
                <a:lvl5pPr marL="1828800" lvl="4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5pPr>
              </a:lstStyle>
              <a:p>
                <a:pPr lvl="0" algn="just"/>
                <a:r>
                  <a:rPr sz="2000">
                    <a:latin typeface="Times New Roman"/>
                  </a:rPr>
                  <a:t>囚室</a:t>
                </a:r>
                <a:endParaRPr sz="2000"/>
              </a:p>
            </p:txBody>
          </p:sp>
          <p:sp>
            <p:nvSpPr>
              <p:cNvPr id="20497" name=""/>
              <p:cNvSpPr/>
              <p:nvPr/>
            </p:nvSpPr>
            <p:spPr>
              <a:xfrm>
                <a:off x="5696" y="4970"/>
                <a:ext cx="657" cy="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/>
              <a:lstStyle>
                <a:lvl1pPr marL="0" lvl="0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1pPr>
                <a:lvl2pPr marL="457200" lvl="1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2pPr>
                <a:lvl3pPr marL="914400" lvl="2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3pPr>
                <a:lvl4pPr marL="1371600" lvl="3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4pPr>
                <a:lvl5pPr marL="1828800" lvl="4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5pPr>
              </a:lstStyle>
              <a:p>
                <a:pPr lvl="0" algn="just"/>
                <a:r>
                  <a:rPr sz="2000">
                    <a:latin typeface="Times New Roman"/>
                  </a:rPr>
                  <a:t>囚室</a:t>
                </a:r>
                <a:endParaRPr sz="2000">
                  <a:latin typeface="Times New Roman"/>
                </a:endParaRPr>
              </a:p>
              <a:p>
                <a:pPr lvl="0"/>
                <a:endParaRPr sz="2000"/>
              </a:p>
            </p:txBody>
          </p:sp>
          <p:sp>
            <p:nvSpPr>
              <p:cNvPr id="20498" name=""/>
              <p:cNvSpPr/>
              <p:nvPr/>
            </p:nvSpPr>
            <p:spPr>
              <a:xfrm>
                <a:off x="4562" y="4049"/>
                <a:ext cx="657" cy="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/>
              <a:lstStyle>
                <a:lvl1pPr marL="0" lvl="0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1pPr>
                <a:lvl2pPr marL="457200" lvl="1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2pPr>
                <a:lvl3pPr marL="914400" lvl="2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3pPr>
                <a:lvl4pPr marL="1371600" lvl="3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4pPr>
                <a:lvl5pPr marL="1828800" lvl="4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5pPr>
              </a:lstStyle>
              <a:p>
                <a:pPr lvl="0" algn="just"/>
                <a:r>
                  <a:rPr sz="2000">
                    <a:latin typeface="Times New Roman"/>
                  </a:rPr>
                  <a:t>囚室</a:t>
                </a:r>
                <a:endParaRPr sz="2000">
                  <a:latin typeface="Times New Roman"/>
                </a:endParaRPr>
              </a:p>
              <a:p>
                <a:pPr lvl="0"/>
                <a:endParaRPr sz="2000"/>
              </a:p>
            </p:txBody>
          </p:sp>
          <p:sp>
            <p:nvSpPr>
              <p:cNvPr id="20499" name=""/>
              <p:cNvSpPr/>
              <p:nvPr/>
            </p:nvSpPr>
            <p:spPr>
              <a:xfrm>
                <a:off x="2268" y="6298"/>
                <a:ext cx="657" cy="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/>
              <a:lstStyle>
                <a:lvl1pPr marL="0" lvl="0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1pPr>
                <a:lvl2pPr marL="457200" lvl="1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2pPr>
                <a:lvl3pPr marL="914400" lvl="2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3pPr>
                <a:lvl4pPr marL="1371600" lvl="3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4pPr>
                <a:lvl5pPr marL="1828800" lvl="4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5pPr>
              </a:lstStyle>
              <a:p>
                <a:pPr lvl="0" algn="just"/>
                <a:r>
                  <a:rPr sz="2000">
                    <a:latin typeface="Times New Roman"/>
                  </a:rPr>
                  <a:t>囚室</a:t>
                </a:r>
                <a:endParaRPr sz="2000">
                  <a:latin typeface="Times New Roman"/>
                </a:endParaRPr>
              </a:p>
              <a:p>
                <a:pPr lvl="0"/>
              </a:p>
            </p:txBody>
          </p:sp>
          <p:sp>
            <p:nvSpPr>
              <p:cNvPr id="20500" name=""/>
              <p:cNvSpPr/>
              <p:nvPr/>
            </p:nvSpPr>
            <p:spPr>
              <a:xfrm>
                <a:off x="2203" y="5136"/>
                <a:ext cx="657" cy="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/>
              <a:lstStyle>
                <a:lvl1pPr marL="0" lvl="0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1pPr>
                <a:lvl2pPr marL="457200" lvl="1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2pPr>
                <a:lvl3pPr marL="914400" lvl="2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3pPr>
                <a:lvl4pPr marL="1371600" lvl="3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4pPr>
                <a:lvl5pPr marL="1828800" lvl="4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5pPr>
              </a:lstStyle>
              <a:p>
                <a:pPr lvl="0" algn="just"/>
                <a:r>
                  <a:rPr sz="2000">
                    <a:latin typeface="Times New Roman"/>
                  </a:rPr>
                  <a:t>囚室</a:t>
                </a:r>
                <a:endParaRPr sz="2000">
                  <a:latin typeface="Times New Roman"/>
                </a:endParaRPr>
              </a:p>
              <a:p>
                <a:pPr lvl="0"/>
              </a:p>
            </p:txBody>
          </p:sp>
          <p:sp>
            <p:nvSpPr>
              <p:cNvPr id="20501" name=""/>
              <p:cNvSpPr/>
              <p:nvPr/>
            </p:nvSpPr>
            <p:spPr>
              <a:xfrm>
                <a:off x="3183" y="7294"/>
                <a:ext cx="657" cy="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/>
              <a:lstStyle>
                <a:lvl1pPr marL="0" lvl="0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1pPr>
                <a:lvl2pPr marL="457200" lvl="1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2pPr>
                <a:lvl3pPr marL="914400" lvl="2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3pPr>
                <a:lvl4pPr marL="1371600" lvl="3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4pPr>
                <a:lvl5pPr marL="1828800" lvl="4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5pPr>
              </a:lstStyle>
              <a:p>
                <a:pPr lvl="0" algn="just"/>
                <a:r>
                  <a:rPr sz="2000">
                    <a:latin typeface="Times New Roman"/>
                  </a:rPr>
                  <a:t>囚室</a:t>
                </a:r>
                <a:endParaRPr sz="2000">
                  <a:latin typeface="Times New Roman"/>
                </a:endParaRPr>
              </a:p>
              <a:p>
                <a:pPr lvl="0"/>
              </a:p>
            </p:txBody>
          </p:sp>
          <p:sp>
            <p:nvSpPr>
              <p:cNvPr id="20502" name=""/>
              <p:cNvSpPr/>
              <p:nvPr/>
            </p:nvSpPr>
            <p:spPr>
              <a:xfrm>
                <a:off x="5681" y="6311"/>
                <a:ext cx="657" cy="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/>
              <a:lstStyle>
                <a:lvl1pPr marL="0" lvl="0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1pPr>
                <a:lvl2pPr marL="457200" lvl="1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2pPr>
                <a:lvl3pPr marL="914400" lvl="2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3pPr>
                <a:lvl4pPr marL="1371600" lvl="3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4pPr>
                <a:lvl5pPr marL="1828800" lvl="4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5pPr>
              </a:lstStyle>
              <a:p>
                <a:pPr lvl="0" algn="just"/>
                <a:r>
                  <a:rPr sz="2000">
                    <a:latin typeface="Times New Roman"/>
                  </a:rPr>
                  <a:t>囚室</a:t>
                </a:r>
                <a:endParaRPr sz="2000">
                  <a:latin typeface="Times New Roman"/>
                </a:endParaRPr>
              </a:p>
              <a:p>
                <a:pPr lvl="0"/>
                <a:endParaRPr sz="2000"/>
              </a:p>
            </p:txBody>
          </p:sp>
          <p:sp>
            <p:nvSpPr>
              <p:cNvPr id="20503" name=""/>
              <p:cNvSpPr/>
              <p:nvPr/>
            </p:nvSpPr>
            <p:spPr>
              <a:xfrm>
                <a:off x="4716" y="7294"/>
                <a:ext cx="657" cy="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/>
              <a:lstStyle>
                <a:lvl1pPr marL="0" lvl="0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1pPr>
                <a:lvl2pPr marL="457200" lvl="1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2pPr>
                <a:lvl3pPr marL="914400" lvl="2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3pPr>
                <a:lvl4pPr marL="1371600" lvl="3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4pPr>
                <a:lvl5pPr marL="1828800" lvl="4" indent="0" algn="l" defTabSz="91440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zh-CN" sz="1800" b="0" i="0" u="none" baseline="0">
                    <a:solidFill>
                      <a:schemeClr val="tx1"/>
                    </a:solidFill>
                    <a:latin typeface="Arial"/>
                    <a:ea typeface="宋体"/>
                  </a:defRPr>
                </a:lvl5pPr>
              </a:lstStyle>
              <a:p>
                <a:pPr lvl="0" algn="just"/>
                <a:r>
                  <a:rPr sz="2000">
                    <a:latin typeface="Times New Roman"/>
                  </a:rPr>
                  <a:t>囚室</a:t>
                </a:r>
                <a:endParaRPr sz="2000">
                  <a:latin typeface="Times New Roman"/>
                </a:endParaRPr>
              </a:p>
              <a:p>
                <a:pPr lvl="0"/>
                <a:endParaRPr sz="2000"/>
              </a:p>
            </p:txBody>
          </p:sp>
        </p:grpSp>
        <p:sp>
          <p:nvSpPr>
            <p:cNvPr id="20504" name=""/>
            <p:cNvSpPr/>
            <p:nvPr/>
          </p:nvSpPr>
          <p:spPr>
            <a:xfrm>
              <a:off x="4716" y="12064"/>
              <a:ext cx="2409" cy="498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marL="0" lvl="0" indent="0" algn="l"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sz="1800" b="0" i="0" u="none" baseline="0">
                  <a:solidFill>
                    <a:schemeClr val="tx1"/>
                  </a:solidFill>
                  <a:latin typeface="Arial"/>
                  <a:ea typeface="宋体"/>
                </a:defRPr>
              </a:lvl1pPr>
              <a:lvl2pPr marL="457200" lvl="1" indent="0" algn="l"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sz="1800" b="0" i="0" u="none" baseline="0">
                  <a:solidFill>
                    <a:schemeClr val="tx1"/>
                  </a:solidFill>
                  <a:latin typeface="Arial"/>
                  <a:ea typeface="宋体"/>
                </a:defRPr>
              </a:lvl2pPr>
              <a:lvl3pPr marL="914400" lvl="2" indent="0" algn="l"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sz="1800" b="0" i="0" u="none" baseline="0">
                  <a:solidFill>
                    <a:schemeClr val="tx1"/>
                  </a:solidFill>
                  <a:latin typeface="Arial"/>
                  <a:ea typeface="宋体"/>
                </a:defRPr>
              </a:lvl3pPr>
              <a:lvl4pPr marL="1371600" lvl="3" indent="0" algn="l"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sz="1800" b="0" i="0" u="none" baseline="0">
                  <a:solidFill>
                    <a:schemeClr val="tx1"/>
                  </a:solidFill>
                  <a:latin typeface="Arial"/>
                  <a:ea typeface="宋体"/>
                </a:defRPr>
              </a:lvl4pPr>
              <a:lvl5pPr marL="1828800" lvl="4" indent="0" algn="l"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sz="1800" b="0" i="0" u="none" baseline="0">
                  <a:solidFill>
                    <a:schemeClr val="tx1"/>
                  </a:solidFill>
                  <a:latin typeface="Arial"/>
                  <a:ea typeface="宋体"/>
                </a:defRPr>
              </a:lvl5pPr>
            </a:lstStyle>
            <a:p>
              <a:pPr lvl="0" algn="ctr"/>
              <a:r>
                <a:rPr sz="2400">
                  <a:latin typeface="仿宋"/>
                  <a:ea typeface="仿宋"/>
                </a:rPr>
                <a:t>圆形监狱建筑示意图</a:t>
              </a:r>
              <a:endParaRPr sz="240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21507" name=""/>
          <p:cNvSpPr/>
          <p:nvPr>
            <p:ph type="body" idx="1"/>
          </p:nvPr>
        </p:nvSpPr>
        <p:spPr>
          <a:xfrm>
            <a:off x="457200" y="1773238"/>
            <a:ext cx="4038600" cy="4352925"/>
          </a:xfrm>
          <a:prstGeom prst="rect">
            <a:avLst/>
          </a:prstGeom>
          <a:noFill/>
          <a:ln>
            <a:miter/>
          </a:ln>
        </p:spPr>
        <p:txBody>
          <a:bodyPr/>
          <a:lstStyle>
            <a:lvl1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28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  <a:lvl2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400" b="0" i="0" u="none" baseline="0">
                <a:solidFill>
                  <a:srgbClr val="083D8A"/>
                </a:solidFill>
                <a:latin typeface="Arial"/>
                <a:ea typeface="宋体"/>
              </a:defRPr>
            </a:lvl2pPr>
            <a:lvl3pPr marL="1143000" lvl="2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3pPr>
            <a:lvl4pPr marL="1600200" lvl="3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1800" b="0" i="0" u="none" baseline="0">
                <a:solidFill>
                  <a:srgbClr val="083D8A"/>
                </a:solidFill>
                <a:latin typeface="Arial"/>
                <a:ea typeface="宋体"/>
              </a:defRPr>
            </a:lvl4pPr>
            <a:lvl5pPr marL="2057400" lvl="4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lang="zh-CN" sz="1800" b="0" i="0" u="none" baseline="0">
                <a:solidFill>
                  <a:srgbClr val="083D8A"/>
                </a:solidFill>
                <a:latin typeface="Arial"/>
                <a:ea typeface="宋体"/>
              </a:defRPr>
            </a:lvl5pPr>
          </a:lstStyle>
          <a:p>
            <a:pPr lvl="0"/>
            <a:r>
              <a:rPr sz="2400"/>
              <a:t>边沁</a:t>
            </a:r>
            <a:endParaRPr sz="2400"/>
          </a:p>
          <a:p>
            <a:pPr lvl="0"/>
            <a:r>
              <a:rPr sz="2400"/>
              <a:t>福柯</a:t>
            </a:r>
            <a:endParaRPr sz="2400"/>
          </a:p>
          <a:p>
            <a:pPr lvl="0"/>
            <a:r>
              <a:rPr sz="2400"/>
              <a:t>监狱社会</a:t>
            </a:r>
            <a:endParaRPr sz="2400"/>
          </a:p>
        </p:txBody>
      </p:sp>
      <p:sp>
        <p:nvSpPr>
          <p:cNvPr id="21513" name=""/>
          <p:cNvSpPr/>
          <p:nvPr>
            <p:ph type="body" idx="1"/>
          </p:nvPr>
        </p:nvSpPr>
        <p:spPr>
          <a:xfrm>
            <a:off x="2895600" y="4800600"/>
            <a:ext cx="5943600" cy="1325563"/>
          </a:xfrm>
          <a:prstGeom prst="rect">
            <a:avLst/>
          </a:prstGeom>
          <a:noFill/>
          <a:ln>
            <a:miter/>
          </a:ln>
        </p:spPr>
        <p:txBody>
          <a:bodyPr/>
          <a:lstStyle>
            <a:lvl1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28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  <a:lvl2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400" b="0" i="0" u="none" baseline="0">
                <a:solidFill>
                  <a:srgbClr val="083D8A"/>
                </a:solidFill>
                <a:latin typeface="Arial"/>
                <a:ea typeface="宋体"/>
              </a:defRPr>
            </a:lvl2pPr>
            <a:lvl3pPr marL="1143000" lvl="2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3pPr>
            <a:lvl4pPr marL="1600200" lvl="3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1800" b="0" i="0" u="none" baseline="0">
                <a:solidFill>
                  <a:srgbClr val="083D8A"/>
                </a:solidFill>
                <a:latin typeface="Arial"/>
                <a:ea typeface="宋体"/>
              </a:defRPr>
            </a:lvl4pPr>
            <a:lvl5pPr marL="2057400" lvl="4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lang="zh-CN" sz="1800" b="0" i="0" u="none" baseline="0">
                <a:solidFill>
                  <a:srgbClr val="083D8A"/>
                </a:solidFill>
                <a:latin typeface="Arial"/>
                <a:ea typeface="宋体"/>
              </a:defRPr>
            </a:lvl5pPr>
          </a:lstStyle>
          <a:p>
            <a:pPr lvl="0"/>
            <a:r>
              <a:rPr sz="2400"/>
              <a:t>根据边沁的意愿，其遗体被用于解剖课教学，而骨架和头部被保留下来，陈列在伦敦大学学院主楼的南回廊。 </a:t>
            </a:r>
            <a:endParaRPr sz="2400"/>
          </a:p>
        </p:txBody>
      </p:sp>
      <p:pic>
        <p:nvPicPr>
          <p:cNvPr id="21509" name=""/>
          <p:cNvPicPr>
            <a:picLocks noChangeAspect="0"/>
          </p:cNvPicPr>
          <p:nvPr/>
        </p:nvPicPr>
        <p:blipFill>
          <a:blip r:embed="rId2"/>
          <a:stretch/>
        </p:blipFill>
        <p:spPr>
          <a:xfrm>
            <a:off x="5791200" y="533400"/>
            <a:ext cx="3071813" cy="3962400"/>
          </a:xfrm>
          <a:prstGeom prst="rect">
            <a:avLst/>
          </a:prstGeom>
          <a:noFill/>
          <a:ln>
            <a:miter/>
          </a:ln>
        </p:spPr>
      </p:pic>
      <p:pic>
        <p:nvPicPr>
          <p:cNvPr id="21511" name=""/>
          <p:cNvPicPr>
            <a:picLocks noChangeAspect="0"/>
          </p:cNvPicPr>
          <p:nvPr/>
        </p:nvPicPr>
        <p:blipFill>
          <a:blip r:embed="rId3"/>
          <a:stretch/>
        </p:blipFill>
        <p:spPr>
          <a:xfrm>
            <a:off x="2514600" y="533400"/>
            <a:ext cx="3281363" cy="3962400"/>
          </a:xfrm>
          <a:prstGeom prst="rect">
            <a:avLst/>
          </a:prstGeom>
          <a:noFill/>
          <a:ln>
            <a:miter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22530" name=""/>
          <p:cNvSpPr/>
          <p:nvPr>
            <p:ph type="title"/>
          </p:nvPr>
        </p:nvSpPr>
        <p:spPr>
          <a:xfrm>
            <a:off x="468313" y="549275"/>
            <a:ext cx="8229600" cy="1143000"/>
          </a:xfrm>
          <a:prstGeom prst="rect">
            <a:avLst/>
          </a:prstGeom>
          <a:noFill/>
          <a:ln>
            <a:miter/>
          </a:ln>
        </p:spPr>
        <p:txBody>
          <a:bodyPr anchor="ctr" anchorCtr="0"/>
          <a:lstStyle>
            <a:lvl1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44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</a:lstStyle>
          <a:p>
            <a:pPr lvl="0"/>
            <a:r>
              <a:t>2.</a:t>
            </a:r>
            <a:r>
              <a:t>物联网与圆形监狱的契合之处</a:t>
            </a:r>
          </a:p>
        </p:txBody>
      </p:sp>
      <p:sp>
        <p:nvSpPr>
          <p:cNvPr id="22531" name=""/>
          <p:cNvSpPr/>
          <p:nvPr>
            <p:ph type="body" idx="1"/>
          </p:nvPr>
        </p:nvSpPr>
        <p:spPr>
          <a:xfrm>
            <a:off x="457200" y="1773238"/>
            <a:ext cx="8229600" cy="4352925"/>
          </a:xfrm>
          <a:prstGeom prst="rect">
            <a:avLst/>
          </a:prstGeom>
          <a:noFill/>
          <a:ln>
            <a:miter/>
          </a:ln>
        </p:spPr>
        <p:txBody>
          <a:bodyPr/>
          <a:lstStyle>
            <a:lvl1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32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  <a:lvl2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800" b="0" i="0" u="none" baseline="0">
                <a:solidFill>
                  <a:srgbClr val="083D8A"/>
                </a:solidFill>
                <a:latin typeface="Arial"/>
                <a:ea typeface="宋体"/>
              </a:defRPr>
            </a:lvl2pPr>
            <a:lvl3pPr marL="1143000" lvl="2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2400" b="0" i="0" u="none" baseline="0">
                <a:solidFill>
                  <a:srgbClr val="083D8A"/>
                </a:solidFill>
                <a:latin typeface="Arial"/>
                <a:ea typeface="宋体"/>
              </a:defRPr>
            </a:lvl3pPr>
            <a:lvl4pPr marL="1600200" lvl="3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4pPr>
            <a:lvl5pPr marL="2057400" lvl="4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5pPr>
          </a:lstStyle>
          <a:p>
            <a:pPr lvl="0"/>
            <a:r>
              <a:t>电子信息监狱</a:t>
            </a:r>
          </a:p>
          <a:p>
            <a:pPr lvl="0"/>
            <a:r>
              <a:t>物联网三结构</a:t>
            </a:r>
          </a:p>
          <a:p>
            <a:pPr lvl="0"/>
            <a:r>
              <a:t>与互联网相比，成熟形态的物联网更为契合圆形监狱。 </a:t>
            </a:r>
          </a:p>
          <a:p>
            <a:pPr lvl="0"/>
            <a:r>
              <a:t>物联网与圆形监狱的契合之处，无疑让它拥有了很强的电子监控能力。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23554" name=""/>
          <p:cNvSpPr/>
          <p:nvPr>
            <p:ph type="title"/>
          </p:nvPr>
        </p:nvSpPr>
        <p:spPr>
          <a:xfrm>
            <a:off x="468313" y="549275"/>
            <a:ext cx="8229600" cy="1143000"/>
          </a:xfrm>
          <a:prstGeom prst="rect">
            <a:avLst/>
          </a:prstGeom>
          <a:noFill/>
          <a:ln>
            <a:miter/>
          </a:ln>
        </p:spPr>
        <p:txBody>
          <a:bodyPr anchor="ctr" anchorCtr="0"/>
          <a:lstStyle>
            <a:lvl1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44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</a:lstStyle>
          <a:p>
            <a:pPr lvl="0"/>
            <a:r>
              <a:t>3.</a:t>
            </a:r>
            <a:r>
              <a:t>物联网与极权统治</a:t>
            </a:r>
          </a:p>
        </p:txBody>
      </p:sp>
      <p:sp>
        <p:nvSpPr>
          <p:cNvPr id="23555" name=""/>
          <p:cNvSpPr/>
          <p:nvPr>
            <p:ph type="body" idx="1"/>
          </p:nvPr>
        </p:nvSpPr>
        <p:spPr>
          <a:xfrm>
            <a:off x="5334000" y="1773238"/>
            <a:ext cx="3352800" cy="4352925"/>
          </a:xfrm>
          <a:prstGeom prst="rect">
            <a:avLst/>
          </a:prstGeom>
          <a:noFill/>
          <a:ln>
            <a:miter/>
          </a:ln>
        </p:spPr>
        <p:txBody>
          <a:bodyPr/>
          <a:lstStyle>
            <a:lvl1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32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  <a:lvl2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800" b="0" i="0" u="none" baseline="0">
                <a:solidFill>
                  <a:srgbClr val="083D8A"/>
                </a:solidFill>
                <a:latin typeface="Arial"/>
                <a:ea typeface="宋体"/>
              </a:defRPr>
            </a:lvl2pPr>
            <a:lvl3pPr marL="1143000" lvl="2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2400" b="0" i="0" u="none" baseline="0">
                <a:solidFill>
                  <a:srgbClr val="083D8A"/>
                </a:solidFill>
                <a:latin typeface="Arial"/>
                <a:ea typeface="宋体"/>
              </a:defRPr>
            </a:lvl3pPr>
            <a:lvl4pPr marL="1600200" lvl="3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4pPr>
            <a:lvl5pPr marL="2057400" lvl="4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5pPr>
          </a:lstStyle>
          <a:p>
            <a:pPr lvl="0">
              <a:lnSpc>
                <a:spcPct val="90000"/>
              </a:lnSpc>
            </a:pPr>
            <a:r>
              <a:t>在权力配置倾向上，与互联网相比，物联网似乎更偏好极权而不是民主，组织而不是个体更容易从物联网中获益。</a:t>
            </a:r>
          </a:p>
        </p:txBody>
      </p:sp>
      <p:pic>
        <p:nvPicPr>
          <p:cNvPr id="23557" name=""/>
          <p:cNvPicPr>
            <a:picLocks noChangeAspect="0"/>
          </p:cNvPicPr>
          <p:nvPr/>
        </p:nvPicPr>
        <p:blipFill>
          <a:blip r:embed="rId2"/>
          <a:stretch/>
        </p:blipFill>
        <p:spPr>
          <a:xfrm>
            <a:off x="0" y="1676400"/>
            <a:ext cx="5257800" cy="3952875"/>
          </a:xfrm>
          <a:prstGeom prst="rect">
            <a:avLst/>
          </a:prstGeom>
          <a:noFill/>
          <a:ln>
            <a:miter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24578" name=""/>
          <p:cNvSpPr/>
          <p:nvPr>
            <p:ph type="title"/>
          </p:nvPr>
        </p:nvSpPr>
        <p:spPr>
          <a:xfrm>
            <a:off x="533400" y="1981200"/>
            <a:ext cx="8229600" cy="1143000"/>
          </a:xfrm>
          <a:prstGeom prst="rect">
            <a:avLst/>
          </a:prstGeom>
          <a:noFill/>
          <a:ln>
            <a:miter/>
          </a:ln>
        </p:spPr>
        <p:txBody>
          <a:bodyPr anchor="ctr" anchorCtr="0"/>
          <a:lstStyle>
            <a:lvl1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44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</a:lstStyle>
          <a:p>
            <a:pPr lvl="0"/>
            <a:r>
              <a:rPr b="1"/>
              <a:t>三、转基因食安全问题</a:t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25602" name=""/>
          <p:cNvSpPr/>
          <p:nvPr>
            <p:ph type="title"/>
          </p:nvPr>
        </p:nvSpPr>
        <p:spPr>
          <a:xfrm>
            <a:off x="468313" y="549275"/>
            <a:ext cx="8229600" cy="1143000"/>
          </a:xfrm>
          <a:prstGeom prst="rect">
            <a:avLst/>
          </a:prstGeom>
          <a:noFill/>
          <a:ln>
            <a:miter/>
          </a:ln>
        </p:spPr>
        <p:txBody>
          <a:bodyPr anchor="ctr" anchorCtr="0"/>
          <a:lstStyle>
            <a:lvl1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44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</a:lstStyle>
          <a:p>
            <a:pPr lvl="0"/>
            <a:r>
              <a:t>1.</a:t>
            </a:r>
            <a:r>
              <a:t>以转基因食品应对饥饿</a:t>
            </a:r>
          </a:p>
        </p:txBody>
      </p:sp>
      <p:sp>
        <p:nvSpPr>
          <p:cNvPr id="25603" name=""/>
          <p:cNvSpPr/>
          <p:nvPr>
            <p:ph type="body" idx="1"/>
          </p:nvPr>
        </p:nvSpPr>
        <p:spPr>
          <a:xfrm>
            <a:off x="457200" y="1773238"/>
            <a:ext cx="8229600" cy="4352925"/>
          </a:xfrm>
          <a:prstGeom prst="rect">
            <a:avLst/>
          </a:prstGeom>
          <a:noFill/>
          <a:ln>
            <a:miter/>
          </a:ln>
        </p:spPr>
        <p:txBody>
          <a:bodyPr/>
          <a:lstStyle>
            <a:lvl1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32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  <a:lvl2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800" b="0" i="0" u="none" baseline="0">
                <a:solidFill>
                  <a:srgbClr val="083D8A"/>
                </a:solidFill>
                <a:latin typeface="Arial"/>
                <a:ea typeface="宋体"/>
              </a:defRPr>
            </a:lvl2pPr>
            <a:lvl3pPr marL="1143000" lvl="2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2400" b="0" i="0" u="none" baseline="0">
                <a:solidFill>
                  <a:srgbClr val="083D8A"/>
                </a:solidFill>
                <a:latin typeface="Arial"/>
                <a:ea typeface="宋体"/>
              </a:defRPr>
            </a:lvl3pPr>
            <a:lvl4pPr marL="1600200" lvl="3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4pPr>
            <a:lvl5pPr marL="2057400" lvl="4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5pPr>
          </a:lstStyle>
          <a:p>
            <a:pPr lvl="0"/>
            <a:r>
              <a:t>中国属于中度风险国家</a:t>
            </a:r>
          </a:p>
          <a:p>
            <a:pPr lvl="0"/>
            <a:r>
              <a:t>绿色革命</a:t>
            </a:r>
          </a:p>
          <a:p>
            <a:pPr lvl="0"/>
            <a:r>
              <a:t>绿色革命之后</a:t>
            </a:r>
          </a:p>
          <a:p>
            <a:pPr lvl="0"/>
            <a:r>
              <a:t>转基因食品</a:t>
            </a:r>
          </a:p>
        </p:txBody>
      </p:sp>
      <p:pic>
        <p:nvPicPr>
          <p:cNvPr id="25607" name=""/>
          <p:cNvPicPr>
            <a:picLocks noChangeAspect="0"/>
          </p:cNvPicPr>
          <p:nvPr/>
        </p:nvPicPr>
        <p:blipFill>
          <a:blip r:embed="rId2"/>
          <a:stretch/>
        </p:blipFill>
        <p:spPr>
          <a:xfrm>
            <a:off x="3886200" y="2514600"/>
            <a:ext cx="4495800" cy="3910013"/>
          </a:xfrm>
          <a:prstGeom prst="rect">
            <a:avLst/>
          </a:prstGeom>
          <a:noFill/>
          <a:ln>
            <a:miter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34819" name=""/>
          <p:cNvSpPr/>
          <p:nvPr>
            <p:ph type="body" idx="1"/>
          </p:nvPr>
        </p:nvSpPr>
        <p:spPr>
          <a:xfrm>
            <a:off x="6705600" y="1066800"/>
            <a:ext cx="1295400" cy="5029200"/>
          </a:xfrm>
          <a:prstGeom prst="rect">
            <a:avLst/>
          </a:prstGeom>
          <a:noFill/>
          <a:ln>
            <a:miter/>
          </a:ln>
        </p:spPr>
        <p:txBody>
          <a:bodyPr vert="vert"/>
          <a:lstStyle>
            <a:lvl1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32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  <a:lvl2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800" b="0" i="0" u="none" baseline="0">
                <a:solidFill>
                  <a:srgbClr val="083D8A"/>
                </a:solidFill>
                <a:latin typeface="Arial"/>
                <a:ea typeface="宋体"/>
              </a:defRPr>
            </a:lvl2pPr>
            <a:lvl3pPr marL="1143000" lvl="2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2400" b="0" i="0" u="none" baseline="0">
                <a:solidFill>
                  <a:srgbClr val="083D8A"/>
                </a:solidFill>
                <a:latin typeface="Arial"/>
                <a:ea typeface="宋体"/>
              </a:defRPr>
            </a:lvl3pPr>
            <a:lvl4pPr marL="1600200" lvl="3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4pPr>
            <a:lvl5pPr marL="2057400" lvl="4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5pPr>
          </a:lstStyle>
          <a:p>
            <a:pPr lvl="0"/>
            <a:r>
              <a:t>地球上每</a:t>
            </a:r>
            <a:r>
              <a:t>6</a:t>
            </a:r>
            <a:r>
              <a:t>个人当中就有</a:t>
            </a:r>
            <a:r>
              <a:t>1</a:t>
            </a:r>
            <a:r>
              <a:t>个人没吃饱</a:t>
            </a:r>
          </a:p>
        </p:txBody>
      </p:sp>
      <p:pic>
        <p:nvPicPr>
          <p:cNvPr id="34821" name=""/>
          <p:cNvPicPr>
            <a:picLocks noChangeAspect="0"/>
          </p:cNvPicPr>
          <p:nvPr/>
        </p:nvPicPr>
        <p:blipFill>
          <a:blip r:embed="rId2"/>
          <a:stretch/>
        </p:blipFill>
        <p:spPr>
          <a:xfrm>
            <a:off x="1143000" y="533400"/>
            <a:ext cx="5181600" cy="5124450"/>
          </a:xfrm>
          <a:prstGeom prst="rect">
            <a:avLst/>
          </a:prstGeom>
          <a:noFill/>
          <a:ln>
            <a:miter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26626" name=""/>
          <p:cNvSpPr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miter/>
          </a:ln>
        </p:spPr>
        <p:txBody>
          <a:bodyPr anchor="ctr" anchorCtr="0"/>
          <a:lstStyle>
            <a:lvl1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44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</a:lstStyle>
          <a:p>
            <a:pPr lvl="0"/>
            <a:r>
              <a:t>2.</a:t>
            </a:r>
            <a:r>
              <a:t>公众的质疑与争论</a:t>
            </a:r>
          </a:p>
        </p:txBody>
      </p:sp>
      <p:sp>
        <p:nvSpPr>
          <p:cNvPr id="26627" name=""/>
          <p:cNvSpPr/>
          <p:nvPr>
            <p:ph type="body" idx="1"/>
          </p:nvPr>
        </p:nvSpPr>
        <p:spPr>
          <a:xfrm>
            <a:off x="5181600" y="2438400"/>
            <a:ext cx="3505200" cy="3687763"/>
          </a:xfrm>
          <a:prstGeom prst="rect">
            <a:avLst/>
          </a:prstGeom>
          <a:noFill/>
          <a:ln>
            <a:miter/>
          </a:ln>
        </p:spPr>
        <p:txBody>
          <a:bodyPr/>
          <a:lstStyle>
            <a:lvl1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32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  <a:lvl2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800" b="0" i="0" u="none" baseline="0">
                <a:solidFill>
                  <a:srgbClr val="083D8A"/>
                </a:solidFill>
                <a:latin typeface="Arial"/>
                <a:ea typeface="宋体"/>
              </a:defRPr>
            </a:lvl2pPr>
            <a:lvl3pPr marL="1143000" lvl="2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2400" b="0" i="0" u="none" baseline="0">
                <a:solidFill>
                  <a:srgbClr val="083D8A"/>
                </a:solidFill>
                <a:latin typeface="Arial"/>
                <a:ea typeface="宋体"/>
              </a:defRPr>
            </a:lvl3pPr>
            <a:lvl4pPr marL="1600200" lvl="3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4pPr>
            <a:lvl5pPr marL="2057400" lvl="4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5pPr>
          </a:lstStyle>
          <a:p>
            <a:pPr lvl="0"/>
            <a:r>
              <a:t>食品安全争论</a:t>
            </a:r>
          </a:p>
          <a:p>
            <a:pPr lvl="0"/>
            <a:r>
              <a:t>生物安全争论</a:t>
            </a:r>
          </a:p>
          <a:p>
            <a:pPr lvl="0"/>
            <a:r>
              <a:t>环境安全争论</a:t>
            </a:r>
          </a:p>
        </p:txBody>
      </p:sp>
      <p:pic>
        <p:nvPicPr>
          <p:cNvPr id="26629" name=""/>
          <p:cNvPicPr>
            <a:picLocks noChangeAspect="0"/>
          </p:cNvPicPr>
          <p:nvPr/>
        </p:nvPicPr>
        <p:blipFill>
          <a:blip r:embed="rId2"/>
          <a:stretch/>
        </p:blipFill>
        <p:spPr>
          <a:xfrm>
            <a:off x="0" y="1752600"/>
            <a:ext cx="5105400" cy="3576638"/>
          </a:xfrm>
          <a:prstGeom prst="rect">
            <a:avLst/>
          </a:prstGeom>
          <a:noFill/>
          <a:ln>
            <a:miter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27650" name=""/>
          <p:cNvSpPr/>
          <p:nvPr>
            <p:ph type="title"/>
          </p:nvPr>
        </p:nvSpPr>
        <p:spPr>
          <a:xfrm>
            <a:off x="468313" y="549275"/>
            <a:ext cx="8229600" cy="1143000"/>
          </a:xfrm>
          <a:prstGeom prst="rect">
            <a:avLst/>
          </a:prstGeom>
          <a:noFill/>
          <a:ln>
            <a:miter/>
          </a:ln>
        </p:spPr>
        <p:txBody>
          <a:bodyPr anchor="ctr" anchorCtr="0"/>
          <a:lstStyle>
            <a:lvl1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sz="44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</a:lstStyle>
          <a:p>
            <a:pPr lvl="0"/>
            <a:r>
              <a:t>3.</a:t>
            </a:r>
            <a:r>
              <a:t>理性看待转基因食品</a:t>
            </a:r>
          </a:p>
        </p:txBody>
      </p:sp>
      <p:sp>
        <p:nvSpPr>
          <p:cNvPr id="27651" name=""/>
          <p:cNvSpPr/>
          <p:nvPr>
            <p:ph type="body" idx="1"/>
          </p:nvPr>
        </p:nvSpPr>
        <p:spPr>
          <a:xfrm>
            <a:off x="5486400" y="1600200"/>
            <a:ext cx="3276600" cy="4352925"/>
          </a:xfrm>
          <a:prstGeom prst="rect">
            <a:avLst/>
          </a:prstGeom>
          <a:noFill/>
          <a:ln>
            <a:miter/>
          </a:ln>
        </p:spPr>
        <p:txBody>
          <a:bodyPr/>
          <a:lstStyle>
            <a:lvl1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32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  <a:lvl2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800" b="0" i="0" u="none" baseline="0">
                <a:solidFill>
                  <a:srgbClr val="083D8A"/>
                </a:solidFill>
                <a:latin typeface="Arial"/>
                <a:ea typeface="宋体"/>
              </a:defRPr>
            </a:lvl2pPr>
            <a:lvl3pPr marL="1143000" lvl="2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2400" b="0" i="0" u="none" baseline="0">
                <a:solidFill>
                  <a:srgbClr val="083D8A"/>
                </a:solidFill>
                <a:latin typeface="Arial"/>
                <a:ea typeface="宋体"/>
              </a:defRPr>
            </a:lvl3pPr>
            <a:lvl4pPr marL="1600200" lvl="3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4pPr>
            <a:lvl5pPr marL="2057400" lvl="4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5pPr>
          </a:lstStyle>
          <a:p>
            <a:pPr lvl="0"/>
            <a:r>
              <a:t>不比传统育种有更大的风险 </a:t>
            </a:r>
          </a:p>
          <a:p>
            <a:pPr lvl="0"/>
            <a:r>
              <a:t>确实存在潜在危险 </a:t>
            </a:r>
          </a:p>
          <a:p>
            <a:pPr lvl="0"/>
            <a:r>
              <a:t>科学家的自律和责任</a:t>
            </a:r>
          </a:p>
          <a:p>
            <a:pPr lvl="0"/>
            <a:r>
              <a:t>维护公众的知情权和选择权 </a:t>
            </a:r>
          </a:p>
        </p:txBody>
      </p:sp>
      <p:pic>
        <p:nvPicPr>
          <p:cNvPr id="27653" name=""/>
          <p:cNvPicPr>
            <a:picLocks noChangeAspect="0"/>
          </p:cNvPicPr>
          <p:nvPr/>
        </p:nvPicPr>
        <p:blipFill>
          <a:blip r:embed="rId2"/>
          <a:stretch/>
        </p:blipFill>
        <p:spPr>
          <a:xfrm>
            <a:off x="304800" y="1905000"/>
            <a:ext cx="5029200" cy="3230563"/>
          </a:xfrm>
          <a:prstGeom prst="rect">
            <a:avLst/>
          </a:prstGeom>
          <a:noFill/>
          <a:ln>
            <a:miter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28675" name=""/>
          <p:cNvSpPr/>
          <p:nvPr>
            <p:ph type="body" idx="1"/>
          </p:nvPr>
        </p:nvSpPr>
        <p:spPr>
          <a:xfrm>
            <a:off x="457200" y="1773238"/>
            <a:ext cx="8229600" cy="4352925"/>
          </a:xfrm>
          <a:prstGeom prst="rect">
            <a:avLst/>
          </a:prstGeom>
          <a:noFill/>
          <a:ln>
            <a:miter/>
          </a:ln>
        </p:spPr>
        <p:txBody>
          <a:bodyPr/>
          <a:lstStyle>
            <a:lvl1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3200" b="0" i="0" u="none" baseline="0">
                <a:solidFill>
                  <a:srgbClr val="083D8A"/>
                </a:solidFill>
                <a:latin typeface="Arial"/>
                <a:ea typeface="宋体"/>
              </a:defRPr>
            </a:lvl1pPr>
            <a:lvl2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800" b="0" i="0" u="none" baseline="0">
                <a:solidFill>
                  <a:srgbClr val="083D8A"/>
                </a:solidFill>
                <a:latin typeface="Arial"/>
                <a:ea typeface="宋体"/>
              </a:defRPr>
            </a:lvl2pPr>
            <a:lvl3pPr marL="1143000" lvl="2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lang="zh-CN" sz="2400" b="0" i="0" u="none" baseline="0">
                <a:solidFill>
                  <a:srgbClr val="083D8A"/>
                </a:solidFill>
                <a:latin typeface="Arial"/>
                <a:ea typeface="宋体"/>
              </a:defRPr>
            </a:lvl3pPr>
            <a:lvl4pPr marL="1600200" lvl="3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4pPr>
            <a:lvl5pPr marL="2057400" lvl="4" indent="-22860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lang="zh-CN" sz="2000" b="0" i="0" u="none" baseline="0">
                <a:solidFill>
                  <a:srgbClr val="083D8A"/>
                </a:solidFill>
                <a:latin typeface="Arial"/>
                <a:ea typeface="宋体"/>
              </a:defRPr>
            </a:lvl5pPr>
          </a:lstStyle>
          <a:p>
            <a:pPr lvl="0"/>
            <a:r>
              <a:rPr sz="6000" b="1">
                <a:ea typeface="黑体"/>
              </a:rPr>
              <a:t>谢谢！</a:t>
            </a:r>
            <a:endParaRPr sz="6000" b="1">
              <a:ea typeface="黑体"/>
            </a:endParaRPr>
          </a:p>
        </p:txBody>
      </p:sp>
    </p:spTree>
  </p:cSld>
  <p:clrMapOvr>
    <a:masterClrMapping/>
  </p:clrMapOvr>
</p:sld>
</file>